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5.xml" ContentType="application/vnd.openxmlformats-officedocument.them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6.xml" ContentType="application/vnd.openxmlformats-officedocument.them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7.xml" ContentType="application/vnd.openxmlformats-officedocument.them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8.xml" ContentType="application/vnd.openxmlformats-officedocument.them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heme/theme9.xml" ContentType="application/vnd.openxmlformats-officedocument.theme+xml"/>
  <Override PartName="/ppt/theme/theme10.xml" ContentType="application/vnd.openxmlformats-officedocument.theme+xml"/>
  <Override PartName="/ppt/tags/tag75.xml" ContentType="application/vnd.openxmlformats-officedocument.presentationml.tags+xml"/>
  <Override PartName="/ppt/comments/modernComment_7FFFD107_25EDEC29.xml" ContentType="application/vnd.ms-powerpoint.comments+xml"/>
  <Override PartName="/ppt/notesSlides/notesSlide1.xml" ContentType="application/vnd.openxmlformats-officedocument.presentationml.notesSlide+xml"/>
  <Override PartName="/ppt/comments/modernComment_2BE_22874E45.xml" ContentType="application/vnd.ms-powerpoint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comments/modernComment_7FFFD105_5D6F7F07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3"/>
    <p:sldMasterId id="2147483975" r:id="rId14"/>
    <p:sldMasterId id="2147484082" r:id="rId15"/>
    <p:sldMasterId id="2147484000" r:id="rId16"/>
    <p:sldMasterId id="2147484009" r:id="rId17"/>
    <p:sldMasterId id="2147484020" r:id="rId18"/>
    <p:sldMasterId id="2147484026" r:id="rId19"/>
    <p:sldMasterId id="2147484051" r:id="rId20"/>
  </p:sldMasterIdLst>
  <p:notesMasterIdLst>
    <p:notesMasterId r:id="rId27"/>
  </p:notesMasterIdLst>
  <p:handoutMasterIdLst>
    <p:handoutMasterId r:id="rId28"/>
  </p:handoutMasterIdLst>
  <p:sldIdLst>
    <p:sldId id="2147471623" r:id="rId21"/>
    <p:sldId id="702" r:id="rId22"/>
    <p:sldId id="2147471609" r:id="rId23"/>
    <p:sldId id="2147471620" r:id="rId24"/>
    <p:sldId id="694" r:id="rId25"/>
    <p:sldId id="2147471621" r:id="rId26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903AD20-8978-6771-8D84-CD43AD54A089}" name="Patil, Ujwal" initials="" userId="S::khnr832@astrazeneca.net::ae525e60-0bf1-4d27-946a-cbd1639d1ef1" providerId="AD"/>
  <p188:author id="{9E70248C-9A64-9B6B-04DF-80BD6F5C6396}" name="Ramos, Irina" initials="RI" userId="S::klrp961@astrazeneca.net::7b7439c8-8a89-4a36-badd-3ea66a09fed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a Boyes" initials="LB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48182D-7E52-4F93-8F30-5BD46CC50041}" v="1119" dt="2024-09-27T17:59:31.663"/>
    <p1510:client id="{72A1FF16-664C-789B-2C46-E87E34AA5E1A}" v="8" dt="2024-09-27T18:17:39.293"/>
    <p1510:client id="{CB23CD66-0E95-C148-AD7F-3E8DDD3F95A7}" v="784" dt="2024-09-27T21:36:12.120"/>
    <p1510:client id="{E667B86F-5889-4CE8-82A8-25B27B9153B5}" v="465" dt="2024-09-27T18:26:30.405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06" autoAdjust="0"/>
    <p:restoredTop sz="79387" autoAdjust="0"/>
  </p:normalViewPr>
  <p:slideViewPr>
    <p:cSldViewPr snapToGrid="0">
      <p:cViewPr>
        <p:scale>
          <a:sx n="88" d="100"/>
          <a:sy n="88" d="100"/>
        </p:scale>
        <p:origin x="480" y="1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>
      <p:cViewPr varScale="1">
        <p:scale>
          <a:sx n="59" d="100"/>
          <a:sy n="59" d="100"/>
        </p:scale>
        <p:origin x="2371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.xml"/><Relationship Id="rId18" Type="http://schemas.openxmlformats.org/officeDocument/2006/relationships/slideMaster" Target="slideMasters/slideMaster6.xml"/><Relationship Id="rId26" Type="http://schemas.openxmlformats.org/officeDocument/2006/relationships/slide" Target="slides/slide6.xml"/><Relationship Id="rId3" Type="http://schemas.openxmlformats.org/officeDocument/2006/relationships/customXml" Target="../customXml/item3.xml"/><Relationship Id="rId21" Type="http://schemas.openxmlformats.org/officeDocument/2006/relationships/slide" Target="slides/slide1.xml"/><Relationship Id="rId34" Type="http://schemas.openxmlformats.org/officeDocument/2006/relationships/tableStyles" Target="tableStyles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slideMaster" Target="slideMasters/slideMaster5.xml"/><Relationship Id="rId25" Type="http://schemas.openxmlformats.org/officeDocument/2006/relationships/slide" Target="slides/slide5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4.xml"/><Relationship Id="rId20" Type="http://schemas.openxmlformats.org/officeDocument/2006/relationships/slideMaster" Target="slideMasters/slideMaster8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4.xml"/><Relationship Id="rId32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slideMaster" Target="slideMasters/slideMaster3.xml"/><Relationship Id="rId23" Type="http://schemas.openxmlformats.org/officeDocument/2006/relationships/slide" Target="slides/slide3.xml"/><Relationship Id="rId28" Type="http://schemas.openxmlformats.org/officeDocument/2006/relationships/handoutMaster" Target="handoutMasters/handoutMaster1.xml"/><Relationship Id="rId36" Type="http://schemas.microsoft.com/office/2018/10/relationships/authors" Target="authors.xml"/><Relationship Id="rId10" Type="http://schemas.openxmlformats.org/officeDocument/2006/relationships/customXml" Target="../customXml/item10.xml"/><Relationship Id="rId19" Type="http://schemas.openxmlformats.org/officeDocument/2006/relationships/slideMaster" Target="slideMasters/slideMaster7.xml"/><Relationship Id="rId31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Master" Target="slideMasters/slideMaster2.xml"/><Relationship Id="rId22" Type="http://schemas.openxmlformats.org/officeDocument/2006/relationships/slide" Target="slides/slide2.xml"/><Relationship Id="rId27" Type="http://schemas.openxmlformats.org/officeDocument/2006/relationships/notesMaster" Target="notesMasters/notesMaster1.xml"/><Relationship Id="rId30" Type="http://schemas.openxmlformats.org/officeDocument/2006/relationships/commentAuthors" Target="commentAuthors.xml"/><Relationship Id="rId35" Type="http://schemas.microsoft.com/office/2015/10/relationships/revisionInfo" Target="revisionInfo.xml"/><Relationship Id="rId8" Type="http://schemas.openxmlformats.org/officeDocument/2006/relationships/customXml" Target="../customXml/item8.xml"/></Relationships>
</file>

<file path=ppt/comments/modernComment_2BE_22874E4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48BEE91-0BBB-4F52-BC6C-166702821599}" authorId="{9E70248C-9A64-9B6B-04DF-80BD6F5C6396}" created="2024-09-27T15:06:22.24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79292741" sldId="702"/>
      <ac:spMk id="5" creationId="{AD623F39-871A-7891-05D2-0B675EBE800A}"/>
    </ac:deMkLst>
    <p188:txBody>
      <a:bodyPr/>
      <a:lstStyle/>
      <a:p>
        <a:r>
          <a:rPr lang="en-US"/>
          <a:t>Affinity-mAb complex</a:t>
        </a:r>
      </a:p>
    </p188:txBody>
  </p188:cm>
</p188:cmLst>
</file>

<file path=ppt/comments/modernComment_7FFFD105_5D6F7F0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336F022-9687-7142-B700-2EFE439DF0B4}" authorId="{1903AD20-8978-6771-8D84-CD43AD54A089}" created="2024-09-27T21:36:12.101">
    <pc:sldMkLst xmlns:pc="http://schemas.microsoft.com/office/powerpoint/2013/main/command">
      <pc:docMk/>
      <pc:sldMk cId="1567588103" sldId="2147471621"/>
    </pc:sldMkLst>
    <p188:txBody>
      <a:bodyPr/>
      <a:lstStyle/>
      <a:p>
        <a:r>
          <a:rPr lang="en-US"/>
          <a:t>[@Ramos, Irina] made some modifications</a:t>
        </a:r>
      </a:p>
    </p188:txBody>
  </p188:cm>
</p188:cmLst>
</file>

<file path=ppt/comments/modernComment_7FFFD107_25EDEC2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7C48A49-C1A5-CC4B-93AE-CE5ADB28B1D8}" authorId="{1903AD20-8978-6771-8D84-CD43AD54A089}" created="2024-09-27T21:25:24.517">
    <pc:sldMkLst xmlns:pc="http://schemas.microsoft.com/office/powerpoint/2013/main/command">
      <pc:docMk/>
      <pc:sldMk cId="636349481" sldId="2147471623"/>
    </pc:sldMkLst>
    <p188:txBody>
      <a:bodyPr/>
      <a:lstStyle/>
      <a:p>
        <a:r>
          <a:rPr lang="en-US"/>
          <a:t>[@Ramos, Irina] I am done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75.xml"/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3131E8-FB12-410D-BF61-66026F4B99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F84DA3-B4E6-4214-A070-882C7BF7CE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D0D9C-4FB5-4727-9E3D-4B02106E0BF8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9E54A-6E6E-45BD-A700-6E2757729E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0E95B-A9AE-4EB9-81E6-ECFE9C38ED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5E8E-A04D-4A46-9BA0-C3F696754EF8}" type="slidenum">
              <a:rPr lang="en-US" smtClean="0"/>
              <a:t>‹#›</a:t>
            </a:fld>
            <a:endParaRPr lang="en-US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8587000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31T13:41:30.5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 9,'9'0,"-1"1,1 1,15 4,21 2,120-8,-136-6,-25 4,1 1,0 0,-1 0,1 0,7 0,9 1,30-6,-32 4,-2 0,0 0,0 1,0 1,1 1,28 5,-20-1,0-2,41 0,42-2,86-3,-160-4,-28 4,1 0,0 1,14-1,-19 2,1 0,0 0,-1 0,1 1,0-1,-1 1,1 0,-1 0,0 0,1 1,-1-1,4 3,-6-3,1 1,0 0,-1-1,0 1,1 0,-1 0,0 0,0 0,0 0,0 0,0 0,-1 0,1 1,0-1,-1 0,0 0,0 1,0-1,0 0,0 4,0-2,-1-1,1 1,-1 0,0-1,0 1,-2 3,2-3,-1-1,1 1,0-1,1 1,-1-1,1 1,-1 3,1-5,0 0,0 0,0 0,0-1,-1 1,1 0,0 0,-1-1,0 1,1 0,-1-1,0 1,0-1,0 1,0-1,0 1,0-1,-2 2,0-1,0 0,1 0,-1 0,0-1,0 1,0-1,0 0,0 0,-6 1,-1 1,0 1,0 0,1 0,-1 1,1 0,-14 11,17-12,-5 2,1 0,0-1,-22 7,22-8,-60 27,42-21,9-3,-30 7,20-8,0-1,-59 3,-109-17,192 9,0 0,-1-1,1 0,-1 0,1 0,0-1,0 0,0 0,0 0,0-1,0 1,0-1,1 0,-1-1,1 1,0-1,0 0,0 0,-3-5,4 6,0 1,0-1,0 1,0 0,-1 0,1 0,-1 0,1 1,-6-3,5 3,-1-1,1 0,0 0,-1-1,-6-5,4 3,0 1,0-1,0 1,-1 0,1 1,-1-1,-16-3,-24-11,-37-28,56 30,24 13,19 11,11 5,1-2,35 11,22 9,-81-31,0 1,0 0,0 0,0 0,0 0,0 1,0-1,0 0,-1 1,1 0,-1-1,1 1,-1 0,1-1,-1 1,0 0,0 0,0 0,1 2,-2 2,1-1,0 0,-1 0,0 1,0-1,-1 0,-1 6,1 2,-1 0,0-1,-8 24,8-33,1 1,0-1,0 1,0 0,0-1,0 1,1 0,0 6,0-9,0 1,1-1,-1 0,1 0,-1 1,1-1,0 0,-1 0,1 0,0 1,0-1,0 0,0 0,0 0,0 0,0-1,0 1,0 0,0 0,1-1,-1 1,0 0,0-1,1 0,1 1,-2 0,1 0,-1-1,1 1,-1 0,0 0,1 0,-1 0,0 1,0-1,0 0,0 0,0 1,0-1,0 0,0 1,-1-1,1 1,0-1,-1 1,0-1,1 1,-1 0,0-1,1 1,-1 1,0 8,0 0,-3 21,1-4,3 5,2 0,9 41,-5-44,-3-15,-1 1,2 27,9 162,-10-97,-4-108,0 1,0-1,0 1,0-1,0 1,0-1,0 1,0-1,0 1,0-1,0 1,0-1,0 0,1 1,-1-1,0 1,0-1,1 1,-1-1,0 0,0 1,1-1,-1 0,0 1,1-1,-1 0,1 1,-1-1,0 0,1 0,12-5,9-20,-16 15,-1 1,0-1,-1 0,0 0,0 0,-1 0,-1-1,2-10,-2 1,-1-1,0 1,-4-28,2 39,1-7,1 15,-1 1,1-1,-1 1,1 0,0-1,-1 1,1 0,0-1,-1 1,1 0,0 0,0 0,-1 0,1-1,0 1,0 0,-1 0,1 1,0-1,0 0,-1 0,1 0,0 0,-1 1,2-1,14 3,92 15,-57-13,-23-1,34-1,-45-3,0 0,32-7,-43 6,0 0,0 1,0-1,-1 1,1 1,0-1,0 1,0 0,-1 0,1 1,0-1,7 5,-3-3,1 1,-9-4,-1 0,1 1,-1-1,0 0,1 1,-1 0,0-1,1 1,-1 0,0 0,0 0,2 1,-3-1,1 0,-1 0,0 0,0 0,0 0,0 0,0 0,0 0,0 0,-1 0,1 0,0 0,0 0,-1-1,1 1,-1 0,1 0,-1 0,1 0,-1 0,1-1,-1 1,-1 1,-2 6,-1 1,2 0,-1 1,1-1,1 1,0-1,0 1,0 11,1-10,2 0,-1 0,4 16,0 16,-4-13,-2-1,-8 46,8-65,0 0,1 0,0 15,2-22,-1 0,1 1,-1-1,1 0,0 0,0 0,0 0,0 0,1 0,0 0,-1 0,1 0,0 0,3 3,-3-4,0 0,0 1,0-1,-1 1,1-1,-1 1,1 0,-1-1,0 1,0 0,-1 0,1 0,0 0,-1 0,0 0,0 0,0 0,0 4,-2 4,0-1,-1 0,0 0,-5 9,-1 9,8-27,0 0,0 1,0-1,1 0,-1 0,0 0,-1 0,1 0,0 0,0-1,0 1,0 0,-1 0,1-1,0 1,-1-1,1 1,0-1,-1 0,1 1,-1-1,1 0,-2 0,-39 1,33-1,1 0,-1 0,0-1,0 0,0-1,-11-3,16 4,0-1,1 1,-1-1,1 0,-1 0,1 0,0-1,0 1,0-1,0 0,1 1,-1-1,1 0,-4-5,3 4,-2 0,1 1,0-1,-1 1,1 0,-1 0,0 1,0 0,0-1,-6 0,-1-2,3 1,0 1,0 1,0-1,0 1,0 1,0 0,-1 0,1 1,0 0,-1 0,1 1,0 1,-1-1,-16 7,-19 9,45-17,-1-1,1 1,-1 0,1 0,-1 0,1 0,-1-1,1 1,-1 0,1-1,-1 1,1 0,0-1,-1 1,1 0,0-1,-1 1,1-1,0 1,-1-1,1 1,0-1,0 1,-1-1,1 1,0-1,0 1,0-1,0 0,-6-20,6 18,-5-20,1 0,0 0,2 0,1 0,1 0,1 0,7-39,-4 46,-3 13,1-1,-1 1,0 0,0-1,-1 1,1-1,-1 1,0-1,0 1,0-1,0 1,0 0,-1-1,0 1,-1-6,2 10,1 1,0 0,0 0,0 0,0 0,0-1,1 1,-1 0,0-1,1 1,-1-1,1 1,0-1,-1 0,1 1,0-1,0 0,2 1,53 32,-56-33,1 0,-1-1,1 1,-1-1,1 1,0-1,-1 1,1-1,0 0,-1 0,1 0,0 0,-1 0,1 0,0-1,-1 1,1 0,0-1,-1 1,1-1,-1 0,1 1,-1-1,1 0,-1 0,1 0,-1 0,0 0,2-2,-2 1,0 0,1 0,-1 0,0 0,0 0,-1 0,1 0,0 0,-1 0,1 0,-1 0,0-1,0 1,0 0,0 0,0-1,0 1,0 0,-1 0,1 0,-1 0,-1-3,1 2,-1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31T13:41:37.5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1,'0'4,"0"0,1-1,-1 1,1 0,0 0,0-1,1 1,1 4,4 12,4 40,-4-19,-5-4,-2-33,0 0,0 1,0-1,1 0,-1 1,1-1,0 0,0 0,1 0,-1 0,4 6,-3-5,0 1,0-1,0 0,-1 1,0-1,0 0,0 1,-1-1,0 10,1 10,2 30,-3-37,1-1,6 32,-1-29,0-1,11 24,7 16,-13-7,-10-44,0 1,0-1,1 0,0 0,1 0,0 0,0 0,7 11,-8-17,0 0,0 0,0 0,0 0,0 0,1 0,-1-1,0 1,1-1,0 1,-1-1,1 0,0 0,-1 0,1-1,0 1,5 0,5 0,0-1,22-2,-21 1,-11 1,-1 0,1-1,0 1,-1-1,1 1,0-1,-1 0,1 0,-1 0,0-1,1 1,-1 0,0-1,0 0,0 1,4-5,-2 0,0 1,0-1,-1-1,6-11,-5 8,1 1,1 0,0 0,0 0,0 1,14-14,-10 11,-10 10,1 0,-1 0,0 0,1 0,-1 1,1-1,0 0,-1 0,1 1,0-1,-1 0,1 1,0-1,0 0,0 1,0-1,-1 1,1 0,0-1,0 1,0 0,0-1,0 1,0 0,0 0,0 0,0 0,0 0,0 0,0 0,0 0,0 0,0 0,0 1,0-1,0 0,0 1,0-1,-1 1,1-1,0 1,0-1,0 1,0 0,-1-1,1 1,1 1,9 11,-11-13,0 0,0 0,0 1,0-1,0 0,0 0,0 1,0-1,0 0,0 0,0 1,0-1,0 0,0 0,0 0,0 1,0-1,-1 0,1 0,0 0,0 1,0-1,0 0,0 0,0 0,-1 1,1-1,0 0,0 0,0 0,-1 0,1 0,0 0,-1 1,-1-1,1 1,-1-1,0 0,0 0,0 0,0 0,0 0,0 0,0 0,0-1,0 1,-4-2,4 0,0 1,0-1,0 1,1-1,-1 0,0 0,1 0,-1 0,1 0,0 0,-1-1,1 1,0 0,0-1,1 1,-1-1,0 1,1-1,-1-3,1 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31T13:41:42.3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349 339,'0'6,"-1"12,1 1,1 0,1 0,0-1,1 1,12 34,-13-43,0 0,0 1,0-1,-2 0,1 1,-2 11,1 11,2-11,-1-16,0 1,-1-1,0 1,0-1,0 0,-2 8,1-13,1 1,-1 0,0 0,1-1,-1 1,0 0,-1-1,1 1,0-1,0 1,0-1,-1 1,1-1,-1 0,1 0,-1 0,0 0,1 0,-1 0,0 0,0-1,1 1,-1 0,-4 0,-51 5,47-6,0 1,0 0,0 1,0-1,-18 8,19-6,0 0,0 0,0 0,-13 0,20-2,-1-1,1 0,-1 1,1-1,-1 0,1-1,-1 1,1 0,-1-1,1 1,-1-1,1 0,-1 0,1 0,0 0,0 0,0-1,-1 1,1-1,0 1,-2-3,3 1,-1 0,1 0,-1-1,1 1,0 0,1-1,-1 1,0-6,-6-20,5 24,1-1,-1 0,1 1,0-1,1 0,-1 1,1-8,-3-27,-20-29,18 57,0-1,1 0,0-1,1 1,0 0,1-1,0-17,9-32,-4 49,-1-1,-1 0,0-27,-4 26,0 0,-7-19,7 22,-1 1,1 0,1-1,-1-24,5 0,0-19,-3 52,0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31T13:41:47.7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1,'0'11,"0"0,1 0,3 17,-2-23,-1 0,1-1,0 0,0 1,0-1,1 0,-1 0,1 0,0 0,7 5,-7-4,1 0,-1 0,0 0,0 0,-1 0,0 1,0-1,0 1,0-1,-1 1,0 0,0 0,0 0,-1 8,0-11,1-1,0 1,0 0,0 0,1-1,-1 1,1-1,-1 1,1-1,0 0,0 1,4 2,-6-4,1 0,0 0,0 0,0 0,-1-1,1 1,0 0,0-1,0 1,0-1,0 1,0-1,0 1,0-1,0 0,0 1,1-1,-1 0,0 0,0 0,0 0,0 0,0 0,0 0,1 0,-1-1,0 1,0 0,0-1,0 1,0-1,0 1,0-1,0 1,1-2,-2 2,1-1,0 0,-1 0,1 0,-1 0,1 0,-1 1,0-1,1 0,-1 0,0 0,0 0,0 0,0 0,0 0,0 0,0 0,0 0,0 0,0 0,-1-1,1 1,0 0,0 1,-1-1,1 0,0 0,0 0,0 1,0-1,0 0,0 0,0 1,0-1,1 0,-1 0,0 1,0-1,1 0,-1 1,0-1,1 0,-1 1,0-1,1 0,-1 1,1-1,-1 1,1-1,0 1,-1-1,1 1,0-1,-1 1,1-1,0 1,-1 0,1 0,1-1,0 0,1 0,-1 0,1-1,-1 1,1-1,-1 1,0-1,0 0,0 0,0 0,0 0,0 0,0 0,2-4,-1-2,0 1,0 0,3-15,-2 6,6 4,-9 12,-1 0,1 0,-1 0,1-1,-1 1,0 0,1 0,-1-1,1 1,-1 0,0-1,1 1,-1-1,0 1,1 0,-1-1,0 1,0-1,1 1,-1-1,0 1,0-1,0 1,0-1,0 1,0-1,0 1,0-1,0 1,0-1,0 1,0-1,0 1,0-1,0 1,0-1,0 1,-1-1,1 1,0-1,0 1,-1-1,-1-1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31T13:44:19.66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517 1,'-33'12,"29"-10,0 0,0 0,-1 0,1 0,-1-1,1 0,-1 0,0 0,1-1,-1 1,-8-2,1 0,0-1,1-1,-14-4,-27-6,49 13,-1 0,1-1,0 1,0 0,0 1,0-1,-1 0,1 1,0 0,0 0,0 0,0 0,0 0,1 1,-1-1,-4 4,2-3,1-1,0 0,0 0,0 0,0-1,-1 0,1 1,0-1,-6-1,-20 2,22 0,0 0,-1 0,1 0,0-1,-1-1,1 1,0-1,-1-1,1 1,0-1,-10-5,-31-3,48 9,1 1,-1 0,1 0,-1 0,1 0,-1 0,1 0,-1 1,1-1,-1 0,1 0,0 0,-1 0,1 0,-1 1,1-1,-1 0,1 0,0 1,-1-1,1 0,0 1,-1-1,1 0,0 1,-1-1,1 1,0-1,0 0,0 1,-1 0,-3 21,3-18,1 0,1 0,-1 0,0 0,1 0,0 0,0 0,0 0,2 4,7 8,15 31,-21-41,0-1,0 1,0-1,0 0,1 0,0 0,0-1,0 0,1 0,0 0,-1 0,1-1,10 4,-11-6,1 0,0 0,-1 0,1 0,0-1,0 0,0 0,-1-1,1 0,0 0,-1 0,7-3,-3 2,1 0,-1 0,14 0,-15 3,5-2,0 1,0 1,0 1,0 0,0 0,19 7,-27-8,1 1,-1-1,1 0,-1-1,11 0,21 4,-33-3,0 0,0 0,-1-1,1 0,0 0,0 0,0 0,0 0,-1-1,1 0,0 0,-1 0,7-3,-16 51,6-35,1 0,0 0,1 0,5 17,4 31,-7-31,-3-22,0 0,0 0,-1 1,1-1,-3 14,-2 38,2-14,1-24,3 32,-1-36,-1 0,0 0,-3 21,-13 19,12-46,0 0,1 0,1 0,0 0,-1 22,2-32,1 1,0-1,0 0,0 1,-1-1,1 0,-1 1,1-1,-1 0,1 0,-1 0,0 1,0-1,0 0,1 0,-1 0,0 0,0 0,0-1,0 1,-1 0,1 0,0-1,0 1,0 0,-1-1,1 1,0-1,-2 1,-7 1,0 0,0 0,-13-1,-9 3,28-3,1 0,-1 0,0-1,0 0,0 1,0-2,1 1,-1 0,0-1,0 1,0-1,1 0,-1 0,0-1,1 1,-1-1,-4-3,-5-1,-56-27,64 31,-1 0,0 0,1 1,-11-2,-17-5,30 7,0-1,0 0,0 0,0 0,0 0,0 0,0-1,1 1,-1-1,1 0,0 0,0 0,0 0,0 0,-1-4,0 0,0 1,1 0,0-1,1 1,-1-1,1 1,0-12,1 13,1 1,0-1,0 1,0-1,0 1,1 0,2-7,-2 7,0-1,0 1,-1-1,1 0,-1 1,-1-1,2-6,-2-28,1 24,0-1,-1 1,-1 0,-1-1,0 1,-1 0,-8-23,4 15,2 0,0 0,-2-26,4 26,-15-48,7 28,15 50,1 1,0-1,0 0,1-1,0 1,0-1,0 0,14 9,3 1,35 17,-44-26,0-1,1-1,-1 0,1-1,0-1,0 0,0-1,0-1,1 0,16-2,-21 1,-9 0,-1-1,1 1,0 0,-1 0,1 0,0 0,-1 0,1 0,0 0,-1 1,1-1,0 0,-1 1,1 0,-1-1,1 1,-1 0,1 0,-1 0,1 0,-1 0,0 0,0 0,1 0,-1 0,0 1,0-1,0 1,0-1,0 3,4 7,-2 1,1 0,-2 0,0 1,0-1,-1 0,0 1,-2 17,1-21,2 32,0-31,-2 1,1 0,-3 17,2-25,-1 1,0-1,0 1,0-1,0 1,-1-1,1 0,-1 0,0 0,0 0,0 0,0 0,0-1,-1 1,-2 2,-17 20,21-23,1-1,-1 1,0 0,-1-1,1 1,0-1,0 1,-1-1,1 0,-1 1,1-1,-1 0,0 0,1 0,-1 0,0 0,0-1,0 1,1 0,-1-1,0 1,0-1,0 0,0 0,0 0,0 0,0 0,0 0,0 0,0 0,-3-2,-2 0,-1 0,1-1,0 0,1 0,-1-1,0 0,1 0,0-1,0 1,0-1,1-1,-1 1,1-1,1 0,-1 0,1 0,0 0,0-1,1 0,0 0,-4-13,-6-5,11 22,0 0,0 0,1 0,-1 0,1 0,0 0,-1-5,1 7,1 0,0 0,0 1,0-1,0 0,0 0,0 0,0 0,0 0,0 0,0 0,0 1,1-1,-1 0,0 0,1 0,-1 0,1 1,-1-1,1 0,-1 0,1 1,-1-1,1 0,0 1,-1-1,1 1,1-2,0 1,1 1,-1-1,0 0,0 1,1 0,-1-1,0 1,1 0,-1 0,1 0,1 1,6 0,-1 1,0 1,1-1,14 8,-21-9,43 18,-43-18,1 0,-1 0,0 0,1-1,-1 1,1-1,-1 0,1 0,-1-1,1 1,6-2,-9 1,-1 1,1 0,0-1,-1 1,1-1,0 1,-1-1,1 0,-1 1,1-1,-1 0,1 1,-1-1,1 0,-1 1,0-1,1 0,-1 0,0 1,0-1,0 0,1 0,-1 0,0 1,0-1,0 0,0 0,0 0,-1 1,1-1,0 0,-1-1,-10-32,6 21,4 7,0-1,0 1,1-1,0-7,0 9,0 0,0 0,-1 0,1 0,-1 1,0-1,0 0,-3-6,4 10,0 1,-1 0,1 0,0 0,0-1,0 1,0 0,-1 0,1 0,0 0,0-1,-1 1,1 0,0 0,0 0,-1 0,1 0,0 0,0 0,-1 0,1 0,0 0,0 0,-1 0,1 0,0 0,0 0,-1 0,1 0,0 0,0 0,-1 0,1 0,0 1,0-1,0 0,-1 0,1 0,0 0,0 0,0 1,-1-1,1 0,0 0,0 0,0 1,0-1,0 0,-1 1,-3 2,3-3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31T13:50:07.0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 9,'9'0,"-1"1,1 1,15 4,21 2,120-8,-136-6,-25 4,1 1,0 0,-1 0,1 0,7 0,9 1,30-6,-32 4,-2 0,0 0,0 1,0 1,1 1,28 5,-20-1,0-2,41 0,42-2,86-3,-160-4,-28 4,1 0,0 1,14-1,-19 2,1 0,0 0,-1 0,1 1,0-1,-1 1,1 0,-1 0,0 0,1 1,-1-1,4 3,-6-3,1 1,0 0,-1-1,0 1,1 0,-1 0,0 0,0 0,0 0,0 0,0 0,-1 0,1 1,0-1,-1 0,0 0,0 1,0-1,0 0,0 4,0-2,-1-1,1 1,-1 0,0-1,0 1,-2 3,2-3,-1-1,1 1,0-1,1 1,-1-1,1 1,-1 3,1-5,0 0,0 0,0 0,0-1,-1 1,1 0,0 0,-1-1,0 1,1 0,-1-1,0 1,0-1,0 1,0-1,0 1,0-1,-2 2,0-1,0 0,1 0,-1 0,0-1,0 1,0-1,0 0,0 0,-6 1,-1 1,0 1,0 0,1 0,-1 1,1 0,-14 11,17-12,-5 2,1 0,0-1,-22 7,22-8,-60 27,42-21,9-3,-30 7,20-8,0-1,-59 3,-109-17,192 9,0 0,-1-1,1 0,-1 0,1 0,0-1,0 0,0 0,0 0,0-1,0 1,0-1,1 0,-1-1,1 1,0-1,0 0,0 0,-3-5,4 6,0 1,0-1,0 1,0 0,-1 0,1 0,-1 0,1 1,-6-3,5 3,-1-1,1 0,0 0,-1-1,-6-5,4 3,0 1,0-1,0 1,-1 0,1 1,-1-1,-16-3,-24-11,-37-28,56 30,24 13,19 11,11 5,1-2,35 11,22 9,-81-31,0 1,0 0,0 0,0 0,0 0,0 1,0-1,0 0,-1 1,1 0,-1-1,1 1,-1 0,1-1,-1 1,0 0,0 0,0 0,1 2,-2 2,1-1,0 0,-1 0,0 1,0-1,-1 0,-1 6,1 2,-1 0,0-1,-8 24,8-33,1 1,0-1,0 1,0 0,0-1,0 1,1 0,0 6,0-9,0 1,1-1,-1 0,1 0,-1 1,1-1,0 0,-1 0,1 0,0 1,0-1,0 0,0 0,0 0,0 0,0-1,0 1,0 0,0 0,1-1,-1 1,0 0,0-1,1 0,1 1,-2 0,1 0,-1-1,1 1,-1 0,0 0,1 0,-1 0,0 1,0-1,0 0,0 0,0 1,0-1,0 0,0 1,-1-1,1 1,0-1,-1 1,0-1,1 1,-1 0,0-1,1 1,-1 1,0 8,0 0,-3 21,1-4,3 5,2 0,9 41,-5-44,-3-15,-1 1,2 27,9 162,-10-97,-4-108,0 1,0-1,0 1,0-1,0 1,0-1,0 1,0-1,0 1,0-1,0 1,0-1,0 0,1 1,-1-1,0 1,0-1,1 1,-1-1,0 0,0 1,1-1,-1 0,0 1,1-1,-1 0,1 1,-1-1,0 0,1 0,12-5,9-20,-16 15,-1 1,0-1,-1 0,0 0,0 0,-1 0,-1-1,2-10,-2 1,-1-1,0 1,-4-28,2 39,1-7,1 15,-1 1,1-1,-1 1,1 0,0-1,-1 1,1 0,0-1,-1 1,1 0,0 0,0 0,-1 0,1-1,0 1,0 0,-1 0,1 1,0-1,0 0,-1 0,1 0,0 0,-1 1,2-1,14 3,92 15,-57-13,-23-1,34-1,-45-3,0 0,32-7,-43 6,0 0,0 1,0-1,-1 1,1 1,0-1,0 1,0 0,-1 0,1 1,0-1,7 5,-3-3,1 1,-9-4,-1 0,1 1,-1-1,0 0,1 1,-1 0,0-1,1 1,-1 0,0 0,0 0,2 1,-3-1,1 0,-1 0,0 0,0 0,0 0,0 0,0 0,0 0,0 0,-1 0,1 0,0 0,0 0,-1-1,1 1,-1 0,1 0,-1 0,1 0,-1 0,1-1,-1 1,-1 1,-2 6,-1 1,2 0,-1 1,1-1,1 1,0-1,0 1,0 11,1-10,2 0,-1 0,4 16,0 16,-4-13,-2-1,-8 46,8-65,0 0,1 0,0 15,2-22,-1 0,1 1,-1-1,1 0,0 0,0 0,0 0,0 0,1 0,0 0,-1 0,1 0,0 0,3 3,-3-4,0 0,0 1,0-1,-1 1,1-1,-1 1,1 0,-1-1,0 1,0 0,-1 0,1 0,0 0,-1 0,0 0,0 0,0 0,0 4,-2 4,0-1,-1 0,0 0,-5 9,-1 9,8-27,0 0,0 1,0-1,1 0,-1 0,0 0,-1 0,1 0,0 0,0-1,0 1,0 0,-1 0,1-1,0 1,-1-1,1 1,0-1,-1 0,1 1,-1-1,1 0,-2 0,-39 1,33-1,1 0,-1 0,0-1,0 0,0-1,-11-3,16 4,0-1,1 1,-1-1,1 0,-1 0,1 0,0-1,0 1,0-1,0 0,1 1,-1-1,1 0,-4-5,3 4,-2 0,1 1,0-1,-1 1,1 0,-1 0,0 1,0 0,0-1,-6 0,-1-2,3 1,0 1,0 1,0-1,0 1,0 1,0 0,-1 0,1 1,0 0,-1 0,1 1,0 1,-1-1,-16 7,-19 9,45-17,-1-1,1 1,-1 0,1 0,-1 0,1 0,-1-1,1 1,-1 0,1-1,-1 1,1 0,0-1,-1 1,1 0,0-1,-1 1,1-1,0 1,-1-1,1 1,0-1,0 1,-1-1,1 1,0-1,0 1,0-1,0 0,-6-20,6 18,-5-20,1 0,0 0,2 0,1 0,1 0,1 0,7-39,-4 46,-3 13,1-1,-1 1,0 0,0-1,-1 1,1-1,-1 1,0-1,0 1,0-1,0 1,0 0,-1-1,0 1,-1-6,2 10,1 1,0 0,0 0,0 0,0 0,0-1,1 1,-1 0,0-1,1 1,-1-1,1 1,0-1,-1 0,1 1,0-1,0 0,2 1,53 32,-56-33,1 0,-1-1,1 1,-1-1,1 1,0-1,-1 1,1-1,0 0,-1 0,1 0,0 0,-1 0,1 0,0-1,-1 1,1 0,0-1,-1 1,1-1,-1 0,1 1,-1-1,1 0,-1 0,1 0,-1 0,0 0,2-2,-2 1,0 0,1 0,-1 0,0 0,0 0,-1 0,1 0,0 0,-1 0,1 0,-1 0,0-1,0 1,0 0,0 0,0-1,0 1,0 0,-1 0,1 0,-1 0,-1-3,1 2,-1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31T13:50:07.0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1,'0'4,"0"0,1-1,-1 1,1 0,0 0,0-1,1 1,1 4,4 12,4 40,-4-19,-5-4,-2-33,0 0,0 1,0-1,1 0,-1 1,1-1,0 0,0 0,1 0,-1 0,4 6,-3-5,0 1,0-1,0 0,-1 1,0-1,0 0,0 1,-1-1,0 10,1 10,2 30,-3-37,1-1,6 32,-1-29,0-1,11 24,7 16,-13-7,-10-44,0 1,0-1,1 0,0 0,1 0,0 0,0 0,7 11,-8-17,0 0,0 0,0 0,0 0,0 0,1 0,-1-1,0 1,1-1,0 1,-1-1,1 0,0 0,-1 0,1-1,0 1,5 0,5 0,0-1,22-2,-21 1,-11 1,-1 0,1-1,0 1,-1-1,1 1,0-1,-1 0,1 0,-1 0,0-1,1 1,-1 0,0-1,0 0,0 1,4-5,-2 0,0 1,0-1,-1-1,6-11,-5 8,1 1,1 0,0 0,0 0,0 1,14-14,-10 11,-10 10,1 0,-1 0,0 0,1 0,-1 1,1-1,0 0,-1 0,1 1,0-1,-1 0,1 1,0-1,0 0,0 1,0-1,-1 1,1 0,0-1,0 1,0 0,0-1,0 1,0 0,0 0,0 0,0 0,0 0,0 0,0 0,0 0,0 0,0 0,0 1,0-1,0 0,0 1,0-1,-1 1,1-1,0 1,0-1,0 1,0 0,-1-1,1 1,1 1,9 11,-11-13,0 0,0 0,0 1,0-1,0 0,0 0,0 1,0-1,0 0,0 0,0 1,0-1,0 0,0 0,0 0,0 1,0-1,-1 0,1 0,0 0,0 1,0-1,0 0,0 0,0 0,-1 1,1-1,0 0,0 0,0 0,-1 0,1 0,0 0,-1 1,-1-1,1 1,-1-1,0 0,0 0,0 0,0 0,0 0,0 0,0 0,0-1,0 1,-4-2,4 0,0 1,0-1,0 1,1-1,-1 0,0 0,1 0,-1 0,1 0,0 0,-1-1,1 1,0 0,0-1,1 1,-1-1,0 1,1-1,-1-3,1 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31T13:50:07.0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349 339,'0'6,"-1"12,1 1,1 0,1 0,0-1,1 1,12 34,-13-43,0 0,0 1,0-1,-2 0,1 1,-2 11,1 11,2-11,-1-16,0 1,-1-1,0 1,0-1,0 0,-2 8,1-13,1 1,-1 0,0 0,1-1,-1 1,0 0,-1-1,1 1,0-1,0 1,0-1,-1 1,1-1,-1 0,1 0,-1 0,0 0,1 0,-1 0,0 0,0-1,1 1,-1 0,-4 0,-51 5,47-6,0 1,0 0,0 1,0-1,-18 8,19-6,0 0,0 0,0 0,-13 0,20-2,-1-1,1 0,-1 1,1-1,-1 0,1-1,-1 1,1 0,-1-1,1 1,-1-1,1 0,-1 0,1 0,0 0,0 0,0-1,-1 1,1-1,0 1,-2-3,3 1,-1 0,1 0,-1-1,1 1,0 0,1-1,-1 1,0-6,-6-20,5 24,1-1,-1 0,1 1,0-1,1 0,-1 1,1-8,-3-27,-20-29,18 57,0-1,1 0,0-1,1 1,0 0,1-1,0-17,9-32,-4 49,-1-1,-1 0,0-27,-4 26,0 0,-7-19,7 22,-1 1,1 0,1-1,-1-24,5 0,0-19,-3 52,0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31T13:50:07.0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1,'0'11,"0"0,1 0,3 17,-2-23,-1 0,1-1,0 0,0 1,0-1,1 0,-1 0,1 0,0 0,7 5,-7-4,1 0,-1 0,0 0,0 0,-1 0,0 1,0-1,0 1,0-1,-1 1,0 0,0 0,0 0,-1 8,0-11,1-1,0 1,0 0,0 0,1-1,-1 1,1-1,-1 1,1-1,0 0,0 1,4 2,-6-4,1 0,0 0,0 0,0 0,-1-1,1 1,0 0,0-1,0 1,0-1,0 1,0-1,0 1,0-1,0 0,0 1,1-1,-1 0,0 0,0 0,0 0,0 0,0 0,0 0,1 0,-1-1,0 1,0 0,0-1,0 1,0-1,0 1,0-1,0 1,1-2,-2 2,1-1,0 0,-1 0,1 0,-1 0,1 0,-1 1,0-1,1 0,-1 0,0 0,0 0,0 0,0 0,0 0,0 0,0 0,0 0,0 0,0 0,-1-1,1 1,0 0,0 1,-1-1,1 0,0 0,0 0,0 1,0-1,0 0,0 0,0 1,0-1,1 0,-1 0,0 1,0-1,1 0,-1 1,0-1,1 0,-1 1,0-1,1 0,-1 1,1-1,-1 1,1-1,0 1,-1-1,1 1,0-1,-1 1,1-1,0 1,-1 0,1 0,1-1,0 0,1 0,-1 0,1-1,-1 1,1-1,-1 1,0-1,0 0,0 0,0 0,0 0,0 0,0 0,2-4,-1-2,0 1,0 0,3-15,-2 6,6 4,-9 12,-1 0,1 0,-1 0,1-1,-1 1,0 0,1 0,-1-1,1 1,-1 0,0-1,1 1,-1-1,0 1,1 0,-1-1,0 1,0-1,1 1,-1-1,0 1,0-1,0 1,0-1,0 1,0-1,0 1,0-1,0 1,0-1,0 1,0-1,0 1,0-1,0 1,0-1,0 1,-1-1,1 1,0-1,0 1,-1-1,-1-1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31T13:50:45.64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517 1,'-33'12,"29"-10,0 0,0 0,-1 0,1 0,-1-1,1 0,-1 0,0 0,1-1,-1 1,-8-2,1 0,0-1,1-1,-14-4,-27-6,49 13,-1 0,1-1,0 1,0 0,0 1,0-1,-1 0,1 1,0 0,0 0,0 0,0 0,0 0,1 1,-1-1,-4 4,2-3,1-1,0 0,0 0,0 0,0-1,-1 0,1 1,0-1,-6-1,-20 2,22 0,0 0,-1 0,1 0,0-1,-1-1,1 1,0-1,-1-1,1 1,0-1,-10-5,-31-3,48 9,1 1,-1 0,1 0,-1 0,1 0,-1 0,1 0,-1 1,1-1,-1 0,1 0,0 0,-1 0,1 0,-1 1,1-1,-1 0,1 0,0 1,-1-1,1 0,0 1,-1-1,1 0,0 1,-1-1,1 1,0-1,0 0,0 1,-1 0,-3 21,3-18,1 0,1 0,-1 0,0 0,1 0,0 0,0 0,0 0,2 4,7 8,15 31,-21-41,0-1,0 1,0-1,0 0,1 0,0 0,0-1,0 0,1 0,0 0,-1 0,1-1,10 4,-11-6,1 0,0 0,-1 0,1 0,0-1,0 0,0 0,-1-1,1 0,0 0,-1 0,7-3,-3 2,1 0,-1 0,14 0,-15 3,5-2,0 1,0 1,0 1,0 0,0 0,19 7,-27-8,1 1,-1-1,1 0,-1-1,11 0,21 4,-33-3,0 0,0 0,-1-1,1 0,0 0,0 0,0 0,0 0,-1-1,1 0,0 0,-1 0,7-3,-16 51,6-35,1 0,0 0,1 0,5 17,4 31,-7-31,-3-22,0 0,0 0,-1 1,1-1,-3 14,-2 38,2-14,1-24,3 32,-1-36,-1 0,0 0,-3 21,-13 19,12-46,0 0,1 0,1 0,0 0,-1 22,2-32,1 1,0-1,0 0,0 1,-1-1,1 0,-1 1,1-1,-1 0,1 0,-1 0,0 1,0-1,0 0,1 0,-1 0,0 0,0 0,0-1,0 1,-1 0,1 0,0-1,0 1,0 0,-1-1,1 1,0-1,-2 1,-7 1,0 0,0 0,-13-1,-9 3,28-3,1 0,-1 0,0-1,0 0,0 1,0-2,1 1,-1 0,0-1,0 1,0-1,1 0,-1 0,0-1,1 1,-1-1,-4-3,-5-1,-56-27,64 31,-1 0,0 0,1 1,-11-2,-17-5,30 7,0-1,0 0,0 0,0 0,0 0,0 0,0-1,1 1,-1-1,1 0,0 0,0 0,0 0,0 0,-1-4,0 0,0 1,1 0,0-1,1 1,-1-1,1 1,0-12,1 13,1 1,0-1,0 1,0-1,0 1,1 0,2-7,-2 7,0-1,0 1,-1-1,1 0,-1 1,-1-1,2-6,-2-28,1 24,0-1,-1 1,-1 0,-1-1,0 1,-1 0,-8-23,4 15,2 0,0 0,-2-26,4 26,-15-48,7 28,15 50,1 1,0-1,0 0,1-1,0 1,0-1,0 0,14 9,3 1,35 17,-44-26,0-1,1-1,-1 0,1-1,0-1,0 0,0-1,0-1,1 0,16-2,-21 1,-9 0,-1-1,1 1,0 0,-1 0,1 0,0 0,-1 0,1 0,0 0,-1 1,1-1,0 0,-1 1,1 0,-1-1,1 1,-1 0,1 0,-1 0,1 0,-1 0,0 0,0 0,1 0,-1 0,0 1,0-1,0 1,0-1,0 3,4 7,-2 1,1 0,-2 0,0 1,0-1,-1 0,0 1,-2 17,1-21,2 32,0-31,-2 1,1 0,-3 17,2-25,-1 1,0-1,0 1,0-1,0 1,-1-1,1 0,-1 0,0 0,0 0,0 0,0 0,0-1,-1 1,-2 2,-17 20,21-23,1-1,-1 1,0 0,-1-1,1 1,0-1,0 1,-1-1,1 0,-1 1,1-1,-1 0,0 0,1 0,-1 0,0 0,0-1,0 1,1 0,-1-1,0 1,0-1,0 0,0 0,0 0,0 0,0 0,0 0,0 0,0 0,-3-2,-2 0,-1 0,1-1,0 0,1 0,-1-1,0 0,1 0,0-1,0 1,0-1,1-1,-1 1,1-1,1 0,-1 0,1 0,0 0,0-1,1 0,0 0,-4-13,-6-5,11 22,0 0,0 0,1 0,-1 0,1 0,0 0,-1-5,1 7,1 0,0 0,0 1,0-1,0 0,0 0,0 0,0 0,0 0,0 0,0 0,0 1,1-1,-1 0,0 0,1 0,-1 0,1 1,-1-1,1 0,-1 0,1 1,-1-1,1 0,0 1,-1-1,1 1,1-2,0 1,1 1,-1-1,0 0,0 1,1 0,-1-1,0 1,1 0,-1 0,1 0,1 1,6 0,-1 1,0 1,1-1,14 8,-21-9,43 18,-43-18,1 0,-1 0,0 0,1-1,-1 1,1-1,-1 0,1 0,-1-1,1 1,6-2,-9 1,-1 1,1 0,0-1,-1 1,1-1,0 1,-1-1,1 0,-1 1,1-1,-1 0,1 1,-1-1,1 0,-1 1,0-1,1 0,-1 0,0 1,0-1,0 0,1 0,-1 0,0 1,0-1,0 0,0 0,0 0,-1 1,1-1,0 0,-1-1,-10-32,6 21,4 7,0-1,0 1,1-1,0-7,0 9,0 0,0 0,-1 0,1 0,-1 1,0-1,0 0,-3-6,4 10,0 1,-1 0,1 0,0 0,0-1,0 1,0 0,-1 0,1 0,0 0,0-1,-1 1,1 0,0 0,0 0,-1 0,1 0,0 0,0 0,-1 0,1 0,0 0,0 0,-1 0,1 0,0 0,0 0,-1 0,1 0,0 0,0 0,-1 0,1 0,0 1,0-1,0 0,-1 0,1 0,0 0,0 0,0 1,-1-1,1 0,0 0,0 0,0 1,0-1,0 0,-1 1,-3 2,3-3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31T13:57:07.9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16 103,'3'0,"-1"1,1-1,0 1,0 0,-1 0,1 0,-1 0,1 0,-1 0,1 1,-1-1,0 1,1 0,-1 0,0 0,0 0,-1 0,1 0,0 0,-1 0,1 1,1 2,3 7,0 1,-1-1,5 15,-9-22,4 15,-1 0,3 33,-4-24,-1-15,-1 1,0 0,0-1,-4 22,2-24,0 0,1 1,0-1,1 0,0 0,1 0,0 0,5 12,-5-16,-1-1,0 1,0 0,-1-1,-1 10,1-8,0-1,0 0,1 1,2 10,1 17,-5-31,2 0,-1 0,0 0,1 0,0 0,2 7,-2-9,5 13,0 0,1 0,0-1,1 0,19 25,-24-36,-1 0,1 1,-1-1,0 0,0 1,-1-1,1 1,-1-1,0 1,0 0,0-1,-1 1,0 8,-1 6,-1 0,-5 21,3-17,3-12,0 0,0 1,1-1,0 0,1 0,1 1,-1-1,2 0,0 0,7 18,-8-24,-1 0,0 1,1-1,-2 1,1 0,0 7,-1-7,0 0,1 0,0 1,0-1,3 9,0-1,0 0,0 1,0 15,5 19,4 16,-10-45,1 0,1 1,14 36,-11-40,-3-7,0 1,5 20,-9-29,0 1,0-1,0 1,0-1,0 1,0-1,1 0,-1 0,1 0,-1 1,1-1,0-1,0 1,0 0,2 1,2 1,1-1,-1 0,0 0,9 2,-5-2,-7-2,0 1,0-1,0 0,-1 1,1 0,-1 0,1 0,-1 0,0 0,1 0,-1 0,0 1,0-1,-1 1,1 0,-1-1,3 6,8 12,-11-19,0 0,1 0,-1 0,0 0,1 0,-1-1,0 1,1 0,-1-1,1 1,-1-1,1 0,-1 0,1 1,-1-1,1 0,-1 0,1 0,-1-1,1 1,-1 0,1 0,-1-1,1 1,-1-1,0 1,1-1,-1 0,1 0,-1 1,0-1,0 0,0 0,0 0,1-1,-1 1,1-2,1-1,1-1,0 1,0 0,1 0,8-6,-9 8,0 0,-1-1,0 0,0 1,1-1,-1 0,-1-1,1 1,0 0,-1-1,0 0,4-7,2-65,-4 54,-4 17,1 0,0 0,0 0,0 0,0 1,1-1,0 0,5-8,2-4,0 0,-1-1,-1 0,7-26,-8 22,5-8,7-30,-16 51,1 1,0-1,0 0,6-8,10-29,10-97,-12 39,-10 60,13-52,-12 67,-6 20,0 0,0 0,1 1,0-1,1 1,0-1,0 1,1 0,6-8,-6 8,0 0,-1-1,0 0,0 0,-1 0,0 0,2-13,1-3,-1 5,-2 1,2-24,-3 11,-2 22,0-1,1 1,1-1,-1 1,2 0,3-12,18-62,11 12,-32 65,0 1,-1 0,0 0,0-1,0 1,-1-1,1-13,-3-51,0 31,1 30,1 7,-1 0,0-1,1 1,-2 0,1-1,0 1,0 0,-2-6,-1 9,0 0,0-1,1 1,-1 1,0-1,0 0,0 0,1 1,-6 1,-2 0,-50 13,18-4,12-5,1-1,-58 2,3-6,-81-2,158 0,0 0,0-1,1 0,-1 0,-8-4,-24-7,7 7,-49-1,70 7,1 1,0 0,-1 1,1-1,0 2,-11 3,-8-2,27-4,-1 0,1 0,0 0,0 0,0 0,0 1,-1-1,1 1,0-1,0 1,0 0,0 0,0 0,0 0,0 0,1 0,-1 1,0-1,0 1,1-1,-3 3,3-2,-1-1,0 1,0-1,0 0,0 0,0 0,0 0,0 0,-1 0,1 0,0-1,-1 1,1-1,0 0,-3 1,1-1,0 0,-1 0,1 0,0 0,0-1,0 1,1-1,-7-2,9 2,-1 0,1 0,-1-1,1 1,0 0,0-1,0 1,0-1,0 1,0-1,-1-3,1 4,0-1,1 1,-1-1,0 1,0 0,0-1,0 1,0 0,0 0,0 0,0 0,0 0,-1 0,-1-2,2 3,1 1,0-1,0 1,0-1,-1 0,1 1,0-1,0 0,0 1,0-1,0 1,0-1,0 0,0 1,0-1,0 1,0-1,0 1,0-1,0 0,0 1,0-1,0 1,0-1,0 0,1 1,-1-1,0 0,0 1,1-1,-1 0,0 1,1-1,6 17,4-4,-1 0,2-1,0-1,0 0,19 13,-16-12,49 33,-39-28,41 35,-37-27,44 28,-61-45,-6-5,0 0,0 0,1-1,-1 0,1 0,0 0,0-1,-1 0,1-1,0 1,10-2,33 5,-33-1,-1 0,1 2,-1 0,16 7,-28-10,1 0,-1 1,0 0,0-1,0 1,-1 1,1-1,-1 0,0 1,0 0,0 0,0 0,0 0,-1 0,0 0,0 1,0-1,2 9,-2-4,0 0,0 0,-1 1,-1-1,1 0,-1 1,-1-1,0 1,-3 13,2-17,1-1,-1 1,0-1,-1 0,1 0,-1 0,0-1,0 1,-1-1,0 1,1-1,-1 0,0 0,-1-1,1 1,-10 5,-7 0,1 0,-40 11,22-8,18-9,19-3,0 0,0 0,0-1,1 1,-1 0,0 0,0 0,0 1,0-1,1 0,-1 0,0 0,0 0,0 1,1-1,-1 0,0 1,0-1,1 1,-1-1,0 1,1-1,-1 1,1 0,-1-1,1 1,-1-1,1 1,-1 0,1 0,-1-1,1 1,0 0,0 0,-1-1,1 1,0 0,0 0,0 0,0 0,0-1,0 1,0 0,0 0,0 0,0 1,1 11,1 0,0 0,6 21,7 37,-15-58,0-10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31T13:57:41.6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16 103,'3'0,"-1"1,1-1,0 1,0 0,-1 0,1 0,-1 0,1 0,-1 0,1 1,-1-1,0 1,1 0,-1 0,0 0,0 0,-1 0,1 0,0 0,-1 0,1 1,1 2,3 7,0 1,-1-1,5 15,-9-22,4 15,-1 0,3 33,-4-24,-1-15,-1 1,0 0,0-1,-4 22,2-24,0 0,1 1,0-1,1 0,0 0,1 0,0 0,5 12,-5-16,-1-1,0 1,0 0,-1-1,-1 10,1-8,0-1,0 0,1 1,2 10,1 17,-5-31,2 0,-1 0,0 0,1 0,0 0,2 7,-2-9,5 13,0 0,1 0,0-1,1 0,19 25,-24-36,-1 0,1 1,-1-1,0 0,0 1,-1-1,1 1,-1-1,0 1,0 0,0-1,-1 1,0 8,-1 6,-1 0,-5 21,3-17,3-12,0 0,0 1,1-1,0 0,1 0,1 1,-1-1,2 0,0 0,7 18,-8-24,-1 0,0 1,1-1,-2 1,1 0,0 7,-1-7,0 0,1 0,0 1,0-1,3 9,0-1,0 0,0 1,0 15,5 19,4 16,-10-45,1 0,1 1,14 36,-11-40,-3-7,0 1,5 20,-9-29,0 1,0-1,0 1,0-1,0 1,0-1,1 0,-1 0,1 0,-1 1,1-1,0-1,0 1,0 0,2 1,2 1,1-1,-1 0,0 0,9 2,-5-2,-7-2,0 1,0-1,0 0,-1 1,1 0,-1 0,1 0,-1 0,0 0,1 0,-1 0,0 1,0-1,-1 1,1 0,-1-1,3 6,8 12,-11-19,0 0,1 0,-1 0,0 0,1 0,-1-1,0 1,1 0,-1-1,1 1,-1-1,1 0,-1 0,1 1,-1-1,1 0,-1 0,1 0,-1-1,1 1,-1 0,1 0,-1-1,1 1,-1-1,0 1,1-1,-1 0,1 0,-1 1,0-1,0 0,0 0,0 0,1-1,-1 1,1-2,1-1,1-1,0 1,0 0,1 0,8-6,-9 8,0 0,-1-1,0 0,0 1,1-1,-1 0,-1-1,1 1,0 0,-1-1,0 0,4-7,2-65,-4 54,-4 17,1 0,0 0,0 0,0 0,0 1,1-1,0 0,5-8,2-4,0 0,-1-1,-1 0,7-26,-8 22,5-8,7-30,-16 51,1 1,0-1,0 0,6-8,10-29,10-97,-12 39,-10 60,13-52,-12 67,-6 20,0 0,0 0,1 1,0-1,1 1,0-1,0 1,1 0,6-8,-6 8,0 0,-1-1,0 0,0 0,-1 0,0 0,2-13,1-3,-1 5,-2 1,2-24,-3 11,-2 22,0-1,1 1,1-1,-1 1,2 0,3-12,18-62,11 12,-32 65,0 1,-1 0,0 0,0-1,0 1,-1-1,1-13,-3-51,0 31,1 30,1 7,-1 0,0-1,1 1,-2 0,1-1,0 1,0 0,-2-6,-1 9,0 0,0-1,1 1,-1 1,0-1,0 0,0 0,1 1,-6 1,-2 0,-50 13,18-4,12-5,1-1,-58 2,3-6,-81-2,158 0,0 0,0-1,1 0,-1 0,-8-4,-24-7,7 7,-49-1,70 7,1 1,0 0,-1 1,1-1,0 2,-11 3,-8-2,27-4,-1 0,1 0,0 0,0 0,0 0,0 1,-1-1,1 1,0-1,0 1,0 0,0 0,0 0,0 0,0 0,1 0,-1 1,0-1,0 1,1-1,-3 3,3-2,-1-1,0 1,0-1,0 0,0 0,0 0,0 0,0 0,-1 0,1 0,0-1,-1 1,1-1,0 0,-3 1,1-1,0 0,-1 0,1 0,0 0,0-1,0 1,1-1,-7-2,9 2,-1 0,1 0,-1-1,1 1,0 0,0-1,0 1,0-1,0 1,0-1,-1-3,1 4,0-1,1 1,-1-1,0 1,0 0,0-1,0 1,0 0,0 0,0 0,0 0,0 0,-1 0,-1-2,2 3,1 1,0-1,0 1,0-1,-1 0,1 1,0-1,0 0,0 1,0-1,0 1,0-1,0 0,0 1,0-1,0 1,0-1,0 1,0-1,0 0,0 1,0-1,0 1,0-1,0 0,1 1,-1-1,0 0,0 1,1-1,-1 0,0 1,1-1,6 17,4-4,-1 0,2-1,0-1,0 0,19 13,-16-12,49 33,-39-28,41 35,-37-27,44 28,-61-45,-6-5,0 0,0 0,1-1,-1 0,1 0,0 0,0-1,-1 0,1-1,0 1,10-2,33 5,-33-1,-1 0,1 2,-1 0,16 7,-28-10,1 0,-1 1,0 0,0-1,0 1,-1 1,1-1,-1 0,0 1,0 0,0 0,0 0,0 0,-1 0,0 0,0 1,0-1,2 9,-2-4,0 0,0 0,-1 1,-1-1,1 0,-1 1,-1-1,0 1,-3 13,2-17,1-1,-1 1,0-1,-1 0,1 0,-1 0,0-1,0 1,-1-1,0 1,1-1,-1 0,0 0,-1-1,1 1,-10 5,-7 0,1 0,-40 11,22-8,18-9,19-3,0 0,0 0,0-1,1 1,-1 0,0 0,0 0,0 1,0-1,1 0,-1 0,0 0,0 0,0 1,1-1,-1 0,0 1,0-1,1 1,-1-1,0 1,1-1,-1 1,1 0,-1-1,1 1,-1-1,1 1,-1 0,1 0,-1-1,1 1,0 0,0 0,-1-1,1 1,0 0,0 0,0 0,0 0,0-1,0 1,0 0,0 0,0 0,0 1,1 11,1 0,0 0,6 21,7 37,-15-58,0-10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31T14:02:49.679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33,'6'-1,"-1"1,1-1,0 0,-1-1,9-2,-9 2,1 0,-1 1,1 0,-1 0,12-1,-3 3,0 0,23 5,-23-3,-9-2,1 0,-1 0,0 0,0 1,10 4,-13-5,1 0,-1 0,1-1,-1 1,1-1,-1 0,1 0,-1 0,1 0,2-1,19 2,-24-1,1 1,0-1,0 0,0 1,-1-1,1 0,0 1,-1-1,1 1,0-1,-1 1,1 0,0-1,-1 1,1 0,-1-1,1 1,-1 0,0-1,1 1,-1 0,0 0,1 1,5 19,-1-1,-1 1,-1 0,1 31,-2 19,0-37,-2 42,-1-72,0 1,-1-1,1 1,-1-1,0 0,0 1,0-1,-1 0,1-1,-1 1,-4 4,-11 19,10-11,7-13,-1 1,0 0,1-1,-1 1,-1-1,1 0,-5 5,6-7,0-1,0 1,0 0,0-1,0 1,0-1,-1 0,1 1,0-1,0 0,0 0,-1 0,1 0,0 0,0 0,-1 0,1 0,0 0,0 0,0-1,-1 1,1-1,0 1,0-1,0 1,0-1,0 1,0-1,-2-1,-14-9,-8-4,-30-25,54 39,-1-1,0 1,0 0,1 0,-1-1,0 1,1-1,-1 1,1-1,0 0,-1 0,1 1,0-1,0 0,0 0,0 0,0 0,1 0,-1-1,1 1,-1 0,1 0,0 0,0 0,0-1,0-3,0-3,-1-1,0 1,-3-12,-3-26,-1-77,3 62,-5-14,5 57,4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203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203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/>
            </a:lvl1pPr>
          </a:lstStyle>
          <a:p>
            <a:fld id="{8336942B-E6A5-475C-AB1E-005DE3D92BF2}" type="datetimeFigureOut">
              <a:rPr lang="en-GB" smtClean="0"/>
              <a:pPr/>
              <a:t>27/09/2024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0498" y="299584"/>
            <a:ext cx="5157004" cy="290081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16114" y="3296783"/>
            <a:ext cx="6625772" cy="5629503"/>
          </a:xfrm>
          <a:prstGeom prst="rect">
            <a:avLst/>
          </a:prstGeom>
        </p:spPr>
        <p:txBody>
          <a:bodyPr vert="horz" lIns="0" tIns="0" rIns="0" bIns="0" numCol="1" spcCol="36000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69829"/>
            <a:ext cx="2971800" cy="1741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969829"/>
            <a:ext cx="2971800" cy="1741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48857A81-DEF9-4B57-AC08-20326D7F815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97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Aft>
        <a:spcPts val="200"/>
      </a:spcAft>
      <a:buFont typeface="Arial" panose="020B0604020202020204" pitchFamily="34" charset="0"/>
      <a:buNone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52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396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540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684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Nanoparticle viability for continuous ultrafiltration is dependent on several key metrics:</a:t>
            </a:r>
          </a:p>
          <a:p>
            <a:endParaRPr lang="en-US"/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+mn-lt"/>
              <a:buChar char="•"/>
            </a:pPr>
            <a:r>
              <a:rPr lang="en-US" sz="1000" b="0">
                <a:solidFill>
                  <a:schemeClr val="tx1"/>
                </a:solidFill>
              </a:rPr>
              <a:t>Low pH stability</a:t>
            </a:r>
            <a:endParaRPr lang="en-US" sz="100" b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+mn-lt"/>
              <a:buChar char="•"/>
            </a:pPr>
            <a:r>
              <a:rPr lang="en-US" sz="1000" b="0">
                <a:solidFill>
                  <a:schemeClr val="tx1"/>
                </a:solidFill>
              </a:rPr>
              <a:t>Solubility when bound to mAb</a:t>
            </a:r>
            <a:endParaRPr lang="en-US" sz="100" b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+mn-lt"/>
              <a:buChar char="•"/>
            </a:pPr>
            <a:r>
              <a:rPr lang="en-US" sz="1000" b="0">
                <a:solidFill>
                  <a:schemeClr val="tx1"/>
                </a:solidFill>
              </a:rPr>
              <a:t>High binding capacity</a:t>
            </a:r>
            <a:endParaRPr lang="en-US" sz="100" b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+mn-lt"/>
              <a:buChar char="•"/>
            </a:pPr>
            <a:r>
              <a:rPr lang="en-US" sz="1000" b="0">
                <a:solidFill>
                  <a:schemeClr val="tx1"/>
                </a:solidFill>
              </a:rPr>
              <a:t>Robust expression (</a:t>
            </a:r>
            <a:r>
              <a:rPr lang="en-US" sz="1000" b="0" i="1">
                <a:solidFill>
                  <a:schemeClr val="tx1"/>
                </a:solidFill>
              </a:rPr>
              <a:t>E. coli</a:t>
            </a:r>
            <a:r>
              <a:rPr lang="en-US" sz="1000" b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lr>
                <a:schemeClr val="tx1"/>
              </a:buClr>
              <a:buSzPct val="100000"/>
              <a:buFont typeface="+mn-lt"/>
              <a:buChar char="•"/>
            </a:pPr>
            <a:r>
              <a:rPr lang="en-US" sz="1000" b="0">
                <a:solidFill>
                  <a:schemeClr val="tx1"/>
                </a:solidFill>
              </a:rPr>
              <a:t>Reliable and agnostic purification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Talk about how these properties Lead to our constraints for expression and design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Filtration process itself forces us to target a large particle size,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Binding/elution constraints require broad pH stability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Cost reduction requires affordable and speedy production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Stable to unbind form the mAb at conditions that are stable for the NP and the mAb. Fragmentation of NP can prevent its separation from the mAb.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598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customXml" Target="../../customXml/item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9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0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3.xml"/><Relationship Id="rId1" Type="http://schemas.openxmlformats.org/officeDocument/2006/relationships/customXml" Target="../../customXml/item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5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6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7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8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9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0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44.xml"/><Relationship Id="rId1" Type="http://schemas.openxmlformats.org/officeDocument/2006/relationships/customXml" Target="../../customXml/item10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46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47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4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49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50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51.xml"/><Relationship Id="rId1" Type="http://schemas.openxmlformats.org/officeDocument/2006/relationships/customXml" Target="../../customXml/item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7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58.xml"/><Relationship Id="rId1" Type="http://schemas.openxmlformats.org/officeDocument/2006/relationships/customXml" Target="../../customXml/item7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60.xml"/><Relationship Id="rId4" Type="http://schemas.openxmlformats.org/officeDocument/2006/relationships/image" Target="../media/image2.sv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61.xml"/><Relationship Id="rId4" Type="http://schemas.openxmlformats.org/officeDocument/2006/relationships/image" Target="../media/image2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62.xml"/><Relationship Id="rId4" Type="http://schemas.openxmlformats.org/officeDocument/2006/relationships/image" Target="../media/image2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63.xml"/><Relationship Id="rId4" Type="http://schemas.openxmlformats.org/officeDocument/2006/relationships/image" Target="../media/image2.sv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64.xml"/><Relationship Id="rId1" Type="http://schemas.openxmlformats.org/officeDocument/2006/relationships/customXml" Target="../../customXml/item5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9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70.xml"/><Relationship Id="rId1" Type="http://schemas.openxmlformats.org/officeDocument/2006/relationships/customXml" Target="../../customXml/item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tags" Target="../tags/tag7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tags" Target="../tags/tag7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74.xml"/><Relationship Id="rId1" Type="http://schemas.openxmlformats.org/officeDocument/2006/relationships/customXml" Target="../../customXml/item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1486304"/>
            <a:ext cx="5185093" cy="2649135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4328932"/>
            <a:ext cx="5184775" cy="120376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subtitle / presenter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407987" y="5887668"/>
            <a:ext cx="1279358" cy="309145"/>
          </a:xfrm>
        </p:spPr>
        <p:txBody>
          <a:bodyPr lIns="0"/>
          <a:lstStyle>
            <a:lvl1pPr algn="l"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68ED59-10F2-418A-8E8D-5A205AB6BDF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8" y="6420976"/>
            <a:ext cx="5184775" cy="234286"/>
          </a:xfrm>
        </p:spPr>
        <p:txBody>
          <a:bodyPr lIns="0" tIns="36000" rIns="0" bIns="36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050"/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88475" y="0"/>
            <a:ext cx="6004761" cy="6865200"/>
          </a:xfrm>
          <a:custGeom>
            <a:avLst/>
            <a:gdLst>
              <a:gd name="connsiteX0" fmla="*/ 1547827 w 6004761"/>
              <a:gd name="connsiteY0" fmla="*/ 0 h 6864096"/>
              <a:gd name="connsiteX1" fmla="*/ 6004760 w 6004761"/>
              <a:gd name="connsiteY1" fmla="*/ 0 h 6864096"/>
              <a:gd name="connsiteX2" fmla="*/ 6004761 w 6004761"/>
              <a:gd name="connsiteY2" fmla="*/ 6864096 h 6864096"/>
              <a:gd name="connsiteX3" fmla="*/ 1554450 w 6004761"/>
              <a:gd name="connsiteY3" fmla="*/ 6864096 h 6864096"/>
              <a:gd name="connsiteX4" fmla="*/ 1379124 w 6004761"/>
              <a:gd name="connsiteY4" fmla="*/ 6702826 h 6864096"/>
              <a:gd name="connsiteX5" fmla="*/ 0 w 6004761"/>
              <a:gd name="connsiteY5" fmla="*/ 3429001 h 6864096"/>
              <a:gd name="connsiteX6" fmla="*/ 1379124 w 6004761"/>
              <a:gd name="connsiteY6" fmla="*/ 155178 h 686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04761" h="6864096">
                <a:moveTo>
                  <a:pt x="1547827" y="0"/>
                </a:moveTo>
                <a:lnTo>
                  <a:pt x="6004760" y="0"/>
                </a:lnTo>
                <a:lnTo>
                  <a:pt x="6004761" y="6864096"/>
                </a:lnTo>
                <a:lnTo>
                  <a:pt x="1554450" y="6864096"/>
                </a:lnTo>
                <a:lnTo>
                  <a:pt x="1379124" y="6702826"/>
                </a:lnTo>
                <a:cubicBezTo>
                  <a:pt x="528239" y="5871990"/>
                  <a:pt x="0" y="4712184"/>
                  <a:pt x="0" y="3429001"/>
                </a:cubicBezTo>
                <a:cubicBezTo>
                  <a:pt x="0" y="2145819"/>
                  <a:pt x="528239" y="986013"/>
                  <a:pt x="1379124" y="15517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tIns="429768" bIns="64922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ED72C3C-E918-420F-9374-6F1CBE394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76" y="576767"/>
            <a:ext cx="2405987" cy="651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6231862-37A9-4364-9D96-47810B118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2900" y="404813"/>
            <a:ext cx="2794000" cy="92048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sz="2400" err="1">
              <a:latin typeface="+mj-lt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2260595-7C87-4D29-977E-EE25A0D92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809C05-E460-4D1A-BC84-C63C988F5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8700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22" userDrawn="1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E4B5EC-9E53-45C3-B765-C1C483A070D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07988" y="1567814"/>
            <a:ext cx="11376024" cy="463523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1pPr>
            <a:lvl2pPr marL="460800" indent="-228600"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3713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91" userDrawn="1">
          <p15:clr>
            <a:srgbClr val="A4A3A4"/>
          </p15:clr>
        </p15:guide>
        <p15:guide id="2" pos="1463" userDrawn="1">
          <p15:clr>
            <a:srgbClr val="A4A3A4"/>
          </p15:clr>
        </p15:guide>
        <p15:guide id="3" pos="2598" userDrawn="1">
          <p15:clr>
            <a:srgbClr val="A4A3A4"/>
          </p15:clr>
        </p15:guide>
        <p15:guide id="4" pos="2669" userDrawn="1">
          <p15:clr>
            <a:srgbClr val="A4A3A4"/>
          </p15:clr>
        </p15:guide>
        <p15:guide id="5" pos="3804" userDrawn="1">
          <p15:clr>
            <a:srgbClr val="A4A3A4"/>
          </p15:clr>
        </p15:guide>
        <p15:guide id="6" pos="3876" userDrawn="1">
          <p15:clr>
            <a:srgbClr val="A4A3A4"/>
          </p15:clr>
        </p15:guide>
        <p15:guide id="7" pos="5009" userDrawn="1">
          <p15:clr>
            <a:srgbClr val="A4A3A4"/>
          </p15:clr>
        </p15:guide>
        <p15:guide id="8" pos="5082" userDrawn="1">
          <p15:clr>
            <a:srgbClr val="A4A3A4"/>
          </p15:clr>
        </p15:guide>
        <p15:guide id="9" pos="6215" userDrawn="1">
          <p15:clr>
            <a:srgbClr val="A4A3A4"/>
          </p15:clr>
        </p15:guide>
        <p15:guide id="10" pos="6288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D0FA13F-5B1F-4795-B0E7-3E97B5D8E0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-1"/>
            <a:ext cx="3875391" cy="4330700"/>
          </a:xfrm>
          <a:custGeom>
            <a:avLst/>
            <a:gdLst>
              <a:gd name="connsiteX0" fmla="*/ 417122 w 3875391"/>
              <a:gd name="connsiteY0" fmla="*/ 0 h 4330700"/>
              <a:gd name="connsiteX1" fmla="*/ 2700571 w 3875391"/>
              <a:gd name="connsiteY1" fmla="*/ 0 h 4330700"/>
              <a:gd name="connsiteX2" fmla="*/ 2854048 w 3875391"/>
              <a:gd name="connsiteY2" fmla="*/ 93240 h 4330700"/>
              <a:gd name="connsiteX3" fmla="*/ 3875391 w 3875391"/>
              <a:gd name="connsiteY3" fmla="*/ 2014156 h 4330700"/>
              <a:gd name="connsiteX4" fmla="*/ 3479762 w 3875391"/>
              <a:gd name="connsiteY4" fmla="*/ 3309358 h 4330700"/>
              <a:gd name="connsiteX5" fmla="*/ 3457575 w 3875391"/>
              <a:gd name="connsiteY5" fmla="*/ 3339027 h 4330700"/>
              <a:gd name="connsiteX6" fmla="*/ 3457575 w 3875391"/>
              <a:gd name="connsiteY6" fmla="*/ 3343274 h 4330700"/>
              <a:gd name="connsiteX7" fmla="*/ 3454399 w 3875391"/>
              <a:gd name="connsiteY7" fmla="*/ 3343274 h 4330700"/>
              <a:gd name="connsiteX8" fmla="*/ 3346405 w 3875391"/>
              <a:gd name="connsiteY8" fmla="*/ 3487693 h 4330700"/>
              <a:gd name="connsiteX9" fmla="*/ 1558846 w 3875391"/>
              <a:gd name="connsiteY9" fmla="*/ 4330700 h 4330700"/>
              <a:gd name="connsiteX10" fmla="*/ 85309 w 3875391"/>
              <a:gd name="connsiteY10" fmla="*/ 3801714 h 4330700"/>
              <a:gd name="connsiteX11" fmla="*/ 0 w 3875391"/>
              <a:gd name="connsiteY11" fmla="*/ 3724180 h 4330700"/>
              <a:gd name="connsiteX12" fmla="*/ 0 w 3875391"/>
              <a:gd name="connsiteY12" fmla="*/ 304131 h 4330700"/>
              <a:gd name="connsiteX13" fmla="*/ 85309 w 3875391"/>
              <a:gd name="connsiteY13" fmla="*/ 226597 h 4330700"/>
              <a:gd name="connsiteX14" fmla="*/ 263644 w 3875391"/>
              <a:gd name="connsiteY14" fmla="*/ 93240 h 433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5391" h="4330700">
                <a:moveTo>
                  <a:pt x="417122" y="0"/>
                </a:moveTo>
                <a:lnTo>
                  <a:pt x="2700571" y="0"/>
                </a:lnTo>
                <a:lnTo>
                  <a:pt x="2854048" y="93240"/>
                </a:lnTo>
                <a:cubicBezTo>
                  <a:pt x="3470253" y="509540"/>
                  <a:pt x="3875391" y="1214535"/>
                  <a:pt x="3875391" y="2014156"/>
                </a:cubicBezTo>
                <a:cubicBezTo>
                  <a:pt x="3875391" y="2493928"/>
                  <a:pt x="3729542" y="2939635"/>
                  <a:pt x="3479762" y="3309358"/>
                </a:cubicBezTo>
                <a:lnTo>
                  <a:pt x="3457575" y="3339027"/>
                </a:lnTo>
                <a:lnTo>
                  <a:pt x="3457575" y="3343274"/>
                </a:lnTo>
                <a:lnTo>
                  <a:pt x="3454399" y="3343274"/>
                </a:lnTo>
                <a:lnTo>
                  <a:pt x="3346405" y="3487693"/>
                </a:lnTo>
                <a:cubicBezTo>
                  <a:pt x="2921516" y="4002539"/>
                  <a:pt x="2278504" y="4330700"/>
                  <a:pt x="1558846" y="4330700"/>
                </a:cubicBezTo>
                <a:cubicBezTo>
                  <a:pt x="999112" y="4330700"/>
                  <a:pt x="485745" y="4132183"/>
                  <a:pt x="85309" y="3801714"/>
                </a:cubicBezTo>
                <a:lnTo>
                  <a:pt x="0" y="3724180"/>
                </a:lnTo>
                <a:lnTo>
                  <a:pt x="0" y="304131"/>
                </a:lnTo>
                <a:lnTo>
                  <a:pt x="85309" y="226597"/>
                </a:lnTo>
                <a:cubicBezTo>
                  <a:pt x="142514" y="179387"/>
                  <a:pt x="202023" y="134871"/>
                  <a:pt x="263644" y="9324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396000" tIns="360000" rIns="90000" bIns="360000" anchor="ctr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4EBE2-41F7-48F4-B525-605699ECF9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38625" y="404813"/>
            <a:ext cx="7545387" cy="5796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286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286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286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C25B5D-B685-4B55-8498-3486110FD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DFE25DB2-F58D-4AD2-B640-7A1061569FF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9C580CE-4074-4379-8D68-E5118B13A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540125" y="3730171"/>
            <a:ext cx="0" cy="24795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028580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30">
          <p15:clr>
            <a:srgbClr val="C35EA4"/>
          </p15:clr>
        </p15:guide>
        <p15:guide id="5" pos="2661" userDrawn="1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447ADDD-920E-4BEB-819B-9759B3CF06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5562601" cy="6858000"/>
          </a:xfrm>
          <a:custGeom>
            <a:avLst/>
            <a:gdLst>
              <a:gd name="connsiteX0" fmla="*/ 0 w 5562601"/>
              <a:gd name="connsiteY0" fmla="*/ 0 h 6858000"/>
              <a:gd name="connsiteX1" fmla="*/ 3124199 w 5562601"/>
              <a:gd name="connsiteY1" fmla="*/ 0 h 6858000"/>
              <a:gd name="connsiteX2" fmla="*/ 3694793 w 5562601"/>
              <a:gd name="connsiteY2" fmla="*/ 0 h 6858000"/>
              <a:gd name="connsiteX3" fmla="*/ 3762493 w 5562601"/>
              <a:gd name="connsiteY3" fmla="*/ 43402 h 6858000"/>
              <a:gd name="connsiteX4" fmla="*/ 5562601 w 5562601"/>
              <a:gd name="connsiteY4" fmla="*/ 3429000 h 6858000"/>
              <a:gd name="connsiteX5" fmla="*/ 3762493 w 5562601"/>
              <a:gd name="connsiteY5" fmla="*/ 6814598 h 6858000"/>
              <a:gd name="connsiteX6" fmla="*/ 3694792 w 5562601"/>
              <a:gd name="connsiteY6" fmla="*/ 6858000 h 6858000"/>
              <a:gd name="connsiteX7" fmla="*/ 0 w 5562601"/>
              <a:gd name="connsiteY7" fmla="*/ 6858000 h 6858000"/>
              <a:gd name="connsiteX8" fmla="*/ 0 w 5562601"/>
              <a:gd name="connsiteY8" fmla="*/ 26016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62601" h="6858000">
                <a:moveTo>
                  <a:pt x="0" y="0"/>
                </a:moveTo>
                <a:lnTo>
                  <a:pt x="3124199" y="0"/>
                </a:lnTo>
                <a:lnTo>
                  <a:pt x="3694793" y="0"/>
                </a:lnTo>
                <a:lnTo>
                  <a:pt x="3762493" y="43402"/>
                </a:lnTo>
                <a:cubicBezTo>
                  <a:pt x="4848549" y="777127"/>
                  <a:pt x="5562601" y="2019676"/>
                  <a:pt x="5562601" y="3429000"/>
                </a:cubicBezTo>
                <a:cubicBezTo>
                  <a:pt x="5562601" y="4838325"/>
                  <a:pt x="4848549" y="6080873"/>
                  <a:pt x="3762493" y="6814598"/>
                </a:cubicBezTo>
                <a:lnTo>
                  <a:pt x="3694792" y="6858000"/>
                </a:lnTo>
                <a:lnTo>
                  <a:pt x="0" y="6858000"/>
                </a:lnTo>
                <a:lnTo>
                  <a:pt x="0" y="260168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396000" tIns="2160000" bIns="2880000"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</a:t>
            </a:r>
            <a:br>
              <a:rPr lang="en-US" dirty="0"/>
            </a:br>
            <a:r>
              <a:rPr lang="en-US" dirty="0"/>
              <a:t>section title here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758FA1-2B23-4C7E-97FD-FBA94AB3853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8626" y="4267200"/>
            <a:ext cx="3678918" cy="189664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Click to add subtitle / presenter name(s)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AE4F3-AAA3-4B8D-A01A-1FF9B8F9F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8095" y="863767"/>
            <a:ext cx="1203158" cy="1203158"/>
          </a:xfrm>
          <a:prstGeom prst="ellipse">
            <a:avLst/>
          </a:prstGeom>
          <a:solidFill>
            <a:schemeClr val="bg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60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486192A-3DB1-49EB-9B2C-D5E68AF24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3694792" y="-1"/>
            <a:ext cx="8497208" cy="6858001"/>
          </a:xfrm>
          <a:custGeom>
            <a:avLst/>
            <a:gdLst>
              <a:gd name="connsiteX0" fmla="*/ 8001617 w 8497208"/>
              <a:gd name="connsiteY0" fmla="*/ 6414717 h 6858001"/>
              <a:gd name="connsiteX1" fmla="*/ 7980570 w 8497208"/>
              <a:gd name="connsiteY1" fmla="*/ 6439539 h 6858001"/>
              <a:gd name="connsiteX2" fmla="*/ 8034470 w 8497208"/>
              <a:gd name="connsiteY2" fmla="*/ 6517076 h 6858001"/>
              <a:gd name="connsiteX3" fmla="*/ 8090937 w 8497208"/>
              <a:gd name="connsiteY3" fmla="*/ 6510166 h 6858001"/>
              <a:gd name="connsiteX4" fmla="*/ 8091707 w 8497208"/>
              <a:gd name="connsiteY4" fmla="*/ 6506072 h 6858001"/>
              <a:gd name="connsiteX5" fmla="*/ 8095814 w 8497208"/>
              <a:gd name="connsiteY5" fmla="*/ 6478435 h 6858001"/>
              <a:gd name="connsiteX6" fmla="*/ 8062447 w 8497208"/>
              <a:gd name="connsiteY6" fmla="*/ 6464105 h 6858001"/>
              <a:gd name="connsiteX7" fmla="*/ 8064757 w 8497208"/>
              <a:gd name="connsiteY7" fmla="*/ 6499675 h 6858001"/>
              <a:gd name="connsiteX8" fmla="*/ 8064757 w 8497208"/>
              <a:gd name="connsiteY8" fmla="*/ 6504025 h 6858001"/>
              <a:gd name="connsiteX9" fmla="*/ 8048330 w 8497208"/>
              <a:gd name="connsiteY9" fmla="*/ 6515029 h 6858001"/>
              <a:gd name="connsiteX10" fmla="*/ 7993147 w 8497208"/>
              <a:gd name="connsiteY10" fmla="*/ 6433142 h 6858001"/>
              <a:gd name="connsiteX11" fmla="*/ 7994430 w 8497208"/>
              <a:gd name="connsiteY11" fmla="*/ 6431862 h 6858001"/>
              <a:gd name="connsiteX12" fmla="*/ 7995200 w 8497208"/>
              <a:gd name="connsiteY12" fmla="*/ 6432374 h 6858001"/>
              <a:gd name="connsiteX13" fmla="*/ 7995457 w 8497208"/>
              <a:gd name="connsiteY13" fmla="*/ 6432374 h 6858001"/>
              <a:gd name="connsiteX14" fmla="*/ 8062190 w 8497208"/>
              <a:gd name="connsiteY14" fmla="*/ 6459499 h 6858001"/>
              <a:gd name="connsiteX15" fmla="*/ 8096071 w 8497208"/>
              <a:gd name="connsiteY15" fmla="*/ 6474085 h 6858001"/>
              <a:gd name="connsiteX16" fmla="*/ 8122764 w 8497208"/>
              <a:gd name="connsiteY16" fmla="*/ 6486880 h 6858001"/>
              <a:gd name="connsiteX17" fmla="*/ 8134828 w 8497208"/>
              <a:gd name="connsiteY17" fmla="*/ 6503513 h 6858001"/>
              <a:gd name="connsiteX18" fmla="*/ 7984933 w 8497208"/>
              <a:gd name="connsiteY18" fmla="*/ 6615084 h 6858001"/>
              <a:gd name="connsiteX19" fmla="*/ 7984420 w 8497208"/>
              <a:gd name="connsiteY19" fmla="*/ 6615596 h 6858001"/>
              <a:gd name="connsiteX20" fmla="*/ 7983393 w 8497208"/>
              <a:gd name="connsiteY20" fmla="*/ 6617131 h 6858001"/>
              <a:gd name="connsiteX21" fmla="*/ 7983137 w 8497208"/>
              <a:gd name="connsiteY21" fmla="*/ 6617643 h 6858001"/>
              <a:gd name="connsiteX22" fmla="*/ 7978517 w 8497208"/>
              <a:gd name="connsiteY22" fmla="*/ 6631717 h 6858001"/>
              <a:gd name="connsiteX23" fmla="*/ 7997253 w 8497208"/>
              <a:gd name="connsiteY23" fmla="*/ 6655260 h 6858001"/>
              <a:gd name="connsiteX24" fmla="*/ 8009830 w 8497208"/>
              <a:gd name="connsiteY24" fmla="*/ 6657563 h 6858001"/>
              <a:gd name="connsiteX25" fmla="*/ 8012397 w 8497208"/>
              <a:gd name="connsiteY25" fmla="*/ 6657819 h 6858001"/>
              <a:gd name="connsiteX26" fmla="*/ 8136881 w 8497208"/>
              <a:gd name="connsiteY26" fmla="*/ 6633253 h 6858001"/>
              <a:gd name="connsiteX27" fmla="*/ 8146378 w 8497208"/>
              <a:gd name="connsiteY27" fmla="*/ 6607407 h 6858001"/>
              <a:gd name="connsiteX28" fmla="*/ 8103001 w 8497208"/>
              <a:gd name="connsiteY28" fmla="*/ 6582073 h 6858001"/>
              <a:gd name="connsiteX29" fmla="*/ 8093761 w 8497208"/>
              <a:gd name="connsiteY29" fmla="*/ 6588215 h 6858001"/>
              <a:gd name="connsiteX30" fmla="*/ 8128411 w 8497208"/>
              <a:gd name="connsiteY30" fmla="*/ 6611246 h 6858001"/>
              <a:gd name="connsiteX31" fmla="*/ 8126614 w 8497208"/>
              <a:gd name="connsiteY31" fmla="*/ 6614828 h 6858001"/>
              <a:gd name="connsiteX32" fmla="*/ 8124304 w 8497208"/>
              <a:gd name="connsiteY32" fmla="*/ 6614828 h 6858001"/>
              <a:gd name="connsiteX33" fmla="*/ 8047817 w 8497208"/>
              <a:gd name="connsiteY33" fmla="*/ 6619946 h 6858001"/>
              <a:gd name="connsiteX34" fmla="*/ 8040630 w 8497208"/>
              <a:gd name="connsiteY34" fmla="*/ 6620202 h 6858001"/>
              <a:gd name="connsiteX35" fmla="*/ 8052437 w 8497208"/>
              <a:gd name="connsiteY35" fmla="*/ 6610734 h 6858001"/>
              <a:gd name="connsiteX36" fmla="*/ 8173841 w 8497208"/>
              <a:gd name="connsiteY36" fmla="*/ 6529615 h 6858001"/>
              <a:gd name="connsiteX37" fmla="*/ 8144068 w 8497208"/>
              <a:gd name="connsiteY37" fmla="*/ 6452334 h 6858001"/>
              <a:gd name="connsiteX38" fmla="*/ 8001617 w 8497208"/>
              <a:gd name="connsiteY38" fmla="*/ 6414717 h 6858001"/>
              <a:gd name="connsiteX39" fmla="*/ 8063182 w 8497208"/>
              <a:gd name="connsiteY39" fmla="*/ 6306559 h 6858001"/>
              <a:gd name="connsiteX40" fmla="*/ 7947246 w 8497208"/>
              <a:gd name="connsiteY40" fmla="*/ 6409920 h 6858001"/>
              <a:gd name="connsiteX41" fmla="*/ 7903898 w 8497208"/>
              <a:gd name="connsiteY41" fmla="*/ 6477718 h 6858001"/>
              <a:gd name="connsiteX42" fmla="*/ 7922109 w 8497208"/>
              <a:gd name="connsiteY42" fmla="*/ 6498186 h 6858001"/>
              <a:gd name="connsiteX43" fmla="*/ 8041380 w 8497208"/>
              <a:gd name="connsiteY43" fmla="*/ 6559844 h 6858001"/>
              <a:gd name="connsiteX44" fmla="*/ 8050870 w 8497208"/>
              <a:gd name="connsiteY44" fmla="*/ 6553960 h 6858001"/>
              <a:gd name="connsiteX45" fmla="*/ 7945194 w 8497208"/>
              <a:gd name="connsiteY45" fmla="*/ 6495627 h 6858001"/>
              <a:gd name="connsiteX46" fmla="*/ 7928778 w 8497208"/>
              <a:gd name="connsiteY46" fmla="*/ 6480277 h 6858001"/>
              <a:gd name="connsiteX47" fmla="*/ 7958019 w 8497208"/>
              <a:gd name="connsiteY47" fmla="*/ 6449575 h 6858001"/>
              <a:gd name="connsiteX48" fmla="*/ 7974178 w 8497208"/>
              <a:gd name="connsiteY48" fmla="*/ 6433457 h 6858001"/>
              <a:gd name="connsiteX49" fmla="*/ 7976230 w 8497208"/>
              <a:gd name="connsiteY49" fmla="*/ 6416827 h 6858001"/>
              <a:gd name="connsiteX50" fmla="*/ 7997263 w 8497208"/>
              <a:gd name="connsiteY50" fmla="*/ 6410176 h 6858001"/>
              <a:gd name="connsiteX51" fmla="*/ 8024964 w 8497208"/>
              <a:gd name="connsiteY51" fmla="*/ 6382289 h 6858001"/>
              <a:gd name="connsiteX52" fmla="*/ 8047536 w 8497208"/>
              <a:gd name="connsiteY52" fmla="*/ 6364635 h 6858001"/>
              <a:gd name="connsiteX53" fmla="*/ 8053948 w 8497208"/>
              <a:gd name="connsiteY53" fmla="*/ 6376916 h 6858001"/>
              <a:gd name="connsiteX54" fmla="*/ 8058822 w 8497208"/>
              <a:gd name="connsiteY54" fmla="*/ 6421688 h 6858001"/>
              <a:gd name="connsiteX55" fmla="*/ 8097296 w 8497208"/>
              <a:gd name="connsiteY55" fmla="*/ 6432434 h 6858001"/>
              <a:gd name="connsiteX56" fmla="*/ 8063182 w 8497208"/>
              <a:gd name="connsiteY56" fmla="*/ 6306559 h 6858001"/>
              <a:gd name="connsiteX57" fmla="*/ 4802415 w 8497208"/>
              <a:gd name="connsiteY57" fmla="*/ 0 h 6858001"/>
              <a:gd name="connsiteX58" fmla="*/ 5373009 w 8497208"/>
              <a:gd name="connsiteY58" fmla="*/ 0 h 6858001"/>
              <a:gd name="connsiteX59" fmla="*/ 8497208 w 8497208"/>
              <a:gd name="connsiteY59" fmla="*/ 0 h 6858001"/>
              <a:gd name="connsiteX60" fmla="*/ 8497208 w 8497208"/>
              <a:gd name="connsiteY60" fmla="*/ 1 h 6858001"/>
              <a:gd name="connsiteX61" fmla="*/ 8497208 w 8497208"/>
              <a:gd name="connsiteY61" fmla="*/ 2601686 h 6858001"/>
              <a:gd name="connsiteX62" fmla="*/ 8497208 w 8497208"/>
              <a:gd name="connsiteY62" fmla="*/ 6858000 h 6858001"/>
              <a:gd name="connsiteX63" fmla="*/ 8497208 w 8497208"/>
              <a:gd name="connsiteY63" fmla="*/ 6858001 h 6858001"/>
              <a:gd name="connsiteX64" fmla="*/ 0 w 8497208"/>
              <a:gd name="connsiteY64" fmla="*/ 6858001 h 6858001"/>
              <a:gd name="connsiteX65" fmla="*/ 67701 w 8497208"/>
              <a:gd name="connsiteY65" fmla="*/ 6814599 h 6858001"/>
              <a:gd name="connsiteX66" fmla="*/ 1867809 w 8497208"/>
              <a:gd name="connsiteY66" fmla="*/ 3429001 h 6858001"/>
              <a:gd name="connsiteX67" fmla="*/ 67701 w 8497208"/>
              <a:gd name="connsiteY67" fmla="*/ 43403 h 6858001"/>
              <a:gd name="connsiteX68" fmla="*/ 1 w 8497208"/>
              <a:gd name="connsiteY68" fmla="*/ 1 h 6858001"/>
              <a:gd name="connsiteX69" fmla="*/ 4802413 w 8497208"/>
              <a:gd name="connsiteY69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8497208" h="6858001">
                <a:moveTo>
                  <a:pt x="8001617" y="6414717"/>
                </a:moveTo>
                <a:cubicBezTo>
                  <a:pt x="7980570" y="6411902"/>
                  <a:pt x="7972100" y="6419579"/>
                  <a:pt x="7980570" y="6439539"/>
                </a:cubicBezTo>
                <a:cubicBezTo>
                  <a:pt x="7989297" y="6459243"/>
                  <a:pt x="8011370" y="6492254"/>
                  <a:pt x="8034470" y="6517076"/>
                </a:cubicBezTo>
                <a:cubicBezTo>
                  <a:pt x="8057827" y="6541642"/>
                  <a:pt x="8082981" y="6548551"/>
                  <a:pt x="8090937" y="6510166"/>
                </a:cubicBezTo>
                <a:cubicBezTo>
                  <a:pt x="8091194" y="6508887"/>
                  <a:pt x="8091451" y="6507608"/>
                  <a:pt x="8091707" y="6506072"/>
                </a:cubicBezTo>
                <a:cubicBezTo>
                  <a:pt x="8093504" y="6496348"/>
                  <a:pt x="8095044" y="6486880"/>
                  <a:pt x="8095814" y="6478435"/>
                </a:cubicBezTo>
                <a:cubicBezTo>
                  <a:pt x="8085547" y="6473829"/>
                  <a:pt x="8073997" y="6468967"/>
                  <a:pt x="8062447" y="6464105"/>
                </a:cubicBezTo>
                <a:cubicBezTo>
                  <a:pt x="8063217" y="6472806"/>
                  <a:pt x="8064244" y="6487904"/>
                  <a:pt x="8064757" y="6499675"/>
                </a:cubicBezTo>
                <a:cubicBezTo>
                  <a:pt x="8064757" y="6500954"/>
                  <a:pt x="8064757" y="6502490"/>
                  <a:pt x="8064757" y="6504025"/>
                </a:cubicBezTo>
                <a:cubicBezTo>
                  <a:pt x="8065527" y="6522705"/>
                  <a:pt x="8059110" y="6522705"/>
                  <a:pt x="8048330" y="6515029"/>
                </a:cubicBezTo>
                <a:cubicBezTo>
                  <a:pt x="8035754" y="6506072"/>
                  <a:pt x="7997510" y="6455661"/>
                  <a:pt x="7993147" y="6433142"/>
                </a:cubicBezTo>
                <a:cubicBezTo>
                  <a:pt x="7992890" y="6431862"/>
                  <a:pt x="7993660" y="6431606"/>
                  <a:pt x="7994430" y="6431862"/>
                </a:cubicBezTo>
                <a:cubicBezTo>
                  <a:pt x="7994687" y="6432118"/>
                  <a:pt x="7994943" y="6432118"/>
                  <a:pt x="7995200" y="6432374"/>
                </a:cubicBezTo>
                <a:cubicBezTo>
                  <a:pt x="7995200" y="6432374"/>
                  <a:pt x="7995200" y="6432374"/>
                  <a:pt x="7995457" y="6432374"/>
                </a:cubicBezTo>
                <a:cubicBezTo>
                  <a:pt x="8003927" y="6435701"/>
                  <a:pt x="8032930" y="6447216"/>
                  <a:pt x="8062190" y="6459499"/>
                </a:cubicBezTo>
                <a:cubicBezTo>
                  <a:pt x="8073741" y="6464361"/>
                  <a:pt x="8085547" y="6469479"/>
                  <a:pt x="8096071" y="6474085"/>
                </a:cubicBezTo>
                <a:cubicBezTo>
                  <a:pt x="8106594" y="6478691"/>
                  <a:pt x="8115834" y="6483297"/>
                  <a:pt x="8122764" y="6486880"/>
                </a:cubicBezTo>
                <a:cubicBezTo>
                  <a:pt x="8135341" y="6493533"/>
                  <a:pt x="8140218" y="6498139"/>
                  <a:pt x="8134828" y="6503513"/>
                </a:cubicBezTo>
                <a:cubicBezTo>
                  <a:pt x="8108647" y="6530382"/>
                  <a:pt x="8016504" y="6568255"/>
                  <a:pt x="7984933" y="6615084"/>
                </a:cubicBezTo>
                <a:cubicBezTo>
                  <a:pt x="7984933" y="6615084"/>
                  <a:pt x="7984677" y="6615340"/>
                  <a:pt x="7984420" y="6615596"/>
                </a:cubicBezTo>
                <a:cubicBezTo>
                  <a:pt x="7984163" y="6616108"/>
                  <a:pt x="7983650" y="6616619"/>
                  <a:pt x="7983393" y="6617131"/>
                </a:cubicBezTo>
                <a:cubicBezTo>
                  <a:pt x="7983393" y="6617387"/>
                  <a:pt x="7983393" y="6617643"/>
                  <a:pt x="7983137" y="6617643"/>
                </a:cubicBezTo>
                <a:cubicBezTo>
                  <a:pt x="7981597" y="6620714"/>
                  <a:pt x="7979287" y="6625576"/>
                  <a:pt x="7978517" y="6631717"/>
                </a:cubicBezTo>
                <a:cubicBezTo>
                  <a:pt x="7977233" y="6641953"/>
                  <a:pt x="7982623" y="6651421"/>
                  <a:pt x="7997253" y="6655260"/>
                </a:cubicBezTo>
                <a:cubicBezTo>
                  <a:pt x="8001103" y="6656283"/>
                  <a:pt x="8005210" y="6657051"/>
                  <a:pt x="8009830" y="6657563"/>
                </a:cubicBezTo>
                <a:cubicBezTo>
                  <a:pt x="8010600" y="6657819"/>
                  <a:pt x="8011627" y="6657819"/>
                  <a:pt x="8012397" y="6657819"/>
                </a:cubicBezTo>
                <a:cubicBezTo>
                  <a:pt x="8040887" y="6659098"/>
                  <a:pt x="8114551" y="6642977"/>
                  <a:pt x="8136881" y="6633253"/>
                </a:cubicBezTo>
                <a:cubicBezTo>
                  <a:pt x="8159981" y="6623017"/>
                  <a:pt x="8153051" y="6612781"/>
                  <a:pt x="8146378" y="6607407"/>
                </a:cubicBezTo>
                <a:cubicBezTo>
                  <a:pt x="8141244" y="6603313"/>
                  <a:pt x="8115577" y="6588983"/>
                  <a:pt x="8103001" y="6582073"/>
                </a:cubicBezTo>
                <a:cubicBezTo>
                  <a:pt x="8099664" y="6584376"/>
                  <a:pt x="8097097" y="6585912"/>
                  <a:pt x="8093761" y="6588215"/>
                </a:cubicBezTo>
                <a:cubicBezTo>
                  <a:pt x="8115064" y="6601010"/>
                  <a:pt x="8123534" y="6607407"/>
                  <a:pt x="8128411" y="6611246"/>
                </a:cubicBezTo>
                <a:cubicBezTo>
                  <a:pt x="8130464" y="6612781"/>
                  <a:pt x="8129438" y="6614572"/>
                  <a:pt x="8126614" y="6614828"/>
                </a:cubicBezTo>
                <a:cubicBezTo>
                  <a:pt x="8125844" y="6614828"/>
                  <a:pt x="8125074" y="6614828"/>
                  <a:pt x="8124304" y="6614828"/>
                </a:cubicBezTo>
                <a:cubicBezTo>
                  <a:pt x="8104027" y="6616364"/>
                  <a:pt x="8065784" y="6618922"/>
                  <a:pt x="8047817" y="6619946"/>
                </a:cubicBezTo>
                <a:cubicBezTo>
                  <a:pt x="8045250" y="6620202"/>
                  <a:pt x="8042170" y="6620202"/>
                  <a:pt x="8040630" y="6620202"/>
                </a:cubicBezTo>
                <a:cubicBezTo>
                  <a:pt x="8044994" y="6616108"/>
                  <a:pt x="8049870" y="6612525"/>
                  <a:pt x="8052437" y="6610734"/>
                </a:cubicBezTo>
                <a:cubicBezTo>
                  <a:pt x="8090937" y="6583609"/>
                  <a:pt x="8154848" y="6545736"/>
                  <a:pt x="8173841" y="6529615"/>
                </a:cubicBezTo>
                <a:cubicBezTo>
                  <a:pt x="8187701" y="6517587"/>
                  <a:pt x="8225688" y="6480994"/>
                  <a:pt x="8144068" y="6452334"/>
                </a:cubicBezTo>
                <a:cubicBezTo>
                  <a:pt x="8120711" y="6444401"/>
                  <a:pt x="8062704" y="6422906"/>
                  <a:pt x="8001617" y="6414717"/>
                </a:cubicBezTo>
                <a:close/>
                <a:moveTo>
                  <a:pt x="8063182" y="6306559"/>
                </a:moveTo>
                <a:cubicBezTo>
                  <a:pt x="8043432" y="6304000"/>
                  <a:pt x="8013678" y="6328817"/>
                  <a:pt x="7947246" y="6409920"/>
                </a:cubicBezTo>
                <a:cubicBezTo>
                  <a:pt x="7934934" y="6424759"/>
                  <a:pt x="7906206" y="6461088"/>
                  <a:pt x="7903898" y="6477718"/>
                </a:cubicBezTo>
                <a:cubicBezTo>
                  <a:pt x="7902359" y="6489487"/>
                  <a:pt x="7914927" y="6494604"/>
                  <a:pt x="7922109" y="6498186"/>
                </a:cubicBezTo>
                <a:cubicBezTo>
                  <a:pt x="7928778" y="6501768"/>
                  <a:pt x="8005727" y="6539888"/>
                  <a:pt x="8041380" y="6559844"/>
                </a:cubicBezTo>
                <a:cubicBezTo>
                  <a:pt x="8044458" y="6557797"/>
                  <a:pt x="8047536" y="6555751"/>
                  <a:pt x="8050870" y="6553960"/>
                </a:cubicBezTo>
                <a:cubicBezTo>
                  <a:pt x="8029581" y="6542447"/>
                  <a:pt x="7969561" y="6510211"/>
                  <a:pt x="7945194" y="6495627"/>
                </a:cubicBezTo>
                <a:cubicBezTo>
                  <a:pt x="7935190" y="6489743"/>
                  <a:pt x="7928265" y="6484882"/>
                  <a:pt x="7928778" y="6480277"/>
                </a:cubicBezTo>
                <a:cubicBezTo>
                  <a:pt x="7929548" y="6474648"/>
                  <a:pt x="7944168" y="6463391"/>
                  <a:pt x="7958019" y="6449575"/>
                </a:cubicBezTo>
                <a:cubicBezTo>
                  <a:pt x="7961610" y="6445994"/>
                  <a:pt x="7967509" y="6440109"/>
                  <a:pt x="7974178" y="6433457"/>
                </a:cubicBezTo>
                <a:cubicBezTo>
                  <a:pt x="7972382" y="6426550"/>
                  <a:pt x="7973152" y="6420921"/>
                  <a:pt x="7976230" y="6416827"/>
                </a:cubicBezTo>
                <a:cubicBezTo>
                  <a:pt x="7980077" y="6411711"/>
                  <a:pt x="7987003" y="6409664"/>
                  <a:pt x="7997263" y="6410176"/>
                </a:cubicBezTo>
                <a:cubicBezTo>
                  <a:pt x="8009831" y="6397639"/>
                  <a:pt x="8021117" y="6386382"/>
                  <a:pt x="8024964" y="6382289"/>
                </a:cubicBezTo>
                <a:cubicBezTo>
                  <a:pt x="8033941" y="6373334"/>
                  <a:pt x="8043432" y="6364124"/>
                  <a:pt x="8047536" y="6364635"/>
                </a:cubicBezTo>
                <a:cubicBezTo>
                  <a:pt x="8050870" y="6365147"/>
                  <a:pt x="8052666" y="6368217"/>
                  <a:pt x="8053948" y="6376916"/>
                </a:cubicBezTo>
                <a:cubicBezTo>
                  <a:pt x="8054974" y="6384591"/>
                  <a:pt x="8057539" y="6406850"/>
                  <a:pt x="8058822" y="6421688"/>
                </a:cubicBezTo>
                <a:cubicBezTo>
                  <a:pt x="8072672" y="6425014"/>
                  <a:pt x="8085497" y="6428852"/>
                  <a:pt x="8097296" y="6432434"/>
                </a:cubicBezTo>
                <a:cubicBezTo>
                  <a:pt x="8095757" y="6330864"/>
                  <a:pt x="8084215" y="6309373"/>
                  <a:pt x="8063182" y="6306559"/>
                </a:cubicBezTo>
                <a:close/>
                <a:moveTo>
                  <a:pt x="4802415" y="0"/>
                </a:moveTo>
                <a:lnTo>
                  <a:pt x="5373009" y="0"/>
                </a:lnTo>
                <a:lnTo>
                  <a:pt x="8497208" y="0"/>
                </a:lnTo>
                <a:lnTo>
                  <a:pt x="8497208" y="1"/>
                </a:lnTo>
                <a:lnTo>
                  <a:pt x="8497208" y="2601686"/>
                </a:lnTo>
                <a:lnTo>
                  <a:pt x="8497208" y="6858000"/>
                </a:lnTo>
                <a:lnTo>
                  <a:pt x="8497208" y="6858001"/>
                </a:lnTo>
                <a:lnTo>
                  <a:pt x="0" y="6858001"/>
                </a:lnTo>
                <a:lnTo>
                  <a:pt x="67701" y="6814599"/>
                </a:lnTo>
                <a:cubicBezTo>
                  <a:pt x="1153758" y="6080874"/>
                  <a:pt x="1867809" y="4838326"/>
                  <a:pt x="1867809" y="3429001"/>
                </a:cubicBezTo>
                <a:cubicBezTo>
                  <a:pt x="1867809" y="2019677"/>
                  <a:pt x="1153758" y="777128"/>
                  <a:pt x="67701" y="43403"/>
                </a:cubicBezTo>
                <a:lnTo>
                  <a:pt x="1" y="1"/>
                </a:lnTo>
                <a:lnTo>
                  <a:pt x="4802413" y="1"/>
                </a:lnTo>
                <a:close/>
              </a:path>
            </a:pathLst>
          </a:custGeom>
        </p:spPr>
        <p:txBody>
          <a:bodyPr wrap="square" tIns="360000" bIns="64008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/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1CC83E6-E70E-43EE-817C-4F68FB75E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9A77974F-FF01-4E3F-957B-CC5A44F8C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/>
              <a:t> </a:t>
            </a:r>
          </a:p>
        </p:txBody>
      </p:sp>
    </p:spTree>
    <p:custDataLst>
      <p:tags r:id="rId1"/>
    </p:custData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CFFF0-7218-4B33-8DFC-E37157D9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8323" y="555585"/>
            <a:ext cx="5615354" cy="5614274"/>
          </a:xfrm>
          <a:prstGeom prst="ellipse">
            <a:avLst/>
          </a:prstGeom>
          <a:solidFill>
            <a:schemeClr val="bg1"/>
          </a:solidFill>
        </p:spPr>
        <p:txBody>
          <a:bodyPr anchor="ctr" anchorCtr="0">
            <a:normAutofit/>
          </a:bodyPr>
          <a:lstStyle>
            <a:lvl1pPr algn="ctr"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key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0FD97D-3F39-4649-B10A-ECD97F370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8931D2-AD7B-454A-86A6-EA48B20C0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4809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BF9FC5-73CA-47D5-891A-42CBDE799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96">
            <a:extLst>
              <a:ext uri="{FF2B5EF4-FFF2-40B4-BE49-F238E27FC236}">
                <a16:creationId xmlns:a16="http://schemas.microsoft.com/office/drawing/2014/main" id="{462FAF15-0CB5-418E-A59C-EA8FADE526A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1075AA4-1FA9-4704-A587-D8E88C1D1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6881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91">
          <p15:clr>
            <a:srgbClr val="A4A3A4"/>
          </p15:clr>
        </p15:guide>
        <p15:guide id="2" pos="1463">
          <p15:clr>
            <a:srgbClr val="A4A3A4"/>
          </p15:clr>
        </p15:guide>
        <p15:guide id="3" pos="2598">
          <p15:clr>
            <a:srgbClr val="A4A3A4"/>
          </p15:clr>
        </p15:guide>
        <p15:guide id="4" pos="2669">
          <p15:clr>
            <a:srgbClr val="A4A3A4"/>
          </p15:clr>
        </p15:guide>
        <p15:guide id="5" pos="3804">
          <p15:clr>
            <a:srgbClr val="A4A3A4"/>
          </p15:clr>
        </p15:guide>
        <p15:guide id="6" pos="3876">
          <p15:clr>
            <a:srgbClr val="A4A3A4"/>
          </p15:clr>
        </p15:guide>
        <p15:guide id="7" pos="5009">
          <p15:clr>
            <a:srgbClr val="A4A3A4"/>
          </p15:clr>
        </p15:guide>
        <p15:guide id="8" pos="5082">
          <p15:clr>
            <a:srgbClr val="A4A3A4"/>
          </p15:clr>
        </p15:guide>
        <p15:guide id="9" pos="6215">
          <p15:clr>
            <a:srgbClr val="A4A3A4"/>
          </p15:clr>
        </p15:guide>
        <p15:guide id="10" pos="6288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358DA9E-BDF5-4DC7-B478-434301DA6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96">
            <a:extLst>
              <a:ext uri="{FF2B5EF4-FFF2-40B4-BE49-F238E27FC236}">
                <a16:creationId xmlns:a16="http://schemas.microsoft.com/office/drawing/2014/main" id="{5D317BC2-3CD5-4931-93AD-CC95F2C50D2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B03F247-4297-4973-90A3-0193475AC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829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ity 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 descr="Confidentiality Notice&#10;">
            <a:extLst>
              <a:ext uri="{FF2B5EF4-FFF2-40B4-BE49-F238E27FC236}">
                <a16:creationId xmlns:a16="http://schemas.microsoft.com/office/drawing/2014/main" id="{2848B27A-10B7-4200-88E7-16263562F97B}"/>
              </a:ext>
            </a:extLst>
          </p:cNvPr>
          <p:cNvSpPr txBox="1"/>
          <p:nvPr userDrawn="1"/>
        </p:nvSpPr>
        <p:spPr>
          <a:xfrm>
            <a:off x="419100" y="4864100"/>
            <a:ext cx="9156700" cy="1028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spc="-5">
                <a:solidFill>
                  <a:schemeClr val="tx1"/>
                </a:solidFill>
                <a:latin typeface="+mn-lt"/>
                <a:cs typeface="Arial"/>
              </a:rPr>
              <a:t>Confidentiality</a:t>
            </a:r>
            <a:r>
              <a:rPr lang="en-US" sz="1200" b="1" spc="-1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lang="en-US" sz="1200" b="1" spc="-5">
                <a:solidFill>
                  <a:schemeClr val="tx1"/>
                </a:solidFill>
                <a:latin typeface="+mn-lt"/>
                <a:cs typeface="Arial"/>
              </a:rPr>
              <a:t>Notice</a:t>
            </a:r>
            <a:endParaRPr lang="en-US" sz="1200">
              <a:solidFill>
                <a:schemeClr val="tx1"/>
              </a:solidFill>
              <a:latin typeface="+mn-lt"/>
              <a:cs typeface="Arial"/>
            </a:endParaRPr>
          </a:p>
          <a:p>
            <a:pPr marL="26670" marR="5080">
              <a:lnSpc>
                <a:spcPct val="100000"/>
              </a:lnSpc>
              <a:spcBef>
                <a:spcPts val="780"/>
              </a:spcBef>
            </a:pP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This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file is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private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and may contain confidential and proprietary information.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If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you have received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this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file in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error, please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notify us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and remove 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it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from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your system and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note that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you must not copy,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distribute or take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any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action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in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reliance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on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it.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Any unauthorized use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or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disclosure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of the 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contents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of this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file is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not permitted and may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be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unlawful. AstraZeneca PLC,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1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Francis Crick Avenue, Cambridge Biomedical </a:t>
            </a:r>
            <a:r>
              <a:rPr lang="en-US" sz="1200" spc="15">
                <a:solidFill>
                  <a:schemeClr val="tx1"/>
                </a:solidFill>
                <a:latin typeface="+mn-lt"/>
                <a:cs typeface="Arial"/>
              </a:rPr>
              <a:t>Campus, 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Cambridge, CB2 0AA, UK,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T: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+44(0)203 749 5000,</a:t>
            </a:r>
            <a:r>
              <a:rPr lang="en-US" sz="1200" spc="85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lang="en-US" sz="1200" u="none" spc="10">
                <a:solidFill>
                  <a:schemeClr val="tx1"/>
                </a:solidFill>
                <a:latin typeface="+mn-lt"/>
                <a:cs typeface="Arial"/>
              </a:rPr>
              <a:t>www.astrazeneca.com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C10CA0-7F28-40CE-9633-59C6800E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750B5-01B2-430D-BF92-6E5CD9338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4475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4" name="DO NOT DELETE (BRANDIN)">
            <a:extLst>
              <a:ext uri="{FF2B5EF4-FFF2-40B4-BE49-F238E27FC236}">
                <a16:creationId xmlns:a16="http://schemas.microsoft.com/office/drawing/2014/main" id="{69877D48-052F-814D-ACE8-304F09202645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967950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econdary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1486304"/>
            <a:ext cx="5185093" cy="2649135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4328932"/>
            <a:ext cx="5184775" cy="120376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subtitle / presenter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407987" y="5887668"/>
            <a:ext cx="1279358" cy="309145"/>
          </a:xfrm>
        </p:spPr>
        <p:txBody>
          <a:bodyPr lIns="0"/>
          <a:lstStyle>
            <a:lvl1pPr algn="l"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F0B1B31-3000-4CD8-BB26-CDF0CF4ED3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8" y="6420976"/>
            <a:ext cx="5184775" cy="234286"/>
          </a:xfrm>
        </p:spPr>
        <p:txBody>
          <a:bodyPr lIns="0" tIns="36000" rIns="0" bIns="36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050"/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88475" y="0"/>
            <a:ext cx="6004761" cy="6865200"/>
          </a:xfrm>
          <a:custGeom>
            <a:avLst/>
            <a:gdLst>
              <a:gd name="connsiteX0" fmla="*/ 1547827 w 6004761"/>
              <a:gd name="connsiteY0" fmla="*/ 0 h 6864096"/>
              <a:gd name="connsiteX1" fmla="*/ 6004760 w 6004761"/>
              <a:gd name="connsiteY1" fmla="*/ 0 h 6864096"/>
              <a:gd name="connsiteX2" fmla="*/ 6004761 w 6004761"/>
              <a:gd name="connsiteY2" fmla="*/ 6864096 h 6864096"/>
              <a:gd name="connsiteX3" fmla="*/ 1554450 w 6004761"/>
              <a:gd name="connsiteY3" fmla="*/ 6864096 h 6864096"/>
              <a:gd name="connsiteX4" fmla="*/ 1379124 w 6004761"/>
              <a:gd name="connsiteY4" fmla="*/ 6702826 h 6864096"/>
              <a:gd name="connsiteX5" fmla="*/ 0 w 6004761"/>
              <a:gd name="connsiteY5" fmla="*/ 3429001 h 6864096"/>
              <a:gd name="connsiteX6" fmla="*/ 1379124 w 6004761"/>
              <a:gd name="connsiteY6" fmla="*/ 155178 h 686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04761" h="6864096">
                <a:moveTo>
                  <a:pt x="1547827" y="0"/>
                </a:moveTo>
                <a:lnTo>
                  <a:pt x="6004760" y="0"/>
                </a:lnTo>
                <a:lnTo>
                  <a:pt x="6004761" y="6864096"/>
                </a:lnTo>
                <a:lnTo>
                  <a:pt x="1554450" y="6864096"/>
                </a:lnTo>
                <a:lnTo>
                  <a:pt x="1379124" y="6702826"/>
                </a:lnTo>
                <a:cubicBezTo>
                  <a:pt x="528239" y="5871990"/>
                  <a:pt x="0" y="4712184"/>
                  <a:pt x="0" y="3429001"/>
                </a:cubicBezTo>
                <a:cubicBezTo>
                  <a:pt x="0" y="2145819"/>
                  <a:pt x="528239" y="986013"/>
                  <a:pt x="1379124" y="15517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91440" tIns="432000" rIns="91440" bIns="7315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 algn="ctr"/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94F9465-82DF-4370-9E47-56C71396E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530600" y="622299"/>
            <a:ext cx="2062480" cy="635001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/>
            </a:lvl1pPr>
          </a:lstStyle>
          <a:p>
            <a:r>
              <a:rPr lang="en-US"/>
              <a:t>Use this placeholder for a secondary logo if needed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ED72C3C-E918-420F-9374-6F1CBE394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76" y="576767"/>
            <a:ext cx="2405987" cy="651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6231862-37A9-4364-9D96-47810B118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2900" y="404813"/>
            <a:ext cx="2794000" cy="92048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sz="2400" err="1">
              <a:latin typeface="+mj-lt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8C86533-B59D-4640-AA9B-D75189B4B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3181C7-2372-4ADB-A7E1-372907919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4878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22" userDrawn="1">
          <p15:clr>
            <a:srgbClr val="C35E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1486304"/>
            <a:ext cx="5185093" cy="2649135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4328932"/>
            <a:ext cx="5184775" cy="120376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subtitle / presenter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407987" y="5887668"/>
            <a:ext cx="1279358" cy="309145"/>
          </a:xfrm>
        </p:spPr>
        <p:txBody>
          <a:bodyPr lIns="0"/>
          <a:lstStyle>
            <a:lvl1pPr algn="l"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F0B1B31-3000-4CD8-BB26-CDF0CF4ED3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8" y="6420976"/>
            <a:ext cx="5184775" cy="234286"/>
          </a:xfrm>
        </p:spPr>
        <p:txBody>
          <a:bodyPr lIns="0" tIns="36000" rIns="0" bIns="36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050"/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88475" y="0"/>
            <a:ext cx="6004761" cy="6865200"/>
          </a:xfrm>
          <a:custGeom>
            <a:avLst/>
            <a:gdLst>
              <a:gd name="connsiteX0" fmla="*/ 1547827 w 6004761"/>
              <a:gd name="connsiteY0" fmla="*/ 0 h 6864096"/>
              <a:gd name="connsiteX1" fmla="*/ 6004760 w 6004761"/>
              <a:gd name="connsiteY1" fmla="*/ 0 h 6864096"/>
              <a:gd name="connsiteX2" fmla="*/ 6004761 w 6004761"/>
              <a:gd name="connsiteY2" fmla="*/ 6864096 h 6864096"/>
              <a:gd name="connsiteX3" fmla="*/ 1554450 w 6004761"/>
              <a:gd name="connsiteY3" fmla="*/ 6864096 h 6864096"/>
              <a:gd name="connsiteX4" fmla="*/ 1379124 w 6004761"/>
              <a:gd name="connsiteY4" fmla="*/ 6702826 h 6864096"/>
              <a:gd name="connsiteX5" fmla="*/ 0 w 6004761"/>
              <a:gd name="connsiteY5" fmla="*/ 3429001 h 6864096"/>
              <a:gd name="connsiteX6" fmla="*/ 1379124 w 6004761"/>
              <a:gd name="connsiteY6" fmla="*/ 155178 h 686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04761" h="6864096">
                <a:moveTo>
                  <a:pt x="1547827" y="0"/>
                </a:moveTo>
                <a:lnTo>
                  <a:pt x="6004760" y="0"/>
                </a:lnTo>
                <a:lnTo>
                  <a:pt x="6004761" y="6864096"/>
                </a:lnTo>
                <a:lnTo>
                  <a:pt x="1554450" y="6864096"/>
                </a:lnTo>
                <a:lnTo>
                  <a:pt x="1379124" y="6702826"/>
                </a:lnTo>
                <a:cubicBezTo>
                  <a:pt x="528239" y="5871990"/>
                  <a:pt x="0" y="4712184"/>
                  <a:pt x="0" y="3429001"/>
                </a:cubicBezTo>
                <a:cubicBezTo>
                  <a:pt x="0" y="2145819"/>
                  <a:pt x="528239" y="986013"/>
                  <a:pt x="1379124" y="15517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91440" tIns="432000" rIns="91440" bIns="7315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 algn="ctr"/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ED72C3C-E918-420F-9374-6F1CBE394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804" y="576767"/>
            <a:ext cx="2405987" cy="651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6231862-37A9-4364-9D96-47810B118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65862" y="404813"/>
            <a:ext cx="2794000" cy="92048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sz="2400" err="1">
              <a:latin typeface="+mj-lt"/>
            </a:endParaRP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94F9465-82DF-4370-9E47-56C71396E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12276" y="622299"/>
            <a:ext cx="2062480" cy="635001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/>
            </a:lvl1pPr>
          </a:lstStyle>
          <a:p>
            <a:r>
              <a:rPr lang="en-US"/>
              <a:t>Use this placeholder for a secondary logo if needed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8C86533-B59D-4640-AA9B-D75189B4B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3181C7-2372-4ADB-A7E1-372907919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043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22" userDrawn="1">
          <p15:clr>
            <a:srgbClr val="C35E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6" y="2148952"/>
            <a:ext cx="4356101" cy="1986487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enter 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7" y="4328932"/>
            <a:ext cx="4355835" cy="120376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subtitle /</a:t>
            </a:r>
            <a:br>
              <a:rPr lang="en-US" dirty="0"/>
            </a:br>
            <a:r>
              <a:rPr lang="en-US" dirty="0"/>
              <a:t>presenter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407987" y="5887668"/>
            <a:ext cx="1279358" cy="309145"/>
          </a:xfrm>
        </p:spPr>
        <p:txBody>
          <a:bodyPr lIns="0"/>
          <a:lstStyle>
            <a:lvl1pPr algn="l"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92EBB4F1-3A58-475F-9EBB-925156182B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9" y="6420976"/>
            <a:ext cx="4355834" cy="234286"/>
          </a:xfrm>
        </p:spPr>
        <p:txBody>
          <a:bodyPr wrap="square" lIns="0" tIns="36000" rIns="0" bIns="36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050"/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 dirty="0"/>
              <a:t>Click to add confidentiality statement 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B1523F-CCFB-4B58-AB3F-DEC8A49B7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55200" y="4927601"/>
            <a:ext cx="2336800" cy="193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err="1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ED72C3C-E918-420F-9374-6F1CBE394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76" y="576767"/>
            <a:ext cx="2405987" cy="651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6231862-37A9-4364-9D96-47810B118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2900" y="404813"/>
            <a:ext cx="2794000" cy="92048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sz="2400" err="1">
              <a:latin typeface="+mj-lt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32A73A7-F1E1-4085-B3F6-999828C7F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922520" y="0"/>
            <a:ext cx="7269480" cy="6858000"/>
          </a:xfrm>
          <a:custGeom>
            <a:avLst/>
            <a:gdLst>
              <a:gd name="connsiteX0" fmla="*/ 2049352 w 7269480"/>
              <a:gd name="connsiteY0" fmla="*/ 0 h 6858000"/>
              <a:gd name="connsiteX1" fmla="*/ 3164301 w 7269480"/>
              <a:gd name="connsiteY1" fmla="*/ 0 h 6858000"/>
              <a:gd name="connsiteX2" fmla="*/ 5735747 w 7269480"/>
              <a:gd name="connsiteY2" fmla="*/ 0 h 6858000"/>
              <a:gd name="connsiteX3" fmla="*/ 5735748 w 7269480"/>
              <a:gd name="connsiteY3" fmla="*/ 0 h 6858000"/>
              <a:gd name="connsiteX4" fmla="*/ 5747970 w 7269480"/>
              <a:gd name="connsiteY4" fmla="*/ 6260 h 6858000"/>
              <a:gd name="connsiteX5" fmla="*/ 7120314 w 7269480"/>
              <a:gd name="connsiteY5" fmla="*/ 1252638 h 6858000"/>
              <a:gd name="connsiteX6" fmla="*/ 7269480 w 7269480"/>
              <a:gd name="connsiteY6" fmla="*/ 1498173 h 6858000"/>
              <a:gd name="connsiteX7" fmla="*/ 7269480 w 7269480"/>
              <a:gd name="connsiteY7" fmla="*/ 5359828 h 6858000"/>
              <a:gd name="connsiteX8" fmla="*/ 7120314 w 7269480"/>
              <a:gd name="connsiteY8" fmla="*/ 5605362 h 6858000"/>
              <a:gd name="connsiteX9" fmla="*/ 5747970 w 7269480"/>
              <a:gd name="connsiteY9" fmla="*/ 6851740 h 6858000"/>
              <a:gd name="connsiteX10" fmla="*/ 5735748 w 7269480"/>
              <a:gd name="connsiteY10" fmla="*/ 6858000 h 6858000"/>
              <a:gd name="connsiteX11" fmla="*/ 3163098 w 7269480"/>
              <a:gd name="connsiteY11" fmla="*/ 6858000 h 6858000"/>
              <a:gd name="connsiteX12" fmla="*/ 2049352 w 7269480"/>
              <a:gd name="connsiteY12" fmla="*/ 6858000 h 6858000"/>
              <a:gd name="connsiteX13" fmla="*/ 2037130 w 7269480"/>
              <a:gd name="connsiteY13" fmla="*/ 6851740 h 6858000"/>
              <a:gd name="connsiteX14" fmla="*/ 0 w 7269480"/>
              <a:gd name="connsiteY14" fmla="*/ 3429000 h 6858000"/>
              <a:gd name="connsiteX15" fmla="*/ 2037130 w 7269480"/>
              <a:gd name="connsiteY15" fmla="*/ 626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269480" h="6858000">
                <a:moveTo>
                  <a:pt x="2049352" y="0"/>
                </a:moveTo>
                <a:lnTo>
                  <a:pt x="3164301" y="0"/>
                </a:lnTo>
                <a:lnTo>
                  <a:pt x="5735747" y="0"/>
                </a:lnTo>
                <a:lnTo>
                  <a:pt x="5735748" y="0"/>
                </a:lnTo>
                <a:lnTo>
                  <a:pt x="5747970" y="6260"/>
                </a:lnTo>
                <a:cubicBezTo>
                  <a:pt x="6299519" y="305879"/>
                  <a:pt x="6770554" y="734926"/>
                  <a:pt x="7120314" y="1252638"/>
                </a:cubicBezTo>
                <a:lnTo>
                  <a:pt x="7269480" y="1498173"/>
                </a:lnTo>
                <a:lnTo>
                  <a:pt x="7269480" y="5359828"/>
                </a:lnTo>
                <a:lnTo>
                  <a:pt x="7120314" y="5605362"/>
                </a:lnTo>
                <a:cubicBezTo>
                  <a:pt x="6770554" y="6123075"/>
                  <a:pt x="6299519" y="6552122"/>
                  <a:pt x="5747970" y="6851740"/>
                </a:cubicBezTo>
                <a:lnTo>
                  <a:pt x="5735748" y="6858000"/>
                </a:lnTo>
                <a:lnTo>
                  <a:pt x="3163098" y="6858000"/>
                </a:lnTo>
                <a:lnTo>
                  <a:pt x="2049352" y="6858000"/>
                </a:lnTo>
                <a:lnTo>
                  <a:pt x="2037130" y="6851740"/>
                </a:lnTo>
                <a:cubicBezTo>
                  <a:pt x="823724" y="6192579"/>
                  <a:pt x="0" y="4906985"/>
                  <a:pt x="0" y="3429000"/>
                </a:cubicBezTo>
                <a:cubicBezTo>
                  <a:pt x="0" y="1951015"/>
                  <a:pt x="823724" y="665422"/>
                  <a:pt x="2037130" y="626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91440" tIns="432000" rIns="91440" bIns="7315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75B7FBB-299C-44B5-9400-EB5D056A8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ED5B82E-36BE-4555-8CA2-58A989EDD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9368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1" userDrawn="1">
          <p15:clr>
            <a:srgbClr val="C35E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071349"/>
            <a:ext cx="3049588" cy="1231106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enter </a:t>
            </a:r>
            <a:r>
              <a:rPr lang="en-US"/>
              <a:t>title here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52EAD-E21A-4A83-A364-65FFC805340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9512" y="1071562"/>
            <a:ext cx="8064501" cy="49968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add text here. </a:t>
            </a:r>
            <a:br>
              <a:rPr lang="en-GB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GB" dirty="0"/>
            </a:br>
            <a:r>
              <a:rPr lang="en-GB" dirty="0"/>
              <a:t>To increase bullet level, select your text and press Tab.</a:t>
            </a:r>
            <a:br>
              <a:rPr lang="en-GB" dirty="0"/>
            </a:br>
            <a:r>
              <a:rPr lang="en-GB" dirty="0"/>
              <a:t>To decrease bullet level, select your bullet text and press  Shift + Tab.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04BC3F-3250-41AA-B3F3-B5D6A729D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5E3BF5D9-8E40-4082-9AAD-60F44214B9D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540125" y="1071349"/>
            <a:ext cx="0" cy="49956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86DE4FB-795F-484C-AD8A-2137F4F32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7805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30" userDrawn="1">
          <p15:clr>
            <a:srgbClr val="C35EA4"/>
          </p15:clr>
        </p15:guide>
        <p15:guide id="2" pos="2343" userDrawn="1">
          <p15:clr>
            <a:srgbClr val="C35E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67DB2-7332-41D7-A67F-6D389C8181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</a:t>
            </a:r>
            <a:r>
              <a:rPr lang="en-US"/>
              <a:t>to enter </a:t>
            </a:r>
            <a:r>
              <a:rPr lang="en-US" dirty="0"/>
              <a:t>title here</a:t>
            </a:r>
          </a:p>
        </p:txBody>
      </p:sp>
      <p:sp>
        <p:nvSpPr>
          <p:cNvPr id="10" name="Heading 1">
            <a:extLst>
              <a:ext uri="{FF2B5EF4-FFF2-40B4-BE49-F238E27FC236}">
                <a16:creationId xmlns:a16="http://schemas.microsoft.com/office/drawing/2014/main" id="{070D82D0-2159-463E-AB3F-9F2BE51F89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082800"/>
            <a:ext cx="5508625" cy="423863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6" name="Body 1">
            <a:extLst>
              <a:ext uri="{FF2B5EF4-FFF2-40B4-BE49-F238E27FC236}">
                <a16:creationId xmlns:a16="http://schemas.microsoft.com/office/drawing/2014/main" id="{8C2190C6-D818-4BFE-8D40-1D7A2A8ADF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07987" y="2570163"/>
            <a:ext cx="5508625" cy="34308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Heading 2">
            <a:extLst>
              <a:ext uri="{FF2B5EF4-FFF2-40B4-BE49-F238E27FC236}">
                <a16:creationId xmlns:a16="http://schemas.microsoft.com/office/drawing/2014/main" id="{24B2D424-3A88-43FD-9D45-46AC196CAD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5387" y="2082800"/>
            <a:ext cx="5508625" cy="423863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8" name="Body 2">
            <a:extLst>
              <a:ext uri="{FF2B5EF4-FFF2-40B4-BE49-F238E27FC236}">
                <a16:creationId xmlns:a16="http://schemas.microsoft.com/office/drawing/2014/main" id="{FB60ED6F-5297-42F6-9D9B-F6FF319D69C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75388" y="2570163"/>
            <a:ext cx="5508625" cy="34308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0693F-359E-4A4C-B3F0-F900FA65C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013D0F1F-6026-4F9D-886A-D6CB164FDC0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9DB923-50C2-4A46-BF6E-A2E97DBB2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49127B-3E4D-4AFD-8464-39A987162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1741714"/>
            <a:ext cx="0" cy="42590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870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C35EA4"/>
          </p15:clr>
        </p15:guide>
        <p15:guide id="2" orient="horz" pos="981" userDrawn="1">
          <p15:clr>
            <a:srgbClr val="C35EA4"/>
          </p15:clr>
        </p15:guide>
        <p15:guide id="3" pos="3727" userDrawn="1">
          <p15:clr>
            <a:srgbClr val="C35EA4"/>
          </p15:clr>
        </p15:guide>
        <p15:guide id="4" pos="3953" userDrawn="1">
          <p15:clr>
            <a:srgbClr val="C35E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1A257A5E-3450-4EAA-9676-01FE18D22A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082800"/>
            <a:ext cx="3527426" cy="423863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2" name="Content Placeholder 15">
            <a:extLst>
              <a:ext uri="{FF2B5EF4-FFF2-40B4-BE49-F238E27FC236}">
                <a16:creationId xmlns:a16="http://schemas.microsoft.com/office/drawing/2014/main" id="{AC128DA7-A1CD-4D7E-A165-98C85505473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07988" y="2570163"/>
            <a:ext cx="3527426" cy="34308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A7B7E24-E7D3-48A2-A374-DF6A8A555D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95775" y="2082800"/>
            <a:ext cx="3600445" cy="423863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4DFF8E89-1B64-4E2A-9B30-3844550AD3D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295776" y="2570163"/>
            <a:ext cx="3600445" cy="34308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6AAFFFBD-15E8-4574-972E-8DDFA341B65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56588" y="2082800"/>
            <a:ext cx="3527423" cy="423863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8" name="Content Placeholder 15">
            <a:extLst>
              <a:ext uri="{FF2B5EF4-FFF2-40B4-BE49-F238E27FC236}">
                <a16:creationId xmlns:a16="http://schemas.microsoft.com/office/drawing/2014/main" id="{CF570F45-2E05-4895-9F02-11DAFD1730B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256589" y="2570163"/>
            <a:ext cx="3527423" cy="34308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DE8D6-BF8D-46B6-A107-F9199421C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12B9530D-EF7B-47C9-A997-FA875C956E8F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24A62-EC53-4EC3-A57F-B48D78D67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8AB9BA-443A-4985-908B-268C192E8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8139" y="1741714"/>
            <a:ext cx="0" cy="42590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7A7995C-40F8-42EE-BD46-96F566801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6405" y="1741714"/>
            <a:ext cx="0" cy="42590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36228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2479" userDrawn="1">
          <p15:clr>
            <a:srgbClr val="A4A3A4"/>
          </p15:clr>
        </p15:guide>
        <p15:guide id="6" pos="2706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  <p15:guide id="13" pos="5201" userDrawn="1">
          <p15:clr>
            <a:srgbClr val="A4A3A4"/>
          </p15:clr>
        </p15:guide>
        <p15:guide id="14" pos="4974" userDrawn="1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</a:t>
            </a:r>
            <a:r>
              <a:rPr lang="en-US"/>
              <a:t>title here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987" y="2082157"/>
            <a:ext cx="2735263" cy="424732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6C5F394-5808-40FF-B6FD-65F71690691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07986" y="2570163"/>
            <a:ext cx="2736000" cy="3632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A1E51E90-FD4F-4EA7-9FD6-A88EC3FEED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86126" y="2082157"/>
            <a:ext cx="2735263" cy="424732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0106C56-60ED-41EC-BD2A-FDB9B53E1C1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284539" y="2570163"/>
            <a:ext cx="2736000" cy="3632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217A7646-8B12-4AE5-9EDC-1F06A8CF8C4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65792" y="2082157"/>
            <a:ext cx="2735263" cy="424732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3B9981B-E175-45D6-A51D-F0A0368267C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164205" y="2570163"/>
            <a:ext cx="2736000" cy="3632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DE8D6-BF8D-46B6-A107-F9199421C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83A3A7A-40FD-44D2-97D9-301EB15E763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45458" y="2082157"/>
            <a:ext cx="2735263" cy="424732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1AD7E49F-D41B-42DC-925D-998AFB2BB412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9043871" y="2570163"/>
            <a:ext cx="2736000" cy="3632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D3E73C55-1C0C-4880-A0D4-FC480D06253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24A62-EC53-4EC3-A57F-B48D78D67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8AB9BA-443A-4985-908B-268C192E8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215481" y="1741714"/>
            <a:ext cx="0" cy="42590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7A7995C-40F8-42EE-BD46-96F566801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852" y="1741714"/>
            <a:ext cx="0" cy="42590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A9C47E-839A-46E7-B955-073295D84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76519" y="1741714"/>
            <a:ext cx="0" cy="42590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5248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1980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  <p15:guide id="13" pos="5700" userDrawn="1">
          <p15:clr>
            <a:srgbClr val="A4A3A4"/>
          </p15:clr>
        </p15:guide>
        <p15:guide id="14" pos="5609" userDrawn="1">
          <p15:clr>
            <a:srgbClr val="A4A3A4"/>
          </p15:clr>
        </p15:guide>
        <p15:guide id="15" pos="3795" userDrawn="1">
          <p15:clr>
            <a:srgbClr val="A4A3A4"/>
          </p15:clr>
        </p15:guide>
        <p15:guide id="16" pos="3885" userDrawn="1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986" y="2082157"/>
            <a:ext cx="7416801" cy="424732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F450BB10-EDA8-4244-8CBF-7F1645357D50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07986" y="2570162"/>
            <a:ext cx="7416802" cy="34380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4A51F37-EAE8-4722-A437-30D09A72A9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91499" y="2082157"/>
            <a:ext cx="3584573" cy="424732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358968C-3784-44E4-B50E-21ED78D9EB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91499" y="2570390"/>
            <a:ext cx="3584573" cy="46166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en-US"/>
              <a:t>Click to add text. 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E4F4DDF-A4CE-45BB-8E5D-A5AB679089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77585" y="3995870"/>
            <a:ext cx="2012400" cy="201240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96">
            <a:extLst>
              <a:ext uri="{FF2B5EF4-FFF2-40B4-BE49-F238E27FC236}">
                <a16:creationId xmlns:a16="http://schemas.microsoft.com/office/drawing/2014/main" id="{C07CECA8-840E-4BBC-A94E-0D507EF6B6B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8AB9BA-443A-4985-908B-268C192E8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01000" y="1741714"/>
            <a:ext cx="0" cy="42665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618634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pos="4929" userDrawn="1">
          <p15:clr>
            <a:srgbClr val="A4A3A4"/>
          </p15:clr>
        </p15:guide>
        <p15:guide id="8" pos="5155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2"/>
            <a:ext cx="11376025" cy="100742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4A51F37-EAE8-4722-A437-30D09A72A9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8" y="2082157"/>
            <a:ext cx="3563938" cy="424732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D4EF0D-A9CE-4E45-B1B3-BB585A7CD1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988" y="2570390"/>
            <a:ext cx="3563938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en-US"/>
              <a:t>Click to add text.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B389EFA-BE5F-4B72-ACD5-3C006758495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94073" y="3995870"/>
            <a:ext cx="2012400" cy="201240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5459" y="2082157"/>
            <a:ext cx="7440613" cy="424732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9D64AEF-AC5B-4ACA-95B3-7DD2AC9A9709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335469" y="2570162"/>
            <a:ext cx="7440603" cy="343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778D2AE8-C71F-4A8C-8D51-3B3AAAF70E5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8AB9BA-443A-4985-908B-268C192E8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1313" y="1749235"/>
            <a:ext cx="0" cy="425903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20855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502" userDrawn="1">
          <p15:clr>
            <a:srgbClr val="A4A3A4"/>
          </p15:clr>
        </p15:guide>
        <p15:guide id="4" pos="2729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9400-E757-4904-B6B0-89D77599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738" y="1741713"/>
            <a:ext cx="11376026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987" y="2559050"/>
            <a:ext cx="11376026" cy="287655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62F3963-DA4D-4494-BBE3-B9E276AB4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ADE2FC00-C8CB-4E19-BA1A-C2DF3D5D8C1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013136D-000F-468E-82F7-78627545D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6677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C35EA4"/>
          </p15:clr>
        </p15:guide>
        <p15:guide id="2" orient="horz" pos="981" userDrawn="1">
          <p15:clr>
            <a:srgbClr val="C35E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9400-E757-4904-B6B0-89D77599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738" y="1741713"/>
            <a:ext cx="5579311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987" y="2559050"/>
            <a:ext cx="5579311" cy="287655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3951" y="1741713"/>
            <a:ext cx="5580280" cy="8172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03200" y="2559050"/>
            <a:ext cx="5580280" cy="2876550"/>
          </a:xfrm>
          <a:noFill/>
          <a:ln>
            <a:solidFill>
              <a:schemeClr val="tx2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82FB9-7D18-4174-9B0A-336A77C9A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2637D735-30A5-485A-99EE-308975B4856D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3461D-2D14-40AF-A11E-E32A29AD5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4220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C35EA4"/>
          </p15:clr>
        </p15:guide>
        <p15:guide id="2" orient="horz" pos="981" userDrawn="1">
          <p15:clr>
            <a:srgbClr val="C35EA4"/>
          </p15:clr>
        </p15:guide>
        <p15:guide id="3" pos="3772" userDrawn="1">
          <p15:clr>
            <a:srgbClr val="A4A3A4"/>
          </p15:clr>
        </p15:guide>
        <p15:guide id="4" pos="3908" userDrawn="1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9400-E757-4904-B6B0-89D77599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738" y="1741713"/>
            <a:ext cx="3707649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987" y="2559050"/>
            <a:ext cx="3707649" cy="287655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24337" y="1741713"/>
            <a:ext cx="3743325" cy="8172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23586" y="2559050"/>
            <a:ext cx="3743325" cy="2876550"/>
          </a:xfrm>
          <a:noFill/>
          <a:ln>
            <a:solidFill>
              <a:schemeClr val="tx2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89FFBF6-0D3D-4034-B412-EABCE72280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5613" y="1741713"/>
            <a:ext cx="3709149" cy="817200"/>
          </a:xfr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74862" y="2559050"/>
            <a:ext cx="3709149" cy="2876550"/>
          </a:xfrm>
          <a:noFill/>
          <a:ln>
            <a:solidFill>
              <a:schemeClr val="accent6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9911E2-3D79-4D57-A4A5-99B310315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96">
            <a:extLst>
              <a:ext uri="{FF2B5EF4-FFF2-40B4-BE49-F238E27FC236}">
                <a16:creationId xmlns:a16="http://schemas.microsoft.com/office/drawing/2014/main" id="{3693997A-5C93-43A3-8084-D3D97075252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04B821-BCFE-4694-8F07-82AA247F7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3269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C35EA4"/>
          </p15:clr>
        </p15:guide>
        <p15:guide id="2" orient="horz" pos="981" userDrawn="1">
          <p15:clr>
            <a:srgbClr val="C35EA4"/>
          </p15:clr>
        </p15:guide>
        <p15:guide id="3" pos="2593" userDrawn="1">
          <p15:clr>
            <a:srgbClr val="A4A3A4"/>
          </p15:clr>
        </p15:guide>
        <p15:guide id="4" pos="2661" userDrawn="1">
          <p15:clr>
            <a:srgbClr val="A4A3A4"/>
          </p15:clr>
        </p15:guide>
        <p15:guide id="5" pos="5019" userDrawn="1">
          <p15:clr>
            <a:srgbClr val="A4A3A4"/>
          </p15:clr>
        </p15:guide>
        <p15:guide id="6" pos="5087" userDrawn="1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9400-E757-4904-B6B0-89D77599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739" y="1741713"/>
            <a:ext cx="2771024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988" y="2559050"/>
            <a:ext cx="2771024" cy="287655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87712" y="1741713"/>
            <a:ext cx="2771024" cy="8172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86961" y="2559050"/>
            <a:ext cx="2771024" cy="2876550"/>
          </a:xfrm>
          <a:noFill/>
          <a:ln>
            <a:solidFill>
              <a:schemeClr val="tx2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89FFBF6-0D3D-4034-B412-EABCE72280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67" y="1741713"/>
            <a:ext cx="2771022" cy="817200"/>
          </a:xfr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32516" y="2559050"/>
            <a:ext cx="2771022" cy="2876550"/>
          </a:xfrm>
          <a:noFill/>
          <a:ln>
            <a:solidFill>
              <a:schemeClr val="accent6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94F06B4-05CB-4425-B43C-90CDB77D4D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12237" y="1741713"/>
            <a:ext cx="2771023" cy="817200"/>
          </a:xfr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07483DBB-6AB3-44E8-B476-D691A6DD77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11486" y="2559050"/>
            <a:ext cx="2771023" cy="2876550"/>
          </a:xfrm>
          <a:noFill/>
          <a:ln>
            <a:solidFill>
              <a:schemeClr val="accent5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07ABD0A-0B79-498A-8135-71083AB52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C19B5F97-DA6F-4D23-91EB-F783A1590A4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F1C59-75D3-4D44-AA6A-CE8463447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2849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C35EA4"/>
          </p15:clr>
        </p15:guide>
        <p15:guide id="2" orient="horz" pos="981" userDrawn="1">
          <p15:clr>
            <a:srgbClr val="C35EA4"/>
          </p15:clr>
        </p15:guide>
        <p15:guide id="3" pos="2003" userDrawn="1">
          <p15:clr>
            <a:srgbClr val="A4A3A4"/>
          </p15:clr>
        </p15:guide>
        <p15:guide id="4" pos="2071" userDrawn="1">
          <p15:clr>
            <a:srgbClr val="A4A3A4"/>
          </p15:clr>
        </p15:guide>
        <p15:guide id="5" pos="5677" userDrawn="1">
          <p15:clr>
            <a:srgbClr val="A4A3A4"/>
          </p15:clr>
        </p15:guide>
        <p15:guide id="6" pos="5609" userDrawn="1">
          <p15:clr>
            <a:srgbClr val="A4A3A4"/>
          </p15:clr>
        </p15:guide>
        <p15:guide id="7" pos="3817" userDrawn="1">
          <p15:clr>
            <a:srgbClr val="A4A3A4"/>
          </p15:clr>
        </p15:guide>
        <p15:guide id="8" pos="3863" userDrawn="1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E4B5EC-9E53-45C3-B765-C1C483A070D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07988" y="1567814"/>
            <a:ext cx="11376024" cy="463523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1pPr>
            <a:lvl2pPr marL="460800" indent="-228600"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6381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391">
          <p15:clr>
            <a:srgbClr val="A4A3A4"/>
          </p15:clr>
        </p15:guide>
        <p15:guide id="2" pos="1463">
          <p15:clr>
            <a:srgbClr val="A4A3A4"/>
          </p15:clr>
        </p15:guide>
        <p15:guide id="3" pos="2598">
          <p15:clr>
            <a:srgbClr val="A4A3A4"/>
          </p15:clr>
        </p15:guide>
        <p15:guide id="4" pos="2669">
          <p15:clr>
            <a:srgbClr val="A4A3A4"/>
          </p15:clr>
        </p15:guide>
        <p15:guide id="5" pos="3804">
          <p15:clr>
            <a:srgbClr val="A4A3A4"/>
          </p15:clr>
        </p15:guide>
        <p15:guide id="6" pos="3876">
          <p15:clr>
            <a:srgbClr val="A4A3A4"/>
          </p15:clr>
        </p15:guide>
        <p15:guide id="7" pos="5009">
          <p15:clr>
            <a:srgbClr val="A4A3A4"/>
          </p15:clr>
        </p15:guide>
        <p15:guide id="8" pos="5082">
          <p15:clr>
            <a:srgbClr val="A4A3A4"/>
          </p15:clr>
        </p15:guide>
        <p15:guide id="9" pos="6215">
          <p15:clr>
            <a:srgbClr val="A4A3A4"/>
          </p15:clr>
        </p15:guide>
        <p15:guide id="10" pos="6288">
          <p15:clr>
            <a:srgbClr val="A4A3A4"/>
          </p15:clr>
        </p15:guide>
        <p15:guide id="11" orient="horz" pos="890">
          <p15:clr>
            <a:srgbClr val="C35EA4"/>
          </p15:clr>
        </p15:guide>
        <p15:guide id="12" orient="horz" pos="981">
          <p15:clr>
            <a:srgbClr val="C35E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BF9FC5-73CA-47D5-891A-42CBDE799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96">
            <a:extLst>
              <a:ext uri="{FF2B5EF4-FFF2-40B4-BE49-F238E27FC236}">
                <a16:creationId xmlns:a16="http://schemas.microsoft.com/office/drawing/2014/main" id="{462FAF15-0CB5-418E-A59C-EA8FADE526A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1075AA4-1FA9-4704-A587-D8E88C1D1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1361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391">
          <p15:clr>
            <a:srgbClr val="A4A3A4"/>
          </p15:clr>
        </p15:guide>
        <p15:guide id="2" pos="1463">
          <p15:clr>
            <a:srgbClr val="A4A3A4"/>
          </p15:clr>
        </p15:guide>
        <p15:guide id="3" pos="2598">
          <p15:clr>
            <a:srgbClr val="A4A3A4"/>
          </p15:clr>
        </p15:guide>
        <p15:guide id="4" pos="2669">
          <p15:clr>
            <a:srgbClr val="A4A3A4"/>
          </p15:clr>
        </p15:guide>
        <p15:guide id="5" pos="3804">
          <p15:clr>
            <a:srgbClr val="A4A3A4"/>
          </p15:clr>
        </p15:guide>
        <p15:guide id="6" pos="3876">
          <p15:clr>
            <a:srgbClr val="A4A3A4"/>
          </p15:clr>
        </p15:guide>
        <p15:guide id="7" pos="5009">
          <p15:clr>
            <a:srgbClr val="A4A3A4"/>
          </p15:clr>
        </p15:guide>
        <p15:guide id="8" pos="5082">
          <p15:clr>
            <a:srgbClr val="A4A3A4"/>
          </p15:clr>
        </p15:guide>
        <p15:guide id="9" pos="6215">
          <p15:clr>
            <a:srgbClr val="A4A3A4"/>
          </p15:clr>
        </p15:guide>
        <p15:guide id="10" pos="6288">
          <p15:clr>
            <a:srgbClr val="A4A3A4"/>
          </p15:clr>
        </p15:guide>
        <p15:guide id="11" orient="horz" pos="890">
          <p15:clr>
            <a:srgbClr val="C35EA4"/>
          </p15:clr>
        </p15:guide>
        <p15:guide id="12" orient="horz" pos="981">
          <p15:clr>
            <a:srgbClr val="C35E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Mulberry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E4B5EC-9E53-45C3-B765-C1C483A070D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07988" y="1567814"/>
            <a:ext cx="11376024" cy="463523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1pPr>
            <a:lvl2pPr marL="460800" indent="-228600"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76489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391">
          <p15:clr>
            <a:srgbClr val="A4A3A4"/>
          </p15:clr>
        </p15:guide>
        <p15:guide id="2" pos="1463">
          <p15:clr>
            <a:srgbClr val="A4A3A4"/>
          </p15:clr>
        </p15:guide>
        <p15:guide id="3" pos="2598">
          <p15:clr>
            <a:srgbClr val="A4A3A4"/>
          </p15:clr>
        </p15:guide>
        <p15:guide id="4" pos="2669">
          <p15:clr>
            <a:srgbClr val="A4A3A4"/>
          </p15:clr>
        </p15:guide>
        <p15:guide id="5" pos="3804">
          <p15:clr>
            <a:srgbClr val="A4A3A4"/>
          </p15:clr>
        </p15:guide>
        <p15:guide id="6" pos="3876">
          <p15:clr>
            <a:srgbClr val="A4A3A4"/>
          </p15:clr>
        </p15:guide>
        <p15:guide id="7" pos="5009">
          <p15:clr>
            <a:srgbClr val="A4A3A4"/>
          </p15:clr>
        </p15:guide>
        <p15:guide id="8" pos="5082">
          <p15:clr>
            <a:srgbClr val="A4A3A4"/>
          </p15:clr>
        </p15:guide>
        <p15:guide id="9" pos="6215">
          <p15:clr>
            <a:srgbClr val="A4A3A4"/>
          </p15:clr>
        </p15:guide>
        <p15:guide id="10" pos="6288">
          <p15:clr>
            <a:srgbClr val="A4A3A4"/>
          </p15:clr>
        </p15:guide>
        <p15:guide id="11" orient="horz" pos="890">
          <p15:clr>
            <a:srgbClr val="C35EA4"/>
          </p15:clr>
        </p15:guide>
        <p15:guide id="12" orient="horz" pos="981">
          <p15:clr>
            <a:srgbClr val="C35E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Mulberry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BF9FC5-73CA-47D5-891A-42CBDE799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96">
            <a:extLst>
              <a:ext uri="{FF2B5EF4-FFF2-40B4-BE49-F238E27FC236}">
                <a16:creationId xmlns:a16="http://schemas.microsoft.com/office/drawing/2014/main" id="{462FAF15-0CB5-418E-A59C-EA8FADE526A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1075AA4-1FA9-4704-A587-D8E88C1D1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99324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391">
          <p15:clr>
            <a:srgbClr val="A4A3A4"/>
          </p15:clr>
        </p15:guide>
        <p15:guide id="2" pos="1463">
          <p15:clr>
            <a:srgbClr val="A4A3A4"/>
          </p15:clr>
        </p15:guide>
        <p15:guide id="3" pos="2598">
          <p15:clr>
            <a:srgbClr val="A4A3A4"/>
          </p15:clr>
        </p15:guide>
        <p15:guide id="4" pos="2669">
          <p15:clr>
            <a:srgbClr val="A4A3A4"/>
          </p15:clr>
        </p15:guide>
        <p15:guide id="5" pos="3804">
          <p15:clr>
            <a:srgbClr val="A4A3A4"/>
          </p15:clr>
        </p15:guide>
        <p15:guide id="6" pos="3876">
          <p15:clr>
            <a:srgbClr val="A4A3A4"/>
          </p15:clr>
        </p15:guide>
        <p15:guide id="7" pos="5009">
          <p15:clr>
            <a:srgbClr val="A4A3A4"/>
          </p15:clr>
        </p15:guide>
        <p15:guide id="8" pos="5082">
          <p15:clr>
            <a:srgbClr val="A4A3A4"/>
          </p15:clr>
        </p15:guide>
        <p15:guide id="9" pos="6215">
          <p15:clr>
            <a:srgbClr val="A4A3A4"/>
          </p15:clr>
        </p15:guide>
        <p15:guide id="10" pos="6288">
          <p15:clr>
            <a:srgbClr val="A4A3A4"/>
          </p15:clr>
        </p15:guide>
        <p15:guide id="11" orient="horz" pos="890">
          <p15:clr>
            <a:srgbClr val="C35EA4"/>
          </p15:clr>
        </p15:guide>
        <p15:guide id="12" orient="horz" pos="981">
          <p15:clr>
            <a:srgbClr val="C35E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908774E5-6317-0685-60C2-4C482EE1C82E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1139499" y="187197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7E1E7FE7-76AF-85F1-4FBC-8E527FBEC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9" y="4213225"/>
            <a:ext cx="3563936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3C3D6D1C-EA2A-BC93-1142-0AF07D344827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4968875" y="187197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CAE97067-E054-F240-2C74-3C276BE7E5A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14032" y="4213225"/>
            <a:ext cx="3563936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7FE1B641-0CB5-ADC0-4697-B06992037923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8799513" y="187197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57559BB0-B9E5-D570-8CCA-20334B1AC50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20075" y="4213225"/>
            <a:ext cx="3563936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3F930-38D6-455D-84C2-DD9D1E30F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AA42A745-9907-45EF-9B18-E061ED71F0D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5BA28-9268-48CE-8962-39F56ADB8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9100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502" userDrawn="1">
          <p15:clr>
            <a:srgbClr val="A4A3A4"/>
          </p15:clr>
        </p15:guide>
        <p15:guide id="4" pos="2706" userDrawn="1">
          <p15:clr>
            <a:srgbClr val="A4A3A4"/>
          </p15:clr>
        </p15:guide>
        <p15:guide id="7" pos="4974" userDrawn="1">
          <p15:clr>
            <a:srgbClr val="A4A3A4"/>
          </p15:clr>
        </p15:guide>
        <p15:guide id="8" pos="5178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1A29A185-838B-41FF-C98E-2BFDAEBD8434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568658" y="187197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8CC9D214-CAF4-F003-7DEA-8CB09B222F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9" y="4213225"/>
            <a:ext cx="2592386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ACD01662-D7D4-E679-4DA0-FAC63A1FDBFA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3502666" y="187197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5E7F3C01-9811-E089-2F05-62240D09F64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38933" y="4213225"/>
            <a:ext cx="2592386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AE29663C-8BFD-0CD5-3803-048743082A1D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6436674" y="187197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BF905CDA-C0A2-1E33-ABD8-291F764868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69877" y="4213225"/>
            <a:ext cx="2592386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CE640007-E9BE-2277-AD9A-AE01C100C4CA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9370682" y="187197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FEAAFD62-B4F1-9834-F672-1BB07FEDBD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00820" y="4213225"/>
            <a:ext cx="2592386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6F65E95C-9C1A-45B9-A2D2-B58B0FB5236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0463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1890" userDrawn="1">
          <p15:clr>
            <a:srgbClr val="A4A3A4"/>
          </p15:clr>
        </p15:guide>
        <p15:guide id="4" pos="2094" userDrawn="1">
          <p15:clr>
            <a:srgbClr val="A4A3A4"/>
          </p15:clr>
        </p15:guide>
        <p15:guide id="5" pos="3727" userDrawn="1">
          <p15:clr>
            <a:srgbClr val="A4A3A4"/>
          </p15:clr>
        </p15:guide>
        <p15:guide id="6" pos="3953" userDrawn="1">
          <p15:clr>
            <a:srgbClr val="A4A3A4"/>
          </p15:clr>
        </p15:guide>
        <p15:guide id="9" pos="5586" userDrawn="1">
          <p15:clr>
            <a:srgbClr val="A4A3A4"/>
          </p15:clr>
        </p15:guide>
        <p15:guide id="10" pos="5790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FA36CDD2-8C9C-EA14-5271-A8D9555989E5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551619" y="187197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0E0FE2D6-35F4-8E1A-31AA-6F312886C7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9" y="3927674"/>
            <a:ext cx="2124074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A330BAED-E9CF-2E69-A2F4-772911766C6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2870147" y="187197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5B9BE5D8-0413-0ACA-741E-13DEE93FF74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711450" y="3927674"/>
            <a:ext cx="2124074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6B2F2730-F6F9-0FE9-1E9E-8DF9F5395AE5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5188675" y="187197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A28559BD-35F7-45E2-9625-26A01CA6276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16500" y="3927674"/>
            <a:ext cx="2158999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FF5D1043-80F8-B0C9-61D2-7DBB499435FB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7511188" y="187197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40" name="Text Placeholder 9">
            <a:extLst>
              <a:ext uri="{FF2B5EF4-FFF2-40B4-BE49-F238E27FC236}">
                <a16:creationId xmlns:a16="http://schemas.microsoft.com/office/drawing/2014/main" id="{3EC2CEFC-763B-BBF7-0BB9-E9FD3626F38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56475" y="3927674"/>
            <a:ext cx="2124074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6D7A5137-A4E7-91D5-97A1-83F3228C8EA2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9814650" y="187197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callout or key figure</a:t>
            </a:r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95A1032C-67B8-5D48-FBF7-47CA8F6DF40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59937" y="3927674"/>
            <a:ext cx="2124074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 Placeholder 96">
            <a:extLst>
              <a:ext uri="{FF2B5EF4-FFF2-40B4-BE49-F238E27FC236}">
                <a16:creationId xmlns:a16="http://schemas.microsoft.com/office/drawing/2014/main" id="{E55FEA9E-88F1-4D2F-9402-729ADDB70C5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8403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95" userDrawn="1">
          <p15:clr>
            <a:srgbClr val="A4A3A4"/>
          </p15:clr>
        </p15:guide>
        <p15:guide id="2" pos="1708" userDrawn="1">
          <p15:clr>
            <a:srgbClr val="A4A3A4"/>
          </p15:clr>
        </p15:guide>
        <p15:guide id="3" pos="3046" userDrawn="1">
          <p15:clr>
            <a:srgbClr val="A4A3A4"/>
          </p15:clr>
        </p15:guide>
        <p15:guide id="4" pos="3160" userDrawn="1">
          <p15:clr>
            <a:srgbClr val="A4A3A4"/>
          </p15:clr>
        </p15:guide>
        <p15:guide id="5" pos="4520" userDrawn="1">
          <p15:clr>
            <a:srgbClr val="A4A3A4"/>
          </p15:clr>
        </p15:guide>
        <p15:guide id="6" pos="4634" userDrawn="1">
          <p15:clr>
            <a:srgbClr val="A4A3A4"/>
          </p15:clr>
        </p15:guide>
        <p15:guide id="9" pos="5972" userDrawn="1">
          <p15:clr>
            <a:srgbClr val="A4A3A4"/>
          </p15:clr>
        </p15:guide>
        <p15:guide id="10" pos="6085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4" name="DO NOT DELETE (BRANDIN)">
            <a:extLst>
              <a:ext uri="{FF2B5EF4-FFF2-40B4-BE49-F238E27FC236}">
                <a16:creationId xmlns:a16="http://schemas.microsoft.com/office/drawing/2014/main" id="{4FE5B898-DD8A-1B42-B5C8-50EEAD84123B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30359477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Small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A8D32-C108-A1A7-808A-E3243A76A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26" y="404812"/>
            <a:ext cx="7545388" cy="10074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8D69923-15A7-B001-C23D-CC6E24236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2" hasCustomPrompt="1"/>
          </p:nvPr>
        </p:nvSpPr>
        <p:spPr>
          <a:xfrm>
            <a:off x="1" y="-1"/>
            <a:ext cx="3875391" cy="4330700"/>
          </a:xfrm>
          <a:custGeom>
            <a:avLst/>
            <a:gdLst>
              <a:gd name="connsiteX0" fmla="*/ 417122 w 3875391"/>
              <a:gd name="connsiteY0" fmla="*/ 0 h 4330700"/>
              <a:gd name="connsiteX1" fmla="*/ 2700571 w 3875391"/>
              <a:gd name="connsiteY1" fmla="*/ 0 h 4330700"/>
              <a:gd name="connsiteX2" fmla="*/ 2854048 w 3875391"/>
              <a:gd name="connsiteY2" fmla="*/ 93240 h 4330700"/>
              <a:gd name="connsiteX3" fmla="*/ 3875391 w 3875391"/>
              <a:gd name="connsiteY3" fmla="*/ 2014156 h 4330700"/>
              <a:gd name="connsiteX4" fmla="*/ 3479762 w 3875391"/>
              <a:gd name="connsiteY4" fmla="*/ 3309358 h 4330700"/>
              <a:gd name="connsiteX5" fmla="*/ 3457575 w 3875391"/>
              <a:gd name="connsiteY5" fmla="*/ 3339027 h 4330700"/>
              <a:gd name="connsiteX6" fmla="*/ 3457575 w 3875391"/>
              <a:gd name="connsiteY6" fmla="*/ 3343274 h 4330700"/>
              <a:gd name="connsiteX7" fmla="*/ 3454399 w 3875391"/>
              <a:gd name="connsiteY7" fmla="*/ 3343274 h 4330700"/>
              <a:gd name="connsiteX8" fmla="*/ 3346405 w 3875391"/>
              <a:gd name="connsiteY8" fmla="*/ 3487693 h 4330700"/>
              <a:gd name="connsiteX9" fmla="*/ 1558846 w 3875391"/>
              <a:gd name="connsiteY9" fmla="*/ 4330700 h 4330700"/>
              <a:gd name="connsiteX10" fmla="*/ 85309 w 3875391"/>
              <a:gd name="connsiteY10" fmla="*/ 3801714 h 4330700"/>
              <a:gd name="connsiteX11" fmla="*/ 0 w 3875391"/>
              <a:gd name="connsiteY11" fmla="*/ 3724180 h 4330700"/>
              <a:gd name="connsiteX12" fmla="*/ 0 w 3875391"/>
              <a:gd name="connsiteY12" fmla="*/ 304131 h 4330700"/>
              <a:gd name="connsiteX13" fmla="*/ 85309 w 3875391"/>
              <a:gd name="connsiteY13" fmla="*/ 226597 h 4330700"/>
              <a:gd name="connsiteX14" fmla="*/ 263644 w 3875391"/>
              <a:gd name="connsiteY14" fmla="*/ 93240 h 433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5391" h="4330700">
                <a:moveTo>
                  <a:pt x="417122" y="0"/>
                </a:moveTo>
                <a:lnTo>
                  <a:pt x="2700571" y="0"/>
                </a:lnTo>
                <a:lnTo>
                  <a:pt x="2854048" y="93240"/>
                </a:lnTo>
                <a:cubicBezTo>
                  <a:pt x="3470253" y="509540"/>
                  <a:pt x="3875391" y="1214535"/>
                  <a:pt x="3875391" y="2014156"/>
                </a:cubicBezTo>
                <a:cubicBezTo>
                  <a:pt x="3875391" y="2493928"/>
                  <a:pt x="3729542" y="2939635"/>
                  <a:pt x="3479762" y="3309358"/>
                </a:cubicBezTo>
                <a:lnTo>
                  <a:pt x="3457575" y="3339027"/>
                </a:lnTo>
                <a:lnTo>
                  <a:pt x="3457575" y="3343274"/>
                </a:lnTo>
                <a:lnTo>
                  <a:pt x="3454399" y="3343274"/>
                </a:lnTo>
                <a:lnTo>
                  <a:pt x="3346405" y="3487693"/>
                </a:lnTo>
                <a:cubicBezTo>
                  <a:pt x="2921516" y="4002539"/>
                  <a:pt x="2278504" y="4330700"/>
                  <a:pt x="1558846" y="4330700"/>
                </a:cubicBezTo>
                <a:cubicBezTo>
                  <a:pt x="999112" y="4330700"/>
                  <a:pt x="485745" y="4132183"/>
                  <a:pt x="85309" y="3801714"/>
                </a:cubicBezTo>
                <a:lnTo>
                  <a:pt x="0" y="3724180"/>
                </a:lnTo>
                <a:lnTo>
                  <a:pt x="0" y="304131"/>
                </a:lnTo>
                <a:lnTo>
                  <a:pt x="85309" y="226597"/>
                </a:lnTo>
                <a:cubicBezTo>
                  <a:pt x="142514" y="179387"/>
                  <a:pt x="202023" y="134871"/>
                  <a:pt x="263644" y="9324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bIns="288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Brand Pictures, </a:t>
            </a:r>
            <a:br>
              <a:rPr lang="en-US"/>
            </a:br>
            <a:r>
              <a:rPr lang="en-US"/>
              <a:t>or insert a 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within </a:t>
            </a:r>
            <a:br>
              <a:rPr lang="en-US"/>
            </a:br>
            <a:r>
              <a:rPr lang="en-US"/>
              <a:t>the frame by using the Crop feature in </a:t>
            </a:r>
            <a:br>
              <a:rPr lang="en-US"/>
            </a:br>
            <a:r>
              <a:rPr lang="en-US"/>
              <a:t>the Picture Format tab of the ribbon.</a:t>
            </a:r>
            <a:br>
              <a:rPr lang="en-US"/>
            </a:br>
            <a:r>
              <a:rPr lang="en-US"/>
              <a:t>_______________________________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4EBE2-41F7-48F4-B525-605699ECF9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38625" y="1567814"/>
            <a:ext cx="7545387" cy="4632999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286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286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286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right-click and choose ‘Keep text only’.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C25B5D-B685-4B55-8498-3486110FD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DFE25DB2-F58D-4AD2-B640-7A1061569FF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9C580CE-4074-4379-8D68-E5118B13A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540125" y="3730171"/>
            <a:ext cx="0" cy="24795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53326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30">
          <p15:clr>
            <a:srgbClr val="C35EA4"/>
          </p15:clr>
        </p15:guide>
        <p15:guide id="5" pos="2661">
          <p15:clr>
            <a:srgbClr val="C35EA4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2"/>
            <a:ext cx="5630862" cy="1007427"/>
          </a:xfrm>
        </p:spPr>
        <p:txBody>
          <a:bodyPr anchor="b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987" y="1741714"/>
            <a:ext cx="5630863" cy="765175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40151-B82D-47EF-9056-B4BE571D309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07987" y="2570163"/>
            <a:ext cx="5630862" cy="36306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91AE185-7FED-44AB-A9D9-33D6BC5FB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96001" y="1"/>
            <a:ext cx="6096001" cy="5693399"/>
          </a:xfrm>
          <a:custGeom>
            <a:avLst/>
            <a:gdLst>
              <a:gd name="connsiteX0" fmla="*/ 613929 w 6096001"/>
              <a:gd name="connsiteY0" fmla="*/ 0 h 5693399"/>
              <a:gd name="connsiteX1" fmla="*/ 6096001 w 6096001"/>
              <a:gd name="connsiteY1" fmla="*/ 0 h 5693399"/>
              <a:gd name="connsiteX2" fmla="*/ 6096001 w 6096001"/>
              <a:gd name="connsiteY2" fmla="*/ 4764882 h 5693399"/>
              <a:gd name="connsiteX3" fmla="*/ 5995011 w 6096001"/>
              <a:gd name="connsiteY3" fmla="*/ 4856669 h 5693399"/>
              <a:gd name="connsiteX4" fmla="*/ 3664224 w 6096001"/>
              <a:gd name="connsiteY4" fmla="*/ 5693399 h 5693399"/>
              <a:gd name="connsiteX5" fmla="*/ 0 w 6096001"/>
              <a:gd name="connsiteY5" fmla="*/ 2029175 h 5693399"/>
              <a:gd name="connsiteX6" fmla="*/ 442252 w 6096001"/>
              <a:gd name="connsiteY6" fmla="*/ 282588 h 5693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5693399">
                <a:moveTo>
                  <a:pt x="613929" y="0"/>
                </a:moveTo>
                <a:lnTo>
                  <a:pt x="6096001" y="0"/>
                </a:lnTo>
                <a:lnTo>
                  <a:pt x="6096001" y="4764882"/>
                </a:lnTo>
                <a:lnTo>
                  <a:pt x="5995011" y="4856669"/>
                </a:lnTo>
                <a:cubicBezTo>
                  <a:pt x="5361617" y="5379392"/>
                  <a:pt x="4549591" y="5693399"/>
                  <a:pt x="3664224" y="5693399"/>
                </a:cubicBezTo>
                <a:cubicBezTo>
                  <a:pt x="1640529" y="5693399"/>
                  <a:pt x="0" y="4052870"/>
                  <a:pt x="0" y="2029175"/>
                </a:cubicBezTo>
                <a:cubicBezTo>
                  <a:pt x="0" y="1396770"/>
                  <a:pt x="160208" y="801784"/>
                  <a:pt x="442252" y="28258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396000" tIns="432000" rIns="252000" bIns="73152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96">
            <a:extLst>
              <a:ext uri="{FF2B5EF4-FFF2-40B4-BE49-F238E27FC236}">
                <a16:creationId xmlns:a16="http://schemas.microsoft.com/office/drawing/2014/main" id="{416731F4-F189-4DCC-AB0D-BFCE5BE6191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0398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804">
          <p15:clr>
            <a:srgbClr val="A4A3A4"/>
          </p15:clr>
        </p15:guide>
        <p15:guide id="6" pos="3863">
          <p15:clr>
            <a:srgbClr val="A4A3A4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nd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716357"/>
            <a:ext cx="5630862" cy="553998"/>
          </a:xfrm>
        </p:spPr>
        <p:txBody>
          <a:bodyPr anchor="b" anchorCtr="0">
            <a:sp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88EB634-77D7-4CDB-AE88-62FA9FC51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873240" y="1"/>
            <a:ext cx="5318760" cy="3552079"/>
          </a:xfrm>
          <a:custGeom>
            <a:avLst/>
            <a:gdLst>
              <a:gd name="connsiteX0" fmla="*/ 20727 w 5318760"/>
              <a:gd name="connsiteY0" fmla="*/ 0 h 3552079"/>
              <a:gd name="connsiteX1" fmla="*/ 5318760 w 5318760"/>
              <a:gd name="connsiteY1" fmla="*/ 0 h 3552079"/>
              <a:gd name="connsiteX2" fmla="*/ 5318760 w 5318760"/>
              <a:gd name="connsiteY2" fmla="*/ 2741950 h 3552079"/>
              <a:gd name="connsiteX3" fmla="*/ 5230648 w 5318760"/>
              <a:gd name="connsiteY3" fmla="*/ 2822032 h 3552079"/>
              <a:gd name="connsiteX4" fmla="*/ 3197036 w 5318760"/>
              <a:gd name="connsiteY4" fmla="*/ 3552079 h 3552079"/>
              <a:gd name="connsiteX5" fmla="*/ 0 w 5318760"/>
              <a:gd name="connsiteY5" fmla="*/ 355043 h 3552079"/>
              <a:gd name="connsiteX6" fmla="*/ 6487 w 5318760"/>
              <a:gd name="connsiteY6" fmla="*/ 149723 h 3552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18760" h="3552079">
                <a:moveTo>
                  <a:pt x="20727" y="0"/>
                </a:moveTo>
                <a:lnTo>
                  <a:pt x="5318760" y="0"/>
                </a:lnTo>
                <a:lnTo>
                  <a:pt x="5318760" y="2741950"/>
                </a:lnTo>
                <a:lnTo>
                  <a:pt x="5230648" y="2822032"/>
                </a:lnTo>
                <a:cubicBezTo>
                  <a:pt x="4678012" y="3278108"/>
                  <a:pt x="3969519" y="3552079"/>
                  <a:pt x="3197036" y="3552079"/>
                </a:cubicBezTo>
                <a:cubicBezTo>
                  <a:pt x="1431362" y="3552079"/>
                  <a:pt x="0" y="2120717"/>
                  <a:pt x="0" y="355043"/>
                </a:cubicBezTo>
                <a:cubicBezTo>
                  <a:pt x="0" y="286071"/>
                  <a:pt x="2184" y="217610"/>
                  <a:pt x="6487" y="149723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396000" tIns="0" rIns="252000" bIns="27432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D9E6E49B-9844-4F9B-9E49-C493B4AAE6D5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07988" y="3688079"/>
            <a:ext cx="5630400" cy="251269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F0F231B6-1649-4FC7-9870-6F8BBC76458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153150" y="3688079"/>
            <a:ext cx="5630400" cy="251269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96">
            <a:extLst>
              <a:ext uri="{FF2B5EF4-FFF2-40B4-BE49-F238E27FC236}">
                <a16:creationId xmlns:a16="http://schemas.microsoft.com/office/drawing/2014/main" id="{08596668-B452-4684-9114-FD6480173A5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3158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804">
          <p15:clr>
            <a:srgbClr val="A4A3A4"/>
          </p15:clr>
        </p15:guide>
        <p15:guide id="6" pos="3876">
          <p15:clr>
            <a:srgbClr val="A4A3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and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716357"/>
            <a:ext cx="5630862" cy="553998"/>
          </a:xfrm>
        </p:spPr>
        <p:txBody>
          <a:bodyPr anchor="b" anchorCtr="0">
            <a:sp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88EB634-77D7-4CDB-AE88-62FA9FC51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873240" y="1"/>
            <a:ext cx="5318760" cy="3552079"/>
          </a:xfrm>
          <a:custGeom>
            <a:avLst/>
            <a:gdLst>
              <a:gd name="connsiteX0" fmla="*/ 20727 w 5318760"/>
              <a:gd name="connsiteY0" fmla="*/ 0 h 3552079"/>
              <a:gd name="connsiteX1" fmla="*/ 5318760 w 5318760"/>
              <a:gd name="connsiteY1" fmla="*/ 0 h 3552079"/>
              <a:gd name="connsiteX2" fmla="*/ 5318760 w 5318760"/>
              <a:gd name="connsiteY2" fmla="*/ 2741950 h 3552079"/>
              <a:gd name="connsiteX3" fmla="*/ 5230648 w 5318760"/>
              <a:gd name="connsiteY3" fmla="*/ 2822032 h 3552079"/>
              <a:gd name="connsiteX4" fmla="*/ 3197036 w 5318760"/>
              <a:gd name="connsiteY4" fmla="*/ 3552079 h 3552079"/>
              <a:gd name="connsiteX5" fmla="*/ 0 w 5318760"/>
              <a:gd name="connsiteY5" fmla="*/ 355043 h 3552079"/>
              <a:gd name="connsiteX6" fmla="*/ 6487 w 5318760"/>
              <a:gd name="connsiteY6" fmla="*/ 149723 h 3552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18760" h="3552079">
                <a:moveTo>
                  <a:pt x="20727" y="0"/>
                </a:moveTo>
                <a:lnTo>
                  <a:pt x="5318760" y="0"/>
                </a:lnTo>
                <a:lnTo>
                  <a:pt x="5318760" y="2741950"/>
                </a:lnTo>
                <a:lnTo>
                  <a:pt x="5230648" y="2822032"/>
                </a:lnTo>
                <a:cubicBezTo>
                  <a:pt x="4678012" y="3278108"/>
                  <a:pt x="3969519" y="3552079"/>
                  <a:pt x="3197036" y="3552079"/>
                </a:cubicBezTo>
                <a:cubicBezTo>
                  <a:pt x="1431362" y="3552079"/>
                  <a:pt x="0" y="2120717"/>
                  <a:pt x="0" y="355043"/>
                </a:cubicBezTo>
                <a:cubicBezTo>
                  <a:pt x="0" y="286071"/>
                  <a:pt x="2184" y="217610"/>
                  <a:pt x="6487" y="149723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396000" tIns="0" rIns="252000" bIns="27432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F0F231B6-1649-4FC7-9870-6F8BBC76458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3688079"/>
            <a:ext cx="3715200" cy="251269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959B661-E0AC-460F-8B80-1D7A0DE584D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43390" y="3688079"/>
            <a:ext cx="3715200" cy="251269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D9E6E49B-9844-4F9B-9E49-C493B4AAE6D5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072441" y="3688079"/>
            <a:ext cx="3715200" cy="251269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B863F956-22D4-4C3A-A009-E80F1E169DCD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0155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598">
          <p15:clr>
            <a:srgbClr val="A4A3A4"/>
          </p15:clr>
        </p15:guide>
        <p15:guide id="4" pos="2669">
          <p15:clr>
            <a:srgbClr val="A4A3A4"/>
          </p15:clr>
        </p15:guide>
        <p15:guide id="7" pos="5009">
          <p15:clr>
            <a:srgbClr val="A4A3A4"/>
          </p15:clr>
        </p15:guide>
        <p15:guide id="8" pos="5082">
          <p15:clr>
            <a:srgbClr val="A4A3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B789-D2DE-40CF-B66E-05E9E8302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5163" y="404812"/>
            <a:ext cx="7308849" cy="1017588"/>
          </a:xfrm>
        </p:spPr>
        <p:txBody>
          <a:bodyPr anchor="b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1878CEE-058E-4CA0-A804-58BE7BD4C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622041" cy="6858000"/>
          </a:xfrm>
          <a:custGeom>
            <a:avLst/>
            <a:gdLst>
              <a:gd name="connsiteX0" fmla="*/ 0 w 4622041"/>
              <a:gd name="connsiteY0" fmla="*/ 0 h 6858000"/>
              <a:gd name="connsiteX1" fmla="*/ 1524909 w 4622041"/>
              <a:gd name="connsiteY1" fmla="*/ 0 h 6858000"/>
              <a:gd name="connsiteX2" fmla="*/ 3181350 w 4622041"/>
              <a:gd name="connsiteY2" fmla="*/ 0 h 6858000"/>
              <a:gd name="connsiteX3" fmla="*/ 3848100 w 4622041"/>
              <a:gd name="connsiteY3" fmla="*/ 0 h 6858000"/>
              <a:gd name="connsiteX4" fmla="*/ 4203480 w 4622041"/>
              <a:gd name="connsiteY4" fmla="*/ 0 h 6858000"/>
              <a:gd name="connsiteX5" fmla="*/ 4622041 w 4622041"/>
              <a:gd name="connsiteY5" fmla="*/ 0 h 6858000"/>
              <a:gd name="connsiteX6" fmla="*/ 4491391 w 4622041"/>
              <a:gd name="connsiteY6" fmla="*/ 203795 h 6858000"/>
              <a:gd name="connsiteX7" fmla="*/ 3590925 w 4622041"/>
              <a:gd name="connsiteY7" fmla="*/ 3429000 h 6858000"/>
              <a:gd name="connsiteX8" fmla="*/ 4491391 w 4622041"/>
              <a:gd name="connsiteY8" fmla="*/ 6654205 h 6858000"/>
              <a:gd name="connsiteX9" fmla="*/ 4622041 w 4622041"/>
              <a:gd name="connsiteY9" fmla="*/ 6858000 h 6858000"/>
              <a:gd name="connsiteX10" fmla="*/ 4452454 w 4622041"/>
              <a:gd name="connsiteY10" fmla="*/ 6858000 h 6858000"/>
              <a:gd name="connsiteX11" fmla="*/ 3848100 w 4622041"/>
              <a:gd name="connsiteY11" fmla="*/ 6858000 h 6858000"/>
              <a:gd name="connsiteX12" fmla="*/ 3181350 w 4622041"/>
              <a:gd name="connsiteY12" fmla="*/ 6858000 h 6858000"/>
              <a:gd name="connsiteX13" fmla="*/ 1275934 w 4622041"/>
              <a:gd name="connsiteY13" fmla="*/ 6858000 h 6858000"/>
              <a:gd name="connsiteX14" fmla="*/ 0 w 4622041"/>
              <a:gd name="connsiteY14" fmla="*/ 6858000 h 6858000"/>
              <a:gd name="connsiteX15" fmla="*/ 0 w 4622041"/>
              <a:gd name="connsiteY15" fmla="*/ 5860486 h 6858000"/>
              <a:gd name="connsiteX16" fmla="*/ 0 w 4622041"/>
              <a:gd name="connsiteY16" fmla="*/ 110440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622041" h="6858000">
                <a:moveTo>
                  <a:pt x="0" y="0"/>
                </a:moveTo>
                <a:lnTo>
                  <a:pt x="1524909" y="0"/>
                </a:lnTo>
                <a:lnTo>
                  <a:pt x="3181350" y="0"/>
                </a:lnTo>
                <a:lnTo>
                  <a:pt x="3848100" y="0"/>
                </a:lnTo>
                <a:lnTo>
                  <a:pt x="4203480" y="0"/>
                </a:lnTo>
                <a:lnTo>
                  <a:pt x="4622041" y="0"/>
                </a:lnTo>
                <a:lnTo>
                  <a:pt x="4491391" y="203795"/>
                </a:lnTo>
                <a:cubicBezTo>
                  <a:pt x="3919978" y="1144214"/>
                  <a:pt x="3590925" y="2248180"/>
                  <a:pt x="3590925" y="3429000"/>
                </a:cubicBezTo>
                <a:cubicBezTo>
                  <a:pt x="3590925" y="4609821"/>
                  <a:pt x="3919978" y="5713787"/>
                  <a:pt x="4491391" y="6654205"/>
                </a:cubicBezTo>
                <a:lnTo>
                  <a:pt x="4622041" y="6858000"/>
                </a:lnTo>
                <a:lnTo>
                  <a:pt x="4452454" y="6858000"/>
                </a:lnTo>
                <a:lnTo>
                  <a:pt x="3848100" y="6858000"/>
                </a:lnTo>
                <a:lnTo>
                  <a:pt x="3181350" y="6858000"/>
                </a:lnTo>
                <a:lnTo>
                  <a:pt x="1275934" y="6858000"/>
                </a:lnTo>
                <a:lnTo>
                  <a:pt x="0" y="6858000"/>
                </a:lnTo>
                <a:lnTo>
                  <a:pt x="0" y="5860486"/>
                </a:lnTo>
                <a:lnTo>
                  <a:pt x="0" y="1104402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396000" tIns="612000" rIns="576000" bIns="82296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</a:t>
            </a:r>
            <a:br>
              <a:rPr lang="en-US" dirty="0"/>
            </a:br>
            <a:r>
              <a:rPr lang="en-US" dirty="0"/>
              <a:t>Brand Pictures, or insert a </a:t>
            </a:r>
            <a:br>
              <a:rPr lang="en-US" dirty="0"/>
            </a:br>
            <a:r>
              <a:rPr lang="en-US" dirty="0"/>
              <a:t>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</a:t>
            </a:r>
            <a:br>
              <a:rPr lang="en-US" dirty="0"/>
            </a:br>
            <a:r>
              <a:rPr lang="en-US" dirty="0"/>
              <a:t>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6875AC1-186F-4F1F-B7EF-24D7150A24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475163" y="1557338"/>
            <a:ext cx="7308850" cy="3877200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7097FB9-E2D3-4E4F-B628-163A151D1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96">
            <a:extLst>
              <a:ext uri="{FF2B5EF4-FFF2-40B4-BE49-F238E27FC236}">
                <a16:creationId xmlns:a16="http://schemas.microsoft.com/office/drawing/2014/main" id="{1DDC5128-F40F-4587-ABA6-C65DA8D4F34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475163" y="5513070"/>
            <a:ext cx="7308850" cy="687705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84B23E2-5E06-49DB-8204-880C85106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0321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9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981" userDrawn="1">
          <p15:clr>
            <a:srgbClr val="A4A3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B789-D2DE-40CF-B66E-05E9E8302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8163" y="404812"/>
            <a:ext cx="4895849" cy="1017588"/>
          </a:xfrm>
        </p:spPr>
        <p:txBody>
          <a:bodyPr anchor="b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AD9F5C2-E3CA-4137-B291-3F738B45F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" y="0"/>
            <a:ext cx="7020377" cy="6858000"/>
          </a:xfrm>
          <a:custGeom>
            <a:avLst/>
            <a:gdLst>
              <a:gd name="connsiteX0" fmla="*/ 0 w 7020377"/>
              <a:gd name="connsiteY0" fmla="*/ 0 h 6858000"/>
              <a:gd name="connsiteX1" fmla="*/ 1524909 w 7020377"/>
              <a:gd name="connsiteY1" fmla="*/ 0 h 6858000"/>
              <a:gd name="connsiteX2" fmla="*/ 2398336 w 7020377"/>
              <a:gd name="connsiteY2" fmla="*/ 0 h 6858000"/>
              <a:gd name="connsiteX3" fmla="*/ 3120570 w 7020377"/>
              <a:gd name="connsiteY3" fmla="*/ 0 h 6858000"/>
              <a:gd name="connsiteX4" fmla="*/ 3181350 w 7020377"/>
              <a:gd name="connsiteY4" fmla="*/ 0 h 6858000"/>
              <a:gd name="connsiteX5" fmla="*/ 3848100 w 7020377"/>
              <a:gd name="connsiteY5" fmla="*/ 0 h 6858000"/>
              <a:gd name="connsiteX6" fmla="*/ 3923245 w 7020377"/>
              <a:gd name="connsiteY6" fmla="*/ 0 h 6858000"/>
              <a:gd name="connsiteX7" fmla="*/ 4203480 w 7020377"/>
              <a:gd name="connsiteY7" fmla="*/ 0 h 6858000"/>
              <a:gd name="connsiteX8" fmla="*/ 4622041 w 7020377"/>
              <a:gd name="connsiteY8" fmla="*/ 0 h 6858000"/>
              <a:gd name="connsiteX9" fmla="*/ 5579686 w 7020377"/>
              <a:gd name="connsiteY9" fmla="*/ 0 h 6858000"/>
              <a:gd name="connsiteX10" fmla="*/ 6246436 w 7020377"/>
              <a:gd name="connsiteY10" fmla="*/ 0 h 6858000"/>
              <a:gd name="connsiteX11" fmla="*/ 6601816 w 7020377"/>
              <a:gd name="connsiteY11" fmla="*/ 0 h 6858000"/>
              <a:gd name="connsiteX12" fmla="*/ 7020377 w 7020377"/>
              <a:gd name="connsiteY12" fmla="*/ 0 h 6858000"/>
              <a:gd name="connsiteX13" fmla="*/ 6889727 w 7020377"/>
              <a:gd name="connsiteY13" fmla="*/ 203795 h 6858000"/>
              <a:gd name="connsiteX14" fmla="*/ 5989261 w 7020377"/>
              <a:gd name="connsiteY14" fmla="*/ 3429000 h 6858000"/>
              <a:gd name="connsiteX15" fmla="*/ 6889727 w 7020377"/>
              <a:gd name="connsiteY15" fmla="*/ 6654205 h 6858000"/>
              <a:gd name="connsiteX16" fmla="*/ 7020377 w 7020377"/>
              <a:gd name="connsiteY16" fmla="*/ 6858000 h 6858000"/>
              <a:gd name="connsiteX17" fmla="*/ 6850790 w 7020377"/>
              <a:gd name="connsiteY17" fmla="*/ 6858000 h 6858000"/>
              <a:gd name="connsiteX18" fmla="*/ 6246436 w 7020377"/>
              <a:gd name="connsiteY18" fmla="*/ 6858000 h 6858000"/>
              <a:gd name="connsiteX19" fmla="*/ 5579686 w 7020377"/>
              <a:gd name="connsiteY19" fmla="*/ 6858000 h 6858000"/>
              <a:gd name="connsiteX20" fmla="*/ 4622041 w 7020377"/>
              <a:gd name="connsiteY20" fmla="*/ 6858000 h 6858000"/>
              <a:gd name="connsiteX21" fmla="*/ 4452454 w 7020377"/>
              <a:gd name="connsiteY21" fmla="*/ 6858000 h 6858000"/>
              <a:gd name="connsiteX22" fmla="*/ 3848100 w 7020377"/>
              <a:gd name="connsiteY22" fmla="*/ 6858000 h 6858000"/>
              <a:gd name="connsiteX23" fmla="*/ 3674270 w 7020377"/>
              <a:gd name="connsiteY23" fmla="*/ 6858000 h 6858000"/>
              <a:gd name="connsiteX24" fmla="*/ 3181350 w 7020377"/>
              <a:gd name="connsiteY24" fmla="*/ 6858000 h 6858000"/>
              <a:gd name="connsiteX25" fmla="*/ 3120570 w 7020377"/>
              <a:gd name="connsiteY25" fmla="*/ 6858000 h 6858000"/>
              <a:gd name="connsiteX26" fmla="*/ 2398336 w 7020377"/>
              <a:gd name="connsiteY26" fmla="*/ 6858000 h 6858000"/>
              <a:gd name="connsiteX27" fmla="*/ 1275934 w 7020377"/>
              <a:gd name="connsiteY27" fmla="*/ 6858000 h 6858000"/>
              <a:gd name="connsiteX28" fmla="*/ 0 w 7020377"/>
              <a:gd name="connsiteY28" fmla="*/ 6858000 h 6858000"/>
              <a:gd name="connsiteX29" fmla="*/ 0 w 7020377"/>
              <a:gd name="connsiteY29" fmla="*/ 5860486 h 6858000"/>
              <a:gd name="connsiteX30" fmla="*/ 0 w 7020377"/>
              <a:gd name="connsiteY30" fmla="*/ 110440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7020377" h="6858000">
                <a:moveTo>
                  <a:pt x="0" y="0"/>
                </a:moveTo>
                <a:lnTo>
                  <a:pt x="1524909" y="0"/>
                </a:lnTo>
                <a:lnTo>
                  <a:pt x="2398336" y="0"/>
                </a:lnTo>
                <a:lnTo>
                  <a:pt x="3120570" y="0"/>
                </a:lnTo>
                <a:lnTo>
                  <a:pt x="3181350" y="0"/>
                </a:lnTo>
                <a:lnTo>
                  <a:pt x="3848100" y="0"/>
                </a:lnTo>
                <a:lnTo>
                  <a:pt x="3923245" y="0"/>
                </a:lnTo>
                <a:lnTo>
                  <a:pt x="4203480" y="0"/>
                </a:lnTo>
                <a:lnTo>
                  <a:pt x="4622041" y="0"/>
                </a:lnTo>
                <a:lnTo>
                  <a:pt x="5579686" y="0"/>
                </a:lnTo>
                <a:lnTo>
                  <a:pt x="6246436" y="0"/>
                </a:lnTo>
                <a:lnTo>
                  <a:pt x="6601816" y="0"/>
                </a:lnTo>
                <a:lnTo>
                  <a:pt x="7020377" y="0"/>
                </a:lnTo>
                <a:lnTo>
                  <a:pt x="6889727" y="203795"/>
                </a:lnTo>
                <a:cubicBezTo>
                  <a:pt x="6318314" y="1144214"/>
                  <a:pt x="5989261" y="2248180"/>
                  <a:pt x="5989261" y="3429000"/>
                </a:cubicBezTo>
                <a:cubicBezTo>
                  <a:pt x="5989261" y="4609821"/>
                  <a:pt x="6318314" y="5713787"/>
                  <a:pt x="6889727" y="6654205"/>
                </a:cubicBezTo>
                <a:lnTo>
                  <a:pt x="7020377" y="6858000"/>
                </a:lnTo>
                <a:lnTo>
                  <a:pt x="6850790" y="6858000"/>
                </a:lnTo>
                <a:lnTo>
                  <a:pt x="6246436" y="6858000"/>
                </a:lnTo>
                <a:lnTo>
                  <a:pt x="5579686" y="6858000"/>
                </a:lnTo>
                <a:lnTo>
                  <a:pt x="4622041" y="6858000"/>
                </a:lnTo>
                <a:lnTo>
                  <a:pt x="4452454" y="6858000"/>
                </a:lnTo>
                <a:lnTo>
                  <a:pt x="3848100" y="6858000"/>
                </a:lnTo>
                <a:lnTo>
                  <a:pt x="3674270" y="6858000"/>
                </a:lnTo>
                <a:lnTo>
                  <a:pt x="3181350" y="6858000"/>
                </a:lnTo>
                <a:lnTo>
                  <a:pt x="3120570" y="6858000"/>
                </a:lnTo>
                <a:lnTo>
                  <a:pt x="2398336" y="6858000"/>
                </a:lnTo>
                <a:lnTo>
                  <a:pt x="1275934" y="6858000"/>
                </a:lnTo>
                <a:lnTo>
                  <a:pt x="0" y="6858000"/>
                </a:lnTo>
                <a:lnTo>
                  <a:pt x="0" y="5860486"/>
                </a:lnTo>
                <a:lnTo>
                  <a:pt x="0" y="1104402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396000" tIns="612000" rIns="576000" bIns="914400" rtlCol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6875AC1-186F-4F1F-B7EF-24D7150A24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888164" y="1557339"/>
            <a:ext cx="4895850" cy="3877200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add content. When pasting copy from other slides, be sure to right-click and choose ‘Keep text only’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73C6320D-F937-4522-9E69-DB2AAD8AEA2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888163" y="5513070"/>
            <a:ext cx="4895850" cy="687705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8972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39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981" userDrawn="1">
          <p15:clr>
            <a:srgbClr val="A4A3A4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alu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695E3A6-F648-449D-A3F5-AFFD89818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139499" y="1871971"/>
            <a:ext cx="2252662" cy="22510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 dirty="0"/>
              <a:t>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B83890-60A2-4CD7-8433-61AD833DB4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9" y="4213225"/>
            <a:ext cx="3563936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94EA0F6-AA52-4217-A12C-1EE4C8D0E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968875" y="1871971"/>
            <a:ext cx="2252662" cy="225107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897F438E-420B-4461-8166-2D78133EC32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14032" y="4213225"/>
            <a:ext cx="3563936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1AD9650E-2955-437F-952D-0694E47BF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799513" y="1871971"/>
            <a:ext cx="2252662" cy="22510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09ECF59E-500C-4172-89D4-A1C57F00AC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20075" y="4213225"/>
            <a:ext cx="3563936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3F930-38D6-455D-84C2-DD9D1E30F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AA42A745-9907-45EF-9B18-E061ED71F0D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5BA28-9268-48CE-8962-39F56ADB8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6061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502" userDrawn="1">
          <p15:clr>
            <a:srgbClr val="A4A3A4"/>
          </p15:clr>
        </p15:guide>
        <p15:guide id="4" pos="2706" userDrawn="1">
          <p15:clr>
            <a:srgbClr val="A4A3A4"/>
          </p15:clr>
        </p15:guide>
        <p15:guide id="7" pos="4974" userDrawn="1">
          <p15:clr>
            <a:srgbClr val="A4A3A4"/>
          </p15:clr>
        </p15:guide>
        <p15:guide id="8" pos="5178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alu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695E3A6-F648-449D-A3F5-AFFD89818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68658" y="1871971"/>
            <a:ext cx="2252662" cy="22510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31A1C981-C34F-4AC8-BCBC-EF60A8404D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9" y="4213225"/>
            <a:ext cx="2592386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94EA0F6-AA52-4217-A12C-1EE4C8D0E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502666" y="1871971"/>
            <a:ext cx="2252662" cy="225107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E6C688A6-EC75-41E6-89E3-785616D882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38933" y="4213225"/>
            <a:ext cx="2592386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1AD9650E-2955-437F-952D-0694E47BF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436674" y="1871971"/>
            <a:ext cx="2252662" cy="22510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349FDEF-1604-484C-9A37-E1053654FA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69877" y="4213225"/>
            <a:ext cx="2592386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6" name="Picture Placeholder 18">
            <a:extLst>
              <a:ext uri="{FF2B5EF4-FFF2-40B4-BE49-F238E27FC236}">
                <a16:creationId xmlns:a16="http://schemas.microsoft.com/office/drawing/2014/main" id="{1B57E0F9-4409-404D-8624-8F353C89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370682" y="1871971"/>
            <a:ext cx="2252662" cy="2251075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10DF9533-79B3-42E2-8B9E-0451E535180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00820" y="4213225"/>
            <a:ext cx="2592386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6F65E95C-9C1A-45B9-A2D2-B58B0FB5236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6003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1890" userDrawn="1">
          <p15:clr>
            <a:srgbClr val="A4A3A4"/>
          </p15:clr>
        </p15:guide>
        <p15:guide id="4" pos="2094" userDrawn="1">
          <p15:clr>
            <a:srgbClr val="A4A3A4"/>
          </p15:clr>
        </p15:guide>
        <p15:guide id="5" pos="3727" userDrawn="1">
          <p15:clr>
            <a:srgbClr val="A4A3A4"/>
          </p15:clr>
        </p15:guide>
        <p15:guide id="6" pos="3953" userDrawn="1">
          <p15:clr>
            <a:srgbClr val="A4A3A4"/>
          </p15:clr>
        </p15:guide>
        <p15:guide id="9" pos="5586" userDrawn="1">
          <p15:clr>
            <a:srgbClr val="A4A3A4"/>
          </p15:clr>
        </p15:guide>
        <p15:guide id="10" pos="5790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alu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695E3A6-F648-449D-A3F5-AFFD89818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51619" y="1871971"/>
            <a:ext cx="1814648" cy="18133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D71BD9E1-B9EE-42D7-BC3C-DA841714C7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9" y="3927674"/>
            <a:ext cx="2124074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94EA0F6-AA52-4217-A12C-1EE4C8D0E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870147" y="1871971"/>
            <a:ext cx="1814648" cy="181337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CCE0E71-4EE2-4453-811E-324C358A3D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711450" y="3927674"/>
            <a:ext cx="2124074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1AD9650E-2955-437F-952D-0694E47BF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188675" y="1871971"/>
            <a:ext cx="1814648" cy="181337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029DFBF2-A17F-4774-A847-25FC10C3676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16500" y="3927674"/>
            <a:ext cx="2158999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26" name="Picture Placeholder 18">
            <a:extLst>
              <a:ext uri="{FF2B5EF4-FFF2-40B4-BE49-F238E27FC236}">
                <a16:creationId xmlns:a16="http://schemas.microsoft.com/office/drawing/2014/main" id="{1B57E0F9-4409-404D-8624-8F353C89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511188" y="1871971"/>
            <a:ext cx="1814648" cy="181337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72086D3-E443-4D05-8160-29E2B792B7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56475" y="3927674"/>
            <a:ext cx="2124074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15" name="Picture Placeholder 18">
            <a:extLst>
              <a:ext uri="{FF2B5EF4-FFF2-40B4-BE49-F238E27FC236}">
                <a16:creationId xmlns:a16="http://schemas.microsoft.com/office/drawing/2014/main" id="{1DFC729E-ACCA-470B-9E2F-8BB96EC99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814650" y="1871971"/>
            <a:ext cx="1814648" cy="181337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D7CFDA92-B7D3-45FE-997C-88AF5348E98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59937" y="3927674"/>
            <a:ext cx="2124074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 dirty="0"/>
              <a:t>Supporting text goes here.</a:t>
            </a:r>
            <a:br>
              <a:rPr lang="en-US" dirty="0"/>
            </a:br>
            <a:r>
              <a:rPr lang="en-US" dirty="0"/>
              <a:t>Change lens to preferred background </a:t>
            </a:r>
            <a:r>
              <a:rPr lang="en-US" dirty="0" err="1"/>
              <a:t>colour</a:t>
            </a:r>
            <a:r>
              <a:rPr lang="en-US" dirty="0"/>
              <a:t> before inserting an icon.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 Placeholder 96">
            <a:extLst>
              <a:ext uri="{FF2B5EF4-FFF2-40B4-BE49-F238E27FC236}">
                <a16:creationId xmlns:a16="http://schemas.microsoft.com/office/drawing/2014/main" id="{E55FEA9E-88F1-4D2F-9402-729ADDB70C5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5640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95" userDrawn="1">
          <p15:clr>
            <a:srgbClr val="A4A3A4"/>
          </p15:clr>
        </p15:guide>
        <p15:guide id="2" pos="1708" userDrawn="1">
          <p15:clr>
            <a:srgbClr val="A4A3A4"/>
          </p15:clr>
        </p15:guide>
        <p15:guide id="3" pos="3046" userDrawn="1">
          <p15:clr>
            <a:srgbClr val="A4A3A4"/>
          </p15:clr>
        </p15:guide>
        <p15:guide id="4" pos="3160" userDrawn="1">
          <p15:clr>
            <a:srgbClr val="A4A3A4"/>
          </p15:clr>
        </p15:guide>
        <p15:guide id="5" pos="4520" userDrawn="1">
          <p15:clr>
            <a:srgbClr val="A4A3A4"/>
          </p15:clr>
        </p15:guide>
        <p15:guide id="6" pos="4634" userDrawn="1">
          <p15:clr>
            <a:srgbClr val="A4A3A4"/>
          </p15:clr>
        </p15:guide>
        <p15:guide id="9" pos="5972" userDrawn="1">
          <p15:clr>
            <a:srgbClr val="A4A3A4"/>
          </p15:clr>
        </p15:guide>
        <p15:guide id="10" pos="6085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FA623EFF-7CE7-F648-8FCD-6272DCC6DDEC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875343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Alternativ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2DF5099-62D1-4656-B26C-07955959FE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388" y="744537"/>
            <a:ext cx="5135562" cy="5135562"/>
          </a:xfrm>
          <a:custGeom>
            <a:avLst/>
            <a:gdLst>
              <a:gd name="connsiteX0" fmla="*/ 3035300 w 6070600"/>
              <a:gd name="connsiteY0" fmla="*/ 0 h 6070600"/>
              <a:gd name="connsiteX1" fmla="*/ 3647019 w 6070600"/>
              <a:gd name="connsiteY1" fmla="*/ 61667 h 6070600"/>
              <a:gd name="connsiteX2" fmla="*/ 3789752 w 6070600"/>
              <a:gd name="connsiteY2" fmla="*/ 98367 h 6070600"/>
              <a:gd name="connsiteX3" fmla="*/ 3789752 w 6070600"/>
              <a:gd name="connsiteY3" fmla="*/ 98367 h 6070600"/>
              <a:gd name="connsiteX4" fmla="*/ 3817989 w 6070600"/>
              <a:gd name="connsiteY4" fmla="*/ 105627 h 6070600"/>
              <a:gd name="connsiteX5" fmla="*/ 3937906 w 6070600"/>
              <a:gd name="connsiteY5" fmla="*/ 136461 h 6070600"/>
              <a:gd name="connsiteX6" fmla="*/ 4194228 w 6070600"/>
              <a:gd name="connsiteY6" fmla="*/ 230276 h 6070600"/>
              <a:gd name="connsiteX7" fmla="*/ 4272436 w 6070600"/>
              <a:gd name="connsiteY7" fmla="*/ 265342 h 6070600"/>
              <a:gd name="connsiteX8" fmla="*/ 4441383 w 6070600"/>
              <a:gd name="connsiteY8" fmla="*/ 346728 h 6070600"/>
              <a:gd name="connsiteX9" fmla="*/ 4526154 w 6070600"/>
              <a:gd name="connsiteY9" fmla="*/ 393105 h 6070600"/>
              <a:gd name="connsiteX10" fmla="*/ 4681392 w 6070600"/>
              <a:gd name="connsiteY10" fmla="*/ 487414 h 6070600"/>
              <a:gd name="connsiteX11" fmla="*/ 4757518 w 6070600"/>
              <a:gd name="connsiteY11" fmla="*/ 537190 h 6070600"/>
              <a:gd name="connsiteX12" fmla="*/ 4931089 w 6070600"/>
              <a:gd name="connsiteY12" fmla="*/ 666984 h 6070600"/>
              <a:gd name="connsiteX13" fmla="*/ 4972038 w 6070600"/>
              <a:gd name="connsiteY13" fmla="*/ 698573 h 6070600"/>
              <a:gd name="connsiteX14" fmla="*/ 5169719 w 6070600"/>
              <a:gd name="connsiteY14" fmla="*/ 878237 h 6070600"/>
              <a:gd name="connsiteX15" fmla="*/ 5220040 w 6070600"/>
              <a:gd name="connsiteY15" fmla="*/ 931334 h 6070600"/>
              <a:gd name="connsiteX16" fmla="*/ 5351649 w 6070600"/>
              <a:gd name="connsiteY16" fmla="*/ 1076140 h 6070600"/>
              <a:gd name="connsiteX17" fmla="*/ 5411013 w 6070600"/>
              <a:gd name="connsiteY17" fmla="*/ 1149404 h 6070600"/>
              <a:gd name="connsiteX18" fmla="*/ 5518492 w 6070600"/>
              <a:gd name="connsiteY18" fmla="*/ 1293133 h 6070600"/>
              <a:gd name="connsiteX19" fmla="*/ 5572142 w 6070600"/>
              <a:gd name="connsiteY19" fmla="*/ 1371030 h 6070600"/>
              <a:gd name="connsiteX20" fmla="*/ 5674235 w 6070600"/>
              <a:gd name="connsiteY20" fmla="*/ 1539081 h 6070600"/>
              <a:gd name="connsiteX21" fmla="*/ 5711243 w 6070600"/>
              <a:gd name="connsiteY21" fmla="*/ 1602999 h 6070600"/>
              <a:gd name="connsiteX22" fmla="*/ 5828486 w 6070600"/>
              <a:gd name="connsiteY22" fmla="*/ 1846382 h 6070600"/>
              <a:gd name="connsiteX23" fmla="*/ 5847251 w 6070600"/>
              <a:gd name="connsiteY23" fmla="*/ 1895299 h 6070600"/>
              <a:gd name="connsiteX24" fmla="*/ 5923089 w 6070600"/>
              <a:gd name="connsiteY24" fmla="*/ 2102503 h 6070600"/>
              <a:gd name="connsiteX25" fmla="*/ 5949298 w 6070600"/>
              <a:gd name="connsiteY25" fmla="*/ 2191649 h 6070600"/>
              <a:gd name="connsiteX26" fmla="*/ 5995703 w 6070600"/>
              <a:gd name="connsiteY26" fmla="*/ 2372124 h 6070600"/>
              <a:gd name="connsiteX27" fmla="*/ 6024462 w 6070600"/>
              <a:gd name="connsiteY27" fmla="*/ 2510537 h 6070600"/>
              <a:gd name="connsiteX28" fmla="*/ 6031283 w 6070600"/>
              <a:gd name="connsiteY28" fmla="*/ 2548729 h 6070600"/>
              <a:gd name="connsiteX29" fmla="*/ 6057844 w 6070600"/>
              <a:gd name="connsiteY29" fmla="*/ 2763290 h 6070600"/>
              <a:gd name="connsiteX30" fmla="*/ 6061300 w 6070600"/>
              <a:gd name="connsiteY30" fmla="*/ 2808740 h 6070600"/>
              <a:gd name="connsiteX31" fmla="*/ 6070600 w 6070600"/>
              <a:gd name="connsiteY31" fmla="*/ 3035300 h 6070600"/>
              <a:gd name="connsiteX32" fmla="*/ 6062723 w 6070600"/>
              <a:gd name="connsiteY32" fmla="*/ 3243146 h 6070600"/>
              <a:gd name="connsiteX33" fmla="*/ 6058818 w 6070600"/>
              <a:gd name="connsiteY33" fmla="*/ 3294506 h 6070600"/>
              <a:gd name="connsiteX34" fmla="*/ 6035627 w 6070600"/>
              <a:gd name="connsiteY34" fmla="*/ 3497545 h 6070600"/>
              <a:gd name="connsiteX35" fmla="*/ 6035627 w 6070600"/>
              <a:gd name="connsiteY35" fmla="*/ 3497546 h 6070600"/>
              <a:gd name="connsiteX36" fmla="*/ 6035626 w 6070600"/>
              <a:gd name="connsiteY36" fmla="*/ 3497550 h 6070600"/>
              <a:gd name="connsiteX37" fmla="*/ 6001364 w 6070600"/>
              <a:gd name="connsiteY37" fmla="*/ 3676459 h 6070600"/>
              <a:gd name="connsiteX38" fmla="*/ 5934139 w 6070600"/>
              <a:gd name="connsiteY38" fmla="*/ 3937906 h 6070600"/>
              <a:gd name="connsiteX39" fmla="*/ 5842195 w 6070600"/>
              <a:gd name="connsiteY39" fmla="*/ 4189117 h 6070600"/>
              <a:gd name="connsiteX40" fmla="*/ 5810609 w 6070600"/>
              <a:gd name="connsiteY40" fmla="*/ 4261328 h 6070600"/>
              <a:gd name="connsiteX41" fmla="*/ 5725424 w 6070600"/>
              <a:gd name="connsiteY41" fmla="*/ 4438163 h 6070600"/>
              <a:gd name="connsiteX42" fmla="*/ 5688952 w 6070600"/>
              <a:gd name="connsiteY42" fmla="*/ 4507296 h 6070600"/>
              <a:gd name="connsiteX43" fmla="*/ 5552219 w 6070600"/>
              <a:gd name="connsiteY43" fmla="*/ 4732365 h 6070600"/>
              <a:gd name="connsiteX44" fmla="*/ 5394921 w 6070600"/>
              <a:gd name="connsiteY44" fmla="*/ 4942717 h 6070600"/>
              <a:gd name="connsiteX45" fmla="*/ 5344783 w 6070600"/>
              <a:gd name="connsiteY45" fmla="*/ 5002015 h 6070600"/>
              <a:gd name="connsiteX46" fmla="*/ 5214216 w 6070600"/>
              <a:gd name="connsiteY46" fmla="*/ 5145674 h 6070600"/>
              <a:gd name="connsiteX47" fmla="*/ 5160026 w 6070600"/>
              <a:gd name="connsiteY47" fmla="*/ 5201173 h 6070600"/>
              <a:gd name="connsiteX48" fmla="*/ 4966033 w 6070600"/>
              <a:gd name="connsiteY48" fmla="*/ 5377485 h 6070600"/>
              <a:gd name="connsiteX49" fmla="*/ 4755837 w 6070600"/>
              <a:gd name="connsiteY49" fmla="*/ 5534667 h 6070600"/>
              <a:gd name="connsiteX50" fmla="*/ 4690842 w 6070600"/>
              <a:gd name="connsiteY50" fmla="*/ 5577445 h 6070600"/>
              <a:gd name="connsiteX51" fmla="*/ 4524051 w 6070600"/>
              <a:gd name="connsiteY51" fmla="*/ 5678773 h 6070600"/>
              <a:gd name="connsiteX52" fmla="*/ 4455737 w 6070600"/>
              <a:gd name="connsiteY52" fmla="*/ 5716958 h 6070600"/>
              <a:gd name="connsiteX53" fmla="*/ 4216777 w 6070600"/>
              <a:gd name="connsiteY53" fmla="*/ 5832071 h 6070600"/>
              <a:gd name="connsiteX54" fmla="*/ 4216776 w 6070600"/>
              <a:gd name="connsiteY54" fmla="*/ 5832071 h 6070600"/>
              <a:gd name="connsiteX55" fmla="*/ 4199821 w 6070600"/>
              <a:gd name="connsiteY55" fmla="*/ 5838277 h 6070600"/>
              <a:gd name="connsiteX56" fmla="*/ 3937906 w 6070600"/>
              <a:gd name="connsiteY56" fmla="*/ 5934139 h 6070600"/>
              <a:gd name="connsiteX57" fmla="*/ 3035300 w 6070600"/>
              <a:gd name="connsiteY57" fmla="*/ 6070600 h 6070600"/>
              <a:gd name="connsiteX58" fmla="*/ 0 w 6070600"/>
              <a:gd name="connsiteY58" fmla="*/ 3035300 h 6070600"/>
              <a:gd name="connsiteX59" fmla="*/ 3035300 w 6070600"/>
              <a:gd name="connsiteY59" fmla="*/ 0 h 607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6070600" h="6070600">
                <a:moveTo>
                  <a:pt x="3035300" y="0"/>
                </a:moveTo>
                <a:cubicBezTo>
                  <a:pt x="3244844" y="0"/>
                  <a:pt x="3449428" y="21234"/>
                  <a:pt x="3647019" y="61667"/>
                </a:cubicBezTo>
                <a:lnTo>
                  <a:pt x="3789752" y="98367"/>
                </a:lnTo>
                <a:lnTo>
                  <a:pt x="3789752" y="98367"/>
                </a:lnTo>
                <a:lnTo>
                  <a:pt x="3817989" y="105627"/>
                </a:lnTo>
                <a:lnTo>
                  <a:pt x="3937906" y="136461"/>
                </a:lnTo>
                <a:lnTo>
                  <a:pt x="4194228" y="230276"/>
                </a:lnTo>
                <a:lnTo>
                  <a:pt x="4272436" y="265342"/>
                </a:lnTo>
                <a:lnTo>
                  <a:pt x="4441383" y="346728"/>
                </a:lnTo>
                <a:lnTo>
                  <a:pt x="4526154" y="393105"/>
                </a:lnTo>
                <a:lnTo>
                  <a:pt x="4681392" y="487414"/>
                </a:lnTo>
                <a:lnTo>
                  <a:pt x="4757518" y="537190"/>
                </a:lnTo>
                <a:lnTo>
                  <a:pt x="4931089" y="666984"/>
                </a:lnTo>
                <a:lnTo>
                  <a:pt x="4972038" y="698573"/>
                </a:lnTo>
                <a:lnTo>
                  <a:pt x="5169719" y="878237"/>
                </a:lnTo>
                <a:lnTo>
                  <a:pt x="5220040" y="931334"/>
                </a:lnTo>
                <a:lnTo>
                  <a:pt x="5351649" y="1076140"/>
                </a:lnTo>
                <a:lnTo>
                  <a:pt x="5411013" y="1149404"/>
                </a:lnTo>
                <a:lnTo>
                  <a:pt x="5518492" y="1293133"/>
                </a:lnTo>
                <a:lnTo>
                  <a:pt x="5572142" y="1371030"/>
                </a:lnTo>
                <a:lnTo>
                  <a:pt x="5674235" y="1539081"/>
                </a:lnTo>
                <a:lnTo>
                  <a:pt x="5711243" y="1602999"/>
                </a:lnTo>
                <a:lnTo>
                  <a:pt x="5828486" y="1846382"/>
                </a:lnTo>
                <a:lnTo>
                  <a:pt x="5847251" y="1895299"/>
                </a:lnTo>
                <a:lnTo>
                  <a:pt x="5923089" y="2102503"/>
                </a:lnTo>
                <a:lnTo>
                  <a:pt x="5949298" y="2191649"/>
                </a:lnTo>
                <a:lnTo>
                  <a:pt x="5995703" y="2372124"/>
                </a:lnTo>
                <a:lnTo>
                  <a:pt x="6024462" y="2510537"/>
                </a:lnTo>
                <a:lnTo>
                  <a:pt x="6031283" y="2548729"/>
                </a:lnTo>
                <a:lnTo>
                  <a:pt x="6057844" y="2763290"/>
                </a:lnTo>
                <a:lnTo>
                  <a:pt x="6061300" y="2808740"/>
                </a:lnTo>
                <a:lnTo>
                  <a:pt x="6070600" y="3035300"/>
                </a:lnTo>
                <a:lnTo>
                  <a:pt x="6062723" y="3243146"/>
                </a:lnTo>
                <a:lnTo>
                  <a:pt x="6058818" y="3294506"/>
                </a:lnTo>
                <a:lnTo>
                  <a:pt x="6035627" y="3497545"/>
                </a:lnTo>
                <a:lnTo>
                  <a:pt x="6035627" y="3497546"/>
                </a:lnTo>
                <a:lnTo>
                  <a:pt x="6035626" y="3497550"/>
                </a:lnTo>
                <a:lnTo>
                  <a:pt x="6001364" y="3676459"/>
                </a:lnTo>
                <a:lnTo>
                  <a:pt x="5934139" y="3937906"/>
                </a:lnTo>
                <a:lnTo>
                  <a:pt x="5842195" y="4189117"/>
                </a:lnTo>
                <a:lnTo>
                  <a:pt x="5810609" y="4261328"/>
                </a:lnTo>
                <a:lnTo>
                  <a:pt x="5725424" y="4438163"/>
                </a:lnTo>
                <a:lnTo>
                  <a:pt x="5688952" y="4507296"/>
                </a:lnTo>
                <a:lnTo>
                  <a:pt x="5552219" y="4732365"/>
                </a:lnTo>
                <a:lnTo>
                  <a:pt x="5394921" y="4942717"/>
                </a:lnTo>
                <a:lnTo>
                  <a:pt x="5344783" y="5002015"/>
                </a:lnTo>
                <a:lnTo>
                  <a:pt x="5214216" y="5145674"/>
                </a:lnTo>
                <a:lnTo>
                  <a:pt x="5160026" y="5201173"/>
                </a:lnTo>
                <a:lnTo>
                  <a:pt x="4966033" y="5377485"/>
                </a:lnTo>
                <a:lnTo>
                  <a:pt x="4755837" y="5534667"/>
                </a:lnTo>
                <a:lnTo>
                  <a:pt x="4690842" y="5577445"/>
                </a:lnTo>
                <a:lnTo>
                  <a:pt x="4524051" y="5678773"/>
                </a:lnTo>
                <a:lnTo>
                  <a:pt x="4455737" y="5716958"/>
                </a:lnTo>
                <a:lnTo>
                  <a:pt x="4216777" y="5832071"/>
                </a:lnTo>
                <a:lnTo>
                  <a:pt x="4216776" y="5832071"/>
                </a:lnTo>
                <a:lnTo>
                  <a:pt x="4199821" y="5838277"/>
                </a:lnTo>
                <a:lnTo>
                  <a:pt x="3937906" y="5934139"/>
                </a:lnTo>
                <a:cubicBezTo>
                  <a:pt x="3652773" y="6022825"/>
                  <a:pt x="3349616" y="6070600"/>
                  <a:pt x="3035300" y="6070600"/>
                </a:cubicBezTo>
                <a:cubicBezTo>
                  <a:pt x="1358950" y="6070600"/>
                  <a:pt x="0" y="4711650"/>
                  <a:pt x="0" y="3035300"/>
                </a:cubicBezTo>
                <a:cubicBezTo>
                  <a:pt x="0" y="1358950"/>
                  <a:pt x="1358950" y="0"/>
                  <a:pt x="303530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0" anchor="ctr" anchorCtr="0">
            <a:normAutofit/>
          </a:bodyPr>
          <a:lstStyle>
            <a:lvl1pPr algn="ctr"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key statement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3AE41C11-E666-4A3A-8B9C-2D2073391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0" y="-1"/>
            <a:ext cx="12192000" cy="6858001"/>
          </a:xfrm>
          <a:custGeom>
            <a:avLst/>
            <a:gdLst>
              <a:gd name="connsiteX0" fmla="*/ 11696741 w 12192000"/>
              <a:gd name="connsiteY0" fmla="*/ 6413786 h 6858001"/>
              <a:gd name="connsiteX1" fmla="*/ 11675409 w 12192000"/>
              <a:gd name="connsiteY1" fmla="*/ 6438944 h 6858001"/>
              <a:gd name="connsiteX2" fmla="*/ 11730040 w 12192000"/>
              <a:gd name="connsiteY2" fmla="*/ 6517531 h 6858001"/>
              <a:gd name="connsiteX3" fmla="*/ 11787273 w 12192000"/>
              <a:gd name="connsiteY3" fmla="*/ 6510528 h 6858001"/>
              <a:gd name="connsiteX4" fmla="*/ 11788053 w 12192000"/>
              <a:gd name="connsiteY4" fmla="*/ 6506379 h 6858001"/>
              <a:gd name="connsiteX5" fmla="*/ 11792216 w 12192000"/>
              <a:gd name="connsiteY5" fmla="*/ 6478367 h 6858001"/>
              <a:gd name="connsiteX6" fmla="*/ 11758396 w 12192000"/>
              <a:gd name="connsiteY6" fmla="*/ 6463843 h 6858001"/>
              <a:gd name="connsiteX7" fmla="*/ 11760738 w 12192000"/>
              <a:gd name="connsiteY7" fmla="*/ 6499895 h 6858001"/>
              <a:gd name="connsiteX8" fmla="*/ 11760738 w 12192000"/>
              <a:gd name="connsiteY8" fmla="*/ 6504304 h 6858001"/>
              <a:gd name="connsiteX9" fmla="*/ 11744088 w 12192000"/>
              <a:gd name="connsiteY9" fmla="*/ 6515456 h 6858001"/>
              <a:gd name="connsiteX10" fmla="*/ 11688156 w 12192000"/>
              <a:gd name="connsiteY10" fmla="*/ 6432460 h 6858001"/>
              <a:gd name="connsiteX11" fmla="*/ 11689457 w 12192000"/>
              <a:gd name="connsiteY11" fmla="*/ 6431164 h 6858001"/>
              <a:gd name="connsiteX12" fmla="*/ 11690237 w 12192000"/>
              <a:gd name="connsiteY12" fmla="*/ 6431682 h 6858001"/>
              <a:gd name="connsiteX13" fmla="*/ 11690498 w 12192000"/>
              <a:gd name="connsiteY13" fmla="*/ 6431682 h 6858001"/>
              <a:gd name="connsiteX14" fmla="*/ 11758136 w 12192000"/>
              <a:gd name="connsiteY14" fmla="*/ 6459175 h 6858001"/>
              <a:gd name="connsiteX15" fmla="*/ 11792476 w 12192000"/>
              <a:gd name="connsiteY15" fmla="*/ 6473958 h 6858001"/>
              <a:gd name="connsiteX16" fmla="*/ 11819531 w 12192000"/>
              <a:gd name="connsiteY16" fmla="*/ 6486926 h 6858001"/>
              <a:gd name="connsiteX17" fmla="*/ 11831758 w 12192000"/>
              <a:gd name="connsiteY17" fmla="*/ 6503785 h 6858001"/>
              <a:gd name="connsiteX18" fmla="*/ 11679831 w 12192000"/>
              <a:gd name="connsiteY18" fmla="*/ 6616867 h 6858001"/>
              <a:gd name="connsiteX19" fmla="*/ 11679311 w 12192000"/>
              <a:gd name="connsiteY19" fmla="*/ 6617386 h 6858001"/>
              <a:gd name="connsiteX20" fmla="*/ 11678271 w 12192000"/>
              <a:gd name="connsiteY20" fmla="*/ 6618942 h 6858001"/>
              <a:gd name="connsiteX21" fmla="*/ 11678010 w 12192000"/>
              <a:gd name="connsiteY21" fmla="*/ 6619461 h 6858001"/>
              <a:gd name="connsiteX22" fmla="*/ 11673328 w 12192000"/>
              <a:gd name="connsiteY22" fmla="*/ 6633725 h 6858001"/>
              <a:gd name="connsiteX23" fmla="*/ 11692319 w 12192000"/>
              <a:gd name="connsiteY23" fmla="*/ 6657587 h 6858001"/>
              <a:gd name="connsiteX24" fmla="*/ 11705066 w 12192000"/>
              <a:gd name="connsiteY24" fmla="*/ 6659921 h 6858001"/>
              <a:gd name="connsiteX25" fmla="*/ 11707667 w 12192000"/>
              <a:gd name="connsiteY25" fmla="*/ 6660180 h 6858001"/>
              <a:gd name="connsiteX26" fmla="*/ 11833840 w 12192000"/>
              <a:gd name="connsiteY26" fmla="*/ 6635282 h 6858001"/>
              <a:gd name="connsiteX27" fmla="*/ 11843465 w 12192000"/>
              <a:gd name="connsiteY27" fmla="*/ 6609086 h 6858001"/>
              <a:gd name="connsiteX28" fmla="*/ 11799500 w 12192000"/>
              <a:gd name="connsiteY28" fmla="*/ 6583409 h 6858001"/>
              <a:gd name="connsiteX29" fmla="*/ 11790135 w 12192000"/>
              <a:gd name="connsiteY29" fmla="*/ 6589634 h 6858001"/>
              <a:gd name="connsiteX30" fmla="*/ 11825255 w 12192000"/>
              <a:gd name="connsiteY30" fmla="*/ 6612976 h 6858001"/>
              <a:gd name="connsiteX31" fmla="*/ 11823434 w 12192000"/>
              <a:gd name="connsiteY31" fmla="*/ 6616608 h 6858001"/>
              <a:gd name="connsiteX32" fmla="*/ 11821092 w 12192000"/>
              <a:gd name="connsiteY32" fmla="*/ 6616608 h 6858001"/>
              <a:gd name="connsiteX33" fmla="*/ 11743568 w 12192000"/>
              <a:gd name="connsiteY33" fmla="*/ 6621795 h 6858001"/>
              <a:gd name="connsiteX34" fmla="*/ 11736284 w 12192000"/>
              <a:gd name="connsiteY34" fmla="*/ 6622054 h 6858001"/>
              <a:gd name="connsiteX35" fmla="*/ 11748251 w 12192000"/>
              <a:gd name="connsiteY35" fmla="*/ 6612458 h 6858001"/>
              <a:gd name="connsiteX36" fmla="*/ 11871301 w 12192000"/>
              <a:gd name="connsiteY36" fmla="*/ 6530240 h 6858001"/>
              <a:gd name="connsiteX37" fmla="*/ 11841124 w 12192000"/>
              <a:gd name="connsiteY37" fmla="*/ 6451912 h 6858001"/>
              <a:gd name="connsiteX38" fmla="*/ 11696741 w 12192000"/>
              <a:gd name="connsiteY38" fmla="*/ 6413786 h 6858001"/>
              <a:gd name="connsiteX39" fmla="*/ 11759176 w 12192000"/>
              <a:gd name="connsiteY39" fmla="*/ 6303891 h 6858001"/>
              <a:gd name="connsiteX40" fmla="*/ 11641467 w 12192000"/>
              <a:gd name="connsiteY40" fmla="*/ 6408732 h 6858001"/>
              <a:gd name="connsiteX41" fmla="*/ 11597457 w 12192000"/>
              <a:gd name="connsiteY41" fmla="*/ 6477501 h 6858001"/>
              <a:gd name="connsiteX42" fmla="*/ 11615946 w 12192000"/>
              <a:gd name="connsiteY42" fmla="*/ 6498261 h 6858001"/>
              <a:gd name="connsiteX43" fmla="*/ 11737041 w 12192000"/>
              <a:gd name="connsiteY43" fmla="*/ 6560802 h 6858001"/>
              <a:gd name="connsiteX44" fmla="*/ 11746676 w 12192000"/>
              <a:gd name="connsiteY44" fmla="*/ 6554834 h 6858001"/>
              <a:gd name="connsiteX45" fmla="*/ 11639384 w 12192000"/>
              <a:gd name="connsiteY45" fmla="*/ 6495666 h 6858001"/>
              <a:gd name="connsiteX46" fmla="*/ 11622717 w 12192000"/>
              <a:gd name="connsiteY46" fmla="*/ 6480096 h 6858001"/>
              <a:gd name="connsiteX47" fmla="*/ 11652405 w 12192000"/>
              <a:gd name="connsiteY47" fmla="*/ 6448955 h 6858001"/>
              <a:gd name="connsiteX48" fmla="*/ 11668811 w 12192000"/>
              <a:gd name="connsiteY48" fmla="*/ 6432606 h 6858001"/>
              <a:gd name="connsiteX49" fmla="*/ 11670895 w 12192000"/>
              <a:gd name="connsiteY49" fmla="*/ 6415738 h 6858001"/>
              <a:gd name="connsiteX50" fmla="*/ 11692249 w 12192000"/>
              <a:gd name="connsiteY50" fmla="*/ 6408991 h 6858001"/>
              <a:gd name="connsiteX51" fmla="*/ 11720374 w 12192000"/>
              <a:gd name="connsiteY51" fmla="*/ 6380705 h 6858001"/>
              <a:gd name="connsiteX52" fmla="*/ 11743291 w 12192000"/>
              <a:gd name="connsiteY52" fmla="*/ 6362799 h 6858001"/>
              <a:gd name="connsiteX53" fmla="*/ 11749801 w 12192000"/>
              <a:gd name="connsiteY53" fmla="*/ 6375255 h 6858001"/>
              <a:gd name="connsiteX54" fmla="*/ 11754749 w 12192000"/>
              <a:gd name="connsiteY54" fmla="*/ 6420669 h 6858001"/>
              <a:gd name="connsiteX55" fmla="*/ 11793812 w 12192000"/>
              <a:gd name="connsiteY55" fmla="*/ 6431568 h 6858001"/>
              <a:gd name="connsiteX56" fmla="*/ 11759176 w 12192000"/>
              <a:gd name="connsiteY56" fmla="*/ 6303891 h 6858001"/>
              <a:gd name="connsiteX57" fmla="*/ 0 w 12192000"/>
              <a:gd name="connsiteY57" fmla="*/ 0 h 6858001"/>
              <a:gd name="connsiteX58" fmla="*/ 12192000 w 12192000"/>
              <a:gd name="connsiteY58" fmla="*/ 0 h 6858001"/>
              <a:gd name="connsiteX59" fmla="*/ 12192000 w 12192000"/>
              <a:gd name="connsiteY59" fmla="*/ 6858001 h 6858001"/>
              <a:gd name="connsiteX60" fmla="*/ 0 w 12192000"/>
              <a:gd name="connsiteY60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2192000" h="6858001">
                <a:moveTo>
                  <a:pt x="11696741" y="6413786"/>
                </a:moveTo>
                <a:cubicBezTo>
                  <a:pt x="11675409" y="6410933"/>
                  <a:pt x="11666824" y="6418714"/>
                  <a:pt x="11675409" y="6438944"/>
                </a:cubicBezTo>
                <a:cubicBezTo>
                  <a:pt x="11684254" y="6458915"/>
                  <a:pt x="11706627" y="6492373"/>
                  <a:pt x="11730040" y="6517531"/>
                </a:cubicBezTo>
                <a:cubicBezTo>
                  <a:pt x="11753714" y="6542430"/>
                  <a:pt x="11779208" y="6549433"/>
                  <a:pt x="11787273" y="6510528"/>
                </a:cubicBezTo>
                <a:cubicBezTo>
                  <a:pt x="11787533" y="6509232"/>
                  <a:pt x="11787793" y="6507935"/>
                  <a:pt x="11788053" y="6506379"/>
                </a:cubicBezTo>
                <a:cubicBezTo>
                  <a:pt x="11789874" y="6496523"/>
                  <a:pt x="11791435" y="6486926"/>
                  <a:pt x="11792216" y="6478367"/>
                </a:cubicBezTo>
                <a:cubicBezTo>
                  <a:pt x="11781810" y="6473699"/>
                  <a:pt x="11770103" y="6468771"/>
                  <a:pt x="11758396" y="6463843"/>
                </a:cubicBezTo>
                <a:cubicBezTo>
                  <a:pt x="11759177" y="6472661"/>
                  <a:pt x="11760217" y="6487964"/>
                  <a:pt x="11760738" y="6499895"/>
                </a:cubicBezTo>
                <a:cubicBezTo>
                  <a:pt x="11760738" y="6501191"/>
                  <a:pt x="11760738" y="6502748"/>
                  <a:pt x="11760738" y="6504304"/>
                </a:cubicBezTo>
                <a:cubicBezTo>
                  <a:pt x="11761518" y="6523237"/>
                  <a:pt x="11755014" y="6523237"/>
                  <a:pt x="11744088" y="6515456"/>
                </a:cubicBezTo>
                <a:cubicBezTo>
                  <a:pt x="11731341" y="6506379"/>
                  <a:pt x="11692579" y="6455284"/>
                  <a:pt x="11688156" y="6432460"/>
                </a:cubicBezTo>
                <a:cubicBezTo>
                  <a:pt x="11687896" y="6431164"/>
                  <a:pt x="11688676" y="6430904"/>
                  <a:pt x="11689457" y="6431164"/>
                </a:cubicBezTo>
                <a:cubicBezTo>
                  <a:pt x="11689717" y="6431423"/>
                  <a:pt x="11689977" y="6431423"/>
                  <a:pt x="11690237" y="6431682"/>
                </a:cubicBezTo>
                <a:cubicBezTo>
                  <a:pt x="11690237" y="6431682"/>
                  <a:pt x="11690237" y="6431682"/>
                  <a:pt x="11690498" y="6431682"/>
                </a:cubicBezTo>
                <a:cubicBezTo>
                  <a:pt x="11699082" y="6435054"/>
                  <a:pt x="11728479" y="6446725"/>
                  <a:pt x="11758136" y="6459175"/>
                </a:cubicBezTo>
                <a:cubicBezTo>
                  <a:pt x="11769843" y="6464103"/>
                  <a:pt x="11781810" y="6469290"/>
                  <a:pt x="11792476" y="6473958"/>
                </a:cubicBezTo>
                <a:cubicBezTo>
                  <a:pt x="11803142" y="6478627"/>
                  <a:pt x="11812507" y="6483295"/>
                  <a:pt x="11819531" y="6486926"/>
                </a:cubicBezTo>
                <a:cubicBezTo>
                  <a:pt x="11832279" y="6493670"/>
                  <a:pt x="11837221" y="6498338"/>
                  <a:pt x="11831758" y="6503785"/>
                </a:cubicBezTo>
                <a:cubicBezTo>
                  <a:pt x="11805223" y="6531018"/>
                  <a:pt x="11711830" y="6569404"/>
                  <a:pt x="11679831" y="6616867"/>
                </a:cubicBezTo>
                <a:cubicBezTo>
                  <a:pt x="11679831" y="6616867"/>
                  <a:pt x="11679571" y="6617126"/>
                  <a:pt x="11679311" y="6617386"/>
                </a:cubicBezTo>
                <a:cubicBezTo>
                  <a:pt x="11679051" y="6617904"/>
                  <a:pt x="11678531" y="6618423"/>
                  <a:pt x="11678271" y="6618942"/>
                </a:cubicBezTo>
                <a:cubicBezTo>
                  <a:pt x="11678271" y="6619201"/>
                  <a:pt x="11678271" y="6619461"/>
                  <a:pt x="11678010" y="6619461"/>
                </a:cubicBezTo>
                <a:cubicBezTo>
                  <a:pt x="11676450" y="6622573"/>
                  <a:pt x="11674108" y="6627501"/>
                  <a:pt x="11673328" y="6633725"/>
                </a:cubicBezTo>
                <a:cubicBezTo>
                  <a:pt x="11672027" y="6644100"/>
                  <a:pt x="11677490" y="6653696"/>
                  <a:pt x="11692319" y="6657587"/>
                </a:cubicBezTo>
                <a:cubicBezTo>
                  <a:pt x="11696221" y="6658624"/>
                  <a:pt x="11700383" y="6659402"/>
                  <a:pt x="11705066" y="6659921"/>
                </a:cubicBezTo>
                <a:cubicBezTo>
                  <a:pt x="11705846" y="6660180"/>
                  <a:pt x="11706887" y="6660180"/>
                  <a:pt x="11707667" y="6660180"/>
                </a:cubicBezTo>
                <a:cubicBezTo>
                  <a:pt x="11736544" y="6661477"/>
                  <a:pt x="11811207" y="6645137"/>
                  <a:pt x="11833840" y="6635282"/>
                </a:cubicBezTo>
                <a:cubicBezTo>
                  <a:pt x="11857253" y="6624907"/>
                  <a:pt x="11850229" y="6614533"/>
                  <a:pt x="11843465" y="6609086"/>
                </a:cubicBezTo>
                <a:cubicBezTo>
                  <a:pt x="11838262" y="6604936"/>
                  <a:pt x="11812247" y="6590412"/>
                  <a:pt x="11799500" y="6583409"/>
                </a:cubicBezTo>
                <a:cubicBezTo>
                  <a:pt x="11796118" y="6585743"/>
                  <a:pt x="11793516" y="6587300"/>
                  <a:pt x="11790135" y="6589634"/>
                </a:cubicBezTo>
                <a:cubicBezTo>
                  <a:pt x="11811727" y="6602602"/>
                  <a:pt x="11820312" y="6609086"/>
                  <a:pt x="11825255" y="6612976"/>
                </a:cubicBezTo>
                <a:cubicBezTo>
                  <a:pt x="11827336" y="6614533"/>
                  <a:pt x="11826295" y="6616348"/>
                  <a:pt x="11823434" y="6616608"/>
                </a:cubicBezTo>
                <a:cubicBezTo>
                  <a:pt x="11822653" y="6616608"/>
                  <a:pt x="11821873" y="6616608"/>
                  <a:pt x="11821092" y="6616608"/>
                </a:cubicBezTo>
                <a:cubicBezTo>
                  <a:pt x="11800540" y="6618164"/>
                  <a:pt x="11761778" y="6620757"/>
                  <a:pt x="11743568" y="6621795"/>
                </a:cubicBezTo>
                <a:cubicBezTo>
                  <a:pt x="11740966" y="6622054"/>
                  <a:pt x="11737845" y="6622054"/>
                  <a:pt x="11736284" y="6622054"/>
                </a:cubicBezTo>
                <a:cubicBezTo>
                  <a:pt x="11740706" y="6617904"/>
                  <a:pt x="11745649" y="6614273"/>
                  <a:pt x="11748251" y="6612458"/>
                </a:cubicBezTo>
                <a:cubicBezTo>
                  <a:pt x="11787273" y="6584965"/>
                  <a:pt x="11852050" y="6546580"/>
                  <a:pt x="11871301" y="6530240"/>
                </a:cubicBezTo>
                <a:cubicBezTo>
                  <a:pt x="11885349" y="6518050"/>
                  <a:pt x="11923851" y="6480961"/>
                  <a:pt x="11841124" y="6451912"/>
                </a:cubicBezTo>
                <a:cubicBezTo>
                  <a:pt x="11817450" y="6443872"/>
                  <a:pt x="11758657" y="6422086"/>
                  <a:pt x="11696741" y="6413786"/>
                </a:cubicBezTo>
                <a:close/>
                <a:moveTo>
                  <a:pt x="11759176" y="6303891"/>
                </a:moveTo>
                <a:cubicBezTo>
                  <a:pt x="11739124" y="6301296"/>
                  <a:pt x="11708916" y="6326468"/>
                  <a:pt x="11641467" y="6408732"/>
                </a:cubicBezTo>
                <a:cubicBezTo>
                  <a:pt x="11628967" y="6423783"/>
                  <a:pt x="11599800" y="6460633"/>
                  <a:pt x="11597457" y="6477501"/>
                </a:cubicBezTo>
                <a:cubicBezTo>
                  <a:pt x="11595894" y="6489438"/>
                  <a:pt x="11608655" y="6494628"/>
                  <a:pt x="11615946" y="6498261"/>
                </a:cubicBezTo>
                <a:cubicBezTo>
                  <a:pt x="11622717" y="6501894"/>
                  <a:pt x="11700843" y="6540561"/>
                  <a:pt x="11737041" y="6560802"/>
                </a:cubicBezTo>
                <a:cubicBezTo>
                  <a:pt x="11740166" y="6558726"/>
                  <a:pt x="11743291" y="6556650"/>
                  <a:pt x="11746676" y="6554834"/>
                </a:cubicBezTo>
                <a:cubicBezTo>
                  <a:pt x="11725062" y="6543156"/>
                  <a:pt x="11664124" y="6510458"/>
                  <a:pt x="11639384" y="6495666"/>
                </a:cubicBezTo>
                <a:cubicBezTo>
                  <a:pt x="11629228" y="6489698"/>
                  <a:pt x="11622196" y="6484767"/>
                  <a:pt x="11622717" y="6480096"/>
                </a:cubicBezTo>
                <a:cubicBezTo>
                  <a:pt x="11623498" y="6474387"/>
                  <a:pt x="11638342" y="6462968"/>
                  <a:pt x="11652405" y="6448955"/>
                </a:cubicBezTo>
                <a:cubicBezTo>
                  <a:pt x="11656051" y="6445322"/>
                  <a:pt x="11662040" y="6439353"/>
                  <a:pt x="11668811" y="6432606"/>
                </a:cubicBezTo>
                <a:cubicBezTo>
                  <a:pt x="11666988" y="6425600"/>
                  <a:pt x="11667769" y="6419890"/>
                  <a:pt x="11670895" y="6415738"/>
                </a:cubicBezTo>
                <a:cubicBezTo>
                  <a:pt x="11674801" y="6410548"/>
                  <a:pt x="11681832" y="6408472"/>
                  <a:pt x="11692249" y="6408991"/>
                </a:cubicBezTo>
                <a:cubicBezTo>
                  <a:pt x="11705009" y="6396275"/>
                  <a:pt x="11716468" y="6384857"/>
                  <a:pt x="11720374" y="6380705"/>
                </a:cubicBezTo>
                <a:cubicBezTo>
                  <a:pt x="11729489" y="6371622"/>
                  <a:pt x="11739124" y="6362280"/>
                  <a:pt x="11743291" y="6362799"/>
                </a:cubicBezTo>
                <a:cubicBezTo>
                  <a:pt x="11746676" y="6363318"/>
                  <a:pt x="11748499" y="6366432"/>
                  <a:pt x="11749801" y="6375255"/>
                </a:cubicBezTo>
                <a:cubicBezTo>
                  <a:pt x="11750843" y="6383041"/>
                  <a:pt x="11753447" y="6405618"/>
                  <a:pt x="11754749" y="6420669"/>
                </a:cubicBezTo>
                <a:cubicBezTo>
                  <a:pt x="11768812" y="6424043"/>
                  <a:pt x="11781833" y="6427935"/>
                  <a:pt x="11793812" y="6431568"/>
                </a:cubicBezTo>
                <a:cubicBezTo>
                  <a:pt x="11792249" y="6328544"/>
                  <a:pt x="11780531" y="6306746"/>
                  <a:pt x="11759176" y="630389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0" y="6858001"/>
                </a:lnTo>
                <a:close/>
              </a:path>
            </a:pathLst>
          </a:custGeom>
          <a:noFill/>
        </p:spPr>
        <p:txBody>
          <a:bodyPr wrap="square" lIns="6588000" tIns="0" bIns="274320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65CAD3-E638-495B-86BB-AC828CDE2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60372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Alternativ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A7F1880-4AC1-4D46-9996-85279490A2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5818" y="1"/>
            <a:ext cx="6116183" cy="5588001"/>
          </a:xfrm>
          <a:custGeom>
            <a:avLst/>
            <a:gdLst>
              <a:gd name="connsiteX0" fmla="*/ 354640 w 6116183"/>
              <a:gd name="connsiteY0" fmla="*/ 0 h 5588001"/>
              <a:gd name="connsiteX1" fmla="*/ 6116183 w 6116183"/>
              <a:gd name="connsiteY1" fmla="*/ 0 h 5588001"/>
              <a:gd name="connsiteX2" fmla="*/ 6116183 w 6116183"/>
              <a:gd name="connsiteY2" fmla="*/ 4944550 h 5588001"/>
              <a:gd name="connsiteX3" fmla="*/ 6115373 w 6116183"/>
              <a:gd name="connsiteY3" fmla="*/ 4945083 h 5588001"/>
              <a:gd name="connsiteX4" fmla="*/ 5897930 w 6116183"/>
              <a:gd name="connsiteY4" fmla="*/ 5077183 h 5588001"/>
              <a:gd name="connsiteX5" fmla="*/ 5808870 w 6116183"/>
              <a:gd name="connsiteY5" fmla="*/ 5126964 h 5588001"/>
              <a:gd name="connsiteX6" fmla="*/ 5497342 w 6116183"/>
              <a:gd name="connsiteY6" fmla="*/ 5277035 h 5588001"/>
              <a:gd name="connsiteX7" fmla="*/ 5497341 w 6116183"/>
              <a:gd name="connsiteY7" fmla="*/ 5277035 h 5588001"/>
              <a:gd name="connsiteX8" fmla="*/ 5475237 w 6116183"/>
              <a:gd name="connsiteY8" fmla="*/ 5285126 h 5588001"/>
              <a:gd name="connsiteX9" fmla="*/ 5133783 w 6116183"/>
              <a:gd name="connsiteY9" fmla="*/ 5410099 h 5588001"/>
              <a:gd name="connsiteX10" fmla="*/ 3957070 w 6116183"/>
              <a:gd name="connsiteY10" fmla="*/ 5588001 h 5588001"/>
              <a:gd name="connsiteX11" fmla="*/ 0 w 6116183"/>
              <a:gd name="connsiteY11" fmla="*/ 1630931 h 5588001"/>
              <a:gd name="connsiteX12" fmla="*/ 310966 w 6116183"/>
              <a:gd name="connsiteY12" fmla="*/ 90661 h 558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16183" h="5588001">
                <a:moveTo>
                  <a:pt x="354640" y="0"/>
                </a:moveTo>
                <a:lnTo>
                  <a:pt x="6116183" y="0"/>
                </a:lnTo>
                <a:lnTo>
                  <a:pt x="6116183" y="4944550"/>
                </a:lnTo>
                <a:lnTo>
                  <a:pt x="6115373" y="4945083"/>
                </a:lnTo>
                <a:lnTo>
                  <a:pt x="5897930" y="5077183"/>
                </a:lnTo>
                <a:lnTo>
                  <a:pt x="5808870" y="5126964"/>
                </a:lnTo>
                <a:lnTo>
                  <a:pt x="5497342" y="5277035"/>
                </a:lnTo>
                <a:lnTo>
                  <a:pt x="5497341" y="5277035"/>
                </a:lnTo>
                <a:lnTo>
                  <a:pt x="5475237" y="5285126"/>
                </a:lnTo>
                <a:lnTo>
                  <a:pt x="5133783" y="5410099"/>
                </a:lnTo>
                <a:cubicBezTo>
                  <a:pt x="4762059" y="5525718"/>
                  <a:pt x="4366839" y="5588001"/>
                  <a:pt x="3957070" y="5588001"/>
                </a:cubicBezTo>
                <a:cubicBezTo>
                  <a:pt x="1771641" y="5588001"/>
                  <a:pt x="0" y="3816361"/>
                  <a:pt x="0" y="1630931"/>
                </a:cubicBezTo>
                <a:cubicBezTo>
                  <a:pt x="0" y="1084574"/>
                  <a:pt x="110728" y="564078"/>
                  <a:pt x="310966" y="90661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576000" tIns="360000" rIns="396000" bIns="1368000" anchor="ctr" anchorCtr="0">
            <a:normAutofit/>
          </a:bodyPr>
          <a:lstStyle>
            <a:lvl1pPr algn="ctr"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key statement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4987E5A-4AC6-4082-8355-9708308C8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0" y="-1"/>
            <a:ext cx="12192000" cy="6858001"/>
          </a:xfrm>
          <a:custGeom>
            <a:avLst/>
            <a:gdLst>
              <a:gd name="connsiteX0" fmla="*/ 11696741 w 12192000"/>
              <a:gd name="connsiteY0" fmla="*/ 6413786 h 6858001"/>
              <a:gd name="connsiteX1" fmla="*/ 11675409 w 12192000"/>
              <a:gd name="connsiteY1" fmla="*/ 6438944 h 6858001"/>
              <a:gd name="connsiteX2" fmla="*/ 11730040 w 12192000"/>
              <a:gd name="connsiteY2" fmla="*/ 6517531 h 6858001"/>
              <a:gd name="connsiteX3" fmla="*/ 11787273 w 12192000"/>
              <a:gd name="connsiteY3" fmla="*/ 6510528 h 6858001"/>
              <a:gd name="connsiteX4" fmla="*/ 11788053 w 12192000"/>
              <a:gd name="connsiteY4" fmla="*/ 6506379 h 6858001"/>
              <a:gd name="connsiteX5" fmla="*/ 11792216 w 12192000"/>
              <a:gd name="connsiteY5" fmla="*/ 6478367 h 6858001"/>
              <a:gd name="connsiteX6" fmla="*/ 11758396 w 12192000"/>
              <a:gd name="connsiteY6" fmla="*/ 6463843 h 6858001"/>
              <a:gd name="connsiteX7" fmla="*/ 11760738 w 12192000"/>
              <a:gd name="connsiteY7" fmla="*/ 6499895 h 6858001"/>
              <a:gd name="connsiteX8" fmla="*/ 11760738 w 12192000"/>
              <a:gd name="connsiteY8" fmla="*/ 6504304 h 6858001"/>
              <a:gd name="connsiteX9" fmla="*/ 11744088 w 12192000"/>
              <a:gd name="connsiteY9" fmla="*/ 6515456 h 6858001"/>
              <a:gd name="connsiteX10" fmla="*/ 11688156 w 12192000"/>
              <a:gd name="connsiteY10" fmla="*/ 6432460 h 6858001"/>
              <a:gd name="connsiteX11" fmla="*/ 11689457 w 12192000"/>
              <a:gd name="connsiteY11" fmla="*/ 6431164 h 6858001"/>
              <a:gd name="connsiteX12" fmla="*/ 11690237 w 12192000"/>
              <a:gd name="connsiteY12" fmla="*/ 6431682 h 6858001"/>
              <a:gd name="connsiteX13" fmla="*/ 11690498 w 12192000"/>
              <a:gd name="connsiteY13" fmla="*/ 6431682 h 6858001"/>
              <a:gd name="connsiteX14" fmla="*/ 11758136 w 12192000"/>
              <a:gd name="connsiteY14" fmla="*/ 6459175 h 6858001"/>
              <a:gd name="connsiteX15" fmla="*/ 11792476 w 12192000"/>
              <a:gd name="connsiteY15" fmla="*/ 6473958 h 6858001"/>
              <a:gd name="connsiteX16" fmla="*/ 11819531 w 12192000"/>
              <a:gd name="connsiteY16" fmla="*/ 6486926 h 6858001"/>
              <a:gd name="connsiteX17" fmla="*/ 11831758 w 12192000"/>
              <a:gd name="connsiteY17" fmla="*/ 6503785 h 6858001"/>
              <a:gd name="connsiteX18" fmla="*/ 11679831 w 12192000"/>
              <a:gd name="connsiteY18" fmla="*/ 6616867 h 6858001"/>
              <a:gd name="connsiteX19" fmla="*/ 11679311 w 12192000"/>
              <a:gd name="connsiteY19" fmla="*/ 6617386 h 6858001"/>
              <a:gd name="connsiteX20" fmla="*/ 11678271 w 12192000"/>
              <a:gd name="connsiteY20" fmla="*/ 6618942 h 6858001"/>
              <a:gd name="connsiteX21" fmla="*/ 11678010 w 12192000"/>
              <a:gd name="connsiteY21" fmla="*/ 6619461 h 6858001"/>
              <a:gd name="connsiteX22" fmla="*/ 11673328 w 12192000"/>
              <a:gd name="connsiteY22" fmla="*/ 6633725 h 6858001"/>
              <a:gd name="connsiteX23" fmla="*/ 11692319 w 12192000"/>
              <a:gd name="connsiteY23" fmla="*/ 6657587 h 6858001"/>
              <a:gd name="connsiteX24" fmla="*/ 11705066 w 12192000"/>
              <a:gd name="connsiteY24" fmla="*/ 6659921 h 6858001"/>
              <a:gd name="connsiteX25" fmla="*/ 11707667 w 12192000"/>
              <a:gd name="connsiteY25" fmla="*/ 6660180 h 6858001"/>
              <a:gd name="connsiteX26" fmla="*/ 11833840 w 12192000"/>
              <a:gd name="connsiteY26" fmla="*/ 6635282 h 6858001"/>
              <a:gd name="connsiteX27" fmla="*/ 11843465 w 12192000"/>
              <a:gd name="connsiteY27" fmla="*/ 6609086 h 6858001"/>
              <a:gd name="connsiteX28" fmla="*/ 11799500 w 12192000"/>
              <a:gd name="connsiteY28" fmla="*/ 6583409 h 6858001"/>
              <a:gd name="connsiteX29" fmla="*/ 11790135 w 12192000"/>
              <a:gd name="connsiteY29" fmla="*/ 6589634 h 6858001"/>
              <a:gd name="connsiteX30" fmla="*/ 11825255 w 12192000"/>
              <a:gd name="connsiteY30" fmla="*/ 6612976 h 6858001"/>
              <a:gd name="connsiteX31" fmla="*/ 11823434 w 12192000"/>
              <a:gd name="connsiteY31" fmla="*/ 6616608 h 6858001"/>
              <a:gd name="connsiteX32" fmla="*/ 11821092 w 12192000"/>
              <a:gd name="connsiteY32" fmla="*/ 6616608 h 6858001"/>
              <a:gd name="connsiteX33" fmla="*/ 11743568 w 12192000"/>
              <a:gd name="connsiteY33" fmla="*/ 6621795 h 6858001"/>
              <a:gd name="connsiteX34" fmla="*/ 11736284 w 12192000"/>
              <a:gd name="connsiteY34" fmla="*/ 6622054 h 6858001"/>
              <a:gd name="connsiteX35" fmla="*/ 11748251 w 12192000"/>
              <a:gd name="connsiteY35" fmla="*/ 6612458 h 6858001"/>
              <a:gd name="connsiteX36" fmla="*/ 11871301 w 12192000"/>
              <a:gd name="connsiteY36" fmla="*/ 6530240 h 6858001"/>
              <a:gd name="connsiteX37" fmla="*/ 11841124 w 12192000"/>
              <a:gd name="connsiteY37" fmla="*/ 6451912 h 6858001"/>
              <a:gd name="connsiteX38" fmla="*/ 11696741 w 12192000"/>
              <a:gd name="connsiteY38" fmla="*/ 6413786 h 6858001"/>
              <a:gd name="connsiteX39" fmla="*/ 11759176 w 12192000"/>
              <a:gd name="connsiteY39" fmla="*/ 6303891 h 6858001"/>
              <a:gd name="connsiteX40" fmla="*/ 11641467 w 12192000"/>
              <a:gd name="connsiteY40" fmla="*/ 6408732 h 6858001"/>
              <a:gd name="connsiteX41" fmla="*/ 11597457 w 12192000"/>
              <a:gd name="connsiteY41" fmla="*/ 6477501 h 6858001"/>
              <a:gd name="connsiteX42" fmla="*/ 11615946 w 12192000"/>
              <a:gd name="connsiteY42" fmla="*/ 6498261 h 6858001"/>
              <a:gd name="connsiteX43" fmla="*/ 11737041 w 12192000"/>
              <a:gd name="connsiteY43" fmla="*/ 6560802 h 6858001"/>
              <a:gd name="connsiteX44" fmla="*/ 11746676 w 12192000"/>
              <a:gd name="connsiteY44" fmla="*/ 6554834 h 6858001"/>
              <a:gd name="connsiteX45" fmla="*/ 11639384 w 12192000"/>
              <a:gd name="connsiteY45" fmla="*/ 6495666 h 6858001"/>
              <a:gd name="connsiteX46" fmla="*/ 11622717 w 12192000"/>
              <a:gd name="connsiteY46" fmla="*/ 6480096 h 6858001"/>
              <a:gd name="connsiteX47" fmla="*/ 11652405 w 12192000"/>
              <a:gd name="connsiteY47" fmla="*/ 6448955 h 6858001"/>
              <a:gd name="connsiteX48" fmla="*/ 11668811 w 12192000"/>
              <a:gd name="connsiteY48" fmla="*/ 6432606 h 6858001"/>
              <a:gd name="connsiteX49" fmla="*/ 11670895 w 12192000"/>
              <a:gd name="connsiteY49" fmla="*/ 6415738 h 6858001"/>
              <a:gd name="connsiteX50" fmla="*/ 11692249 w 12192000"/>
              <a:gd name="connsiteY50" fmla="*/ 6408991 h 6858001"/>
              <a:gd name="connsiteX51" fmla="*/ 11720374 w 12192000"/>
              <a:gd name="connsiteY51" fmla="*/ 6380705 h 6858001"/>
              <a:gd name="connsiteX52" fmla="*/ 11743291 w 12192000"/>
              <a:gd name="connsiteY52" fmla="*/ 6362799 h 6858001"/>
              <a:gd name="connsiteX53" fmla="*/ 11749801 w 12192000"/>
              <a:gd name="connsiteY53" fmla="*/ 6375255 h 6858001"/>
              <a:gd name="connsiteX54" fmla="*/ 11754749 w 12192000"/>
              <a:gd name="connsiteY54" fmla="*/ 6420669 h 6858001"/>
              <a:gd name="connsiteX55" fmla="*/ 11793812 w 12192000"/>
              <a:gd name="connsiteY55" fmla="*/ 6431568 h 6858001"/>
              <a:gd name="connsiteX56" fmla="*/ 11759176 w 12192000"/>
              <a:gd name="connsiteY56" fmla="*/ 6303891 h 6858001"/>
              <a:gd name="connsiteX57" fmla="*/ 0 w 12192000"/>
              <a:gd name="connsiteY57" fmla="*/ 0 h 6858001"/>
              <a:gd name="connsiteX58" fmla="*/ 12192000 w 12192000"/>
              <a:gd name="connsiteY58" fmla="*/ 0 h 6858001"/>
              <a:gd name="connsiteX59" fmla="*/ 12192000 w 12192000"/>
              <a:gd name="connsiteY59" fmla="*/ 6858001 h 6858001"/>
              <a:gd name="connsiteX60" fmla="*/ 0 w 12192000"/>
              <a:gd name="connsiteY60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2192000" h="6858001">
                <a:moveTo>
                  <a:pt x="11696741" y="6413786"/>
                </a:moveTo>
                <a:cubicBezTo>
                  <a:pt x="11675409" y="6410933"/>
                  <a:pt x="11666824" y="6418714"/>
                  <a:pt x="11675409" y="6438944"/>
                </a:cubicBezTo>
                <a:cubicBezTo>
                  <a:pt x="11684254" y="6458915"/>
                  <a:pt x="11706627" y="6492373"/>
                  <a:pt x="11730040" y="6517531"/>
                </a:cubicBezTo>
                <a:cubicBezTo>
                  <a:pt x="11753714" y="6542430"/>
                  <a:pt x="11779208" y="6549433"/>
                  <a:pt x="11787273" y="6510528"/>
                </a:cubicBezTo>
                <a:cubicBezTo>
                  <a:pt x="11787533" y="6509232"/>
                  <a:pt x="11787793" y="6507935"/>
                  <a:pt x="11788053" y="6506379"/>
                </a:cubicBezTo>
                <a:cubicBezTo>
                  <a:pt x="11789874" y="6496523"/>
                  <a:pt x="11791435" y="6486926"/>
                  <a:pt x="11792216" y="6478367"/>
                </a:cubicBezTo>
                <a:cubicBezTo>
                  <a:pt x="11781810" y="6473699"/>
                  <a:pt x="11770103" y="6468771"/>
                  <a:pt x="11758396" y="6463843"/>
                </a:cubicBezTo>
                <a:cubicBezTo>
                  <a:pt x="11759177" y="6472661"/>
                  <a:pt x="11760217" y="6487964"/>
                  <a:pt x="11760738" y="6499895"/>
                </a:cubicBezTo>
                <a:cubicBezTo>
                  <a:pt x="11760738" y="6501191"/>
                  <a:pt x="11760738" y="6502748"/>
                  <a:pt x="11760738" y="6504304"/>
                </a:cubicBezTo>
                <a:cubicBezTo>
                  <a:pt x="11761518" y="6523237"/>
                  <a:pt x="11755014" y="6523237"/>
                  <a:pt x="11744088" y="6515456"/>
                </a:cubicBezTo>
                <a:cubicBezTo>
                  <a:pt x="11731341" y="6506379"/>
                  <a:pt x="11692579" y="6455284"/>
                  <a:pt x="11688156" y="6432460"/>
                </a:cubicBezTo>
                <a:cubicBezTo>
                  <a:pt x="11687896" y="6431164"/>
                  <a:pt x="11688676" y="6430904"/>
                  <a:pt x="11689457" y="6431164"/>
                </a:cubicBezTo>
                <a:cubicBezTo>
                  <a:pt x="11689717" y="6431423"/>
                  <a:pt x="11689977" y="6431423"/>
                  <a:pt x="11690237" y="6431682"/>
                </a:cubicBezTo>
                <a:cubicBezTo>
                  <a:pt x="11690237" y="6431682"/>
                  <a:pt x="11690237" y="6431682"/>
                  <a:pt x="11690498" y="6431682"/>
                </a:cubicBezTo>
                <a:cubicBezTo>
                  <a:pt x="11699082" y="6435054"/>
                  <a:pt x="11728479" y="6446725"/>
                  <a:pt x="11758136" y="6459175"/>
                </a:cubicBezTo>
                <a:cubicBezTo>
                  <a:pt x="11769843" y="6464103"/>
                  <a:pt x="11781810" y="6469290"/>
                  <a:pt x="11792476" y="6473958"/>
                </a:cubicBezTo>
                <a:cubicBezTo>
                  <a:pt x="11803142" y="6478627"/>
                  <a:pt x="11812507" y="6483295"/>
                  <a:pt x="11819531" y="6486926"/>
                </a:cubicBezTo>
                <a:cubicBezTo>
                  <a:pt x="11832279" y="6493670"/>
                  <a:pt x="11837221" y="6498338"/>
                  <a:pt x="11831758" y="6503785"/>
                </a:cubicBezTo>
                <a:cubicBezTo>
                  <a:pt x="11805223" y="6531018"/>
                  <a:pt x="11711830" y="6569404"/>
                  <a:pt x="11679831" y="6616867"/>
                </a:cubicBezTo>
                <a:cubicBezTo>
                  <a:pt x="11679831" y="6616867"/>
                  <a:pt x="11679571" y="6617126"/>
                  <a:pt x="11679311" y="6617386"/>
                </a:cubicBezTo>
                <a:cubicBezTo>
                  <a:pt x="11679051" y="6617904"/>
                  <a:pt x="11678531" y="6618423"/>
                  <a:pt x="11678271" y="6618942"/>
                </a:cubicBezTo>
                <a:cubicBezTo>
                  <a:pt x="11678271" y="6619201"/>
                  <a:pt x="11678271" y="6619461"/>
                  <a:pt x="11678010" y="6619461"/>
                </a:cubicBezTo>
                <a:cubicBezTo>
                  <a:pt x="11676450" y="6622573"/>
                  <a:pt x="11674108" y="6627501"/>
                  <a:pt x="11673328" y="6633725"/>
                </a:cubicBezTo>
                <a:cubicBezTo>
                  <a:pt x="11672027" y="6644100"/>
                  <a:pt x="11677490" y="6653696"/>
                  <a:pt x="11692319" y="6657587"/>
                </a:cubicBezTo>
                <a:cubicBezTo>
                  <a:pt x="11696221" y="6658624"/>
                  <a:pt x="11700383" y="6659402"/>
                  <a:pt x="11705066" y="6659921"/>
                </a:cubicBezTo>
                <a:cubicBezTo>
                  <a:pt x="11705846" y="6660180"/>
                  <a:pt x="11706887" y="6660180"/>
                  <a:pt x="11707667" y="6660180"/>
                </a:cubicBezTo>
                <a:cubicBezTo>
                  <a:pt x="11736544" y="6661477"/>
                  <a:pt x="11811207" y="6645137"/>
                  <a:pt x="11833840" y="6635282"/>
                </a:cubicBezTo>
                <a:cubicBezTo>
                  <a:pt x="11857253" y="6624907"/>
                  <a:pt x="11850229" y="6614533"/>
                  <a:pt x="11843465" y="6609086"/>
                </a:cubicBezTo>
                <a:cubicBezTo>
                  <a:pt x="11838262" y="6604936"/>
                  <a:pt x="11812247" y="6590412"/>
                  <a:pt x="11799500" y="6583409"/>
                </a:cubicBezTo>
                <a:cubicBezTo>
                  <a:pt x="11796118" y="6585743"/>
                  <a:pt x="11793516" y="6587300"/>
                  <a:pt x="11790135" y="6589634"/>
                </a:cubicBezTo>
                <a:cubicBezTo>
                  <a:pt x="11811727" y="6602602"/>
                  <a:pt x="11820312" y="6609086"/>
                  <a:pt x="11825255" y="6612976"/>
                </a:cubicBezTo>
                <a:cubicBezTo>
                  <a:pt x="11827336" y="6614533"/>
                  <a:pt x="11826295" y="6616348"/>
                  <a:pt x="11823434" y="6616608"/>
                </a:cubicBezTo>
                <a:cubicBezTo>
                  <a:pt x="11822653" y="6616608"/>
                  <a:pt x="11821873" y="6616608"/>
                  <a:pt x="11821092" y="6616608"/>
                </a:cubicBezTo>
                <a:cubicBezTo>
                  <a:pt x="11800540" y="6618164"/>
                  <a:pt x="11761778" y="6620757"/>
                  <a:pt x="11743568" y="6621795"/>
                </a:cubicBezTo>
                <a:cubicBezTo>
                  <a:pt x="11740966" y="6622054"/>
                  <a:pt x="11737845" y="6622054"/>
                  <a:pt x="11736284" y="6622054"/>
                </a:cubicBezTo>
                <a:cubicBezTo>
                  <a:pt x="11740706" y="6617904"/>
                  <a:pt x="11745649" y="6614273"/>
                  <a:pt x="11748251" y="6612458"/>
                </a:cubicBezTo>
                <a:cubicBezTo>
                  <a:pt x="11787273" y="6584965"/>
                  <a:pt x="11852050" y="6546580"/>
                  <a:pt x="11871301" y="6530240"/>
                </a:cubicBezTo>
                <a:cubicBezTo>
                  <a:pt x="11885349" y="6518050"/>
                  <a:pt x="11923851" y="6480961"/>
                  <a:pt x="11841124" y="6451912"/>
                </a:cubicBezTo>
                <a:cubicBezTo>
                  <a:pt x="11817450" y="6443872"/>
                  <a:pt x="11758657" y="6422086"/>
                  <a:pt x="11696741" y="6413786"/>
                </a:cubicBezTo>
                <a:close/>
                <a:moveTo>
                  <a:pt x="11759176" y="6303891"/>
                </a:moveTo>
                <a:cubicBezTo>
                  <a:pt x="11739124" y="6301296"/>
                  <a:pt x="11708916" y="6326468"/>
                  <a:pt x="11641467" y="6408732"/>
                </a:cubicBezTo>
                <a:cubicBezTo>
                  <a:pt x="11628967" y="6423783"/>
                  <a:pt x="11599800" y="6460633"/>
                  <a:pt x="11597457" y="6477501"/>
                </a:cubicBezTo>
                <a:cubicBezTo>
                  <a:pt x="11595894" y="6489438"/>
                  <a:pt x="11608655" y="6494628"/>
                  <a:pt x="11615946" y="6498261"/>
                </a:cubicBezTo>
                <a:cubicBezTo>
                  <a:pt x="11622717" y="6501894"/>
                  <a:pt x="11700843" y="6540561"/>
                  <a:pt x="11737041" y="6560802"/>
                </a:cubicBezTo>
                <a:cubicBezTo>
                  <a:pt x="11740166" y="6558726"/>
                  <a:pt x="11743291" y="6556650"/>
                  <a:pt x="11746676" y="6554834"/>
                </a:cubicBezTo>
                <a:cubicBezTo>
                  <a:pt x="11725062" y="6543156"/>
                  <a:pt x="11664124" y="6510458"/>
                  <a:pt x="11639384" y="6495666"/>
                </a:cubicBezTo>
                <a:cubicBezTo>
                  <a:pt x="11629228" y="6489698"/>
                  <a:pt x="11622196" y="6484767"/>
                  <a:pt x="11622717" y="6480096"/>
                </a:cubicBezTo>
                <a:cubicBezTo>
                  <a:pt x="11623498" y="6474387"/>
                  <a:pt x="11638342" y="6462968"/>
                  <a:pt x="11652405" y="6448955"/>
                </a:cubicBezTo>
                <a:cubicBezTo>
                  <a:pt x="11656051" y="6445322"/>
                  <a:pt x="11662040" y="6439353"/>
                  <a:pt x="11668811" y="6432606"/>
                </a:cubicBezTo>
                <a:cubicBezTo>
                  <a:pt x="11666988" y="6425600"/>
                  <a:pt x="11667769" y="6419890"/>
                  <a:pt x="11670895" y="6415738"/>
                </a:cubicBezTo>
                <a:cubicBezTo>
                  <a:pt x="11674801" y="6410548"/>
                  <a:pt x="11681832" y="6408472"/>
                  <a:pt x="11692249" y="6408991"/>
                </a:cubicBezTo>
                <a:cubicBezTo>
                  <a:pt x="11705009" y="6396275"/>
                  <a:pt x="11716468" y="6384857"/>
                  <a:pt x="11720374" y="6380705"/>
                </a:cubicBezTo>
                <a:cubicBezTo>
                  <a:pt x="11729489" y="6371622"/>
                  <a:pt x="11739124" y="6362280"/>
                  <a:pt x="11743291" y="6362799"/>
                </a:cubicBezTo>
                <a:cubicBezTo>
                  <a:pt x="11746676" y="6363318"/>
                  <a:pt x="11748499" y="6366432"/>
                  <a:pt x="11749801" y="6375255"/>
                </a:cubicBezTo>
                <a:cubicBezTo>
                  <a:pt x="11750843" y="6383041"/>
                  <a:pt x="11753447" y="6405618"/>
                  <a:pt x="11754749" y="6420669"/>
                </a:cubicBezTo>
                <a:cubicBezTo>
                  <a:pt x="11768812" y="6424043"/>
                  <a:pt x="11781833" y="6427935"/>
                  <a:pt x="11793812" y="6431568"/>
                </a:cubicBezTo>
                <a:cubicBezTo>
                  <a:pt x="11792249" y="6328544"/>
                  <a:pt x="11780531" y="6306746"/>
                  <a:pt x="11759176" y="630389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0" y="6858001"/>
                </a:lnTo>
                <a:close/>
              </a:path>
            </a:pathLst>
          </a:custGeom>
          <a:noFill/>
        </p:spPr>
        <p:txBody>
          <a:bodyPr wrap="square" lIns="0" tIns="0" rIns="6588000" bIns="274320" anchor="ctr" anchorCtr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C36B2-DE1A-4EDF-9151-6195BF6EA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362570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Alternativ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19641-D30A-4DF2-BE88-21F4A0002C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1993901"/>
            <a:ext cx="4570413" cy="2288540"/>
          </a:xfrm>
        </p:spPr>
        <p:txBody>
          <a:bodyPr vert="horz" lIns="0" tIns="0" rIns="0" bIns="0" rtlCol="0" anchor="ctr" anchorCtr="0">
            <a:normAutofit/>
          </a:bodyPr>
          <a:lstStyle>
            <a:lvl1pPr algn="l">
              <a:lnSpc>
                <a:spcPct val="100000"/>
              </a:lnSpc>
              <a:defRPr lang="en-US" sz="6000">
                <a:solidFill>
                  <a:schemeClr val="bg1"/>
                </a:solidFill>
              </a:defRPr>
            </a:lvl1pPr>
          </a:lstStyle>
          <a:p>
            <a:pPr marL="0" lvl="0" algn="ctr"/>
            <a:r>
              <a:rPr lang="en-US" dirty="0"/>
              <a:t>Click to add key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27E92E2-B66F-49A8-A639-B009FB80E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60132" y="0"/>
            <a:ext cx="6731869" cy="6858000"/>
          </a:xfrm>
          <a:custGeom>
            <a:avLst/>
            <a:gdLst>
              <a:gd name="connsiteX0" fmla="*/ 2376274 w 6731869"/>
              <a:gd name="connsiteY0" fmla="*/ 0 h 6858000"/>
              <a:gd name="connsiteX1" fmla="*/ 5054843 w 6731869"/>
              <a:gd name="connsiteY1" fmla="*/ 0 h 6858000"/>
              <a:gd name="connsiteX2" fmla="*/ 5161821 w 6731869"/>
              <a:gd name="connsiteY2" fmla="*/ 42383 h 6858000"/>
              <a:gd name="connsiteX3" fmla="*/ 6582663 w 6731869"/>
              <a:gd name="connsiteY3" fmla="*/ 1107621 h 6858000"/>
              <a:gd name="connsiteX4" fmla="*/ 6731869 w 6731869"/>
              <a:gd name="connsiteY4" fmla="*/ 1308112 h 6858000"/>
              <a:gd name="connsiteX5" fmla="*/ 6731869 w 6731869"/>
              <a:gd name="connsiteY5" fmla="*/ 5656777 h 6858000"/>
              <a:gd name="connsiteX6" fmla="*/ 6582663 w 6731869"/>
              <a:gd name="connsiteY6" fmla="*/ 5857268 h 6858000"/>
              <a:gd name="connsiteX7" fmla="*/ 5326406 w 6731869"/>
              <a:gd name="connsiteY7" fmla="*/ 6847739 h 6858000"/>
              <a:gd name="connsiteX8" fmla="*/ 5303818 w 6731869"/>
              <a:gd name="connsiteY8" fmla="*/ 6858000 h 6858000"/>
              <a:gd name="connsiteX9" fmla="*/ 2127298 w 6731869"/>
              <a:gd name="connsiteY9" fmla="*/ 6858000 h 6858000"/>
              <a:gd name="connsiteX10" fmla="*/ 2104710 w 6731869"/>
              <a:gd name="connsiteY10" fmla="*/ 6847739 h 6858000"/>
              <a:gd name="connsiteX11" fmla="*/ 0 w 6731869"/>
              <a:gd name="connsiteY11" fmla="*/ 3482444 h 6858000"/>
              <a:gd name="connsiteX12" fmla="*/ 2269295 w 6731869"/>
              <a:gd name="connsiteY12" fmla="*/ 423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731869" h="6858000">
                <a:moveTo>
                  <a:pt x="2376274" y="0"/>
                </a:moveTo>
                <a:lnTo>
                  <a:pt x="5054843" y="0"/>
                </a:lnTo>
                <a:lnTo>
                  <a:pt x="5161821" y="42383"/>
                </a:lnTo>
                <a:cubicBezTo>
                  <a:pt x="5717475" y="278537"/>
                  <a:pt x="6204059" y="646648"/>
                  <a:pt x="6582663" y="1107621"/>
                </a:cubicBezTo>
                <a:lnTo>
                  <a:pt x="6731869" y="1308112"/>
                </a:lnTo>
                <a:lnTo>
                  <a:pt x="6731869" y="5656777"/>
                </a:lnTo>
                <a:lnTo>
                  <a:pt x="6582663" y="5857268"/>
                </a:lnTo>
                <a:cubicBezTo>
                  <a:pt x="6241919" y="6272143"/>
                  <a:pt x="5813712" y="6611800"/>
                  <a:pt x="5326406" y="6847739"/>
                </a:cubicBezTo>
                <a:lnTo>
                  <a:pt x="5303818" y="6858000"/>
                </a:lnTo>
                <a:lnTo>
                  <a:pt x="2127298" y="6858000"/>
                </a:lnTo>
                <a:lnTo>
                  <a:pt x="2104710" y="6847739"/>
                </a:lnTo>
                <a:cubicBezTo>
                  <a:pt x="859373" y="6244784"/>
                  <a:pt x="0" y="4964456"/>
                  <a:pt x="0" y="3482444"/>
                </a:cubicBezTo>
                <a:cubicBezTo>
                  <a:pt x="0" y="1935997"/>
                  <a:pt x="935726" y="609153"/>
                  <a:pt x="2269295" y="42383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360000" bIns="64008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52269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 descr="Thank you.">
            <a:extLst>
              <a:ext uri="{FF2B5EF4-FFF2-40B4-BE49-F238E27FC236}">
                <a16:creationId xmlns:a16="http://schemas.microsoft.com/office/drawing/2014/main" id="{6064A62C-74DF-483B-9317-9F19F96F45A3}"/>
              </a:ext>
            </a:extLst>
          </p:cNvPr>
          <p:cNvSpPr txBox="1"/>
          <p:nvPr userDrawn="1"/>
        </p:nvSpPr>
        <p:spPr>
          <a:xfrm>
            <a:off x="6731870" y="2967335"/>
            <a:ext cx="5052144" cy="923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6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you.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8DB7B12-48CD-451F-A1A9-30DAE6BA2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69" cy="6858000"/>
          </a:xfrm>
          <a:custGeom>
            <a:avLst/>
            <a:gdLst>
              <a:gd name="connsiteX0" fmla="*/ 1677026 w 6731869"/>
              <a:gd name="connsiteY0" fmla="*/ 0 h 6858000"/>
              <a:gd name="connsiteX1" fmla="*/ 4355595 w 6731869"/>
              <a:gd name="connsiteY1" fmla="*/ 0 h 6858000"/>
              <a:gd name="connsiteX2" fmla="*/ 4462574 w 6731869"/>
              <a:gd name="connsiteY2" fmla="*/ 42383 h 6858000"/>
              <a:gd name="connsiteX3" fmla="*/ 6731869 w 6731869"/>
              <a:gd name="connsiteY3" fmla="*/ 3482444 h 6858000"/>
              <a:gd name="connsiteX4" fmla="*/ 4627159 w 6731869"/>
              <a:gd name="connsiteY4" fmla="*/ 6847739 h 6858000"/>
              <a:gd name="connsiteX5" fmla="*/ 4604571 w 6731869"/>
              <a:gd name="connsiteY5" fmla="*/ 6858000 h 6858000"/>
              <a:gd name="connsiteX6" fmla="*/ 1428051 w 6731869"/>
              <a:gd name="connsiteY6" fmla="*/ 6858000 h 6858000"/>
              <a:gd name="connsiteX7" fmla="*/ 1405463 w 6731869"/>
              <a:gd name="connsiteY7" fmla="*/ 6847739 h 6858000"/>
              <a:gd name="connsiteX8" fmla="*/ 149206 w 6731869"/>
              <a:gd name="connsiteY8" fmla="*/ 5857268 h 6858000"/>
              <a:gd name="connsiteX9" fmla="*/ 0 w 6731869"/>
              <a:gd name="connsiteY9" fmla="*/ 5656777 h 6858000"/>
              <a:gd name="connsiteX10" fmla="*/ 0 w 6731869"/>
              <a:gd name="connsiteY10" fmla="*/ 1308112 h 6858000"/>
              <a:gd name="connsiteX11" fmla="*/ 149206 w 6731869"/>
              <a:gd name="connsiteY11" fmla="*/ 1107621 h 6858000"/>
              <a:gd name="connsiteX12" fmla="*/ 1570048 w 6731869"/>
              <a:gd name="connsiteY12" fmla="*/ 423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731869" h="6858000">
                <a:moveTo>
                  <a:pt x="1677026" y="0"/>
                </a:moveTo>
                <a:lnTo>
                  <a:pt x="4355595" y="0"/>
                </a:lnTo>
                <a:lnTo>
                  <a:pt x="4462574" y="42383"/>
                </a:lnTo>
                <a:cubicBezTo>
                  <a:pt x="5796143" y="609153"/>
                  <a:pt x="6731869" y="1935997"/>
                  <a:pt x="6731869" y="3482444"/>
                </a:cubicBezTo>
                <a:cubicBezTo>
                  <a:pt x="6731869" y="4964456"/>
                  <a:pt x="5872496" y="6244784"/>
                  <a:pt x="4627159" y="6847739"/>
                </a:cubicBezTo>
                <a:lnTo>
                  <a:pt x="4604571" y="6858000"/>
                </a:lnTo>
                <a:lnTo>
                  <a:pt x="1428051" y="6858000"/>
                </a:lnTo>
                <a:lnTo>
                  <a:pt x="1405463" y="6847739"/>
                </a:lnTo>
                <a:cubicBezTo>
                  <a:pt x="918157" y="6611800"/>
                  <a:pt x="489950" y="6272143"/>
                  <a:pt x="149206" y="5857268"/>
                </a:cubicBezTo>
                <a:lnTo>
                  <a:pt x="0" y="5656777"/>
                </a:lnTo>
                <a:lnTo>
                  <a:pt x="0" y="1308112"/>
                </a:lnTo>
                <a:lnTo>
                  <a:pt x="149206" y="1107621"/>
                </a:lnTo>
                <a:cubicBezTo>
                  <a:pt x="527810" y="646648"/>
                  <a:pt x="1014394" y="278537"/>
                  <a:pt x="1570048" y="42383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360000" bIns="64008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Brand Pictures, </a:t>
            </a:r>
            <a:br>
              <a:rPr lang="en-US" dirty="0"/>
            </a:br>
            <a:r>
              <a:rPr lang="en-US" dirty="0"/>
              <a:t>or insert a 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within </a:t>
            </a:r>
            <a:br>
              <a:rPr lang="en-US" dirty="0"/>
            </a:br>
            <a:r>
              <a:rPr lang="en-US" dirty="0"/>
              <a:t>the frame by using the Crop feature in </a:t>
            </a:r>
            <a:br>
              <a:rPr lang="en-US" dirty="0"/>
            </a:br>
            <a:r>
              <a:rPr lang="en-US" dirty="0"/>
              <a:t>the Picture 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8602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9E1CF1C-7FA2-4710-BBC2-1C5B7B5AB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3520" y="0"/>
            <a:ext cx="9204960" cy="6858000"/>
          </a:xfrm>
          <a:custGeom>
            <a:avLst/>
            <a:gdLst>
              <a:gd name="connsiteX0" fmla="*/ 1600111 w 9204960"/>
              <a:gd name="connsiteY0" fmla="*/ 0 h 6858000"/>
              <a:gd name="connsiteX1" fmla="*/ 7604849 w 9204960"/>
              <a:gd name="connsiteY1" fmla="*/ 0 h 6858000"/>
              <a:gd name="connsiteX2" fmla="*/ 7697084 w 9204960"/>
              <a:gd name="connsiteY2" fmla="*/ 79896 h 6858000"/>
              <a:gd name="connsiteX3" fmla="*/ 9204960 w 9204960"/>
              <a:gd name="connsiteY3" fmla="*/ 3486735 h 6858000"/>
              <a:gd name="connsiteX4" fmla="*/ 7856925 w 9204960"/>
              <a:gd name="connsiteY4" fmla="*/ 6741180 h 6858000"/>
              <a:gd name="connsiteX5" fmla="*/ 7734397 w 9204960"/>
              <a:gd name="connsiteY5" fmla="*/ 6858000 h 6858000"/>
              <a:gd name="connsiteX6" fmla="*/ 1470564 w 9204960"/>
              <a:gd name="connsiteY6" fmla="*/ 6858000 h 6858000"/>
              <a:gd name="connsiteX7" fmla="*/ 1348035 w 9204960"/>
              <a:gd name="connsiteY7" fmla="*/ 6741180 h 6858000"/>
              <a:gd name="connsiteX8" fmla="*/ 0 w 9204960"/>
              <a:gd name="connsiteY8" fmla="*/ 3486735 h 6858000"/>
              <a:gd name="connsiteX9" fmla="*/ 1507876 w 9204960"/>
              <a:gd name="connsiteY9" fmla="*/ 798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204960" h="6858000">
                <a:moveTo>
                  <a:pt x="1600111" y="0"/>
                </a:moveTo>
                <a:lnTo>
                  <a:pt x="7604849" y="0"/>
                </a:lnTo>
                <a:lnTo>
                  <a:pt x="7697084" y="79896"/>
                </a:lnTo>
                <a:cubicBezTo>
                  <a:pt x="8623404" y="921818"/>
                  <a:pt x="9204960" y="2136361"/>
                  <a:pt x="9204960" y="3486735"/>
                </a:cubicBezTo>
                <a:cubicBezTo>
                  <a:pt x="9204960" y="4757675"/>
                  <a:pt x="8689810" y="5908295"/>
                  <a:pt x="7856925" y="6741180"/>
                </a:cubicBezTo>
                <a:lnTo>
                  <a:pt x="7734397" y="6858000"/>
                </a:lnTo>
                <a:lnTo>
                  <a:pt x="1470564" y="6858000"/>
                </a:lnTo>
                <a:lnTo>
                  <a:pt x="1348035" y="6741180"/>
                </a:lnTo>
                <a:cubicBezTo>
                  <a:pt x="515150" y="5908295"/>
                  <a:pt x="0" y="4757675"/>
                  <a:pt x="0" y="3486735"/>
                </a:cubicBezTo>
                <a:cubicBezTo>
                  <a:pt x="0" y="2136361"/>
                  <a:pt x="581556" y="921818"/>
                  <a:pt x="1507876" y="79896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1044000" tIns="1440000" rIns="1044000" bIns="2268000" anchor="ctr" anchorCtr="0">
            <a:noAutofit/>
          </a:bodyPr>
          <a:lstStyle>
            <a:lvl1pPr algn="ctr">
              <a:lnSpc>
                <a:spcPct val="100000"/>
              </a:lnSpc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“Click to add quote”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1B5E0-FD79-4230-B3D0-006D6BDCBC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4057" y="4747984"/>
            <a:ext cx="4963886" cy="1086751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b="1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attribution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196483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67A6BD22-A0FD-E747-A45C-6A8FB5227CDB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173553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B789-D2DE-40CF-B66E-05E9E8302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9428" y="404812"/>
            <a:ext cx="7284584" cy="1008063"/>
          </a:xfrm>
        </p:spPr>
        <p:txBody>
          <a:bodyPr anchor="b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40B35679-83CF-4DE2-BCA6-286802F65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622041" cy="6858000"/>
          </a:xfrm>
          <a:custGeom>
            <a:avLst/>
            <a:gdLst>
              <a:gd name="connsiteX0" fmla="*/ 0 w 4622041"/>
              <a:gd name="connsiteY0" fmla="*/ 0 h 6858000"/>
              <a:gd name="connsiteX1" fmla="*/ 1524909 w 4622041"/>
              <a:gd name="connsiteY1" fmla="*/ 0 h 6858000"/>
              <a:gd name="connsiteX2" fmla="*/ 3181350 w 4622041"/>
              <a:gd name="connsiteY2" fmla="*/ 0 h 6858000"/>
              <a:gd name="connsiteX3" fmla="*/ 3848100 w 4622041"/>
              <a:gd name="connsiteY3" fmla="*/ 0 h 6858000"/>
              <a:gd name="connsiteX4" fmla="*/ 4203480 w 4622041"/>
              <a:gd name="connsiteY4" fmla="*/ 0 h 6858000"/>
              <a:gd name="connsiteX5" fmla="*/ 4622041 w 4622041"/>
              <a:gd name="connsiteY5" fmla="*/ 0 h 6858000"/>
              <a:gd name="connsiteX6" fmla="*/ 4491391 w 4622041"/>
              <a:gd name="connsiteY6" fmla="*/ 203795 h 6858000"/>
              <a:gd name="connsiteX7" fmla="*/ 3590925 w 4622041"/>
              <a:gd name="connsiteY7" fmla="*/ 3429000 h 6858000"/>
              <a:gd name="connsiteX8" fmla="*/ 4491391 w 4622041"/>
              <a:gd name="connsiteY8" fmla="*/ 6654205 h 6858000"/>
              <a:gd name="connsiteX9" fmla="*/ 4622041 w 4622041"/>
              <a:gd name="connsiteY9" fmla="*/ 6858000 h 6858000"/>
              <a:gd name="connsiteX10" fmla="*/ 4452454 w 4622041"/>
              <a:gd name="connsiteY10" fmla="*/ 6858000 h 6858000"/>
              <a:gd name="connsiteX11" fmla="*/ 3848100 w 4622041"/>
              <a:gd name="connsiteY11" fmla="*/ 6858000 h 6858000"/>
              <a:gd name="connsiteX12" fmla="*/ 3181350 w 4622041"/>
              <a:gd name="connsiteY12" fmla="*/ 6858000 h 6858000"/>
              <a:gd name="connsiteX13" fmla="*/ 1275934 w 4622041"/>
              <a:gd name="connsiteY13" fmla="*/ 6858000 h 6858000"/>
              <a:gd name="connsiteX14" fmla="*/ 0 w 4622041"/>
              <a:gd name="connsiteY14" fmla="*/ 6858000 h 6858000"/>
              <a:gd name="connsiteX15" fmla="*/ 0 w 4622041"/>
              <a:gd name="connsiteY15" fmla="*/ 5860486 h 6858000"/>
              <a:gd name="connsiteX16" fmla="*/ 0 w 4622041"/>
              <a:gd name="connsiteY16" fmla="*/ 110440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622041" h="6858000">
                <a:moveTo>
                  <a:pt x="0" y="0"/>
                </a:moveTo>
                <a:lnTo>
                  <a:pt x="1524909" y="0"/>
                </a:lnTo>
                <a:lnTo>
                  <a:pt x="3181350" y="0"/>
                </a:lnTo>
                <a:lnTo>
                  <a:pt x="3848100" y="0"/>
                </a:lnTo>
                <a:lnTo>
                  <a:pt x="4203480" y="0"/>
                </a:lnTo>
                <a:lnTo>
                  <a:pt x="4622041" y="0"/>
                </a:lnTo>
                <a:lnTo>
                  <a:pt x="4491391" y="203795"/>
                </a:lnTo>
                <a:cubicBezTo>
                  <a:pt x="3919978" y="1144214"/>
                  <a:pt x="3590925" y="2248180"/>
                  <a:pt x="3590925" y="3429000"/>
                </a:cubicBezTo>
                <a:cubicBezTo>
                  <a:pt x="3590925" y="4609821"/>
                  <a:pt x="3919978" y="5713787"/>
                  <a:pt x="4491391" y="6654205"/>
                </a:cubicBezTo>
                <a:lnTo>
                  <a:pt x="4622041" y="6858000"/>
                </a:lnTo>
                <a:lnTo>
                  <a:pt x="4452454" y="6858000"/>
                </a:lnTo>
                <a:lnTo>
                  <a:pt x="3848100" y="6858000"/>
                </a:lnTo>
                <a:lnTo>
                  <a:pt x="3181350" y="6858000"/>
                </a:lnTo>
                <a:lnTo>
                  <a:pt x="1275934" y="6858000"/>
                </a:lnTo>
                <a:lnTo>
                  <a:pt x="0" y="6858000"/>
                </a:lnTo>
                <a:lnTo>
                  <a:pt x="0" y="5860486"/>
                </a:lnTo>
                <a:lnTo>
                  <a:pt x="0" y="1104402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91440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dirty="0"/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</a:t>
            </a:r>
            <a:br>
              <a:rPr lang="en-US" dirty="0"/>
            </a:br>
            <a:r>
              <a:rPr lang="en-US" dirty="0"/>
              <a:t>Brand Pictures, or insert a </a:t>
            </a:r>
            <a:br>
              <a:rPr lang="en-US" dirty="0"/>
            </a:br>
            <a:r>
              <a:rPr lang="en-US" dirty="0"/>
              <a:t>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</a:t>
            </a:r>
            <a:br>
              <a:rPr lang="en-US" dirty="0"/>
            </a:br>
            <a:r>
              <a:rPr lang="en-US" dirty="0"/>
              <a:t>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D2D347-F52F-43C1-87F8-DDC9498C0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99428" y="2019453"/>
            <a:ext cx="741600" cy="741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59400" y="2110016"/>
            <a:ext cx="6424612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4A674ED9-5FA4-4FE1-86F0-863ECF4F5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9428" y="3110417"/>
            <a:ext cx="741600" cy="74160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59400" y="3202805"/>
            <a:ext cx="6424612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DC1651B7-FA29-4E69-8977-501BC13BB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99428" y="4203207"/>
            <a:ext cx="741600" cy="741600"/>
          </a:xfrm>
          <a:prstGeom prst="ellipse">
            <a:avLst/>
          </a:prstGeom>
          <a:solidFill>
            <a:schemeClr val="accent6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59400" y="4295595"/>
            <a:ext cx="6424612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EC615CB5-4947-47D0-B400-A69B3468C41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475164" y="5543550"/>
            <a:ext cx="7308850" cy="657225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402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9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981" userDrawn="1">
          <p15:clr>
            <a:srgbClr val="A4A3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4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B789-D2DE-40CF-B66E-05E9E8302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9428" y="404812"/>
            <a:ext cx="7284584" cy="1008063"/>
          </a:xfrm>
        </p:spPr>
        <p:txBody>
          <a:bodyPr anchor="b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</a:t>
            </a:r>
            <a:r>
              <a:rPr lang="en-US"/>
              <a:t>enter title </a:t>
            </a:r>
            <a:r>
              <a:rPr lang="en-US" dirty="0"/>
              <a:t>here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3DA75641-709C-423B-B1F0-AD4EF905E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622041" cy="6858000"/>
          </a:xfrm>
          <a:custGeom>
            <a:avLst/>
            <a:gdLst>
              <a:gd name="connsiteX0" fmla="*/ 0 w 4622041"/>
              <a:gd name="connsiteY0" fmla="*/ 0 h 6858000"/>
              <a:gd name="connsiteX1" fmla="*/ 1524909 w 4622041"/>
              <a:gd name="connsiteY1" fmla="*/ 0 h 6858000"/>
              <a:gd name="connsiteX2" fmla="*/ 3181350 w 4622041"/>
              <a:gd name="connsiteY2" fmla="*/ 0 h 6858000"/>
              <a:gd name="connsiteX3" fmla="*/ 3848100 w 4622041"/>
              <a:gd name="connsiteY3" fmla="*/ 0 h 6858000"/>
              <a:gd name="connsiteX4" fmla="*/ 4203480 w 4622041"/>
              <a:gd name="connsiteY4" fmla="*/ 0 h 6858000"/>
              <a:gd name="connsiteX5" fmla="*/ 4622041 w 4622041"/>
              <a:gd name="connsiteY5" fmla="*/ 0 h 6858000"/>
              <a:gd name="connsiteX6" fmla="*/ 4491391 w 4622041"/>
              <a:gd name="connsiteY6" fmla="*/ 203795 h 6858000"/>
              <a:gd name="connsiteX7" fmla="*/ 3590925 w 4622041"/>
              <a:gd name="connsiteY7" fmla="*/ 3429000 h 6858000"/>
              <a:gd name="connsiteX8" fmla="*/ 4491391 w 4622041"/>
              <a:gd name="connsiteY8" fmla="*/ 6654205 h 6858000"/>
              <a:gd name="connsiteX9" fmla="*/ 4622041 w 4622041"/>
              <a:gd name="connsiteY9" fmla="*/ 6858000 h 6858000"/>
              <a:gd name="connsiteX10" fmla="*/ 4452454 w 4622041"/>
              <a:gd name="connsiteY10" fmla="*/ 6858000 h 6858000"/>
              <a:gd name="connsiteX11" fmla="*/ 3848100 w 4622041"/>
              <a:gd name="connsiteY11" fmla="*/ 6858000 h 6858000"/>
              <a:gd name="connsiteX12" fmla="*/ 3181350 w 4622041"/>
              <a:gd name="connsiteY12" fmla="*/ 6858000 h 6858000"/>
              <a:gd name="connsiteX13" fmla="*/ 1275934 w 4622041"/>
              <a:gd name="connsiteY13" fmla="*/ 6858000 h 6858000"/>
              <a:gd name="connsiteX14" fmla="*/ 0 w 4622041"/>
              <a:gd name="connsiteY14" fmla="*/ 6858000 h 6858000"/>
              <a:gd name="connsiteX15" fmla="*/ 0 w 4622041"/>
              <a:gd name="connsiteY15" fmla="*/ 5860486 h 6858000"/>
              <a:gd name="connsiteX16" fmla="*/ 0 w 4622041"/>
              <a:gd name="connsiteY16" fmla="*/ 110440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622041" h="6858000">
                <a:moveTo>
                  <a:pt x="0" y="0"/>
                </a:moveTo>
                <a:lnTo>
                  <a:pt x="1524909" y="0"/>
                </a:lnTo>
                <a:lnTo>
                  <a:pt x="3181350" y="0"/>
                </a:lnTo>
                <a:lnTo>
                  <a:pt x="3848100" y="0"/>
                </a:lnTo>
                <a:lnTo>
                  <a:pt x="4203480" y="0"/>
                </a:lnTo>
                <a:lnTo>
                  <a:pt x="4622041" y="0"/>
                </a:lnTo>
                <a:lnTo>
                  <a:pt x="4491391" y="203795"/>
                </a:lnTo>
                <a:cubicBezTo>
                  <a:pt x="3919978" y="1144214"/>
                  <a:pt x="3590925" y="2248180"/>
                  <a:pt x="3590925" y="3429000"/>
                </a:cubicBezTo>
                <a:cubicBezTo>
                  <a:pt x="3590925" y="4609821"/>
                  <a:pt x="3919978" y="5713787"/>
                  <a:pt x="4491391" y="6654205"/>
                </a:cubicBezTo>
                <a:lnTo>
                  <a:pt x="4622041" y="6858000"/>
                </a:lnTo>
                <a:lnTo>
                  <a:pt x="4452454" y="6858000"/>
                </a:lnTo>
                <a:lnTo>
                  <a:pt x="3848100" y="6858000"/>
                </a:lnTo>
                <a:lnTo>
                  <a:pt x="3181350" y="6858000"/>
                </a:lnTo>
                <a:lnTo>
                  <a:pt x="1275934" y="6858000"/>
                </a:lnTo>
                <a:lnTo>
                  <a:pt x="0" y="6858000"/>
                </a:lnTo>
                <a:lnTo>
                  <a:pt x="0" y="5860486"/>
                </a:lnTo>
                <a:lnTo>
                  <a:pt x="0" y="1104402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91440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dirty="0"/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</a:t>
            </a:r>
            <a:br>
              <a:rPr lang="en-US" dirty="0"/>
            </a:br>
            <a:r>
              <a:rPr lang="en-US" dirty="0"/>
              <a:t>Brand Pictures, or insert a </a:t>
            </a:r>
            <a:br>
              <a:rPr lang="en-US" dirty="0"/>
            </a:br>
            <a:r>
              <a:rPr lang="en-US" dirty="0"/>
              <a:t>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</a:t>
            </a:r>
            <a:br>
              <a:rPr lang="en-US" dirty="0"/>
            </a:br>
            <a:r>
              <a:rPr lang="en-US" dirty="0"/>
              <a:t>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A405DB1E-6924-443C-A8B8-FFCED6D04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99428" y="1716591"/>
            <a:ext cx="741600" cy="741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59400" y="1799391"/>
            <a:ext cx="6424612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7620A9FC-75F4-4534-8E23-737EFB4DB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99428" y="2631402"/>
            <a:ext cx="741600" cy="74160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59400" y="2714202"/>
            <a:ext cx="6424612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0C7DB09-B358-4330-A556-6A32306FB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99428" y="3546213"/>
            <a:ext cx="741600" cy="741600"/>
          </a:xfrm>
          <a:prstGeom prst="ellipse">
            <a:avLst/>
          </a:prstGeom>
          <a:solidFill>
            <a:schemeClr val="accent6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59400" y="3629013"/>
            <a:ext cx="6424612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D7F83E1A-C572-414D-B749-C4B0072E4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99428" y="4461025"/>
            <a:ext cx="741600" cy="741600"/>
          </a:xfrm>
          <a:prstGeom prst="ellipse">
            <a:avLst/>
          </a:prstGeom>
          <a:solidFill>
            <a:schemeClr val="accent5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6F61F16-916C-41D6-93C0-D26547A831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59400" y="4543825"/>
            <a:ext cx="6424612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 Placeholder 96">
            <a:extLst>
              <a:ext uri="{FF2B5EF4-FFF2-40B4-BE49-F238E27FC236}">
                <a16:creationId xmlns:a16="http://schemas.microsoft.com/office/drawing/2014/main" id="{EA0CACC8-E0A6-4BD0-B30E-E2F76A3686F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475164" y="5539988"/>
            <a:ext cx="7308850" cy="657225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4970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A4A3A4"/>
          </p15:clr>
        </p15:guide>
        <p15:guide id="2" orient="horz" pos="981" userDrawn="1">
          <p15:clr>
            <a:srgbClr val="A4A3A4"/>
          </p15:clr>
        </p15:guide>
        <p15:guide id="3" pos="2819" userDrawn="1">
          <p15:clr>
            <a:srgbClr val="A4A3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5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B789-D2DE-40CF-B66E-05E9E8302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9428" y="404812"/>
            <a:ext cx="7284584" cy="1008063"/>
          </a:xfrm>
        </p:spPr>
        <p:txBody>
          <a:bodyPr anchor="b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606F2FD5-F128-4C4F-BF0A-3F6CBBABE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622041" cy="6858000"/>
          </a:xfrm>
          <a:custGeom>
            <a:avLst/>
            <a:gdLst>
              <a:gd name="connsiteX0" fmla="*/ 0 w 4622041"/>
              <a:gd name="connsiteY0" fmla="*/ 0 h 6858000"/>
              <a:gd name="connsiteX1" fmla="*/ 1524909 w 4622041"/>
              <a:gd name="connsiteY1" fmla="*/ 0 h 6858000"/>
              <a:gd name="connsiteX2" fmla="*/ 3181350 w 4622041"/>
              <a:gd name="connsiteY2" fmla="*/ 0 h 6858000"/>
              <a:gd name="connsiteX3" fmla="*/ 3848100 w 4622041"/>
              <a:gd name="connsiteY3" fmla="*/ 0 h 6858000"/>
              <a:gd name="connsiteX4" fmla="*/ 4203480 w 4622041"/>
              <a:gd name="connsiteY4" fmla="*/ 0 h 6858000"/>
              <a:gd name="connsiteX5" fmla="*/ 4622041 w 4622041"/>
              <a:gd name="connsiteY5" fmla="*/ 0 h 6858000"/>
              <a:gd name="connsiteX6" fmla="*/ 4491391 w 4622041"/>
              <a:gd name="connsiteY6" fmla="*/ 203795 h 6858000"/>
              <a:gd name="connsiteX7" fmla="*/ 3590925 w 4622041"/>
              <a:gd name="connsiteY7" fmla="*/ 3429000 h 6858000"/>
              <a:gd name="connsiteX8" fmla="*/ 4491391 w 4622041"/>
              <a:gd name="connsiteY8" fmla="*/ 6654205 h 6858000"/>
              <a:gd name="connsiteX9" fmla="*/ 4622041 w 4622041"/>
              <a:gd name="connsiteY9" fmla="*/ 6858000 h 6858000"/>
              <a:gd name="connsiteX10" fmla="*/ 4452454 w 4622041"/>
              <a:gd name="connsiteY10" fmla="*/ 6858000 h 6858000"/>
              <a:gd name="connsiteX11" fmla="*/ 3848100 w 4622041"/>
              <a:gd name="connsiteY11" fmla="*/ 6858000 h 6858000"/>
              <a:gd name="connsiteX12" fmla="*/ 3181350 w 4622041"/>
              <a:gd name="connsiteY12" fmla="*/ 6858000 h 6858000"/>
              <a:gd name="connsiteX13" fmla="*/ 1275934 w 4622041"/>
              <a:gd name="connsiteY13" fmla="*/ 6858000 h 6858000"/>
              <a:gd name="connsiteX14" fmla="*/ 0 w 4622041"/>
              <a:gd name="connsiteY14" fmla="*/ 6858000 h 6858000"/>
              <a:gd name="connsiteX15" fmla="*/ 0 w 4622041"/>
              <a:gd name="connsiteY15" fmla="*/ 5860486 h 6858000"/>
              <a:gd name="connsiteX16" fmla="*/ 0 w 4622041"/>
              <a:gd name="connsiteY16" fmla="*/ 110440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622041" h="6858000">
                <a:moveTo>
                  <a:pt x="0" y="0"/>
                </a:moveTo>
                <a:lnTo>
                  <a:pt x="1524909" y="0"/>
                </a:lnTo>
                <a:lnTo>
                  <a:pt x="3181350" y="0"/>
                </a:lnTo>
                <a:lnTo>
                  <a:pt x="3848100" y="0"/>
                </a:lnTo>
                <a:lnTo>
                  <a:pt x="4203480" y="0"/>
                </a:lnTo>
                <a:lnTo>
                  <a:pt x="4622041" y="0"/>
                </a:lnTo>
                <a:lnTo>
                  <a:pt x="4491391" y="203795"/>
                </a:lnTo>
                <a:cubicBezTo>
                  <a:pt x="3919978" y="1144214"/>
                  <a:pt x="3590925" y="2248180"/>
                  <a:pt x="3590925" y="3429000"/>
                </a:cubicBezTo>
                <a:cubicBezTo>
                  <a:pt x="3590925" y="4609821"/>
                  <a:pt x="3919978" y="5713787"/>
                  <a:pt x="4491391" y="6654205"/>
                </a:cubicBezTo>
                <a:lnTo>
                  <a:pt x="4622041" y="6858000"/>
                </a:lnTo>
                <a:lnTo>
                  <a:pt x="4452454" y="6858000"/>
                </a:lnTo>
                <a:lnTo>
                  <a:pt x="3848100" y="6858000"/>
                </a:lnTo>
                <a:lnTo>
                  <a:pt x="3181350" y="6858000"/>
                </a:lnTo>
                <a:lnTo>
                  <a:pt x="1275934" y="6858000"/>
                </a:lnTo>
                <a:lnTo>
                  <a:pt x="0" y="6858000"/>
                </a:lnTo>
                <a:lnTo>
                  <a:pt x="0" y="5860486"/>
                </a:lnTo>
                <a:lnTo>
                  <a:pt x="0" y="1104402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91440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dirty="0"/>
            </a:lvl1pPr>
          </a:lstStyle>
          <a:p>
            <a:r>
              <a:rPr lang="en-US" dirty="0"/>
              <a:t>_______________________________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add an image here: </a:t>
            </a:r>
            <a:br>
              <a:rPr lang="en-US" dirty="0"/>
            </a:br>
            <a:r>
              <a:rPr lang="en-US" dirty="0"/>
              <a:t>Click the icon and select </a:t>
            </a:r>
            <a:br>
              <a:rPr lang="en-US" dirty="0"/>
            </a:br>
            <a:r>
              <a:rPr lang="en-US" dirty="0"/>
              <a:t>Brand Pictures, or insert a </a:t>
            </a:r>
            <a:br>
              <a:rPr lang="en-US" dirty="0"/>
            </a:br>
            <a:r>
              <a:rPr lang="en-US" dirty="0"/>
              <a:t>file from your computer.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image can then be scaled </a:t>
            </a:r>
            <a:br>
              <a:rPr lang="en-US" dirty="0"/>
            </a:br>
            <a:r>
              <a:rPr lang="en-US" dirty="0"/>
              <a:t>within the frame by using the </a:t>
            </a:r>
            <a:br>
              <a:rPr lang="en-US" dirty="0"/>
            </a:br>
            <a:r>
              <a:rPr lang="en-US" dirty="0"/>
              <a:t>Crop feature in the Picture </a:t>
            </a:r>
            <a:br>
              <a:rPr lang="en-US" dirty="0"/>
            </a:br>
            <a:r>
              <a:rPr lang="en-US" dirty="0"/>
              <a:t>Format tab of the ribbon.</a:t>
            </a:r>
            <a:br>
              <a:rPr lang="en-US" dirty="0"/>
            </a:br>
            <a:r>
              <a:rPr lang="en-US" dirty="0"/>
              <a:t>_______________________________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FA643F8-1A02-4F8A-A364-9AE565DF5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7303" y="1681863"/>
            <a:ext cx="619200" cy="6192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59400" y="1703463"/>
            <a:ext cx="6424612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13713115-FE34-4B39-AFA3-10C746337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57303" y="2439083"/>
            <a:ext cx="619200" cy="61920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59400" y="2460683"/>
            <a:ext cx="6424612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CE34AE4-68D5-46DB-AD84-2C32865C6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7303" y="3196303"/>
            <a:ext cx="619200" cy="619200"/>
          </a:xfrm>
          <a:prstGeom prst="ellipse">
            <a:avLst/>
          </a:prstGeom>
          <a:solidFill>
            <a:schemeClr val="accent6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59400" y="3217903"/>
            <a:ext cx="6424612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7AC357D-474A-4C79-9824-ECFF8F3FF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57303" y="3953523"/>
            <a:ext cx="619200" cy="619200"/>
          </a:xfrm>
          <a:prstGeom prst="ellipse">
            <a:avLst/>
          </a:prstGeom>
          <a:solidFill>
            <a:schemeClr val="accent5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6F61F16-916C-41D6-93C0-D26547A831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59400" y="3975123"/>
            <a:ext cx="6424612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95DEB97F-2B12-42B1-94DB-0EF97C477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7303" y="4710743"/>
            <a:ext cx="619200" cy="6192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E299348-94D5-4256-BE1F-91C31CCEE9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59400" y="4732343"/>
            <a:ext cx="6424612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5F6A1124-9F09-4D7A-B563-659BB17D0B1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475163" y="5543550"/>
            <a:ext cx="7308850" cy="657225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8234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9" userDrawn="1">
          <p15:clr>
            <a:srgbClr val="A4A3A4"/>
          </p15:clr>
        </p15:guide>
        <p15:guide id="2" orient="horz" pos="981" userDrawn="1">
          <p15:clr>
            <a:srgbClr val="A4A3A4"/>
          </p15:clr>
        </p15:guide>
        <p15:guide id="3" orient="horz" pos="890" userDrawn="1">
          <p15:clr>
            <a:srgbClr val="A4A3A4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Poi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C4498E7-85C7-4EBC-8FD5-08BDE47C7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7987" y="1855085"/>
            <a:ext cx="619200" cy="6192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389D6A8-8E5C-4277-8893-0A9C079431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7958" y="1855084"/>
            <a:ext cx="479153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59993301-BB5C-4073-82B0-2E2A86C5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07987" y="2619550"/>
            <a:ext cx="619200" cy="6192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874EA9-D333-4FE9-8140-0BC9274C46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7958" y="2619616"/>
            <a:ext cx="479153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867C4299-E81F-47CC-8EFA-DE7F90F2A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07987" y="3384015"/>
            <a:ext cx="619200" cy="619200"/>
          </a:xfrm>
          <a:prstGeom prst="ellipse">
            <a:avLst/>
          </a:prstGeom>
          <a:solidFill>
            <a:schemeClr val="accent4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5478868-AD6E-4BF2-A5D5-4419F0FE3D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67958" y="3384148"/>
            <a:ext cx="479153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F92FE5A-57F1-4CA6-B785-65C9290E4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07987" y="4148480"/>
            <a:ext cx="619200" cy="61920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B341191-B235-4FEE-8692-7439683F49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67958" y="4148680"/>
            <a:ext cx="479153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C3D325C-591F-418A-8501-373F5B47C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07987" y="4912946"/>
            <a:ext cx="619200" cy="6192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2EA25F2-ECC7-41D2-B459-804B882ADE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7958" y="4913210"/>
            <a:ext cx="479153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DBE959E3-A230-4A45-A44D-0D2600F04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152624" y="1855085"/>
            <a:ext cx="619200" cy="6192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1393DB-8371-4387-A8EC-2615FF130D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13123" y="1855084"/>
            <a:ext cx="4770892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230A569-D2BE-47C9-B23B-242F9BCE4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152624" y="2619550"/>
            <a:ext cx="619200" cy="6192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99783B38-5869-4574-94FE-E400012AFAD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013123" y="2619616"/>
            <a:ext cx="4770892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739DA513-4AAC-49D0-8CF4-9D051E2AF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152624" y="3384015"/>
            <a:ext cx="619200" cy="619200"/>
          </a:xfrm>
          <a:prstGeom prst="ellipse">
            <a:avLst/>
          </a:prstGeom>
          <a:solidFill>
            <a:schemeClr val="accent4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45568D9C-380F-4EA2-A943-1561234300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13123" y="3384148"/>
            <a:ext cx="4770892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937A5709-9C0F-4D22-8682-F42BE67C6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52624" y="4148480"/>
            <a:ext cx="619200" cy="61920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F94A476-3E40-44D5-849D-9149AE38EFE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013123" y="4148680"/>
            <a:ext cx="4770892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7ECA727-3B31-4369-859E-288CA12C1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52624" y="4912946"/>
            <a:ext cx="619200" cy="6192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D4BA337-FE74-4504-AED8-E2CC58C5919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013123" y="4913210"/>
            <a:ext cx="4770892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6" name="Text Placeholder 96">
            <a:extLst>
              <a:ext uri="{FF2B5EF4-FFF2-40B4-BE49-F238E27FC236}">
                <a16:creationId xmlns:a16="http://schemas.microsoft.com/office/drawing/2014/main" id="{0AEE188C-F765-43DC-982D-6659ECB2354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9503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817">
          <p15:clr>
            <a:srgbClr val="A4A3A4"/>
          </p15:clr>
        </p15:guide>
        <p15:guide id="6" pos="3876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Poi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C4498E7-85C7-4EBC-8FD5-08BDE47C7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7987" y="1855085"/>
            <a:ext cx="619200" cy="6192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389D6A8-8E5C-4277-8893-0A9C079431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7958" y="1855084"/>
            <a:ext cx="284843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59993301-BB5C-4073-82B0-2E2A86C5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07987" y="2619550"/>
            <a:ext cx="619200" cy="6192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874EA9-D333-4FE9-8140-0BC9274C46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7958" y="2619616"/>
            <a:ext cx="284843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867C4299-E81F-47CC-8EFA-DE7F90F2A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07987" y="3384015"/>
            <a:ext cx="619200" cy="619200"/>
          </a:xfrm>
          <a:prstGeom prst="ellipse">
            <a:avLst/>
          </a:prstGeom>
          <a:solidFill>
            <a:schemeClr val="accent4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5478868-AD6E-4BF2-A5D5-4419F0FE3D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67958" y="3384148"/>
            <a:ext cx="284843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F92FE5A-57F1-4CA6-B785-65C9290E4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07987" y="4148480"/>
            <a:ext cx="619200" cy="61920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B341191-B235-4FEE-8692-7439683F49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67958" y="4148680"/>
            <a:ext cx="284843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C3D325C-591F-418A-8501-373F5B47C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07987" y="4912946"/>
            <a:ext cx="619200" cy="6192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2EA25F2-ECC7-41D2-B459-804B882ADE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7958" y="4913210"/>
            <a:ext cx="284843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DBE959E3-A230-4A45-A44D-0D2600F04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224338" y="1855085"/>
            <a:ext cx="619200" cy="6192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1393DB-8371-4387-A8EC-2615FF130D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20063" y="1855084"/>
            <a:ext cx="284760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230A569-D2BE-47C9-B23B-242F9BCE4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24338" y="2619550"/>
            <a:ext cx="619200" cy="6192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99783B38-5869-4574-94FE-E400012AFAD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20063" y="2619616"/>
            <a:ext cx="284760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739DA513-4AAC-49D0-8CF4-9D051E2AF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224338" y="3384015"/>
            <a:ext cx="619200" cy="619200"/>
          </a:xfrm>
          <a:prstGeom prst="ellipse">
            <a:avLst/>
          </a:prstGeom>
          <a:solidFill>
            <a:schemeClr val="accent4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45568D9C-380F-4EA2-A943-1561234300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20063" y="3384148"/>
            <a:ext cx="284760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937A5709-9C0F-4D22-8682-F42BE67C6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224338" y="4148480"/>
            <a:ext cx="619200" cy="61920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F94A476-3E40-44D5-849D-9149AE38EFE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20063" y="4148680"/>
            <a:ext cx="284760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7ECA727-3B31-4369-859E-288CA12C1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224338" y="4912946"/>
            <a:ext cx="619200" cy="6192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D4BA337-FE74-4504-AED8-E2CC58C5919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120063" y="4913210"/>
            <a:ext cx="284760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966D5D0B-8507-41D4-B07A-4D81EA4DF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075613" y="1855085"/>
            <a:ext cx="619200" cy="6192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96AA8459-802A-4E1F-B3C2-5F7D48D6176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936412" y="1855084"/>
            <a:ext cx="284760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EB072082-F611-45F4-9707-131025E15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075613" y="2619550"/>
            <a:ext cx="619200" cy="6192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BA81CD7D-79E5-4A02-918A-AA4E603045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36413" y="2619616"/>
            <a:ext cx="284760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17C86CC8-847B-4B3C-896A-7251C4063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75613" y="3384015"/>
            <a:ext cx="619200" cy="619200"/>
          </a:xfrm>
          <a:prstGeom prst="ellipse">
            <a:avLst/>
          </a:prstGeom>
          <a:solidFill>
            <a:schemeClr val="accent4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3E23F247-51F4-4A6E-96AF-5D5EA047E63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936413" y="3384148"/>
            <a:ext cx="284760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E9973869-3F65-4CBC-AE60-4DB14F89B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075613" y="4148480"/>
            <a:ext cx="619200" cy="61920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D77C0CF7-146D-42B3-A853-A86442F4882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936413" y="4148680"/>
            <a:ext cx="284760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BCA8B1CC-0D3D-4149-8BBC-DCA9258CD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075613" y="4912946"/>
            <a:ext cx="619200" cy="6192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9ED415F2-FE91-45A2-90CA-FD24FBE2066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936412" y="4913210"/>
            <a:ext cx="284760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 dirty="0"/>
              <a:t>Click to add item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14348663-4319-4C79-B6B2-A03D4D4B5FE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5069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2593" userDrawn="1">
          <p15:clr>
            <a:srgbClr val="A4A3A4"/>
          </p15:clr>
        </p15:guide>
        <p15:guide id="6" pos="2661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  <p15:guide id="13" pos="5019" userDrawn="1">
          <p15:clr>
            <a:srgbClr val="A4A3A4"/>
          </p15:clr>
        </p15:guide>
        <p15:guide id="14" pos="5087" userDrawn="1">
          <p15:clr>
            <a:srgbClr val="A4A3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4F00B38B-C25C-3A44-ACA0-371764ACD89F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380423807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oint Numbered 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4490770-1E9F-4154-86B8-9247C8AC1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9531307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9582333 w 12192000"/>
              <a:gd name="connsiteY3" fmla="*/ 6858000 h 6858000"/>
              <a:gd name="connsiteX4" fmla="*/ 9627483 w 12192000"/>
              <a:gd name="connsiteY4" fmla="*/ 6825894 h 6858000"/>
              <a:gd name="connsiteX5" fmla="*/ 11321144 w 12192000"/>
              <a:gd name="connsiteY5" fmla="*/ 3447143 h 6858000"/>
              <a:gd name="connsiteX6" fmla="*/ 9627483 w 12192000"/>
              <a:gd name="connsiteY6" fmla="*/ 68393 h 6858000"/>
              <a:gd name="connsiteX7" fmla="*/ 0 w 12192000"/>
              <a:gd name="connsiteY7" fmla="*/ 0 h 6858000"/>
              <a:gd name="connsiteX8" fmla="*/ 4678180 w 12192000"/>
              <a:gd name="connsiteY8" fmla="*/ 0 h 6858000"/>
              <a:gd name="connsiteX9" fmla="*/ 4582003 w 12192000"/>
              <a:gd name="connsiteY9" fmla="*/ 68393 h 6858000"/>
              <a:gd name="connsiteX10" fmla="*/ 2888342 w 12192000"/>
              <a:gd name="connsiteY10" fmla="*/ 3447143 h 6858000"/>
              <a:gd name="connsiteX11" fmla="*/ 4582003 w 12192000"/>
              <a:gd name="connsiteY11" fmla="*/ 6825894 h 6858000"/>
              <a:gd name="connsiteX12" fmla="*/ 4627153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9531307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582333" y="6858000"/>
                </a:lnTo>
                <a:lnTo>
                  <a:pt x="9627483" y="6825894"/>
                </a:lnTo>
                <a:cubicBezTo>
                  <a:pt x="10655639" y="6056982"/>
                  <a:pt x="11321144" y="4829781"/>
                  <a:pt x="11321144" y="3447143"/>
                </a:cubicBezTo>
                <a:cubicBezTo>
                  <a:pt x="11321144" y="2064505"/>
                  <a:pt x="10655639" y="837304"/>
                  <a:pt x="9627483" y="68393"/>
                </a:cubicBezTo>
                <a:close/>
                <a:moveTo>
                  <a:pt x="0" y="0"/>
                </a:moveTo>
                <a:lnTo>
                  <a:pt x="4678180" y="0"/>
                </a:lnTo>
                <a:lnTo>
                  <a:pt x="4582003" y="68393"/>
                </a:lnTo>
                <a:cubicBezTo>
                  <a:pt x="3553847" y="837304"/>
                  <a:pt x="2888342" y="2064505"/>
                  <a:pt x="2888342" y="3447143"/>
                </a:cubicBezTo>
                <a:cubicBezTo>
                  <a:pt x="2888342" y="4829781"/>
                  <a:pt x="3553847" y="6056982"/>
                  <a:pt x="4582003" y="6825894"/>
                </a:cubicBezTo>
                <a:lnTo>
                  <a:pt x="46271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sz="2400" err="1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56209-6088-DCA3-5A8A-B6C3C30D44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711099"/>
            <a:ext cx="2361881" cy="1061130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/>
              <a:t>Click to add agenda title</a:t>
            </a:r>
          </a:p>
        </p:txBody>
      </p:sp>
      <p:sp>
        <p:nvSpPr>
          <p:cNvPr id="33" name="#1">
            <a:extLst>
              <a:ext uri="{FF2B5EF4-FFF2-40B4-BE49-F238E27FC236}">
                <a16:creationId xmlns:a16="http://schemas.microsoft.com/office/drawing/2014/main" id="{EEFFE13B-7B99-487A-87CD-BD496112F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3425" y="13300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7" name="Item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1063" y="1377723"/>
            <a:ext cx="59055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4" name="#2">
            <a:extLst>
              <a:ext uri="{FF2B5EF4-FFF2-40B4-BE49-F238E27FC236}">
                <a16:creationId xmlns:a16="http://schemas.microsoft.com/office/drawing/2014/main" id="{AA3DE202-796A-4A7F-BC20-0327D16A5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01069" y="22027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8" name="Item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1063" y="2250423"/>
            <a:ext cx="59055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5" name="#3">
            <a:extLst>
              <a:ext uri="{FF2B5EF4-FFF2-40B4-BE49-F238E27FC236}">
                <a16:creationId xmlns:a16="http://schemas.microsoft.com/office/drawing/2014/main" id="{1653EFEB-6F6D-43AA-A743-2A76CFC4E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01069" y="30754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9" name="Item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1063" y="3123123"/>
            <a:ext cx="59055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6" name="#4">
            <a:extLst>
              <a:ext uri="{FF2B5EF4-FFF2-40B4-BE49-F238E27FC236}">
                <a16:creationId xmlns:a16="http://schemas.microsoft.com/office/drawing/2014/main" id="{23FDDDB5-9B5D-41A1-82EB-94A01BBEE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1069" y="39481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0" name="Item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1063" y="3995823"/>
            <a:ext cx="59055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7" name="#5">
            <a:extLst>
              <a:ext uri="{FF2B5EF4-FFF2-40B4-BE49-F238E27FC236}">
                <a16:creationId xmlns:a16="http://schemas.microsoft.com/office/drawing/2014/main" id="{7B451C41-DD76-4869-B434-D7FD651EE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01069" y="48208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Item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1063" y="4868523"/>
            <a:ext cx="59055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B903B74-502C-44C7-9EA2-4E8D1C33D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3539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65" userDrawn="1">
          <p15:clr>
            <a:srgbClr val="A4A3A4"/>
          </p15:clr>
        </p15:guide>
        <p15:guide id="2" pos="2955" userDrawn="1">
          <p15:clr>
            <a:srgbClr val="A4A3A4"/>
          </p15:clr>
        </p15:guide>
        <p15:guide id="6" pos="6675" userDrawn="1">
          <p15:clr>
            <a:srgbClr val="A4A3A4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Point Numbered 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4490770-1E9F-4154-86B8-9247C8AC1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9531307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9582333 w 12192000"/>
              <a:gd name="connsiteY3" fmla="*/ 6858000 h 6858000"/>
              <a:gd name="connsiteX4" fmla="*/ 9627483 w 12192000"/>
              <a:gd name="connsiteY4" fmla="*/ 6825894 h 6858000"/>
              <a:gd name="connsiteX5" fmla="*/ 11321144 w 12192000"/>
              <a:gd name="connsiteY5" fmla="*/ 3447143 h 6858000"/>
              <a:gd name="connsiteX6" fmla="*/ 9627483 w 12192000"/>
              <a:gd name="connsiteY6" fmla="*/ 68393 h 6858000"/>
              <a:gd name="connsiteX7" fmla="*/ 0 w 12192000"/>
              <a:gd name="connsiteY7" fmla="*/ 0 h 6858000"/>
              <a:gd name="connsiteX8" fmla="*/ 4678180 w 12192000"/>
              <a:gd name="connsiteY8" fmla="*/ 0 h 6858000"/>
              <a:gd name="connsiteX9" fmla="*/ 4582003 w 12192000"/>
              <a:gd name="connsiteY9" fmla="*/ 68393 h 6858000"/>
              <a:gd name="connsiteX10" fmla="*/ 2888342 w 12192000"/>
              <a:gd name="connsiteY10" fmla="*/ 3447143 h 6858000"/>
              <a:gd name="connsiteX11" fmla="*/ 4582003 w 12192000"/>
              <a:gd name="connsiteY11" fmla="*/ 6825894 h 6858000"/>
              <a:gd name="connsiteX12" fmla="*/ 4627153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9531307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582333" y="6858000"/>
                </a:lnTo>
                <a:lnTo>
                  <a:pt x="9627483" y="6825894"/>
                </a:lnTo>
                <a:cubicBezTo>
                  <a:pt x="10655639" y="6056982"/>
                  <a:pt x="11321144" y="4829781"/>
                  <a:pt x="11321144" y="3447143"/>
                </a:cubicBezTo>
                <a:cubicBezTo>
                  <a:pt x="11321144" y="2064505"/>
                  <a:pt x="10655639" y="837304"/>
                  <a:pt x="9627483" y="68393"/>
                </a:cubicBezTo>
                <a:close/>
                <a:moveTo>
                  <a:pt x="0" y="0"/>
                </a:moveTo>
                <a:lnTo>
                  <a:pt x="4678180" y="0"/>
                </a:lnTo>
                <a:lnTo>
                  <a:pt x="4582003" y="68393"/>
                </a:lnTo>
                <a:cubicBezTo>
                  <a:pt x="3553847" y="837304"/>
                  <a:pt x="2888342" y="2064505"/>
                  <a:pt x="2888342" y="3447143"/>
                </a:cubicBezTo>
                <a:cubicBezTo>
                  <a:pt x="2888342" y="4829781"/>
                  <a:pt x="3553847" y="6056982"/>
                  <a:pt x="4582003" y="6825894"/>
                </a:cubicBezTo>
                <a:lnTo>
                  <a:pt x="46271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sz="2400" err="1">
              <a:latin typeface="+mj-lt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A500330E-03F0-E002-2684-0DEC7F9BF7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711099"/>
            <a:ext cx="2361881" cy="1061130"/>
          </a:xfrm>
        </p:spPr>
        <p:txBody>
          <a:bodyPr>
            <a:normAutofit/>
          </a:bodyPr>
          <a:lstStyle/>
          <a:p>
            <a:r>
              <a:rPr lang="en-US"/>
              <a:t>Click to add agenda title</a:t>
            </a:r>
          </a:p>
        </p:txBody>
      </p:sp>
      <p:sp>
        <p:nvSpPr>
          <p:cNvPr id="33" name="#1">
            <a:extLst>
              <a:ext uri="{FF2B5EF4-FFF2-40B4-BE49-F238E27FC236}">
                <a16:creationId xmlns:a16="http://schemas.microsoft.com/office/drawing/2014/main" id="{EEFFE13B-7B99-487A-87CD-BD496112F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3425" y="13300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7" name="Item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1064" y="1377723"/>
            <a:ext cx="2449512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4" name="#2">
            <a:extLst>
              <a:ext uri="{FF2B5EF4-FFF2-40B4-BE49-F238E27FC236}">
                <a16:creationId xmlns:a16="http://schemas.microsoft.com/office/drawing/2014/main" id="{AA3DE202-796A-4A7F-BC20-0327D16A5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01069" y="22027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8" name="Item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1064" y="2250423"/>
            <a:ext cx="2449512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5" name="#3">
            <a:extLst>
              <a:ext uri="{FF2B5EF4-FFF2-40B4-BE49-F238E27FC236}">
                <a16:creationId xmlns:a16="http://schemas.microsoft.com/office/drawing/2014/main" id="{1653EFEB-6F6D-43AA-A743-2A76CFC4E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01069" y="30754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9" name="Item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1064" y="3123123"/>
            <a:ext cx="2449512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6" name="#4">
            <a:extLst>
              <a:ext uri="{FF2B5EF4-FFF2-40B4-BE49-F238E27FC236}">
                <a16:creationId xmlns:a16="http://schemas.microsoft.com/office/drawing/2014/main" id="{23FDDDB5-9B5D-41A1-82EB-94A01BBEE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1069" y="39481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0" name="Item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1064" y="3995823"/>
            <a:ext cx="2449512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7" name="#5">
            <a:extLst>
              <a:ext uri="{FF2B5EF4-FFF2-40B4-BE49-F238E27FC236}">
                <a16:creationId xmlns:a16="http://schemas.microsoft.com/office/drawing/2014/main" id="{7B451C41-DD76-4869-B434-D7FD651EE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01069" y="48208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Item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1064" y="4868523"/>
            <a:ext cx="2449512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2" name="#1">
            <a:extLst>
              <a:ext uri="{FF2B5EF4-FFF2-40B4-BE49-F238E27FC236}">
                <a16:creationId xmlns:a16="http://schemas.microsoft.com/office/drawing/2014/main" id="{D712D594-9838-406B-A423-AF4DD9575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49767" y="13300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Item 1">
            <a:extLst>
              <a:ext uri="{FF2B5EF4-FFF2-40B4-BE49-F238E27FC236}">
                <a16:creationId xmlns:a16="http://schemas.microsoft.com/office/drawing/2014/main" id="{E6CEC2E2-69F8-4E94-8A78-4CB2C44BE2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48638" y="1377723"/>
            <a:ext cx="2449108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5" name="#2">
            <a:extLst>
              <a:ext uri="{FF2B5EF4-FFF2-40B4-BE49-F238E27FC236}">
                <a16:creationId xmlns:a16="http://schemas.microsoft.com/office/drawing/2014/main" id="{9C539EB1-7CB2-4B63-A266-4C0098CBF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49767" y="22027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Item 2">
            <a:extLst>
              <a:ext uri="{FF2B5EF4-FFF2-40B4-BE49-F238E27FC236}">
                <a16:creationId xmlns:a16="http://schemas.microsoft.com/office/drawing/2014/main" id="{AD0564E3-8F86-49E2-84DB-5271D2B5D0F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48638" y="2250423"/>
            <a:ext cx="2449108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7" name="#3">
            <a:extLst>
              <a:ext uri="{FF2B5EF4-FFF2-40B4-BE49-F238E27FC236}">
                <a16:creationId xmlns:a16="http://schemas.microsoft.com/office/drawing/2014/main" id="{468DB777-D486-47FF-8915-A1BD7EAB2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60251" y="30754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Item 3">
            <a:extLst>
              <a:ext uri="{FF2B5EF4-FFF2-40B4-BE49-F238E27FC236}">
                <a16:creationId xmlns:a16="http://schemas.microsoft.com/office/drawing/2014/main" id="{1F101C97-3320-4673-B65E-60BE340BE2E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48638" y="3123123"/>
            <a:ext cx="2449108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9" name="#4">
            <a:extLst>
              <a:ext uri="{FF2B5EF4-FFF2-40B4-BE49-F238E27FC236}">
                <a16:creationId xmlns:a16="http://schemas.microsoft.com/office/drawing/2014/main" id="{10E34633-765D-4D5E-8A35-2F58A27D6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249767" y="39481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Item 4">
            <a:extLst>
              <a:ext uri="{FF2B5EF4-FFF2-40B4-BE49-F238E27FC236}">
                <a16:creationId xmlns:a16="http://schemas.microsoft.com/office/drawing/2014/main" id="{BE74248F-3763-4D40-BD11-9233C6D6F7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48638" y="3995823"/>
            <a:ext cx="2449108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31" name="#5">
            <a:extLst>
              <a:ext uri="{FF2B5EF4-FFF2-40B4-BE49-F238E27FC236}">
                <a16:creationId xmlns:a16="http://schemas.microsoft.com/office/drawing/2014/main" id="{8C35DA81-F9B8-4AF3-BB7D-CB9A25260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60251" y="48208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Item 5">
            <a:extLst>
              <a:ext uri="{FF2B5EF4-FFF2-40B4-BE49-F238E27FC236}">
                <a16:creationId xmlns:a16="http://schemas.microsoft.com/office/drawing/2014/main" id="{1E2B1BEC-0BC1-49C0-9CFD-6FC1D63EB6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148638" y="4868523"/>
            <a:ext cx="2449108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B903B74-502C-44C7-9EA2-4E8D1C33D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7623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65" userDrawn="1">
          <p15:clr>
            <a:srgbClr val="A4A3A4"/>
          </p15:clr>
        </p15:guide>
        <p15:guide id="2" pos="2955" userDrawn="1">
          <p15:clr>
            <a:srgbClr val="A4A3A4"/>
          </p15:clr>
        </p15:guide>
        <p15:guide id="6" pos="6675" userDrawn="1">
          <p15:clr>
            <a:srgbClr val="A4A3A4"/>
          </p15:clr>
        </p15:guide>
        <p15:guide id="7" pos="4498" userDrawn="1">
          <p15:clr>
            <a:srgbClr val="A4A3A4"/>
          </p15:clr>
        </p15:guide>
        <p15:guide id="8" pos="5042" userDrawn="1">
          <p15:clr>
            <a:srgbClr val="A4A3A4"/>
          </p15:clr>
        </p15:guide>
        <p15:guide id="9" pos="5133" userDrawn="1">
          <p15:clr>
            <a:srgbClr val="A4A3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oint 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4490770-1E9F-4154-86B8-9247C8AC1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9531307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9582333 w 12192000"/>
              <a:gd name="connsiteY3" fmla="*/ 6858000 h 6858000"/>
              <a:gd name="connsiteX4" fmla="*/ 9627483 w 12192000"/>
              <a:gd name="connsiteY4" fmla="*/ 6825894 h 6858000"/>
              <a:gd name="connsiteX5" fmla="*/ 11321144 w 12192000"/>
              <a:gd name="connsiteY5" fmla="*/ 3447143 h 6858000"/>
              <a:gd name="connsiteX6" fmla="*/ 9627483 w 12192000"/>
              <a:gd name="connsiteY6" fmla="*/ 68393 h 6858000"/>
              <a:gd name="connsiteX7" fmla="*/ 0 w 12192000"/>
              <a:gd name="connsiteY7" fmla="*/ 0 h 6858000"/>
              <a:gd name="connsiteX8" fmla="*/ 4678180 w 12192000"/>
              <a:gd name="connsiteY8" fmla="*/ 0 h 6858000"/>
              <a:gd name="connsiteX9" fmla="*/ 4582003 w 12192000"/>
              <a:gd name="connsiteY9" fmla="*/ 68393 h 6858000"/>
              <a:gd name="connsiteX10" fmla="*/ 2888342 w 12192000"/>
              <a:gd name="connsiteY10" fmla="*/ 3447143 h 6858000"/>
              <a:gd name="connsiteX11" fmla="*/ 4582003 w 12192000"/>
              <a:gd name="connsiteY11" fmla="*/ 6825894 h 6858000"/>
              <a:gd name="connsiteX12" fmla="*/ 4627153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9531307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582333" y="6858000"/>
                </a:lnTo>
                <a:lnTo>
                  <a:pt x="9627483" y="6825894"/>
                </a:lnTo>
                <a:cubicBezTo>
                  <a:pt x="10655639" y="6056982"/>
                  <a:pt x="11321144" y="4829781"/>
                  <a:pt x="11321144" y="3447143"/>
                </a:cubicBezTo>
                <a:cubicBezTo>
                  <a:pt x="11321144" y="2064505"/>
                  <a:pt x="10655639" y="837304"/>
                  <a:pt x="9627483" y="68393"/>
                </a:cubicBezTo>
                <a:close/>
                <a:moveTo>
                  <a:pt x="0" y="0"/>
                </a:moveTo>
                <a:lnTo>
                  <a:pt x="4678180" y="0"/>
                </a:lnTo>
                <a:lnTo>
                  <a:pt x="4582003" y="68393"/>
                </a:lnTo>
                <a:cubicBezTo>
                  <a:pt x="3553847" y="837304"/>
                  <a:pt x="2888342" y="2064505"/>
                  <a:pt x="2888342" y="3447143"/>
                </a:cubicBezTo>
                <a:cubicBezTo>
                  <a:pt x="2888342" y="4829781"/>
                  <a:pt x="3553847" y="6056982"/>
                  <a:pt x="4582003" y="6825894"/>
                </a:cubicBezTo>
                <a:lnTo>
                  <a:pt x="46271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sz="2400" err="1"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B12494F-150F-9BEA-01DC-05D58F7AB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711099"/>
            <a:ext cx="2361881" cy="1061130"/>
          </a:xfrm>
        </p:spPr>
        <p:txBody>
          <a:bodyPr>
            <a:normAutofit/>
          </a:bodyPr>
          <a:lstStyle/>
          <a:p>
            <a:r>
              <a:rPr lang="en-US"/>
              <a:t>Click to add agenda title</a:t>
            </a:r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1563" y="1488522"/>
            <a:ext cx="6985000" cy="424732"/>
          </a:xfrm>
          <a:noFill/>
          <a:ln w="12700">
            <a:noFill/>
          </a:ln>
          <a:effectLst/>
        </p:spPr>
        <p:txBody>
          <a:bodyPr lIns="0" rIns="0" anchor="t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11563" y="2361222"/>
            <a:ext cx="6985000" cy="424732"/>
          </a:xfrm>
          <a:noFill/>
          <a:ln>
            <a:noFill/>
          </a:ln>
          <a:effectLst/>
        </p:spPr>
        <p:txBody>
          <a:bodyPr lIns="0" rIns="0" anchor="t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563" y="3233922"/>
            <a:ext cx="6985000" cy="424732"/>
          </a:xfrm>
          <a:noFill/>
          <a:ln>
            <a:noFill/>
          </a:ln>
          <a:effectLst/>
        </p:spPr>
        <p:txBody>
          <a:bodyPr lIns="0" rIns="0" anchor="t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11563" y="4106622"/>
            <a:ext cx="6985000" cy="424732"/>
          </a:xfrm>
          <a:noFill/>
          <a:ln>
            <a:noFill/>
          </a:ln>
          <a:effectLst/>
        </p:spPr>
        <p:txBody>
          <a:bodyPr lIns="0" rIns="0" anchor="t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1563" y="4979322"/>
            <a:ext cx="6985000" cy="424732"/>
          </a:xfrm>
          <a:noFill/>
          <a:ln>
            <a:noFill/>
          </a:ln>
          <a:effectLst/>
        </p:spPr>
        <p:txBody>
          <a:bodyPr lIns="0" rIns="0" anchor="t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B903B74-502C-44C7-9EA2-4E8D1C33D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3524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275" userDrawn="1">
          <p15:clr>
            <a:srgbClr val="A4A3A4"/>
          </p15:clr>
        </p15:guide>
        <p15:guide id="6" pos="6698" userDrawn="1">
          <p15:clr>
            <a:srgbClr val="A4A3A4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Point 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4490770-1E9F-4154-86B8-9247C8AC1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9531307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9582333 w 12192000"/>
              <a:gd name="connsiteY3" fmla="*/ 6858000 h 6858000"/>
              <a:gd name="connsiteX4" fmla="*/ 9627483 w 12192000"/>
              <a:gd name="connsiteY4" fmla="*/ 6825894 h 6858000"/>
              <a:gd name="connsiteX5" fmla="*/ 11321144 w 12192000"/>
              <a:gd name="connsiteY5" fmla="*/ 3447143 h 6858000"/>
              <a:gd name="connsiteX6" fmla="*/ 9627483 w 12192000"/>
              <a:gd name="connsiteY6" fmla="*/ 68393 h 6858000"/>
              <a:gd name="connsiteX7" fmla="*/ 0 w 12192000"/>
              <a:gd name="connsiteY7" fmla="*/ 0 h 6858000"/>
              <a:gd name="connsiteX8" fmla="*/ 4678180 w 12192000"/>
              <a:gd name="connsiteY8" fmla="*/ 0 h 6858000"/>
              <a:gd name="connsiteX9" fmla="*/ 4582003 w 12192000"/>
              <a:gd name="connsiteY9" fmla="*/ 68393 h 6858000"/>
              <a:gd name="connsiteX10" fmla="*/ 2888342 w 12192000"/>
              <a:gd name="connsiteY10" fmla="*/ 3447143 h 6858000"/>
              <a:gd name="connsiteX11" fmla="*/ 4582003 w 12192000"/>
              <a:gd name="connsiteY11" fmla="*/ 6825894 h 6858000"/>
              <a:gd name="connsiteX12" fmla="*/ 4627153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9531307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582333" y="6858000"/>
                </a:lnTo>
                <a:lnTo>
                  <a:pt x="9627483" y="6825894"/>
                </a:lnTo>
                <a:cubicBezTo>
                  <a:pt x="10655639" y="6056982"/>
                  <a:pt x="11321144" y="4829781"/>
                  <a:pt x="11321144" y="3447143"/>
                </a:cubicBezTo>
                <a:cubicBezTo>
                  <a:pt x="11321144" y="2064505"/>
                  <a:pt x="10655639" y="837304"/>
                  <a:pt x="9627483" y="68393"/>
                </a:cubicBezTo>
                <a:close/>
                <a:moveTo>
                  <a:pt x="0" y="0"/>
                </a:moveTo>
                <a:lnTo>
                  <a:pt x="4678180" y="0"/>
                </a:lnTo>
                <a:lnTo>
                  <a:pt x="4582003" y="68393"/>
                </a:lnTo>
                <a:cubicBezTo>
                  <a:pt x="3553847" y="837304"/>
                  <a:pt x="2888342" y="2064505"/>
                  <a:pt x="2888342" y="3447143"/>
                </a:cubicBezTo>
                <a:cubicBezTo>
                  <a:pt x="2888342" y="4829781"/>
                  <a:pt x="3553847" y="6056982"/>
                  <a:pt x="4582003" y="6825894"/>
                </a:cubicBezTo>
                <a:lnTo>
                  <a:pt x="46271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sz="2400" err="1">
              <a:latin typeface="+mj-lt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D3AF3E7C-71B5-7A1B-8475-F05A38068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711099"/>
            <a:ext cx="2361881" cy="1061130"/>
          </a:xfrm>
        </p:spPr>
        <p:txBody>
          <a:bodyPr>
            <a:normAutofit/>
          </a:bodyPr>
          <a:lstStyle/>
          <a:p>
            <a:r>
              <a:rPr lang="en-US"/>
              <a:t>Click to add agenda title</a:t>
            </a:r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1563" y="1488523"/>
            <a:ext cx="3348037" cy="424732"/>
          </a:xfrm>
          <a:noFill/>
          <a:ln>
            <a:noFill/>
          </a:ln>
          <a:effectLst/>
        </p:spPr>
        <p:txBody>
          <a:bodyPr lIns="0" r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11563" y="2361223"/>
            <a:ext cx="3348037" cy="424732"/>
          </a:xfrm>
          <a:noFill/>
          <a:ln>
            <a:noFill/>
          </a:ln>
          <a:effectLst/>
        </p:spPr>
        <p:txBody>
          <a:bodyPr lIns="0" r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563" y="3233923"/>
            <a:ext cx="3348037" cy="424732"/>
          </a:xfrm>
          <a:noFill/>
          <a:ln>
            <a:noFill/>
          </a:ln>
          <a:effectLst/>
        </p:spPr>
        <p:txBody>
          <a:bodyPr lIns="0" r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11563" y="4106623"/>
            <a:ext cx="3348037" cy="424732"/>
          </a:xfrm>
          <a:noFill/>
          <a:ln>
            <a:noFill/>
          </a:ln>
          <a:effectLst/>
        </p:spPr>
        <p:txBody>
          <a:bodyPr lIns="0" r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1563" y="4979323"/>
            <a:ext cx="3348037" cy="424732"/>
          </a:xfrm>
          <a:noFill/>
          <a:ln>
            <a:noFill/>
          </a:ln>
          <a:effectLst/>
        </p:spPr>
        <p:txBody>
          <a:bodyPr lIns="0" r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819AF5B-E47A-4ACD-8D8C-52AD38CE5B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83449" y="1488522"/>
            <a:ext cx="3348037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47691383-ECAA-4F80-A331-7B599A1F5D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83449" y="2361222"/>
            <a:ext cx="3348037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1EB794D8-6580-4801-92C4-B9CDBE015B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83449" y="3233922"/>
            <a:ext cx="3348037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D49BB865-6EA1-4E1B-A365-5C4C9B6EA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83449" y="4106622"/>
            <a:ext cx="3348037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19D7038-1075-4AFC-AF51-44462E8C84E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83449" y="4979322"/>
            <a:ext cx="3348037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agenda item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B903B74-502C-44C7-9EA2-4E8D1C33D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9636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75" userDrawn="1">
          <p15:clr>
            <a:srgbClr val="A4A3A4"/>
          </p15:clr>
        </p15:guide>
        <p15:guide id="3" pos="4588" userDrawn="1">
          <p15:clr>
            <a:srgbClr val="A4A3A4"/>
          </p15:clr>
        </p15:guide>
        <p15:guide id="5" pos="4384" userDrawn="1">
          <p15:clr>
            <a:srgbClr val="A4A3A4"/>
          </p15:clr>
        </p15:guide>
        <p15:guide id="6" pos="6698" userDrawn="1">
          <p15:clr>
            <a:srgbClr val="A4A3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A47BD16A-294C-6E4F-BEDB-E99B3D28E5E6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15599190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Speaker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813447"/>
            <a:ext cx="3049588" cy="1231106"/>
          </a:xfrm>
        </p:spPr>
        <p:txBody>
          <a:bodyPr anchor="ctr" anchorCtr="0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76878" y="1071349"/>
            <a:ext cx="1066598" cy="106659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24450" y="1217967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24450" y="1600835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876878" y="2400382"/>
            <a:ext cx="1066598" cy="1066597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24450" y="2546786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24450" y="2929654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876878" y="3729415"/>
            <a:ext cx="1066598" cy="1066597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EE263FC4-B3BF-4198-B246-A58FF8C1DA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24450" y="3875819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59" name="Text Placeholder 57">
            <a:extLst>
              <a:ext uri="{FF2B5EF4-FFF2-40B4-BE49-F238E27FC236}">
                <a16:creationId xmlns:a16="http://schemas.microsoft.com/office/drawing/2014/main" id="{7C4BEF10-7F26-49CE-9D86-B24AFAE8B9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24450" y="4258687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10BDC96E-E4BB-46C7-8B26-69C0CC4A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876878" y="5058448"/>
            <a:ext cx="1066598" cy="1066597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6" name="Text Placeholder 57">
            <a:extLst>
              <a:ext uri="{FF2B5EF4-FFF2-40B4-BE49-F238E27FC236}">
                <a16:creationId xmlns:a16="http://schemas.microsoft.com/office/drawing/2014/main" id="{93F601CD-C12B-4912-A9BA-1EECAE448C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24450" y="5204852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7" name="Text Placeholder 57">
            <a:extLst>
              <a:ext uri="{FF2B5EF4-FFF2-40B4-BE49-F238E27FC236}">
                <a16:creationId xmlns:a16="http://schemas.microsoft.com/office/drawing/2014/main" id="{20C48A33-763A-47D3-A206-1BBD3A417D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24450" y="5587720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35135AB-5B49-4A2B-A09B-EFF95FECF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982152" y="1071349"/>
            <a:ext cx="1066598" cy="1066597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28138" y="1217967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28138" y="1600835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4FF349B1-3542-4E59-B8B3-3852BB36BF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82152" y="2400382"/>
            <a:ext cx="1066598" cy="1066597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8" name="Text Placeholder 57">
            <a:extLst>
              <a:ext uri="{FF2B5EF4-FFF2-40B4-BE49-F238E27FC236}">
                <a16:creationId xmlns:a16="http://schemas.microsoft.com/office/drawing/2014/main" id="{D875C94D-753C-4332-A792-6237EEC1F04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28138" y="2546786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9" name="Text Placeholder 57">
            <a:extLst>
              <a:ext uri="{FF2B5EF4-FFF2-40B4-BE49-F238E27FC236}">
                <a16:creationId xmlns:a16="http://schemas.microsoft.com/office/drawing/2014/main" id="{B06D4D8C-8568-423B-AABB-FB8BD683AC2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28138" y="2929654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2" name="Picture Placeholder 4">
            <a:extLst>
              <a:ext uri="{FF2B5EF4-FFF2-40B4-BE49-F238E27FC236}">
                <a16:creationId xmlns:a16="http://schemas.microsoft.com/office/drawing/2014/main" id="{72F775E8-A22B-4C7B-A7AF-7A6E5B4B2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982152" y="3729415"/>
            <a:ext cx="1066598" cy="1066597"/>
          </a:xfrm>
          <a:prstGeom prst="ellipse">
            <a:avLst/>
          </a:prstGeom>
          <a:blipFill>
            <a:blip r:embed="rId9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0" name="Text Placeholder 57">
            <a:extLst>
              <a:ext uri="{FF2B5EF4-FFF2-40B4-BE49-F238E27FC236}">
                <a16:creationId xmlns:a16="http://schemas.microsoft.com/office/drawing/2014/main" id="{7D2B1B3D-7A06-472C-AAC7-C6D547DD80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228138" y="3875819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71" name="Text Placeholder 57">
            <a:extLst>
              <a:ext uri="{FF2B5EF4-FFF2-40B4-BE49-F238E27FC236}">
                <a16:creationId xmlns:a16="http://schemas.microsoft.com/office/drawing/2014/main" id="{AD040565-F4BF-45F9-8EB6-02C700DE64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28138" y="4258687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1" name="Picture Placeholder 4">
            <a:extLst>
              <a:ext uri="{FF2B5EF4-FFF2-40B4-BE49-F238E27FC236}">
                <a16:creationId xmlns:a16="http://schemas.microsoft.com/office/drawing/2014/main" id="{B9366CB7-32DA-4E9E-99FC-DE9544759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982152" y="5058448"/>
            <a:ext cx="1066598" cy="1066597"/>
          </a:xfrm>
          <a:prstGeom prst="ellipse">
            <a:avLst/>
          </a:prstGeom>
          <a:blipFill>
            <a:blip r:embed="rId10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2" name="Text Placeholder 57">
            <a:extLst>
              <a:ext uri="{FF2B5EF4-FFF2-40B4-BE49-F238E27FC236}">
                <a16:creationId xmlns:a16="http://schemas.microsoft.com/office/drawing/2014/main" id="{DB9F8BAF-B545-4D72-ADD4-886DC007051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228138" y="5204852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73" name="Text Placeholder 57">
            <a:extLst>
              <a:ext uri="{FF2B5EF4-FFF2-40B4-BE49-F238E27FC236}">
                <a16:creationId xmlns:a16="http://schemas.microsoft.com/office/drawing/2014/main" id="{B0791138-7275-41D5-B115-CD52C7354E2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228138" y="5587720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1" name="Text Placeholder 96">
            <a:extLst>
              <a:ext uri="{FF2B5EF4-FFF2-40B4-BE49-F238E27FC236}">
                <a16:creationId xmlns:a16="http://schemas.microsoft.com/office/drawing/2014/main" id="{B049F64B-628A-48DE-84B4-38397AAB7DC3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540125" y="1071349"/>
            <a:ext cx="0" cy="51383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44854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30">
          <p15:clr>
            <a:srgbClr val="C35EA4"/>
          </p15:clr>
        </p15:guide>
        <p15:guide id="3" pos="4838">
          <p15:clr>
            <a:srgbClr val="A4A3A4"/>
          </p15:clr>
        </p15:guide>
        <p15:guide id="4" pos="5700">
          <p15:clr>
            <a:srgbClr val="A4A3A4"/>
          </p15:clr>
        </p15:guide>
        <p15:guide id="5" pos="3114">
          <p15:clr>
            <a:srgbClr val="A4A3A4"/>
          </p15:clr>
        </p15:guide>
        <p15:guide id="7" pos="3228">
          <p15:clr>
            <a:srgbClr val="A4A3A4"/>
          </p15:clr>
        </p15:guide>
        <p15:guide id="10" pos="5813">
          <p15:clr>
            <a:srgbClr val="A4A3A4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eaker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813447"/>
            <a:ext cx="3049588" cy="1231106"/>
          </a:xfrm>
        </p:spPr>
        <p:txBody>
          <a:bodyPr anchor="ctr" anchorCtr="0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00663" y="2188096"/>
            <a:ext cx="1066598" cy="106659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56026" y="3541524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56026" y="3924392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235926" y="2188096"/>
            <a:ext cx="1066598" cy="1066597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92875" y="3541524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92875" y="3924392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972775" y="2144743"/>
            <a:ext cx="1066598" cy="1066597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28138" y="3541524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28138" y="3924392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1" name="Text Placeholder 96">
            <a:extLst>
              <a:ext uri="{FF2B5EF4-FFF2-40B4-BE49-F238E27FC236}">
                <a16:creationId xmlns:a16="http://schemas.microsoft.com/office/drawing/2014/main" id="{36C08F25-EA22-4E4E-83B5-7858728FD103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540125" y="1071349"/>
            <a:ext cx="0" cy="51383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57201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30">
          <p15:clr>
            <a:srgbClr val="C35EA4"/>
          </p15:clr>
        </p15:guide>
        <p15:guide id="3" pos="4089" userDrawn="1">
          <p15:clr>
            <a:srgbClr val="A4A3A4"/>
          </p15:clr>
        </p15:guide>
        <p15:guide id="4" pos="5700">
          <p15:clr>
            <a:srgbClr val="A4A3A4"/>
          </p15:clr>
        </p15:guide>
        <p15:guide id="5" pos="2366" userDrawn="1">
          <p15:clr>
            <a:srgbClr val="A4A3A4"/>
          </p15:clr>
        </p15:guide>
        <p15:guide id="7" pos="3976" userDrawn="1">
          <p15:clr>
            <a:srgbClr val="A4A3A4"/>
          </p15:clr>
        </p15:guide>
        <p15:guide id="10" pos="5813">
          <p15:clr>
            <a:srgbClr val="A4A3A4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Speakers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813447"/>
            <a:ext cx="3049588" cy="1231106"/>
          </a:xfrm>
        </p:spPr>
        <p:txBody>
          <a:bodyPr anchor="ctr" anchorCtr="0">
            <a:sp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76878" y="1071349"/>
            <a:ext cx="1066598" cy="106659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24450" y="1217967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24450" y="1600835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876878" y="2400382"/>
            <a:ext cx="1066598" cy="1066597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24450" y="2546786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24450" y="2929654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876878" y="3729415"/>
            <a:ext cx="1066598" cy="1066597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EE263FC4-B3BF-4198-B246-A58FF8C1DA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24450" y="3875819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59" name="Text Placeholder 57">
            <a:extLst>
              <a:ext uri="{FF2B5EF4-FFF2-40B4-BE49-F238E27FC236}">
                <a16:creationId xmlns:a16="http://schemas.microsoft.com/office/drawing/2014/main" id="{7C4BEF10-7F26-49CE-9D86-B24AFAE8B9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24450" y="4258687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10BDC96E-E4BB-46C7-8B26-69C0CC4A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876878" y="5058448"/>
            <a:ext cx="1066598" cy="1066597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6" name="Text Placeholder 57">
            <a:extLst>
              <a:ext uri="{FF2B5EF4-FFF2-40B4-BE49-F238E27FC236}">
                <a16:creationId xmlns:a16="http://schemas.microsoft.com/office/drawing/2014/main" id="{93F601CD-C12B-4912-A9BA-1EECAE448C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24450" y="5204852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7" name="Text Placeholder 57">
            <a:extLst>
              <a:ext uri="{FF2B5EF4-FFF2-40B4-BE49-F238E27FC236}">
                <a16:creationId xmlns:a16="http://schemas.microsoft.com/office/drawing/2014/main" id="{20C48A33-763A-47D3-A206-1BBD3A417D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24450" y="5587720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35135AB-5B49-4A2B-A09B-EFF95FECF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982152" y="1071349"/>
            <a:ext cx="1066598" cy="1066597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28138" y="1217967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28138" y="1600835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4FF349B1-3542-4E59-B8B3-3852BB36BF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82152" y="2400382"/>
            <a:ext cx="1066598" cy="1066597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8" name="Text Placeholder 57">
            <a:extLst>
              <a:ext uri="{FF2B5EF4-FFF2-40B4-BE49-F238E27FC236}">
                <a16:creationId xmlns:a16="http://schemas.microsoft.com/office/drawing/2014/main" id="{D875C94D-753C-4332-A792-6237EEC1F04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28138" y="2546786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9" name="Text Placeholder 57">
            <a:extLst>
              <a:ext uri="{FF2B5EF4-FFF2-40B4-BE49-F238E27FC236}">
                <a16:creationId xmlns:a16="http://schemas.microsoft.com/office/drawing/2014/main" id="{B06D4D8C-8568-423B-AABB-FB8BD683AC2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28138" y="2929654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2" name="Picture Placeholder 4">
            <a:extLst>
              <a:ext uri="{FF2B5EF4-FFF2-40B4-BE49-F238E27FC236}">
                <a16:creationId xmlns:a16="http://schemas.microsoft.com/office/drawing/2014/main" id="{72F775E8-A22B-4C7B-A7AF-7A6E5B4B2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982152" y="3729415"/>
            <a:ext cx="1066598" cy="1066597"/>
          </a:xfrm>
          <a:prstGeom prst="ellipse">
            <a:avLst/>
          </a:prstGeom>
          <a:blipFill>
            <a:blip r:embed="rId9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0" name="Text Placeholder 57">
            <a:extLst>
              <a:ext uri="{FF2B5EF4-FFF2-40B4-BE49-F238E27FC236}">
                <a16:creationId xmlns:a16="http://schemas.microsoft.com/office/drawing/2014/main" id="{7D2B1B3D-7A06-472C-AAC7-C6D547DD80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228138" y="3875819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71" name="Text Placeholder 57">
            <a:extLst>
              <a:ext uri="{FF2B5EF4-FFF2-40B4-BE49-F238E27FC236}">
                <a16:creationId xmlns:a16="http://schemas.microsoft.com/office/drawing/2014/main" id="{AD040565-F4BF-45F9-8EB6-02C700DE64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28138" y="4258687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1" name="Picture Placeholder 4">
            <a:extLst>
              <a:ext uri="{FF2B5EF4-FFF2-40B4-BE49-F238E27FC236}">
                <a16:creationId xmlns:a16="http://schemas.microsoft.com/office/drawing/2014/main" id="{B9366CB7-32DA-4E9E-99FC-DE9544759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982152" y="5058448"/>
            <a:ext cx="1066598" cy="1066597"/>
          </a:xfrm>
          <a:prstGeom prst="ellipse">
            <a:avLst/>
          </a:prstGeom>
          <a:blipFill>
            <a:blip r:embed="rId10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2" name="Text Placeholder 57">
            <a:extLst>
              <a:ext uri="{FF2B5EF4-FFF2-40B4-BE49-F238E27FC236}">
                <a16:creationId xmlns:a16="http://schemas.microsoft.com/office/drawing/2014/main" id="{DB9F8BAF-B545-4D72-ADD4-886DC007051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228138" y="5204852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73" name="Text Placeholder 57">
            <a:extLst>
              <a:ext uri="{FF2B5EF4-FFF2-40B4-BE49-F238E27FC236}">
                <a16:creationId xmlns:a16="http://schemas.microsoft.com/office/drawing/2014/main" id="{B0791138-7275-41D5-B115-CD52C7354E2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228138" y="5587720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1" name="Text Placeholder 96">
            <a:extLst>
              <a:ext uri="{FF2B5EF4-FFF2-40B4-BE49-F238E27FC236}">
                <a16:creationId xmlns:a16="http://schemas.microsoft.com/office/drawing/2014/main" id="{B480DF74-92FB-4ECD-B23E-4C539F84744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540125" y="1071349"/>
            <a:ext cx="0" cy="513838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19413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30">
          <p15:clr>
            <a:srgbClr val="C35EA4"/>
          </p15:clr>
        </p15:guide>
        <p15:guide id="3" pos="4838">
          <p15:clr>
            <a:srgbClr val="A4A3A4"/>
          </p15:clr>
        </p15:guide>
        <p15:guide id="4" pos="5700">
          <p15:clr>
            <a:srgbClr val="A4A3A4"/>
          </p15:clr>
        </p15:guide>
        <p15:guide id="5" pos="3114">
          <p15:clr>
            <a:srgbClr val="A4A3A4"/>
          </p15:clr>
        </p15:guide>
        <p15:guide id="7" pos="3228">
          <p15:clr>
            <a:srgbClr val="A4A3A4"/>
          </p15:clr>
        </p15:guide>
        <p15:guide id="10" pos="5813">
          <p15:clr>
            <a:srgbClr val="A4A3A4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eakers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813447"/>
            <a:ext cx="3049588" cy="1231106"/>
          </a:xfrm>
        </p:spPr>
        <p:txBody>
          <a:bodyPr anchor="ctr" anchorCtr="0">
            <a:sp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00663" y="2188096"/>
            <a:ext cx="1066598" cy="106659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56026" y="3541524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56026" y="3924392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235926" y="2188096"/>
            <a:ext cx="1066598" cy="1066597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92875" y="3541524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92875" y="3924392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972775" y="2144743"/>
            <a:ext cx="1066598" cy="1066597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28138" y="3541524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28138" y="3924392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job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12BF79A8-D986-47A9-9552-53F98E10767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540125" y="1071349"/>
            <a:ext cx="0" cy="513838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34424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30">
          <p15:clr>
            <a:srgbClr val="C35EA4"/>
          </p15:clr>
        </p15:guide>
        <p15:guide id="3" pos="4089" userDrawn="1">
          <p15:clr>
            <a:srgbClr val="A4A3A4"/>
          </p15:clr>
        </p15:guide>
        <p15:guide id="4" pos="5700">
          <p15:clr>
            <a:srgbClr val="A4A3A4"/>
          </p15:clr>
        </p15:guide>
        <p15:guide id="5" pos="2366" userDrawn="1">
          <p15:clr>
            <a:srgbClr val="A4A3A4"/>
          </p15:clr>
        </p15:guide>
        <p15:guide id="7" pos="3976" userDrawn="1">
          <p15:clr>
            <a:srgbClr val="A4A3A4"/>
          </p15:clr>
        </p15:guide>
        <p15:guide id="10" pos="5813">
          <p15:clr>
            <a:srgbClr val="A4A3A4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90931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96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Do not use layouts</a:t>
            </a:r>
            <a:br>
              <a:rPr lang="en-US"/>
            </a:br>
            <a:r>
              <a:rPr lang="en-US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1ACB46BA-7BAE-3F4C-9E6D-BBDFFAAF37B1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264820902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Logo Holder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D40D7-DC13-4D28-9957-EA7D59028B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5E460CF-60CD-4D04-8BD0-34A76029C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987" y="2390775"/>
            <a:ext cx="1800225" cy="1800225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5C87F9B8-D0F5-497C-AE63-5A450E0E1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801937" y="2390775"/>
            <a:ext cx="1800225" cy="1800225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CA7090BA-5395-4466-845D-2FFF88988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95887" y="2390775"/>
            <a:ext cx="1800225" cy="1800225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07BD6C02-2D88-4407-AB5F-1B4EE05F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89837" y="2390775"/>
            <a:ext cx="1800225" cy="1800225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266000A8-5305-480E-9CC7-8E85E0C2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983787" y="2390775"/>
            <a:ext cx="1800225" cy="1800225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9263C-FBED-4354-9C78-6D47AE0C6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B5788CA3-B109-4C1E-8BEF-296AE5E5BBD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4A1AB8-2EE2-468C-A083-D01CE559E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6564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C35EA4"/>
          </p15:clr>
        </p15:guide>
        <p15:guide id="2" orient="horz" pos="981" userDrawn="1">
          <p15:clr>
            <a:srgbClr val="C35EA4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Logo Holder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D40D7-DC13-4D28-9957-EA7D59028B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5E460CF-60CD-4D04-8BD0-34A76029C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987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5C87F9B8-D0F5-497C-AE63-5A450E0E1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801937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CA7090BA-5395-4466-845D-2FFF88988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95887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07BD6C02-2D88-4407-AB5F-1B4EE05F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89837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266000A8-5305-480E-9CC7-8E85E0C2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983787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528F52C5-394F-4E1B-B272-53ADE5734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604962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010FBB93-0F37-4614-B044-1F82ABF9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998912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B422470C-0E1C-419C-8572-16476BEE7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92862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31AA156-F64E-4378-B7E9-92F3B5958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786812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55383348-573F-407C-AC42-10E5B337A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07987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433BEA04-0693-4052-8B02-BF6FC678B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2801937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B88C8BE9-D35E-4988-80D5-BB7AD3E6AD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195887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18A22AE5-FC27-4F35-A0A4-5A75925CE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589837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E918B138-DFE8-4A19-AB1C-B0F83FA25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983787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9263C-FBED-4354-9C78-6D47AE0C6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96">
            <a:extLst>
              <a:ext uri="{FF2B5EF4-FFF2-40B4-BE49-F238E27FC236}">
                <a16:creationId xmlns:a16="http://schemas.microsoft.com/office/drawing/2014/main" id="{CCEEFB9C-D904-475F-96C7-94205FF977B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 dirty="0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4A1AB8-2EE2-468C-A083-D01CE559E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2247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C35EA4"/>
          </p15:clr>
        </p15:guide>
        <p15:guide id="2" orient="horz" pos="981" userDrawn="1">
          <p15:clr>
            <a:srgbClr val="C35E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 dirty="0"/>
              <a:t>Do not use layouts</a:t>
            </a:r>
            <a:br>
              <a:rPr lang="en-US" sz="9600" dirty="0"/>
            </a:br>
            <a:r>
              <a:rPr lang="en-US" sz="9600" dirty="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C17AC543-38B8-5244-ACFA-121DD8C94A06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dirty="0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2831790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2.xml"/><Relationship Id="rId21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image" Target="../media/image2.svg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tags" Target="../tags/tag12.xml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ags" Target="../tags/tag34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image" Target="../media/image2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3" Type="http://schemas.openxmlformats.org/officeDocument/2006/relationships/slideLayout" Target="../slideLayouts/slideLayout43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44.xml"/><Relationship Id="rId9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3" Type="http://schemas.openxmlformats.org/officeDocument/2006/relationships/slideLayout" Target="../slideLayouts/slideLayout49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1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50.xml"/><Relationship Id="rId9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55.xml"/><Relationship Id="rId7" Type="http://schemas.openxmlformats.org/officeDocument/2006/relationships/tags" Target="../tags/tag59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9" Type="http://schemas.openxmlformats.org/officeDocument/2006/relationships/image" Target="../media/image2.sv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60.xml"/><Relationship Id="rId7" Type="http://schemas.openxmlformats.org/officeDocument/2006/relationships/tags" Target="../tags/tag65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1.xml"/><Relationship Id="rId9" Type="http://schemas.openxmlformats.org/officeDocument/2006/relationships/image" Target="../media/image2.sv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5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1.png"/><Relationship Id="rId5" Type="http://schemas.openxmlformats.org/officeDocument/2006/relationships/tags" Target="../tags/tag71.xml"/><Relationship Id="rId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557338"/>
            <a:ext cx="11376025" cy="463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37663" y="6456258"/>
            <a:ext cx="1279358" cy="309145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56258"/>
            <a:ext cx="407988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</p:spTree>
    <p:custDataLst>
      <p:tags r:id="rId11"/>
    </p:custDataLst>
    <p:extLst>
      <p:ext uri="{BB962C8B-B14F-4D97-AF65-F5344CB8AC3E}">
        <p14:creationId xmlns:p14="http://schemas.microsoft.com/office/powerpoint/2010/main" val="212587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9" r:id="rId1"/>
    <p:sldLayoutId id="2147483846" r:id="rId2"/>
    <p:sldLayoutId id="2147483987" r:id="rId3"/>
    <p:sldLayoutId id="2147483840" r:id="rId4"/>
    <p:sldLayoutId id="2147483850" r:id="rId5"/>
    <p:sldLayoutId id="2147483950" r:id="rId6"/>
    <p:sldLayoutId id="2147483849" r:id="rId7"/>
    <p:sldLayoutId id="2147483851" r:id="rId8"/>
    <p:sldLayoutId id="2147483852" r:id="rId9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286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 userDrawn="1">
          <p15:clr>
            <a:srgbClr val="C35EA4"/>
          </p15:clr>
        </p15:guide>
        <p15:guide id="2" pos="7423" userDrawn="1">
          <p15:clr>
            <a:srgbClr val="C35EA4"/>
          </p15:clr>
        </p15:guide>
        <p15:guide id="3" orient="horz" pos="3906" userDrawn="1">
          <p15:clr>
            <a:srgbClr val="C35EA4"/>
          </p15:clr>
        </p15:guide>
        <p15:guide id="4" orient="horz" pos="255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37663" y="6454800"/>
            <a:ext cx="1279358" cy="309145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54800"/>
            <a:ext cx="407987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567813"/>
            <a:ext cx="11376025" cy="463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23"/>
    </p:custDataLst>
    <p:extLst>
      <p:ext uri="{BB962C8B-B14F-4D97-AF65-F5344CB8AC3E}">
        <p14:creationId xmlns:p14="http://schemas.microsoft.com/office/powerpoint/2010/main" val="2532496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4121" r:id="rId2"/>
    <p:sldLayoutId id="2147483904" r:id="rId3"/>
    <p:sldLayoutId id="2147483848" r:id="rId4"/>
    <p:sldLayoutId id="2147484116" r:id="rId5"/>
    <p:sldLayoutId id="2147484114" r:id="rId6"/>
    <p:sldLayoutId id="2147484115" r:id="rId7"/>
    <p:sldLayoutId id="2147483993" r:id="rId8"/>
    <p:sldLayoutId id="2147483994" r:id="rId9"/>
    <p:sldLayoutId id="2147484101" r:id="rId10"/>
    <p:sldLayoutId id="2147484102" r:id="rId11"/>
    <p:sldLayoutId id="2147484103" r:id="rId12"/>
    <p:sldLayoutId id="2147484104" r:id="rId13"/>
    <p:sldLayoutId id="2147484122" r:id="rId14"/>
    <p:sldLayoutId id="2147484123" r:id="rId15"/>
    <p:sldLayoutId id="2147484124" r:id="rId16"/>
    <p:sldLayoutId id="2147484125" r:id="rId17"/>
    <p:sldLayoutId id="2147484127" r:id="rId18"/>
    <p:sldLayoutId id="2147484128" r:id="rId19"/>
    <p:sldLayoutId id="2147484129" r:id="rId20"/>
    <p:sldLayoutId id="2147483985" r:id="rId21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C35EA4"/>
          </p15:clr>
        </p15:guide>
        <p15:guide id="2" pos="7423">
          <p15:clr>
            <a:srgbClr val="C35EA4"/>
          </p15:clr>
        </p15:guide>
        <p15:guide id="3" orient="horz" pos="3906">
          <p15:clr>
            <a:srgbClr val="C35EA4"/>
          </p15:clr>
        </p15:guide>
        <p15:guide id="4" orient="horz" pos="255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enter title here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37663" y="6454800"/>
            <a:ext cx="1279358" cy="309145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54800"/>
            <a:ext cx="407987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567813"/>
            <a:ext cx="11376025" cy="463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12"/>
    </p:custDataLst>
    <p:extLst>
      <p:ext uri="{BB962C8B-B14F-4D97-AF65-F5344CB8AC3E}">
        <p14:creationId xmlns:p14="http://schemas.microsoft.com/office/powerpoint/2010/main" val="39123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6" r:id="rId1"/>
    <p:sldLayoutId id="2147484091" r:id="rId2"/>
    <p:sldLayoutId id="2147484105" r:id="rId3"/>
    <p:sldLayoutId id="2147484092" r:id="rId4"/>
    <p:sldLayoutId id="2147484093" r:id="rId5"/>
    <p:sldLayoutId id="2147484094" r:id="rId6"/>
    <p:sldLayoutId id="2147484095" r:id="rId7"/>
    <p:sldLayoutId id="2147484096" r:id="rId8"/>
    <p:sldLayoutId id="2147484097" r:id="rId9"/>
    <p:sldLayoutId id="2147484100" r:id="rId10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C35EA4"/>
          </p15:clr>
        </p15:guide>
        <p15:guide id="2" pos="7423">
          <p15:clr>
            <a:srgbClr val="C35EA4"/>
          </p15:clr>
        </p15:guide>
        <p15:guide id="3" orient="horz" pos="3906">
          <p15:clr>
            <a:srgbClr val="C35EA4"/>
          </p15:clr>
        </p15:guide>
        <p15:guide id="4" orient="horz" pos="255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37663" y="6454800"/>
            <a:ext cx="1279358" cy="309145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54800"/>
            <a:ext cx="407988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567813"/>
            <a:ext cx="11376025" cy="463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3754330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  <p:sldLayoutId id="2147484005" r:id="rId2"/>
    <p:sldLayoutId id="2147484050" r:id="rId3"/>
    <p:sldLayoutId id="2147484108" r:id="rId4"/>
    <p:sldLayoutId id="2147484006" r:id="rId5"/>
    <p:sldLayoutId id="2147484008" r:id="rId6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C35EA4"/>
          </p15:clr>
        </p15:guide>
        <p15:guide id="2" pos="7423">
          <p15:clr>
            <a:srgbClr val="C35EA4"/>
          </p15:clr>
        </p15:guide>
        <p15:guide id="3" orient="horz" pos="3906">
          <p15:clr>
            <a:srgbClr val="C35EA4"/>
          </p15:clr>
        </p15:guide>
        <p15:guide id="4" orient="horz" pos="255">
          <p15:clr>
            <a:srgbClr val="C35EA4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37663" y="6454800"/>
            <a:ext cx="1279358" cy="309145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54800"/>
            <a:ext cx="407988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567814"/>
            <a:ext cx="11376025" cy="463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232745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0" r:id="rId1"/>
    <p:sldLayoutId id="2147484011" r:id="rId2"/>
    <p:sldLayoutId id="2147484012" r:id="rId3"/>
    <p:sldLayoutId id="2147484013" r:id="rId4"/>
    <p:sldLayoutId id="2147484117" r:id="rId5"/>
    <p:sldLayoutId id="2147484019" r:id="rId6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C35EA4"/>
          </p15:clr>
        </p15:guide>
        <p15:guide id="2" pos="7423">
          <p15:clr>
            <a:srgbClr val="C35EA4"/>
          </p15:clr>
        </p15:guide>
        <p15:guide id="3" orient="horz" pos="3906">
          <p15:clr>
            <a:srgbClr val="C35EA4"/>
          </p15:clr>
        </p15:guide>
        <p15:guide id="4" orient="horz" pos="255">
          <p15:clr>
            <a:srgbClr val="C35EA4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37663" y="6454800"/>
            <a:ext cx="1279358" cy="309145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54800"/>
            <a:ext cx="407988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567813"/>
            <a:ext cx="11376025" cy="463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7"/>
    </p:custDataLst>
    <p:extLst>
      <p:ext uri="{BB962C8B-B14F-4D97-AF65-F5344CB8AC3E}">
        <p14:creationId xmlns:p14="http://schemas.microsoft.com/office/powerpoint/2010/main" val="4245213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9" r:id="rId1"/>
    <p:sldLayoutId id="2147484113" r:id="rId2"/>
    <p:sldLayoutId id="2147484111" r:id="rId3"/>
    <p:sldLayoutId id="2147484112" r:id="rId4"/>
    <p:sldLayoutId id="2147484025" r:id="rId5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C35EA4"/>
          </p15:clr>
        </p15:guide>
        <p15:guide id="2" pos="7423">
          <p15:clr>
            <a:srgbClr val="C35EA4"/>
          </p15:clr>
        </p15:guide>
        <p15:guide id="3" orient="horz" pos="3906">
          <p15:clr>
            <a:srgbClr val="C35EA4"/>
          </p15:clr>
        </p15:guide>
        <p15:guide id="4" orient="horz" pos="255">
          <p15:clr>
            <a:srgbClr val="C35EA4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37663" y="6454800"/>
            <a:ext cx="1279358" cy="309145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54800"/>
            <a:ext cx="407987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567813"/>
            <a:ext cx="11376025" cy="463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7"/>
    </p:custDataLst>
    <p:extLst>
      <p:ext uri="{BB962C8B-B14F-4D97-AF65-F5344CB8AC3E}">
        <p14:creationId xmlns:p14="http://schemas.microsoft.com/office/powerpoint/2010/main" val="44264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118" r:id="rId2"/>
    <p:sldLayoutId id="2147484119" r:id="rId3"/>
    <p:sldLayoutId id="2147484120" r:id="rId4"/>
    <p:sldLayoutId id="2147484031" r:id="rId5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C35EA4"/>
          </p15:clr>
        </p15:guide>
        <p15:guide id="2" pos="7423">
          <p15:clr>
            <a:srgbClr val="C35EA4"/>
          </p15:clr>
        </p15:guide>
        <p15:guide id="3" orient="horz" pos="3906">
          <p15:clr>
            <a:srgbClr val="C35EA4"/>
          </p15:clr>
        </p15:guide>
        <p15:guide id="4" orient="horz" pos="255">
          <p15:clr>
            <a:srgbClr val="C35EA4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37663" y="6454800"/>
            <a:ext cx="1279358" cy="309145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54800"/>
            <a:ext cx="407987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567813"/>
            <a:ext cx="11376025" cy="463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add text here. </a:t>
            </a:r>
            <a:br>
              <a:rPr lang="en-US" dirty="0"/>
            </a:br>
            <a:r>
              <a:rPr lang="en-US" dirty="0"/>
              <a:t>When pasting copy from other slides, be sure to use the Paste and Match Formatting shortcut (</a:t>
            </a:r>
            <a:r>
              <a:rPr lang="en-US" dirty="0" err="1"/>
              <a:t>Cmd</a:t>
            </a:r>
            <a:r>
              <a:rPr lang="en-US" dirty="0"/>
              <a:t> + Option + Shift + V).</a:t>
            </a:r>
            <a:br>
              <a:rPr lang="en-US" dirty="0"/>
            </a:br>
            <a:r>
              <a:rPr lang="en-US" dirty="0"/>
              <a:t>To increase bullet level, select your text and press Tab.</a:t>
            </a:r>
            <a:br>
              <a:rPr lang="en-US" dirty="0"/>
            </a:br>
            <a:r>
              <a:rPr lang="en-US" dirty="0"/>
              <a:t>To decrease bullet level, select your bullet text and press Shift + Tab.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custDataLst>
      <p:tags r:id="rId5"/>
    </p:custDataLst>
    <p:extLst>
      <p:ext uri="{BB962C8B-B14F-4D97-AF65-F5344CB8AC3E}">
        <p14:creationId xmlns:p14="http://schemas.microsoft.com/office/powerpoint/2010/main" val="423571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  <p:sldLayoutId id="2147484055" r:id="rId2"/>
    <p:sldLayoutId id="2147484056" r:id="rId3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C35EA4"/>
          </p15:clr>
        </p15:guide>
        <p15:guide id="2" pos="7423">
          <p15:clr>
            <a:srgbClr val="C35EA4"/>
          </p15:clr>
        </p15:guide>
        <p15:guide id="3" orient="horz" pos="3906">
          <p15:clr>
            <a:srgbClr val="C35EA4"/>
          </p15:clr>
        </p15:guide>
        <p15:guide id="4" orient="horz" pos="255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D107_25EDEC29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BE_22874E4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7.xml"/><Relationship Id="rId18" Type="http://schemas.openxmlformats.org/officeDocument/2006/relationships/image" Target="../media/image17.png"/><Relationship Id="rId3" Type="http://schemas.openxmlformats.org/officeDocument/2006/relationships/image" Target="../media/image12.png"/><Relationship Id="rId21" Type="http://schemas.openxmlformats.org/officeDocument/2006/relationships/image" Target="../media/image18.png"/><Relationship Id="rId7" Type="http://schemas.openxmlformats.org/officeDocument/2006/relationships/image" Target="../media/image14.png"/><Relationship Id="rId12" Type="http://schemas.openxmlformats.org/officeDocument/2006/relationships/customXml" Target="../ink/ink6.xml"/><Relationship Id="rId17" Type="http://schemas.openxmlformats.org/officeDocument/2006/relationships/customXml" Target="../ink/ink11.xml"/><Relationship Id="rId2" Type="http://schemas.openxmlformats.org/officeDocument/2006/relationships/customXml" Target="../ink/ink1.xml"/><Relationship Id="rId16" Type="http://schemas.openxmlformats.org/officeDocument/2006/relationships/customXml" Target="../ink/ink10.xml"/><Relationship Id="rId20" Type="http://schemas.openxmlformats.org/officeDocument/2006/relationships/customXml" Target="../ink/ink13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.xml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5" Type="http://schemas.openxmlformats.org/officeDocument/2006/relationships/customXml" Target="../ink/ink9.xml"/><Relationship Id="rId23" Type="http://schemas.microsoft.com/office/2007/relationships/hdphoto" Target="../media/hdphoto1.wdp"/><Relationship Id="rId10" Type="http://schemas.openxmlformats.org/officeDocument/2006/relationships/customXml" Target="../ink/ink5.xml"/><Relationship Id="rId19" Type="http://schemas.openxmlformats.org/officeDocument/2006/relationships/customXml" Target="../ink/ink12.xml"/><Relationship Id="rId4" Type="http://schemas.openxmlformats.org/officeDocument/2006/relationships/customXml" Target="../ink/ink2.xml"/><Relationship Id="rId9" Type="http://schemas.openxmlformats.org/officeDocument/2006/relationships/image" Target="../media/image15.png"/><Relationship Id="rId14" Type="http://schemas.openxmlformats.org/officeDocument/2006/relationships/customXml" Target="../ink/ink8.xml"/><Relationship Id="rId22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jpg"/><Relationship Id="rId7" Type="http://schemas.openxmlformats.org/officeDocument/2006/relationships/image" Target="../media/image25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jpg"/><Relationship Id="rId9" Type="http://schemas.openxmlformats.org/officeDocument/2006/relationships/image" Target="../media/image2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microsoft.com/office/2018/10/relationships/comments" Target="../comments/modernComment_7FFFD105_5D6F7F0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423DE-2520-0186-7B08-C1C3A674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111" y="203845"/>
            <a:ext cx="11376025" cy="613230"/>
          </a:xfrm>
        </p:spPr>
        <p:txBody>
          <a:bodyPr/>
          <a:lstStyle/>
          <a:p>
            <a:r>
              <a:rPr lang="en-US"/>
              <a:t>Monoclonal antibody capture using affinity complexation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78CAD-CF00-11C0-4577-44DB47D30ED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3531B-2034-2A04-AEB9-D8FDAFF5E8DD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0C7DA18-7FDD-1BD6-237F-13CEC2D323B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76" name="Elbow Connector 39">
            <a:extLst>
              <a:ext uri="{FF2B5EF4-FFF2-40B4-BE49-F238E27FC236}">
                <a16:creationId xmlns:a16="http://schemas.microsoft.com/office/drawing/2014/main" id="{E647EC16-8865-27E4-9D90-82714CBD494D}"/>
              </a:ext>
            </a:extLst>
          </p:cNvPr>
          <p:cNvCxnSpPr>
            <a:cxnSpLocks/>
            <a:endCxn id="88" idx="1"/>
          </p:cNvCxnSpPr>
          <p:nvPr/>
        </p:nvCxnSpPr>
        <p:spPr>
          <a:xfrm>
            <a:off x="2934349" y="4737788"/>
            <a:ext cx="2406164" cy="34725"/>
          </a:xfrm>
          <a:prstGeom prst="bentConnector3">
            <a:avLst>
              <a:gd name="adj1" fmla="val 5000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Slide Number Placeholder 2">
            <a:extLst>
              <a:ext uri="{FF2B5EF4-FFF2-40B4-BE49-F238E27FC236}">
                <a16:creationId xmlns:a16="http://schemas.microsoft.com/office/drawing/2014/main" id="{934D32FA-2F74-E57A-DD36-5677217C66C0}"/>
              </a:ext>
            </a:extLst>
          </p:cNvPr>
          <p:cNvSpPr txBox="1">
            <a:spLocks/>
          </p:cNvSpPr>
          <p:nvPr/>
        </p:nvSpPr>
        <p:spPr>
          <a:xfrm>
            <a:off x="0" y="6456258"/>
            <a:ext cx="407988" cy="3091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E47D07-9D1E-4FE9-B31A-2F5863681021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78" name="Rounded Rectangle 12">
            <a:extLst>
              <a:ext uri="{FF2B5EF4-FFF2-40B4-BE49-F238E27FC236}">
                <a16:creationId xmlns:a16="http://schemas.microsoft.com/office/drawing/2014/main" id="{F63CC7F5-07C7-971C-6F7A-10BA61403730}"/>
              </a:ext>
            </a:extLst>
          </p:cNvPr>
          <p:cNvSpPr/>
          <p:nvPr/>
        </p:nvSpPr>
        <p:spPr>
          <a:xfrm>
            <a:off x="574728" y="2625711"/>
            <a:ext cx="1709361" cy="128367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BRX </a:t>
            </a:r>
          </a:p>
          <a:p>
            <a:pPr algn="ctr"/>
            <a:r>
              <a:rPr lang="en-US"/>
              <a:t>+ </a:t>
            </a:r>
          </a:p>
          <a:p>
            <a:pPr algn="ctr"/>
            <a:r>
              <a:rPr lang="en-US"/>
              <a:t>Cell retention</a:t>
            </a:r>
          </a:p>
        </p:txBody>
      </p:sp>
      <p:cxnSp>
        <p:nvCxnSpPr>
          <p:cNvPr id="79" name="Elbow Connector 21">
            <a:extLst>
              <a:ext uri="{FF2B5EF4-FFF2-40B4-BE49-F238E27FC236}">
                <a16:creationId xmlns:a16="http://schemas.microsoft.com/office/drawing/2014/main" id="{7FDF4AA9-8EBA-8497-8482-3A6D1AE45966}"/>
              </a:ext>
            </a:extLst>
          </p:cNvPr>
          <p:cNvCxnSpPr>
            <a:cxnSpLocks/>
            <a:stCxn id="78" idx="2"/>
            <a:endCxn id="143" idx="3"/>
          </p:cNvCxnSpPr>
          <p:nvPr/>
        </p:nvCxnSpPr>
        <p:spPr>
          <a:xfrm rot="16200000" flipH="1">
            <a:off x="1415082" y="3923715"/>
            <a:ext cx="823826" cy="795173"/>
          </a:xfrm>
          <a:prstGeom prst="bentConnector2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39">
            <a:extLst>
              <a:ext uri="{FF2B5EF4-FFF2-40B4-BE49-F238E27FC236}">
                <a16:creationId xmlns:a16="http://schemas.microsoft.com/office/drawing/2014/main" id="{314E3377-5039-F3F4-65A0-E00010DE0CAF}"/>
              </a:ext>
            </a:extLst>
          </p:cNvPr>
          <p:cNvCxnSpPr>
            <a:cxnSpLocks/>
            <a:stCxn id="109" idx="1"/>
            <a:endCxn id="140" idx="0"/>
          </p:cNvCxnSpPr>
          <p:nvPr/>
        </p:nvCxnSpPr>
        <p:spPr>
          <a:xfrm rot="10800000" flipV="1">
            <a:off x="3709667" y="2336163"/>
            <a:ext cx="1666594" cy="1389580"/>
          </a:xfrm>
          <a:prstGeom prst="bentConnector2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50">
            <a:extLst>
              <a:ext uri="{FF2B5EF4-FFF2-40B4-BE49-F238E27FC236}">
                <a16:creationId xmlns:a16="http://schemas.microsoft.com/office/drawing/2014/main" id="{687467B7-F69D-171D-7633-E97F6DFA301C}"/>
              </a:ext>
            </a:extLst>
          </p:cNvPr>
          <p:cNvCxnSpPr>
            <a:cxnSpLocks/>
            <a:stCxn id="90" idx="0"/>
            <a:endCxn id="87" idx="3"/>
          </p:cNvCxnSpPr>
          <p:nvPr/>
        </p:nvCxnSpPr>
        <p:spPr>
          <a:xfrm rot="16200000" flipV="1">
            <a:off x="7491258" y="4708462"/>
            <a:ext cx="239080" cy="83791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52">
            <a:extLst>
              <a:ext uri="{FF2B5EF4-FFF2-40B4-BE49-F238E27FC236}">
                <a16:creationId xmlns:a16="http://schemas.microsoft.com/office/drawing/2014/main" id="{17C95B8E-293B-8755-994F-638B4632AD41}"/>
              </a:ext>
            </a:extLst>
          </p:cNvPr>
          <p:cNvCxnSpPr>
            <a:cxnSpLocks/>
            <a:stCxn id="89" idx="1"/>
            <a:endCxn id="91" idx="0"/>
          </p:cNvCxnSpPr>
          <p:nvPr/>
        </p:nvCxnSpPr>
        <p:spPr>
          <a:xfrm rot="10800000" flipV="1">
            <a:off x="5223253" y="5005670"/>
            <a:ext cx="117261" cy="70152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A4CA123-BBFD-0466-1C71-035ACF3C42FF}"/>
              </a:ext>
            </a:extLst>
          </p:cNvPr>
          <p:cNvGrpSpPr/>
          <p:nvPr/>
        </p:nvGrpSpPr>
        <p:grpSpPr>
          <a:xfrm>
            <a:off x="5340513" y="4644166"/>
            <a:ext cx="1851328" cy="489852"/>
            <a:chOff x="465554" y="2497958"/>
            <a:chExt cx="1301552" cy="344384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C07300A-DE0F-775E-B837-B9D0EDF1D368}"/>
                </a:ext>
              </a:extLst>
            </p:cNvPr>
            <p:cNvCxnSpPr>
              <a:cxnSpLocks/>
              <a:stCxn id="85" idx="1"/>
              <a:endCxn id="85" idx="3"/>
            </p:cNvCxnSpPr>
            <p:nvPr/>
          </p:nvCxnSpPr>
          <p:spPr>
            <a:xfrm>
              <a:off x="510638" y="2670150"/>
              <a:ext cx="1211285" cy="0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C6A41F28-8014-3CE9-5B7A-B86BA4F20A83}"/>
                </a:ext>
              </a:extLst>
            </p:cNvPr>
            <p:cNvSpPr/>
            <p:nvPr/>
          </p:nvSpPr>
          <p:spPr>
            <a:xfrm>
              <a:off x="510638" y="2497958"/>
              <a:ext cx="1211285" cy="344384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720C064-2867-B777-46D6-87C9E080D564}"/>
                </a:ext>
              </a:extLst>
            </p:cNvPr>
            <p:cNvSpPr/>
            <p:nvPr/>
          </p:nvSpPr>
          <p:spPr>
            <a:xfrm>
              <a:off x="1721387" y="2563778"/>
              <a:ext cx="45719" cy="457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4D71FB0A-24EE-4FE1-2C8E-C89210347C51}"/>
                </a:ext>
              </a:extLst>
            </p:cNvPr>
            <p:cNvSpPr/>
            <p:nvPr/>
          </p:nvSpPr>
          <p:spPr>
            <a:xfrm>
              <a:off x="1721387" y="2730802"/>
              <a:ext cx="45719" cy="457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487F773-D91D-BA12-7A58-9B5CC3DCD541}"/>
                </a:ext>
              </a:extLst>
            </p:cNvPr>
            <p:cNvSpPr/>
            <p:nvPr/>
          </p:nvSpPr>
          <p:spPr>
            <a:xfrm>
              <a:off x="465554" y="2565331"/>
              <a:ext cx="45719" cy="457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07AA4999-1E13-1931-CB26-A860DC92CF3A}"/>
                </a:ext>
              </a:extLst>
            </p:cNvPr>
            <p:cNvSpPr/>
            <p:nvPr/>
          </p:nvSpPr>
          <p:spPr>
            <a:xfrm>
              <a:off x="465554" y="2729249"/>
              <a:ext cx="45719" cy="457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0" name="Rounded Rectangle 48">
            <a:extLst>
              <a:ext uri="{FF2B5EF4-FFF2-40B4-BE49-F238E27FC236}">
                <a16:creationId xmlns:a16="http://schemas.microsoft.com/office/drawing/2014/main" id="{31A9CD8B-7481-D228-C788-897957EAA096}"/>
              </a:ext>
            </a:extLst>
          </p:cNvPr>
          <p:cNvSpPr/>
          <p:nvPr/>
        </p:nvSpPr>
        <p:spPr>
          <a:xfrm>
            <a:off x="7648517" y="5246959"/>
            <a:ext cx="762474" cy="3148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>Wash</a:t>
            </a:r>
          </a:p>
        </p:txBody>
      </p:sp>
      <p:sp>
        <p:nvSpPr>
          <p:cNvPr id="91" name="Rounded Rectangle 55">
            <a:extLst>
              <a:ext uri="{FF2B5EF4-FFF2-40B4-BE49-F238E27FC236}">
                <a16:creationId xmlns:a16="http://schemas.microsoft.com/office/drawing/2014/main" id="{62654055-675D-439F-72D1-9F5FCCA27733}"/>
              </a:ext>
            </a:extLst>
          </p:cNvPr>
          <p:cNvSpPr/>
          <p:nvPr/>
        </p:nvSpPr>
        <p:spPr>
          <a:xfrm>
            <a:off x="4727419" y="5707194"/>
            <a:ext cx="991665" cy="18548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>Drain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43367EA-4DB5-B66B-8D35-B787FB1A3F63}"/>
              </a:ext>
            </a:extLst>
          </p:cNvPr>
          <p:cNvGrpSpPr/>
          <p:nvPr/>
        </p:nvGrpSpPr>
        <p:grpSpPr>
          <a:xfrm rot="16200000">
            <a:off x="7160044" y="3242181"/>
            <a:ext cx="1851328" cy="489852"/>
            <a:chOff x="465554" y="2497958"/>
            <a:chExt cx="1301552" cy="344384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361B30FD-032B-920F-AA9D-7D3D4699A244}"/>
                </a:ext>
              </a:extLst>
            </p:cNvPr>
            <p:cNvCxnSpPr>
              <a:cxnSpLocks/>
              <a:stCxn id="94" idx="1"/>
              <a:endCxn id="94" idx="3"/>
            </p:cNvCxnSpPr>
            <p:nvPr/>
          </p:nvCxnSpPr>
          <p:spPr>
            <a:xfrm>
              <a:off x="510638" y="2670150"/>
              <a:ext cx="1211285" cy="0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3D76EEBD-5C29-44D7-984F-6F69F8F72550}"/>
                </a:ext>
              </a:extLst>
            </p:cNvPr>
            <p:cNvSpPr/>
            <p:nvPr/>
          </p:nvSpPr>
          <p:spPr>
            <a:xfrm>
              <a:off x="510638" y="2497958"/>
              <a:ext cx="1211285" cy="344384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ABFC40AF-91CD-8322-94F9-63852F9CBDE2}"/>
                </a:ext>
              </a:extLst>
            </p:cNvPr>
            <p:cNvSpPr/>
            <p:nvPr/>
          </p:nvSpPr>
          <p:spPr>
            <a:xfrm>
              <a:off x="1721387" y="2563778"/>
              <a:ext cx="45719" cy="457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7516ABB7-3EBC-22F8-20EE-DFB05767312B}"/>
                </a:ext>
              </a:extLst>
            </p:cNvPr>
            <p:cNvSpPr/>
            <p:nvPr/>
          </p:nvSpPr>
          <p:spPr>
            <a:xfrm>
              <a:off x="1721387" y="2730802"/>
              <a:ext cx="45719" cy="457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5B3B9038-DCE4-4162-2502-57CA270FFCA4}"/>
                </a:ext>
              </a:extLst>
            </p:cNvPr>
            <p:cNvSpPr/>
            <p:nvPr/>
          </p:nvSpPr>
          <p:spPr>
            <a:xfrm>
              <a:off x="465554" y="2565331"/>
              <a:ext cx="45719" cy="457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F100058B-A21F-DA39-DD48-3BBBAEA8CC58}"/>
                </a:ext>
              </a:extLst>
            </p:cNvPr>
            <p:cNvSpPr/>
            <p:nvPr/>
          </p:nvSpPr>
          <p:spPr>
            <a:xfrm>
              <a:off x="465554" y="2729249"/>
              <a:ext cx="45719" cy="457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9" name="Elbow Connector 68">
            <a:extLst>
              <a:ext uri="{FF2B5EF4-FFF2-40B4-BE49-F238E27FC236}">
                <a16:creationId xmlns:a16="http://schemas.microsoft.com/office/drawing/2014/main" id="{159CA7A4-1EE2-A352-F2A9-73DA0EB22A1E}"/>
              </a:ext>
            </a:extLst>
          </p:cNvPr>
          <p:cNvCxnSpPr>
            <a:cxnSpLocks/>
            <a:stCxn id="86" idx="3"/>
            <a:endCxn id="97" idx="1"/>
          </p:cNvCxnSpPr>
          <p:nvPr/>
        </p:nvCxnSpPr>
        <p:spPr>
          <a:xfrm flipV="1">
            <a:off x="7191842" y="4412772"/>
            <a:ext cx="777288" cy="357533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71">
            <a:extLst>
              <a:ext uri="{FF2B5EF4-FFF2-40B4-BE49-F238E27FC236}">
                <a16:creationId xmlns:a16="http://schemas.microsoft.com/office/drawing/2014/main" id="{1A09E5DC-5306-0968-310C-9E54C37FF378}"/>
              </a:ext>
            </a:extLst>
          </p:cNvPr>
          <p:cNvCxnSpPr>
            <a:cxnSpLocks/>
            <a:stCxn id="95" idx="3"/>
            <a:endCxn id="107" idx="3"/>
          </p:cNvCxnSpPr>
          <p:nvPr/>
        </p:nvCxnSpPr>
        <p:spPr>
          <a:xfrm rot="16200000" flipV="1">
            <a:off x="7485721" y="2080242"/>
            <a:ext cx="223071" cy="739331"/>
          </a:xfrm>
          <a:prstGeom prst="bentConnector2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80">
            <a:extLst>
              <a:ext uri="{FF2B5EF4-FFF2-40B4-BE49-F238E27FC236}">
                <a16:creationId xmlns:a16="http://schemas.microsoft.com/office/drawing/2014/main" id="{12B56202-E3A8-E94E-E81C-D955FA65487D}"/>
              </a:ext>
            </a:extLst>
          </p:cNvPr>
          <p:cNvCxnSpPr>
            <a:cxnSpLocks/>
            <a:stCxn id="110" idx="2"/>
            <a:endCxn id="106" idx="3"/>
          </p:cNvCxnSpPr>
          <p:nvPr/>
        </p:nvCxnSpPr>
        <p:spPr>
          <a:xfrm rot="5400000">
            <a:off x="7344879" y="1625914"/>
            <a:ext cx="357593" cy="592172"/>
          </a:xfrm>
          <a:prstGeom prst="bentConnector2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87">
            <a:extLst>
              <a:ext uri="{FF2B5EF4-FFF2-40B4-BE49-F238E27FC236}">
                <a16:creationId xmlns:a16="http://schemas.microsoft.com/office/drawing/2014/main" id="{EABBF0A3-3A24-D2EF-4C53-9E1B1C00BD14}"/>
              </a:ext>
            </a:extLst>
          </p:cNvPr>
          <p:cNvCxnSpPr>
            <a:cxnSpLocks/>
            <a:stCxn id="113" idx="1"/>
            <a:endCxn id="96" idx="3"/>
          </p:cNvCxnSpPr>
          <p:nvPr/>
        </p:nvCxnSpPr>
        <p:spPr>
          <a:xfrm rot="10800000" flipV="1">
            <a:off x="8204495" y="2140031"/>
            <a:ext cx="310742" cy="421412"/>
          </a:xfrm>
          <a:prstGeom prst="bentConnector2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54B8836-F198-12D7-8926-595987917C6B}"/>
              </a:ext>
            </a:extLst>
          </p:cNvPr>
          <p:cNvGrpSpPr/>
          <p:nvPr/>
        </p:nvGrpSpPr>
        <p:grpSpPr>
          <a:xfrm>
            <a:off x="5376261" y="1974659"/>
            <a:ext cx="1851328" cy="489852"/>
            <a:chOff x="465554" y="2497958"/>
            <a:chExt cx="1301552" cy="344384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A363F91-6E17-1409-CCDE-8167B1644750}"/>
                </a:ext>
              </a:extLst>
            </p:cNvPr>
            <p:cNvCxnSpPr>
              <a:cxnSpLocks/>
              <a:stCxn id="105" idx="1"/>
              <a:endCxn id="105" idx="3"/>
            </p:cNvCxnSpPr>
            <p:nvPr/>
          </p:nvCxnSpPr>
          <p:spPr>
            <a:xfrm>
              <a:off x="510638" y="2670150"/>
              <a:ext cx="1211285" cy="0"/>
            </a:xfrm>
            <a:prstGeom prst="line">
              <a:avLst/>
            </a:prstGeom>
            <a:ln w="952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AFFE07B9-9AC4-7AA8-560C-7AEF375983E2}"/>
                </a:ext>
              </a:extLst>
            </p:cNvPr>
            <p:cNvSpPr/>
            <p:nvPr/>
          </p:nvSpPr>
          <p:spPr>
            <a:xfrm>
              <a:off x="510638" y="2497958"/>
              <a:ext cx="1211285" cy="344384"/>
            </a:xfrm>
            <a:prstGeom prst="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9B2A3828-AB52-BB83-B995-64EFFE239542}"/>
                </a:ext>
              </a:extLst>
            </p:cNvPr>
            <p:cNvSpPr/>
            <p:nvPr/>
          </p:nvSpPr>
          <p:spPr>
            <a:xfrm>
              <a:off x="1721387" y="2563778"/>
              <a:ext cx="45719" cy="457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D8300D59-5DB9-17D0-E804-CA8EA62B70B3}"/>
                </a:ext>
              </a:extLst>
            </p:cNvPr>
            <p:cNvSpPr/>
            <p:nvPr/>
          </p:nvSpPr>
          <p:spPr>
            <a:xfrm>
              <a:off x="1721387" y="2730802"/>
              <a:ext cx="45719" cy="457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54355BF-4D7D-21C6-69BB-8867A46217FC}"/>
                </a:ext>
              </a:extLst>
            </p:cNvPr>
            <p:cNvSpPr/>
            <p:nvPr/>
          </p:nvSpPr>
          <p:spPr>
            <a:xfrm>
              <a:off x="465554" y="2565331"/>
              <a:ext cx="45719" cy="457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48221279-1FC7-2AC3-F5C0-DDEDCB36F468}"/>
                </a:ext>
              </a:extLst>
            </p:cNvPr>
            <p:cNvSpPr/>
            <p:nvPr/>
          </p:nvSpPr>
          <p:spPr>
            <a:xfrm>
              <a:off x="465554" y="2729249"/>
              <a:ext cx="45719" cy="4571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0" name="Rounded Rectangle 78">
            <a:extLst>
              <a:ext uri="{FF2B5EF4-FFF2-40B4-BE49-F238E27FC236}">
                <a16:creationId xmlns:a16="http://schemas.microsoft.com/office/drawing/2014/main" id="{A702FA31-DC15-3468-772E-7C5A9042CCCD}"/>
              </a:ext>
            </a:extLst>
          </p:cNvPr>
          <p:cNvSpPr/>
          <p:nvPr/>
        </p:nvSpPr>
        <p:spPr>
          <a:xfrm>
            <a:off x="7438524" y="1428346"/>
            <a:ext cx="762474" cy="31485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>Drain</a:t>
            </a:r>
          </a:p>
        </p:txBody>
      </p:sp>
      <p:cxnSp>
        <p:nvCxnSpPr>
          <p:cNvPr id="112" name="Elbow Connector 108">
            <a:extLst>
              <a:ext uri="{FF2B5EF4-FFF2-40B4-BE49-F238E27FC236}">
                <a16:creationId xmlns:a16="http://schemas.microsoft.com/office/drawing/2014/main" id="{B5CA2DFD-A812-0453-4D11-67582C42E884}"/>
              </a:ext>
            </a:extLst>
          </p:cNvPr>
          <p:cNvCxnSpPr>
            <a:cxnSpLocks/>
            <a:stCxn id="278" idx="2"/>
            <a:endCxn id="108" idx="1"/>
          </p:cNvCxnSpPr>
          <p:nvPr/>
        </p:nvCxnSpPr>
        <p:spPr>
          <a:xfrm rot="16200000" flipH="1">
            <a:off x="5025179" y="1751924"/>
            <a:ext cx="359504" cy="34265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ounded Rectangle 107">
            <a:extLst>
              <a:ext uri="{FF2B5EF4-FFF2-40B4-BE49-F238E27FC236}">
                <a16:creationId xmlns:a16="http://schemas.microsoft.com/office/drawing/2014/main" id="{1A3D5A5A-BD4B-3325-A2DF-CCD763B15E3C}"/>
              </a:ext>
            </a:extLst>
          </p:cNvPr>
          <p:cNvSpPr/>
          <p:nvPr/>
        </p:nvSpPr>
        <p:spPr>
          <a:xfrm>
            <a:off x="8515237" y="1946049"/>
            <a:ext cx="998066" cy="38796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1"/>
                </a:solidFill>
              </a:rPr>
              <a:t>Low pH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651FD76-ABDD-3846-0909-4DC2FEB55710}"/>
              </a:ext>
            </a:extLst>
          </p:cNvPr>
          <p:cNvSpPr txBox="1"/>
          <p:nvPr/>
        </p:nvSpPr>
        <p:spPr>
          <a:xfrm>
            <a:off x="5469671" y="4610906"/>
            <a:ext cx="1570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Membrane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C7FE480-87C1-D5CF-F585-3A76142B3165}"/>
              </a:ext>
            </a:extLst>
          </p:cNvPr>
          <p:cNvSpPr txBox="1"/>
          <p:nvPr/>
        </p:nvSpPr>
        <p:spPr>
          <a:xfrm rot="16200000">
            <a:off x="6989697" y="3361001"/>
            <a:ext cx="1973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Membrane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0EEB22B-EE44-B334-A9D7-A3654D5429DA}"/>
              </a:ext>
            </a:extLst>
          </p:cNvPr>
          <p:cNvSpPr txBox="1"/>
          <p:nvPr/>
        </p:nvSpPr>
        <p:spPr>
          <a:xfrm>
            <a:off x="5494049" y="2485085"/>
            <a:ext cx="1688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Regeneration</a:t>
            </a:r>
          </a:p>
        </p:txBody>
      </p:sp>
      <p:cxnSp>
        <p:nvCxnSpPr>
          <p:cNvPr id="117" name="Elbow Connector 87">
            <a:extLst>
              <a:ext uri="{FF2B5EF4-FFF2-40B4-BE49-F238E27FC236}">
                <a16:creationId xmlns:a16="http://schemas.microsoft.com/office/drawing/2014/main" id="{39CAB23A-9473-9E26-685B-31476AA1EED7}"/>
              </a:ext>
            </a:extLst>
          </p:cNvPr>
          <p:cNvCxnSpPr>
            <a:cxnSpLocks/>
            <a:stCxn id="98" idx="1"/>
          </p:cNvCxnSpPr>
          <p:nvPr/>
        </p:nvCxnSpPr>
        <p:spPr>
          <a:xfrm rot="16200000" flipH="1">
            <a:off x="9038329" y="3576728"/>
            <a:ext cx="357532" cy="2029618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210E032-4C63-A514-682C-72A1910FCA7B}"/>
              </a:ext>
            </a:extLst>
          </p:cNvPr>
          <p:cNvGrpSpPr/>
          <p:nvPr/>
        </p:nvGrpSpPr>
        <p:grpSpPr>
          <a:xfrm>
            <a:off x="9294772" y="6166183"/>
            <a:ext cx="2291573" cy="691817"/>
            <a:chOff x="10420930" y="5866098"/>
            <a:chExt cx="2291573" cy="691817"/>
          </a:xfrm>
        </p:grpSpPr>
        <p:cxnSp>
          <p:nvCxnSpPr>
            <p:cNvPr id="134" name="Elbow Connector 39">
              <a:extLst>
                <a:ext uri="{FF2B5EF4-FFF2-40B4-BE49-F238E27FC236}">
                  <a16:creationId xmlns:a16="http://schemas.microsoft.com/office/drawing/2014/main" id="{A60F52F5-23DD-AAF1-5F34-CAE0ED05D6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20930" y="6050764"/>
              <a:ext cx="665087" cy="2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Elbow Connector 39">
              <a:extLst>
                <a:ext uri="{FF2B5EF4-FFF2-40B4-BE49-F238E27FC236}">
                  <a16:creationId xmlns:a16="http://schemas.microsoft.com/office/drawing/2014/main" id="{13CF3786-3FBD-DDA7-4D35-BD226D1613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45420" y="6394440"/>
              <a:ext cx="665087" cy="2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EC9397E7-3E9F-F0AB-98E6-A616B9D6E201}"/>
                </a:ext>
              </a:extLst>
            </p:cNvPr>
            <p:cNvSpPr txBox="1"/>
            <p:nvPr/>
          </p:nvSpPr>
          <p:spPr>
            <a:xfrm>
              <a:off x="11154960" y="6188583"/>
              <a:ext cx="10294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en-US"/>
                <a:t>mAb rich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70A35862-AF9F-FD63-0A9E-F75BEF1FB538}"/>
                </a:ext>
              </a:extLst>
            </p:cNvPr>
            <p:cNvSpPr txBox="1"/>
            <p:nvPr/>
          </p:nvSpPr>
          <p:spPr>
            <a:xfrm>
              <a:off x="11144958" y="5866098"/>
              <a:ext cx="1567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en-US"/>
                <a:t>mAb depleted</a:t>
              </a:r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64157249-1F86-087F-D954-72ED9CCD2689}"/>
              </a:ext>
            </a:extLst>
          </p:cNvPr>
          <p:cNvSpPr txBox="1"/>
          <p:nvPr/>
        </p:nvSpPr>
        <p:spPr>
          <a:xfrm>
            <a:off x="2998563" y="3725743"/>
            <a:ext cx="1422208" cy="52322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Affinity</a:t>
            </a:r>
          </a:p>
          <a:p>
            <a:pPr algn="ctr"/>
            <a:r>
              <a:rPr lang="en-US" sz="1400" b="1"/>
              <a:t>Reagent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8F8F596A-FCF1-758A-F17D-FC028D2B9734}"/>
              </a:ext>
            </a:extLst>
          </p:cNvPr>
          <p:cNvGrpSpPr/>
          <p:nvPr/>
        </p:nvGrpSpPr>
        <p:grpSpPr>
          <a:xfrm rot="10800000">
            <a:off x="2224582" y="4644535"/>
            <a:ext cx="729673" cy="344384"/>
            <a:chOff x="771301" y="4942311"/>
            <a:chExt cx="729673" cy="344384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49E634FD-A1F0-6D18-D888-F9E72F7F8F19}"/>
                </a:ext>
              </a:extLst>
            </p:cNvPr>
            <p:cNvSpPr/>
            <p:nvPr/>
          </p:nvSpPr>
          <p:spPr>
            <a:xfrm>
              <a:off x="796576" y="4942311"/>
              <a:ext cx="679068" cy="344384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1EFCA049-079C-01A5-8B6F-312E7EC0B107}"/>
                </a:ext>
              </a:extLst>
            </p:cNvPr>
            <p:cNvSpPr/>
            <p:nvPr/>
          </p:nvSpPr>
          <p:spPr>
            <a:xfrm>
              <a:off x="1475343" y="5175155"/>
              <a:ext cx="25631" cy="45719"/>
            </a:xfrm>
            <a:prstGeom prst="rect">
              <a:avLst/>
            </a:prstGeom>
            <a:noFill/>
            <a:ln>
              <a:solidFill>
                <a:srgbClr val="3360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4BF8F17E-7F22-51B5-56C1-811445B6FE77}"/>
                </a:ext>
              </a:extLst>
            </p:cNvPr>
            <p:cNvSpPr/>
            <p:nvPr/>
          </p:nvSpPr>
          <p:spPr>
            <a:xfrm>
              <a:off x="771301" y="5173602"/>
              <a:ext cx="25631" cy="45719"/>
            </a:xfrm>
            <a:prstGeom prst="rect">
              <a:avLst/>
            </a:prstGeom>
            <a:noFill/>
            <a:ln>
              <a:solidFill>
                <a:srgbClr val="3360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5" name="TextBox 144">
            <a:extLst>
              <a:ext uri="{FF2B5EF4-FFF2-40B4-BE49-F238E27FC236}">
                <a16:creationId xmlns:a16="http://schemas.microsoft.com/office/drawing/2014/main" id="{2A047614-E198-D542-FD4B-EAA729019C13}"/>
              </a:ext>
            </a:extLst>
          </p:cNvPr>
          <p:cNvSpPr txBox="1"/>
          <p:nvPr/>
        </p:nvSpPr>
        <p:spPr>
          <a:xfrm>
            <a:off x="2276381" y="4595093"/>
            <a:ext cx="626075" cy="276999"/>
          </a:xfrm>
          <a:prstGeom prst="rect">
            <a:avLst/>
          </a:prstGeom>
          <a:ln w="28575"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/>
            </a:lvl1pPr>
          </a:lstStyle>
          <a:p>
            <a:r>
              <a:rPr lang="en-US"/>
              <a:t>SPTFF</a:t>
            </a: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C49394C0-8D6A-EFB0-7B9F-E9BAF3F5A592}"/>
              </a:ext>
            </a:extLst>
          </p:cNvPr>
          <p:cNvCxnSpPr>
            <a:cxnSpLocks/>
            <a:stCxn id="142" idx="0"/>
          </p:cNvCxnSpPr>
          <p:nvPr/>
        </p:nvCxnSpPr>
        <p:spPr>
          <a:xfrm>
            <a:off x="2589446" y="4988919"/>
            <a:ext cx="8083" cy="399083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ounded Rectangle 195">
            <a:extLst>
              <a:ext uri="{FF2B5EF4-FFF2-40B4-BE49-F238E27FC236}">
                <a16:creationId xmlns:a16="http://schemas.microsoft.com/office/drawing/2014/main" id="{4C5035E1-3FC3-1395-BFB3-CE518E3C639F}"/>
              </a:ext>
            </a:extLst>
          </p:cNvPr>
          <p:cNvSpPr/>
          <p:nvPr/>
        </p:nvSpPr>
        <p:spPr>
          <a:xfrm>
            <a:off x="2240830" y="5388002"/>
            <a:ext cx="697177" cy="34763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HCP, DNA…</a:t>
            </a:r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33404D39-0779-8921-988F-2846CBB065C9}"/>
              </a:ext>
            </a:extLst>
          </p:cNvPr>
          <p:cNvGrpSpPr/>
          <p:nvPr/>
        </p:nvGrpSpPr>
        <p:grpSpPr>
          <a:xfrm>
            <a:off x="9202379" y="4396912"/>
            <a:ext cx="121266" cy="249658"/>
            <a:chOff x="9621651" y="1840699"/>
            <a:chExt cx="166687" cy="268288"/>
          </a:xfrm>
        </p:grpSpPr>
        <p:sp>
          <p:nvSpPr>
            <p:cNvPr id="215" name="Freeform 28">
              <a:extLst>
                <a:ext uri="{FF2B5EF4-FFF2-40B4-BE49-F238E27FC236}">
                  <a16:creationId xmlns:a16="http://schemas.microsoft.com/office/drawing/2014/main" id="{82B8CB99-EBD1-B27E-25DF-BEE766368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1651" y="1840699"/>
              <a:ext cx="87313" cy="144463"/>
            </a:xfrm>
            <a:custGeom>
              <a:avLst/>
              <a:gdLst>
                <a:gd name="T0" fmla="*/ 160 w 160"/>
                <a:gd name="T1" fmla="*/ 133 h 266"/>
                <a:gd name="T2" fmla="*/ 160 w 160"/>
                <a:gd name="T3" fmla="*/ 133 h 266"/>
                <a:gd name="T4" fmla="*/ 80 w 160"/>
                <a:gd name="T5" fmla="*/ 0 h 266"/>
                <a:gd name="T6" fmla="*/ 0 w 160"/>
                <a:gd name="T7" fmla="*/ 0 h 266"/>
                <a:gd name="T8" fmla="*/ 160 w 160"/>
                <a:gd name="T9" fmla="*/ 266 h 266"/>
                <a:gd name="T10" fmla="*/ 160 w 160"/>
                <a:gd name="T11" fmla="*/ 133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" h="266">
                  <a:moveTo>
                    <a:pt x="160" y="133"/>
                  </a:moveTo>
                  <a:lnTo>
                    <a:pt x="160" y="133"/>
                  </a:lnTo>
                  <a:lnTo>
                    <a:pt x="80" y="0"/>
                  </a:lnTo>
                  <a:lnTo>
                    <a:pt x="0" y="0"/>
                  </a:lnTo>
                  <a:lnTo>
                    <a:pt x="160" y="266"/>
                  </a:lnTo>
                  <a:lnTo>
                    <a:pt x="160" y="133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6277682D-732E-1853-5674-06D4932BE2FC}"/>
                </a:ext>
              </a:extLst>
            </p:cNvPr>
            <p:cNvGrpSpPr/>
            <p:nvPr/>
          </p:nvGrpSpPr>
          <p:grpSpPr>
            <a:xfrm>
              <a:off x="9678801" y="1840699"/>
              <a:ext cx="109537" cy="268288"/>
              <a:chOff x="9678801" y="1840699"/>
              <a:chExt cx="109537" cy="268288"/>
            </a:xfrm>
          </p:grpSpPr>
          <p:sp>
            <p:nvSpPr>
              <p:cNvPr id="217" name="Freeform 29">
                <a:extLst>
                  <a:ext uri="{FF2B5EF4-FFF2-40B4-BE49-F238E27FC236}">
                    <a16:creationId xmlns:a16="http://schemas.microsoft.com/office/drawing/2014/main" id="{547EC2DD-7F92-B8AA-D788-3788EF45F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08963" y="1840699"/>
                <a:ext cx="79375" cy="144463"/>
              </a:xfrm>
              <a:custGeom>
                <a:avLst/>
                <a:gdLst>
                  <a:gd name="T0" fmla="*/ 0 w 146"/>
                  <a:gd name="T1" fmla="*/ 133 h 266"/>
                  <a:gd name="T2" fmla="*/ 0 w 146"/>
                  <a:gd name="T3" fmla="*/ 133 h 266"/>
                  <a:gd name="T4" fmla="*/ 73 w 146"/>
                  <a:gd name="T5" fmla="*/ 0 h 266"/>
                  <a:gd name="T6" fmla="*/ 146 w 146"/>
                  <a:gd name="T7" fmla="*/ 0 h 266"/>
                  <a:gd name="T8" fmla="*/ 0 w 146"/>
                  <a:gd name="T9" fmla="*/ 266 h 266"/>
                  <a:gd name="T10" fmla="*/ 0 w 146"/>
                  <a:gd name="T11" fmla="*/ 133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6" h="266">
                    <a:moveTo>
                      <a:pt x="0" y="133"/>
                    </a:moveTo>
                    <a:lnTo>
                      <a:pt x="0" y="133"/>
                    </a:lnTo>
                    <a:lnTo>
                      <a:pt x="73" y="0"/>
                    </a:lnTo>
                    <a:lnTo>
                      <a:pt x="146" y="0"/>
                    </a:lnTo>
                    <a:lnTo>
                      <a:pt x="0" y="266"/>
                    </a:lnTo>
                    <a:lnTo>
                      <a:pt x="0" y="133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8" name="Freeform 30">
                <a:extLst>
                  <a:ext uri="{FF2B5EF4-FFF2-40B4-BE49-F238E27FC236}">
                    <a16:creationId xmlns:a16="http://schemas.microsoft.com/office/drawing/2014/main" id="{D1383AD2-6020-ED6E-6948-F9A72C1639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8801" y="1920074"/>
                <a:ext cx="50800" cy="188913"/>
              </a:xfrm>
              <a:custGeom>
                <a:avLst/>
                <a:gdLst>
                  <a:gd name="T0" fmla="*/ 0 w 94"/>
                  <a:gd name="T1" fmla="*/ 0 h 347"/>
                  <a:gd name="T2" fmla="*/ 0 w 94"/>
                  <a:gd name="T3" fmla="*/ 0 h 347"/>
                  <a:gd name="T4" fmla="*/ 94 w 94"/>
                  <a:gd name="T5" fmla="*/ 0 h 347"/>
                  <a:gd name="T6" fmla="*/ 94 w 94"/>
                  <a:gd name="T7" fmla="*/ 347 h 347"/>
                  <a:gd name="T8" fmla="*/ 0 w 94"/>
                  <a:gd name="T9" fmla="*/ 347 h 347"/>
                  <a:gd name="T10" fmla="*/ 0 w 94"/>
                  <a:gd name="T11" fmla="*/ 0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347">
                    <a:moveTo>
                      <a:pt x="0" y="0"/>
                    </a:moveTo>
                    <a:lnTo>
                      <a:pt x="0" y="0"/>
                    </a:lnTo>
                    <a:lnTo>
                      <a:pt x="94" y="0"/>
                    </a:lnTo>
                    <a:lnTo>
                      <a:pt x="94" y="347"/>
                    </a:lnTo>
                    <a:lnTo>
                      <a:pt x="0" y="3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209851B8-612B-5F87-F363-436E2FDAB5F7}"/>
              </a:ext>
            </a:extLst>
          </p:cNvPr>
          <p:cNvGrpSpPr/>
          <p:nvPr/>
        </p:nvGrpSpPr>
        <p:grpSpPr>
          <a:xfrm>
            <a:off x="9354779" y="4549312"/>
            <a:ext cx="121266" cy="249658"/>
            <a:chOff x="9621651" y="1840699"/>
            <a:chExt cx="166687" cy="268288"/>
          </a:xfrm>
        </p:grpSpPr>
        <p:sp>
          <p:nvSpPr>
            <p:cNvPr id="220" name="Freeform 28">
              <a:extLst>
                <a:ext uri="{FF2B5EF4-FFF2-40B4-BE49-F238E27FC236}">
                  <a16:creationId xmlns:a16="http://schemas.microsoft.com/office/drawing/2014/main" id="{059465AB-3CB0-DC4F-DC37-99EB56D10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1651" y="1840699"/>
              <a:ext cx="87313" cy="144463"/>
            </a:xfrm>
            <a:custGeom>
              <a:avLst/>
              <a:gdLst>
                <a:gd name="T0" fmla="*/ 160 w 160"/>
                <a:gd name="T1" fmla="*/ 133 h 266"/>
                <a:gd name="T2" fmla="*/ 160 w 160"/>
                <a:gd name="T3" fmla="*/ 133 h 266"/>
                <a:gd name="T4" fmla="*/ 80 w 160"/>
                <a:gd name="T5" fmla="*/ 0 h 266"/>
                <a:gd name="T6" fmla="*/ 0 w 160"/>
                <a:gd name="T7" fmla="*/ 0 h 266"/>
                <a:gd name="T8" fmla="*/ 160 w 160"/>
                <a:gd name="T9" fmla="*/ 266 h 266"/>
                <a:gd name="T10" fmla="*/ 160 w 160"/>
                <a:gd name="T11" fmla="*/ 133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" h="266">
                  <a:moveTo>
                    <a:pt x="160" y="133"/>
                  </a:moveTo>
                  <a:lnTo>
                    <a:pt x="160" y="133"/>
                  </a:lnTo>
                  <a:lnTo>
                    <a:pt x="80" y="0"/>
                  </a:lnTo>
                  <a:lnTo>
                    <a:pt x="0" y="0"/>
                  </a:lnTo>
                  <a:lnTo>
                    <a:pt x="160" y="266"/>
                  </a:lnTo>
                  <a:lnTo>
                    <a:pt x="160" y="133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C84D9FA4-33FC-08BF-00EA-10A28C5398FB}"/>
                </a:ext>
              </a:extLst>
            </p:cNvPr>
            <p:cNvGrpSpPr/>
            <p:nvPr/>
          </p:nvGrpSpPr>
          <p:grpSpPr>
            <a:xfrm>
              <a:off x="9678801" y="1840699"/>
              <a:ext cx="109537" cy="268288"/>
              <a:chOff x="9678801" y="1840699"/>
              <a:chExt cx="109537" cy="268288"/>
            </a:xfrm>
          </p:grpSpPr>
          <p:sp>
            <p:nvSpPr>
              <p:cNvPr id="222" name="Freeform 29">
                <a:extLst>
                  <a:ext uri="{FF2B5EF4-FFF2-40B4-BE49-F238E27FC236}">
                    <a16:creationId xmlns:a16="http://schemas.microsoft.com/office/drawing/2014/main" id="{FC267A39-453E-87A9-240B-1A24CFAA34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08963" y="1840699"/>
                <a:ext cx="79375" cy="144463"/>
              </a:xfrm>
              <a:custGeom>
                <a:avLst/>
                <a:gdLst>
                  <a:gd name="T0" fmla="*/ 0 w 146"/>
                  <a:gd name="T1" fmla="*/ 133 h 266"/>
                  <a:gd name="T2" fmla="*/ 0 w 146"/>
                  <a:gd name="T3" fmla="*/ 133 h 266"/>
                  <a:gd name="T4" fmla="*/ 73 w 146"/>
                  <a:gd name="T5" fmla="*/ 0 h 266"/>
                  <a:gd name="T6" fmla="*/ 146 w 146"/>
                  <a:gd name="T7" fmla="*/ 0 h 266"/>
                  <a:gd name="T8" fmla="*/ 0 w 146"/>
                  <a:gd name="T9" fmla="*/ 266 h 266"/>
                  <a:gd name="T10" fmla="*/ 0 w 146"/>
                  <a:gd name="T11" fmla="*/ 133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6" h="266">
                    <a:moveTo>
                      <a:pt x="0" y="133"/>
                    </a:moveTo>
                    <a:lnTo>
                      <a:pt x="0" y="133"/>
                    </a:lnTo>
                    <a:lnTo>
                      <a:pt x="73" y="0"/>
                    </a:lnTo>
                    <a:lnTo>
                      <a:pt x="146" y="0"/>
                    </a:lnTo>
                    <a:lnTo>
                      <a:pt x="0" y="266"/>
                    </a:lnTo>
                    <a:lnTo>
                      <a:pt x="0" y="133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3" name="Freeform 30">
                <a:extLst>
                  <a:ext uri="{FF2B5EF4-FFF2-40B4-BE49-F238E27FC236}">
                    <a16:creationId xmlns:a16="http://schemas.microsoft.com/office/drawing/2014/main" id="{3A6FE2A5-4D78-7997-820A-252A3F3A75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8801" y="1920074"/>
                <a:ext cx="50800" cy="188913"/>
              </a:xfrm>
              <a:custGeom>
                <a:avLst/>
                <a:gdLst>
                  <a:gd name="T0" fmla="*/ 0 w 94"/>
                  <a:gd name="T1" fmla="*/ 0 h 347"/>
                  <a:gd name="T2" fmla="*/ 0 w 94"/>
                  <a:gd name="T3" fmla="*/ 0 h 347"/>
                  <a:gd name="T4" fmla="*/ 94 w 94"/>
                  <a:gd name="T5" fmla="*/ 0 h 347"/>
                  <a:gd name="T6" fmla="*/ 94 w 94"/>
                  <a:gd name="T7" fmla="*/ 347 h 347"/>
                  <a:gd name="T8" fmla="*/ 0 w 94"/>
                  <a:gd name="T9" fmla="*/ 347 h 347"/>
                  <a:gd name="T10" fmla="*/ 0 w 94"/>
                  <a:gd name="T11" fmla="*/ 0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347">
                    <a:moveTo>
                      <a:pt x="0" y="0"/>
                    </a:moveTo>
                    <a:lnTo>
                      <a:pt x="0" y="0"/>
                    </a:lnTo>
                    <a:lnTo>
                      <a:pt x="94" y="0"/>
                    </a:lnTo>
                    <a:lnTo>
                      <a:pt x="94" y="347"/>
                    </a:lnTo>
                    <a:lnTo>
                      <a:pt x="0" y="3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E832C1CF-9779-9C4F-714D-0021595359D2}"/>
              </a:ext>
            </a:extLst>
          </p:cNvPr>
          <p:cNvGrpSpPr/>
          <p:nvPr/>
        </p:nvGrpSpPr>
        <p:grpSpPr>
          <a:xfrm>
            <a:off x="9518895" y="4441945"/>
            <a:ext cx="121266" cy="249658"/>
            <a:chOff x="9621651" y="1840699"/>
            <a:chExt cx="166687" cy="268288"/>
          </a:xfrm>
        </p:grpSpPr>
        <p:sp>
          <p:nvSpPr>
            <p:cNvPr id="225" name="Freeform 28">
              <a:extLst>
                <a:ext uri="{FF2B5EF4-FFF2-40B4-BE49-F238E27FC236}">
                  <a16:creationId xmlns:a16="http://schemas.microsoft.com/office/drawing/2014/main" id="{FAEA0F98-64A5-2E1B-168A-C5669B879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1651" y="1840699"/>
              <a:ext cx="87313" cy="144463"/>
            </a:xfrm>
            <a:custGeom>
              <a:avLst/>
              <a:gdLst>
                <a:gd name="T0" fmla="*/ 160 w 160"/>
                <a:gd name="T1" fmla="*/ 133 h 266"/>
                <a:gd name="T2" fmla="*/ 160 w 160"/>
                <a:gd name="T3" fmla="*/ 133 h 266"/>
                <a:gd name="T4" fmla="*/ 80 w 160"/>
                <a:gd name="T5" fmla="*/ 0 h 266"/>
                <a:gd name="T6" fmla="*/ 0 w 160"/>
                <a:gd name="T7" fmla="*/ 0 h 266"/>
                <a:gd name="T8" fmla="*/ 160 w 160"/>
                <a:gd name="T9" fmla="*/ 266 h 266"/>
                <a:gd name="T10" fmla="*/ 160 w 160"/>
                <a:gd name="T11" fmla="*/ 133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" h="266">
                  <a:moveTo>
                    <a:pt x="160" y="133"/>
                  </a:moveTo>
                  <a:lnTo>
                    <a:pt x="160" y="133"/>
                  </a:lnTo>
                  <a:lnTo>
                    <a:pt x="80" y="0"/>
                  </a:lnTo>
                  <a:lnTo>
                    <a:pt x="0" y="0"/>
                  </a:lnTo>
                  <a:lnTo>
                    <a:pt x="160" y="266"/>
                  </a:lnTo>
                  <a:lnTo>
                    <a:pt x="160" y="133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EB866359-23C7-4DCB-E165-B3A9B94D3050}"/>
                </a:ext>
              </a:extLst>
            </p:cNvPr>
            <p:cNvGrpSpPr/>
            <p:nvPr/>
          </p:nvGrpSpPr>
          <p:grpSpPr>
            <a:xfrm>
              <a:off x="9678801" y="1840699"/>
              <a:ext cx="109537" cy="268288"/>
              <a:chOff x="9678801" y="1840699"/>
              <a:chExt cx="109537" cy="268288"/>
            </a:xfrm>
          </p:grpSpPr>
          <p:sp>
            <p:nvSpPr>
              <p:cNvPr id="227" name="Freeform 29">
                <a:extLst>
                  <a:ext uri="{FF2B5EF4-FFF2-40B4-BE49-F238E27FC236}">
                    <a16:creationId xmlns:a16="http://schemas.microsoft.com/office/drawing/2014/main" id="{C5A22A47-CC79-6EB0-F067-BDE67FD181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08963" y="1840699"/>
                <a:ext cx="79375" cy="144463"/>
              </a:xfrm>
              <a:custGeom>
                <a:avLst/>
                <a:gdLst>
                  <a:gd name="T0" fmla="*/ 0 w 146"/>
                  <a:gd name="T1" fmla="*/ 133 h 266"/>
                  <a:gd name="T2" fmla="*/ 0 w 146"/>
                  <a:gd name="T3" fmla="*/ 133 h 266"/>
                  <a:gd name="T4" fmla="*/ 73 w 146"/>
                  <a:gd name="T5" fmla="*/ 0 h 266"/>
                  <a:gd name="T6" fmla="*/ 146 w 146"/>
                  <a:gd name="T7" fmla="*/ 0 h 266"/>
                  <a:gd name="T8" fmla="*/ 0 w 146"/>
                  <a:gd name="T9" fmla="*/ 266 h 266"/>
                  <a:gd name="T10" fmla="*/ 0 w 146"/>
                  <a:gd name="T11" fmla="*/ 133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6" h="266">
                    <a:moveTo>
                      <a:pt x="0" y="133"/>
                    </a:moveTo>
                    <a:lnTo>
                      <a:pt x="0" y="133"/>
                    </a:lnTo>
                    <a:lnTo>
                      <a:pt x="73" y="0"/>
                    </a:lnTo>
                    <a:lnTo>
                      <a:pt x="146" y="0"/>
                    </a:lnTo>
                    <a:lnTo>
                      <a:pt x="0" y="266"/>
                    </a:lnTo>
                    <a:lnTo>
                      <a:pt x="0" y="133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8" name="Freeform 30">
                <a:extLst>
                  <a:ext uri="{FF2B5EF4-FFF2-40B4-BE49-F238E27FC236}">
                    <a16:creationId xmlns:a16="http://schemas.microsoft.com/office/drawing/2014/main" id="{2AF406DF-D5B9-8F5D-FC8C-BCFB4275A9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8801" y="1920074"/>
                <a:ext cx="50800" cy="188913"/>
              </a:xfrm>
              <a:custGeom>
                <a:avLst/>
                <a:gdLst>
                  <a:gd name="T0" fmla="*/ 0 w 94"/>
                  <a:gd name="T1" fmla="*/ 0 h 347"/>
                  <a:gd name="T2" fmla="*/ 0 w 94"/>
                  <a:gd name="T3" fmla="*/ 0 h 347"/>
                  <a:gd name="T4" fmla="*/ 94 w 94"/>
                  <a:gd name="T5" fmla="*/ 0 h 347"/>
                  <a:gd name="T6" fmla="*/ 94 w 94"/>
                  <a:gd name="T7" fmla="*/ 347 h 347"/>
                  <a:gd name="T8" fmla="*/ 0 w 94"/>
                  <a:gd name="T9" fmla="*/ 347 h 347"/>
                  <a:gd name="T10" fmla="*/ 0 w 94"/>
                  <a:gd name="T11" fmla="*/ 0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347">
                    <a:moveTo>
                      <a:pt x="0" y="0"/>
                    </a:moveTo>
                    <a:lnTo>
                      <a:pt x="0" y="0"/>
                    </a:lnTo>
                    <a:lnTo>
                      <a:pt x="94" y="0"/>
                    </a:lnTo>
                    <a:lnTo>
                      <a:pt x="94" y="347"/>
                    </a:lnTo>
                    <a:lnTo>
                      <a:pt x="0" y="3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62902AF6-6FFB-6D1F-90BC-C32D5EC7A361}"/>
              </a:ext>
            </a:extLst>
          </p:cNvPr>
          <p:cNvGrpSpPr/>
          <p:nvPr/>
        </p:nvGrpSpPr>
        <p:grpSpPr>
          <a:xfrm>
            <a:off x="9345271" y="4267825"/>
            <a:ext cx="121266" cy="249658"/>
            <a:chOff x="9621651" y="1840699"/>
            <a:chExt cx="166687" cy="268288"/>
          </a:xfrm>
        </p:grpSpPr>
        <p:sp>
          <p:nvSpPr>
            <p:cNvPr id="230" name="Freeform 28">
              <a:extLst>
                <a:ext uri="{FF2B5EF4-FFF2-40B4-BE49-F238E27FC236}">
                  <a16:creationId xmlns:a16="http://schemas.microsoft.com/office/drawing/2014/main" id="{E8785941-7CF0-B901-073E-BAC986E2B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1651" y="1840699"/>
              <a:ext cx="87313" cy="144463"/>
            </a:xfrm>
            <a:custGeom>
              <a:avLst/>
              <a:gdLst>
                <a:gd name="T0" fmla="*/ 160 w 160"/>
                <a:gd name="T1" fmla="*/ 133 h 266"/>
                <a:gd name="T2" fmla="*/ 160 w 160"/>
                <a:gd name="T3" fmla="*/ 133 h 266"/>
                <a:gd name="T4" fmla="*/ 80 w 160"/>
                <a:gd name="T5" fmla="*/ 0 h 266"/>
                <a:gd name="T6" fmla="*/ 0 w 160"/>
                <a:gd name="T7" fmla="*/ 0 h 266"/>
                <a:gd name="T8" fmla="*/ 160 w 160"/>
                <a:gd name="T9" fmla="*/ 266 h 266"/>
                <a:gd name="T10" fmla="*/ 160 w 160"/>
                <a:gd name="T11" fmla="*/ 133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" h="266">
                  <a:moveTo>
                    <a:pt x="160" y="133"/>
                  </a:moveTo>
                  <a:lnTo>
                    <a:pt x="160" y="133"/>
                  </a:lnTo>
                  <a:lnTo>
                    <a:pt x="80" y="0"/>
                  </a:lnTo>
                  <a:lnTo>
                    <a:pt x="0" y="0"/>
                  </a:lnTo>
                  <a:lnTo>
                    <a:pt x="160" y="266"/>
                  </a:lnTo>
                  <a:lnTo>
                    <a:pt x="160" y="133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F398757C-EA0D-EE25-2CE9-B34A21D654A5}"/>
                </a:ext>
              </a:extLst>
            </p:cNvPr>
            <p:cNvGrpSpPr/>
            <p:nvPr/>
          </p:nvGrpSpPr>
          <p:grpSpPr>
            <a:xfrm>
              <a:off x="9678801" y="1840699"/>
              <a:ext cx="109537" cy="268288"/>
              <a:chOff x="9678801" y="1840699"/>
              <a:chExt cx="109537" cy="268288"/>
            </a:xfrm>
          </p:grpSpPr>
          <p:sp>
            <p:nvSpPr>
              <p:cNvPr id="232" name="Freeform 29">
                <a:extLst>
                  <a:ext uri="{FF2B5EF4-FFF2-40B4-BE49-F238E27FC236}">
                    <a16:creationId xmlns:a16="http://schemas.microsoft.com/office/drawing/2014/main" id="{5C4F38AB-5010-D8E9-092F-E2ABE8B1F1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08963" y="1840699"/>
                <a:ext cx="79375" cy="144463"/>
              </a:xfrm>
              <a:custGeom>
                <a:avLst/>
                <a:gdLst>
                  <a:gd name="T0" fmla="*/ 0 w 146"/>
                  <a:gd name="T1" fmla="*/ 133 h 266"/>
                  <a:gd name="T2" fmla="*/ 0 w 146"/>
                  <a:gd name="T3" fmla="*/ 133 h 266"/>
                  <a:gd name="T4" fmla="*/ 73 w 146"/>
                  <a:gd name="T5" fmla="*/ 0 h 266"/>
                  <a:gd name="T6" fmla="*/ 146 w 146"/>
                  <a:gd name="T7" fmla="*/ 0 h 266"/>
                  <a:gd name="T8" fmla="*/ 0 w 146"/>
                  <a:gd name="T9" fmla="*/ 266 h 266"/>
                  <a:gd name="T10" fmla="*/ 0 w 146"/>
                  <a:gd name="T11" fmla="*/ 133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6" h="266">
                    <a:moveTo>
                      <a:pt x="0" y="133"/>
                    </a:moveTo>
                    <a:lnTo>
                      <a:pt x="0" y="133"/>
                    </a:lnTo>
                    <a:lnTo>
                      <a:pt x="73" y="0"/>
                    </a:lnTo>
                    <a:lnTo>
                      <a:pt x="146" y="0"/>
                    </a:lnTo>
                    <a:lnTo>
                      <a:pt x="0" y="266"/>
                    </a:lnTo>
                    <a:lnTo>
                      <a:pt x="0" y="133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3" name="Freeform 30">
                <a:extLst>
                  <a:ext uri="{FF2B5EF4-FFF2-40B4-BE49-F238E27FC236}">
                    <a16:creationId xmlns:a16="http://schemas.microsoft.com/office/drawing/2014/main" id="{ED97B9D6-437F-DFCC-4DB5-B9CC0CDA28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8801" y="1920074"/>
                <a:ext cx="50800" cy="188913"/>
              </a:xfrm>
              <a:custGeom>
                <a:avLst/>
                <a:gdLst>
                  <a:gd name="T0" fmla="*/ 0 w 94"/>
                  <a:gd name="T1" fmla="*/ 0 h 347"/>
                  <a:gd name="T2" fmla="*/ 0 w 94"/>
                  <a:gd name="T3" fmla="*/ 0 h 347"/>
                  <a:gd name="T4" fmla="*/ 94 w 94"/>
                  <a:gd name="T5" fmla="*/ 0 h 347"/>
                  <a:gd name="T6" fmla="*/ 94 w 94"/>
                  <a:gd name="T7" fmla="*/ 347 h 347"/>
                  <a:gd name="T8" fmla="*/ 0 w 94"/>
                  <a:gd name="T9" fmla="*/ 347 h 347"/>
                  <a:gd name="T10" fmla="*/ 0 w 94"/>
                  <a:gd name="T11" fmla="*/ 0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347">
                    <a:moveTo>
                      <a:pt x="0" y="0"/>
                    </a:moveTo>
                    <a:lnTo>
                      <a:pt x="0" y="0"/>
                    </a:lnTo>
                    <a:lnTo>
                      <a:pt x="94" y="0"/>
                    </a:lnTo>
                    <a:lnTo>
                      <a:pt x="94" y="347"/>
                    </a:lnTo>
                    <a:lnTo>
                      <a:pt x="0" y="3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34" name="Rounded Rectangle 195">
            <a:extLst>
              <a:ext uri="{FF2B5EF4-FFF2-40B4-BE49-F238E27FC236}">
                <a16:creationId xmlns:a16="http://schemas.microsoft.com/office/drawing/2014/main" id="{7A9E6349-7992-7702-C89B-E7FB9231F900}"/>
              </a:ext>
            </a:extLst>
          </p:cNvPr>
          <p:cNvSpPr/>
          <p:nvPr/>
        </p:nvSpPr>
        <p:spPr>
          <a:xfrm>
            <a:off x="4876492" y="5903904"/>
            <a:ext cx="697177" cy="34763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bg1"/>
                </a:solidFill>
              </a:rPr>
              <a:t>HCP, DNA…</a:t>
            </a:r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DE314686-07B3-473B-CD79-085998D91E2C}"/>
              </a:ext>
            </a:extLst>
          </p:cNvPr>
          <p:cNvGrpSpPr/>
          <p:nvPr/>
        </p:nvGrpSpPr>
        <p:grpSpPr>
          <a:xfrm>
            <a:off x="5411827" y="4889092"/>
            <a:ext cx="1710800" cy="0"/>
            <a:chOff x="5411827" y="4889092"/>
            <a:chExt cx="1710800" cy="0"/>
          </a:xfrm>
        </p:grpSpPr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7AD769B2-C97D-3575-EADF-5B0941629ADE}"/>
                </a:ext>
              </a:extLst>
            </p:cNvPr>
            <p:cNvCxnSpPr>
              <a:cxnSpLocks/>
            </p:cNvCxnSpPr>
            <p:nvPr/>
          </p:nvCxnSpPr>
          <p:spPr>
            <a:xfrm>
              <a:off x="5411827" y="4889092"/>
              <a:ext cx="411772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7EC27290-046D-D01D-563B-9070817B9A2B}"/>
                </a:ext>
              </a:extLst>
            </p:cNvPr>
            <p:cNvCxnSpPr>
              <a:cxnSpLocks/>
            </p:cNvCxnSpPr>
            <p:nvPr/>
          </p:nvCxnSpPr>
          <p:spPr>
            <a:xfrm>
              <a:off x="6061341" y="4889092"/>
              <a:ext cx="411772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99AF8AB5-06DD-2D04-B30D-5269881E21D4}"/>
                </a:ext>
              </a:extLst>
            </p:cNvPr>
            <p:cNvCxnSpPr>
              <a:cxnSpLocks/>
            </p:cNvCxnSpPr>
            <p:nvPr/>
          </p:nvCxnSpPr>
          <p:spPr>
            <a:xfrm>
              <a:off x="6710855" y="4889092"/>
              <a:ext cx="411772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7DCD1BAC-10BD-3697-BA65-E31277470DCB}"/>
              </a:ext>
            </a:extLst>
          </p:cNvPr>
          <p:cNvGrpSpPr/>
          <p:nvPr/>
        </p:nvGrpSpPr>
        <p:grpSpPr>
          <a:xfrm>
            <a:off x="5468120" y="2204525"/>
            <a:ext cx="1710800" cy="0"/>
            <a:chOff x="5411827" y="4889092"/>
            <a:chExt cx="1710800" cy="0"/>
          </a:xfrm>
        </p:grpSpPr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1B155445-FF41-817F-4C72-57A6E507AC18}"/>
                </a:ext>
              </a:extLst>
            </p:cNvPr>
            <p:cNvCxnSpPr>
              <a:cxnSpLocks/>
            </p:cNvCxnSpPr>
            <p:nvPr/>
          </p:nvCxnSpPr>
          <p:spPr>
            <a:xfrm>
              <a:off x="5411827" y="4889092"/>
              <a:ext cx="411772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38B92664-D1B3-B121-67BC-5C969BF509C3}"/>
                </a:ext>
              </a:extLst>
            </p:cNvPr>
            <p:cNvCxnSpPr>
              <a:cxnSpLocks/>
            </p:cNvCxnSpPr>
            <p:nvPr/>
          </p:nvCxnSpPr>
          <p:spPr>
            <a:xfrm>
              <a:off x="6061341" y="4889092"/>
              <a:ext cx="411772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62DF7B63-A3F5-40C6-F3C0-C6A17D3E68AC}"/>
                </a:ext>
              </a:extLst>
            </p:cNvPr>
            <p:cNvCxnSpPr>
              <a:cxnSpLocks/>
            </p:cNvCxnSpPr>
            <p:nvPr/>
          </p:nvCxnSpPr>
          <p:spPr>
            <a:xfrm>
              <a:off x="6710855" y="4889092"/>
              <a:ext cx="411772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3A2A0CB4-ABBA-9C28-7498-5D3DFEE68154}"/>
              </a:ext>
            </a:extLst>
          </p:cNvPr>
          <p:cNvGrpSpPr/>
          <p:nvPr/>
        </p:nvGrpSpPr>
        <p:grpSpPr>
          <a:xfrm rot="5400000">
            <a:off x="7230308" y="3509241"/>
            <a:ext cx="1710800" cy="0"/>
            <a:chOff x="5411827" y="4889092"/>
            <a:chExt cx="1710800" cy="0"/>
          </a:xfrm>
        </p:grpSpPr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2F07FC0A-E450-750C-44CE-C9396258D1A1}"/>
                </a:ext>
              </a:extLst>
            </p:cNvPr>
            <p:cNvCxnSpPr>
              <a:cxnSpLocks/>
            </p:cNvCxnSpPr>
            <p:nvPr/>
          </p:nvCxnSpPr>
          <p:spPr>
            <a:xfrm>
              <a:off x="5411827" y="4889092"/>
              <a:ext cx="411772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53A9F6DE-A87A-2A50-03D7-78E70816905A}"/>
                </a:ext>
              </a:extLst>
            </p:cNvPr>
            <p:cNvCxnSpPr>
              <a:cxnSpLocks/>
            </p:cNvCxnSpPr>
            <p:nvPr/>
          </p:nvCxnSpPr>
          <p:spPr>
            <a:xfrm>
              <a:off x="6061341" y="4889092"/>
              <a:ext cx="411772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65C78526-A149-9F22-4867-D4A62E30C49F}"/>
                </a:ext>
              </a:extLst>
            </p:cNvPr>
            <p:cNvCxnSpPr>
              <a:cxnSpLocks/>
            </p:cNvCxnSpPr>
            <p:nvPr/>
          </p:nvCxnSpPr>
          <p:spPr>
            <a:xfrm>
              <a:off x="6710855" y="4889092"/>
              <a:ext cx="411772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CBEC1A19-5F8D-5EC4-9E23-18FB99020F03}"/>
              </a:ext>
            </a:extLst>
          </p:cNvPr>
          <p:cNvCxnSpPr>
            <a:cxnSpLocks/>
          </p:cNvCxnSpPr>
          <p:nvPr/>
        </p:nvCxnSpPr>
        <p:spPr>
          <a:xfrm>
            <a:off x="2383532" y="4824886"/>
            <a:ext cx="411772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DE9EA777-D58A-C721-DB87-8FD684ADF6C9}"/>
              </a:ext>
            </a:extLst>
          </p:cNvPr>
          <p:cNvSpPr txBox="1"/>
          <p:nvPr/>
        </p:nvSpPr>
        <p:spPr>
          <a:xfrm>
            <a:off x="9902283" y="4204010"/>
            <a:ext cx="1275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/>
              <a:t>Eluted mAb</a:t>
            </a:r>
          </a:p>
        </p:txBody>
      </p: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E052F6F4-79CF-F61F-200F-085F4BA6D492}"/>
              </a:ext>
            </a:extLst>
          </p:cNvPr>
          <p:cNvGrpSpPr/>
          <p:nvPr/>
        </p:nvGrpSpPr>
        <p:grpSpPr>
          <a:xfrm>
            <a:off x="1703872" y="4293957"/>
            <a:ext cx="121266" cy="249658"/>
            <a:chOff x="9621651" y="1840699"/>
            <a:chExt cx="166687" cy="268288"/>
          </a:xfrm>
        </p:grpSpPr>
        <p:sp>
          <p:nvSpPr>
            <p:cNvPr id="250" name="Freeform 28">
              <a:extLst>
                <a:ext uri="{FF2B5EF4-FFF2-40B4-BE49-F238E27FC236}">
                  <a16:creationId xmlns:a16="http://schemas.microsoft.com/office/drawing/2014/main" id="{7C8DD04E-D822-F0A1-7DD0-F0F7B8FA2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1651" y="1840699"/>
              <a:ext cx="87313" cy="144463"/>
            </a:xfrm>
            <a:custGeom>
              <a:avLst/>
              <a:gdLst>
                <a:gd name="T0" fmla="*/ 160 w 160"/>
                <a:gd name="T1" fmla="*/ 133 h 266"/>
                <a:gd name="T2" fmla="*/ 160 w 160"/>
                <a:gd name="T3" fmla="*/ 133 h 266"/>
                <a:gd name="T4" fmla="*/ 80 w 160"/>
                <a:gd name="T5" fmla="*/ 0 h 266"/>
                <a:gd name="T6" fmla="*/ 0 w 160"/>
                <a:gd name="T7" fmla="*/ 0 h 266"/>
                <a:gd name="T8" fmla="*/ 160 w 160"/>
                <a:gd name="T9" fmla="*/ 266 h 266"/>
                <a:gd name="T10" fmla="*/ 160 w 160"/>
                <a:gd name="T11" fmla="*/ 133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" h="266">
                  <a:moveTo>
                    <a:pt x="160" y="133"/>
                  </a:moveTo>
                  <a:lnTo>
                    <a:pt x="160" y="133"/>
                  </a:lnTo>
                  <a:lnTo>
                    <a:pt x="80" y="0"/>
                  </a:lnTo>
                  <a:lnTo>
                    <a:pt x="0" y="0"/>
                  </a:lnTo>
                  <a:lnTo>
                    <a:pt x="160" y="266"/>
                  </a:lnTo>
                  <a:lnTo>
                    <a:pt x="160" y="133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B2DE062E-178D-813A-5F66-873097B72270}"/>
                </a:ext>
              </a:extLst>
            </p:cNvPr>
            <p:cNvGrpSpPr/>
            <p:nvPr/>
          </p:nvGrpSpPr>
          <p:grpSpPr>
            <a:xfrm>
              <a:off x="9678801" y="1840699"/>
              <a:ext cx="109537" cy="268288"/>
              <a:chOff x="9678801" y="1840699"/>
              <a:chExt cx="109537" cy="268288"/>
            </a:xfrm>
          </p:grpSpPr>
          <p:sp>
            <p:nvSpPr>
              <p:cNvPr id="252" name="Freeform 29">
                <a:extLst>
                  <a:ext uri="{FF2B5EF4-FFF2-40B4-BE49-F238E27FC236}">
                    <a16:creationId xmlns:a16="http://schemas.microsoft.com/office/drawing/2014/main" id="{3259E29E-7370-C0FE-308E-DB6F7F8BF3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08963" y="1840699"/>
                <a:ext cx="79375" cy="144463"/>
              </a:xfrm>
              <a:custGeom>
                <a:avLst/>
                <a:gdLst>
                  <a:gd name="T0" fmla="*/ 0 w 146"/>
                  <a:gd name="T1" fmla="*/ 133 h 266"/>
                  <a:gd name="T2" fmla="*/ 0 w 146"/>
                  <a:gd name="T3" fmla="*/ 133 h 266"/>
                  <a:gd name="T4" fmla="*/ 73 w 146"/>
                  <a:gd name="T5" fmla="*/ 0 h 266"/>
                  <a:gd name="T6" fmla="*/ 146 w 146"/>
                  <a:gd name="T7" fmla="*/ 0 h 266"/>
                  <a:gd name="T8" fmla="*/ 0 w 146"/>
                  <a:gd name="T9" fmla="*/ 266 h 266"/>
                  <a:gd name="T10" fmla="*/ 0 w 146"/>
                  <a:gd name="T11" fmla="*/ 133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6" h="266">
                    <a:moveTo>
                      <a:pt x="0" y="133"/>
                    </a:moveTo>
                    <a:lnTo>
                      <a:pt x="0" y="133"/>
                    </a:lnTo>
                    <a:lnTo>
                      <a:pt x="73" y="0"/>
                    </a:lnTo>
                    <a:lnTo>
                      <a:pt x="146" y="0"/>
                    </a:lnTo>
                    <a:lnTo>
                      <a:pt x="0" y="266"/>
                    </a:lnTo>
                    <a:lnTo>
                      <a:pt x="0" y="133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3" name="Freeform 30">
                <a:extLst>
                  <a:ext uri="{FF2B5EF4-FFF2-40B4-BE49-F238E27FC236}">
                    <a16:creationId xmlns:a16="http://schemas.microsoft.com/office/drawing/2014/main" id="{6269B247-EE15-168E-8FD0-DC36C2F548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8801" y="1920074"/>
                <a:ext cx="50800" cy="188913"/>
              </a:xfrm>
              <a:custGeom>
                <a:avLst/>
                <a:gdLst>
                  <a:gd name="T0" fmla="*/ 0 w 94"/>
                  <a:gd name="T1" fmla="*/ 0 h 347"/>
                  <a:gd name="T2" fmla="*/ 0 w 94"/>
                  <a:gd name="T3" fmla="*/ 0 h 347"/>
                  <a:gd name="T4" fmla="*/ 94 w 94"/>
                  <a:gd name="T5" fmla="*/ 0 h 347"/>
                  <a:gd name="T6" fmla="*/ 94 w 94"/>
                  <a:gd name="T7" fmla="*/ 347 h 347"/>
                  <a:gd name="T8" fmla="*/ 0 w 94"/>
                  <a:gd name="T9" fmla="*/ 347 h 347"/>
                  <a:gd name="T10" fmla="*/ 0 w 94"/>
                  <a:gd name="T11" fmla="*/ 0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347">
                    <a:moveTo>
                      <a:pt x="0" y="0"/>
                    </a:moveTo>
                    <a:lnTo>
                      <a:pt x="0" y="0"/>
                    </a:lnTo>
                    <a:lnTo>
                      <a:pt x="94" y="0"/>
                    </a:lnTo>
                    <a:lnTo>
                      <a:pt x="94" y="347"/>
                    </a:lnTo>
                    <a:lnTo>
                      <a:pt x="0" y="3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926E6D34-9C9D-A75B-3700-F0B857364892}"/>
              </a:ext>
            </a:extLst>
          </p:cNvPr>
          <p:cNvGrpSpPr/>
          <p:nvPr/>
        </p:nvGrpSpPr>
        <p:grpSpPr>
          <a:xfrm>
            <a:off x="1856272" y="4446357"/>
            <a:ext cx="121266" cy="249658"/>
            <a:chOff x="9621651" y="1840699"/>
            <a:chExt cx="166687" cy="268288"/>
          </a:xfrm>
        </p:grpSpPr>
        <p:sp>
          <p:nvSpPr>
            <p:cNvPr id="255" name="Freeform 28">
              <a:extLst>
                <a:ext uri="{FF2B5EF4-FFF2-40B4-BE49-F238E27FC236}">
                  <a16:creationId xmlns:a16="http://schemas.microsoft.com/office/drawing/2014/main" id="{C972441C-128C-3555-9942-423F4ACFC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1651" y="1840699"/>
              <a:ext cx="87313" cy="144463"/>
            </a:xfrm>
            <a:custGeom>
              <a:avLst/>
              <a:gdLst>
                <a:gd name="T0" fmla="*/ 160 w 160"/>
                <a:gd name="T1" fmla="*/ 133 h 266"/>
                <a:gd name="T2" fmla="*/ 160 w 160"/>
                <a:gd name="T3" fmla="*/ 133 h 266"/>
                <a:gd name="T4" fmla="*/ 80 w 160"/>
                <a:gd name="T5" fmla="*/ 0 h 266"/>
                <a:gd name="T6" fmla="*/ 0 w 160"/>
                <a:gd name="T7" fmla="*/ 0 h 266"/>
                <a:gd name="T8" fmla="*/ 160 w 160"/>
                <a:gd name="T9" fmla="*/ 266 h 266"/>
                <a:gd name="T10" fmla="*/ 160 w 160"/>
                <a:gd name="T11" fmla="*/ 133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" h="266">
                  <a:moveTo>
                    <a:pt x="160" y="133"/>
                  </a:moveTo>
                  <a:lnTo>
                    <a:pt x="160" y="133"/>
                  </a:lnTo>
                  <a:lnTo>
                    <a:pt x="80" y="0"/>
                  </a:lnTo>
                  <a:lnTo>
                    <a:pt x="0" y="0"/>
                  </a:lnTo>
                  <a:lnTo>
                    <a:pt x="160" y="266"/>
                  </a:lnTo>
                  <a:lnTo>
                    <a:pt x="160" y="133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2E0A6F1C-D0F0-AFED-281D-67C6A5C4613F}"/>
                </a:ext>
              </a:extLst>
            </p:cNvPr>
            <p:cNvGrpSpPr/>
            <p:nvPr/>
          </p:nvGrpSpPr>
          <p:grpSpPr>
            <a:xfrm>
              <a:off x="9678801" y="1840699"/>
              <a:ext cx="109537" cy="268288"/>
              <a:chOff x="9678801" y="1840699"/>
              <a:chExt cx="109537" cy="268288"/>
            </a:xfrm>
          </p:grpSpPr>
          <p:sp>
            <p:nvSpPr>
              <p:cNvPr id="257" name="Freeform 29">
                <a:extLst>
                  <a:ext uri="{FF2B5EF4-FFF2-40B4-BE49-F238E27FC236}">
                    <a16:creationId xmlns:a16="http://schemas.microsoft.com/office/drawing/2014/main" id="{4515225E-F273-E82E-6EE0-DF0A3B88B8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08963" y="1840699"/>
                <a:ext cx="79375" cy="144463"/>
              </a:xfrm>
              <a:custGeom>
                <a:avLst/>
                <a:gdLst>
                  <a:gd name="T0" fmla="*/ 0 w 146"/>
                  <a:gd name="T1" fmla="*/ 133 h 266"/>
                  <a:gd name="T2" fmla="*/ 0 w 146"/>
                  <a:gd name="T3" fmla="*/ 133 h 266"/>
                  <a:gd name="T4" fmla="*/ 73 w 146"/>
                  <a:gd name="T5" fmla="*/ 0 h 266"/>
                  <a:gd name="T6" fmla="*/ 146 w 146"/>
                  <a:gd name="T7" fmla="*/ 0 h 266"/>
                  <a:gd name="T8" fmla="*/ 0 w 146"/>
                  <a:gd name="T9" fmla="*/ 266 h 266"/>
                  <a:gd name="T10" fmla="*/ 0 w 146"/>
                  <a:gd name="T11" fmla="*/ 133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6" h="266">
                    <a:moveTo>
                      <a:pt x="0" y="133"/>
                    </a:moveTo>
                    <a:lnTo>
                      <a:pt x="0" y="133"/>
                    </a:lnTo>
                    <a:lnTo>
                      <a:pt x="73" y="0"/>
                    </a:lnTo>
                    <a:lnTo>
                      <a:pt x="146" y="0"/>
                    </a:lnTo>
                    <a:lnTo>
                      <a:pt x="0" y="266"/>
                    </a:lnTo>
                    <a:lnTo>
                      <a:pt x="0" y="133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8" name="Freeform 30">
                <a:extLst>
                  <a:ext uri="{FF2B5EF4-FFF2-40B4-BE49-F238E27FC236}">
                    <a16:creationId xmlns:a16="http://schemas.microsoft.com/office/drawing/2014/main" id="{35C3C9B4-3C61-B48E-A005-5E1044B263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8801" y="1920074"/>
                <a:ext cx="50800" cy="188913"/>
              </a:xfrm>
              <a:custGeom>
                <a:avLst/>
                <a:gdLst>
                  <a:gd name="T0" fmla="*/ 0 w 94"/>
                  <a:gd name="T1" fmla="*/ 0 h 347"/>
                  <a:gd name="T2" fmla="*/ 0 w 94"/>
                  <a:gd name="T3" fmla="*/ 0 h 347"/>
                  <a:gd name="T4" fmla="*/ 94 w 94"/>
                  <a:gd name="T5" fmla="*/ 0 h 347"/>
                  <a:gd name="T6" fmla="*/ 94 w 94"/>
                  <a:gd name="T7" fmla="*/ 347 h 347"/>
                  <a:gd name="T8" fmla="*/ 0 w 94"/>
                  <a:gd name="T9" fmla="*/ 347 h 347"/>
                  <a:gd name="T10" fmla="*/ 0 w 94"/>
                  <a:gd name="T11" fmla="*/ 0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347">
                    <a:moveTo>
                      <a:pt x="0" y="0"/>
                    </a:moveTo>
                    <a:lnTo>
                      <a:pt x="0" y="0"/>
                    </a:lnTo>
                    <a:lnTo>
                      <a:pt x="94" y="0"/>
                    </a:lnTo>
                    <a:lnTo>
                      <a:pt x="94" y="347"/>
                    </a:lnTo>
                    <a:lnTo>
                      <a:pt x="0" y="3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E5CD93B2-F930-546D-BC75-2FD9CEE9BA19}"/>
              </a:ext>
            </a:extLst>
          </p:cNvPr>
          <p:cNvGrpSpPr/>
          <p:nvPr/>
        </p:nvGrpSpPr>
        <p:grpSpPr>
          <a:xfrm>
            <a:off x="1588833" y="4382128"/>
            <a:ext cx="121266" cy="249658"/>
            <a:chOff x="9621651" y="1840699"/>
            <a:chExt cx="166687" cy="268288"/>
          </a:xfrm>
        </p:grpSpPr>
        <p:sp>
          <p:nvSpPr>
            <p:cNvPr id="260" name="Freeform 28">
              <a:extLst>
                <a:ext uri="{FF2B5EF4-FFF2-40B4-BE49-F238E27FC236}">
                  <a16:creationId xmlns:a16="http://schemas.microsoft.com/office/drawing/2014/main" id="{963D5C69-FCC4-E8F7-702A-862623B67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1651" y="1840699"/>
              <a:ext cx="87313" cy="144463"/>
            </a:xfrm>
            <a:custGeom>
              <a:avLst/>
              <a:gdLst>
                <a:gd name="T0" fmla="*/ 160 w 160"/>
                <a:gd name="T1" fmla="*/ 133 h 266"/>
                <a:gd name="T2" fmla="*/ 160 w 160"/>
                <a:gd name="T3" fmla="*/ 133 h 266"/>
                <a:gd name="T4" fmla="*/ 80 w 160"/>
                <a:gd name="T5" fmla="*/ 0 h 266"/>
                <a:gd name="T6" fmla="*/ 0 w 160"/>
                <a:gd name="T7" fmla="*/ 0 h 266"/>
                <a:gd name="T8" fmla="*/ 160 w 160"/>
                <a:gd name="T9" fmla="*/ 266 h 266"/>
                <a:gd name="T10" fmla="*/ 160 w 160"/>
                <a:gd name="T11" fmla="*/ 133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" h="266">
                  <a:moveTo>
                    <a:pt x="160" y="133"/>
                  </a:moveTo>
                  <a:lnTo>
                    <a:pt x="160" y="133"/>
                  </a:lnTo>
                  <a:lnTo>
                    <a:pt x="80" y="0"/>
                  </a:lnTo>
                  <a:lnTo>
                    <a:pt x="0" y="0"/>
                  </a:lnTo>
                  <a:lnTo>
                    <a:pt x="160" y="266"/>
                  </a:lnTo>
                  <a:lnTo>
                    <a:pt x="160" y="133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E4F35090-8A46-9A9E-A7A5-AD99118068B7}"/>
                </a:ext>
              </a:extLst>
            </p:cNvPr>
            <p:cNvGrpSpPr/>
            <p:nvPr/>
          </p:nvGrpSpPr>
          <p:grpSpPr>
            <a:xfrm>
              <a:off x="9678801" y="1840699"/>
              <a:ext cx="109537" cy="268288"/>
              <a:chOff x="9678801" y="1840699"/>
              <a:chExt cx="109537" cy="268288"/>
            </a:xfrm>
          </p:grpSpPr>
          <p:sp>
            <p:nvSpPr>
              <p:cNvPr id="262" name="Freeform 29">
                <a:extLst>
                  <a:ext uri="{FF2B5EF4-FFF2-40B4-BE49-F238E27FC236}">
                    <a16:creationId xmlns:a16="http://schemas.microsoft.com/office/drawing/2014/main" id="{5CD4512E-7B8B-E5AD-75FD-3BB2C7BAF6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08963" y="1840699"/>
                <a:ext cx="79375" cy="144463"/>
              </a:xfrm>
              <a:custGeom>
                <a:avLst/>
                <a:gdLst>
                  <a:gd name="T0" fmla="*/ 0 w 146"/>
                  <a:gd name="T1" fmla="*/ 133 h 266"/>
                  <a:gd name="T2" fmla="*/ 0 w 146"/>
                  <a:gd name="T3" fmla="*/ 133 h 266"/>
                  <a:gd name="T4" fmla="*/ 73 w 146"/>
                  <a:gd name="T5" fmla="*/ 0 h 266"/>
                  <a:gd name="T6" fmla="*/ 146 w 146"/>
                  <a:gd name="T7" fmla="*/ 0 h 266"/>
                  <a:gd name="T8" fmla="*/ 0 w 146"/>
                  <a:gd name="T9" fmla="*/ 266 h 266"/>
                  <a:gd name="T10" fmla="*/ 0 w 146"/>
                  <a:gd name="T11" fmla="*/ 133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6" h="266">
                    <a:moveTo>
                      <a:pt x="0" y="133"/>
                    </a:moveTo>
                    <a:lnTo>
                      <a:pt x="0" y="133"/>
                    </a:lnTo>
                    <a:lnTo>
                      <a:pt x="73" y="0"/>
                    </a:lnTo>
                    <a:lnTo>
                      <a:pt x="146" y="0"/>
                    </a:lnTo>
                    <a:lnTo>
                      <a:pt x="0" y="266"/>
                    </a:lnTo>
                    <a:lnTo>
                      <a:pt x="0" y="133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3" name="Freeform 30">
                <a:extLst>
                  <a:ext uri="{FF2B5EF4-FFF2-40B4-BE49-F238E27FC236}">
                    <a16:creationId xmlns:a16="http://schemas.microsoft.com/office/drawing/2014/main" id="{17C98427-DD33-17C7-560C-13CB215044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8801" y="1920074"/>
                <a:ext cx="50800" cy="188913"/>
              </a:xfrm>
              <a:custGeom>
                <a:avLst/>
                <a:gdLst>
                  <a:gd name="T0" fmla="*/ 0 w 94"/>
                  <a:gd name="T1" fmla="*/ 0 h 347"/>
                  <a:gd name="T2" fmla="*/ 0 w 94"/>
                  <a:gd name="T3" fmla="*/ 0 h 347"/>
                  <a:gd name="T4" fmla="*/ 94 w 94"/>
                  <a:gd name="T5" fmla="*/ 0 h 347"/>
                  <a:gd name="T6" fmla="*/ 94 w 94"/>
                  <a:gd name="T7" fmla="*/ 347 h 347"/>
                  <a:gd name="T8" fmla="*/ 0 w 94"/>
                  <a:gd name="T9" fmla="*/ 347 h 347"/>
                  <a:gd name="T10" fmla="*/ 0 w 94"/>
                  <a:gd name="T11" fmla="*/ 0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347">
                    <a:moveTo>
                      <a:pt x="0" y="0"/>
                    </a:moveTo>
                    <a:lnTo>
                      <a:pt x="0" y="0"/>
                    </a:lnTo>
                    <a:lnTo>
                      <a:pt x="94" y="0"/>
                    </a:lnTo>
                    <a:lnTo>
                      <a:pt x="94" y="347"/>
                    </a:lnTo>
                    <a:lnTo>
                      <a:pt x="0" y="3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A5CC759E-5CC8-74FE-8E75-4959BAE089C6}"/>
              </a:ext>
            </a:extLst>
          </p:cNvPr>
          <p:cNvGrpSpPr/>
          <p:nvPr/>
        </p:nvGrpSpPr>
        <p:grpSpPr>
          <a:xfrm>
            <a:off x="1996856" y="4303869"/>
            <a:ext cx="121266" cy="249658"/>
            <a:chOff x="9621651" y="1840699"/>
            <a:chExt cx="166687" cy="268288"/>
          </a:xfrm>
        </p:grpSpPr>
        <p:sp>
          <p:nvSpPr>
            <p:cNvPr id="265" name="Freeform 28">
              <a:extLst>
                <a:ext uri="{FF2B5EF4-FFF2-40B4-BE49-F238E27FC236}">
                  <a16:creationId xmlns:a16="http://schemas.microsoft.com/office/drawing/2014/main" id="{EAFB27C9-93D5-7658-5F00-571902AA7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1651" y="1840699"/>
              <a:ext cx="87313" cy="144463"/>
            </a:xfrm>
            <a:custGeom>
              <a:avLst/>
              <a:gdLst>
                <a:gd name="T0" fmla="*/ 160 w 160"/>
                <a:gd name="T1" fmla="*/ 133 h 266"/>
                <a:gd name="T2" fmla="*/ 160 w 160"/>
                <a:gd name="T3" fmla="*/ 133 h 266"/>
                <a:gd name="T4" fmla="*/ 80 w 160"/>
                <a:gd name="T5" fmla="*/ 0 h 266"/>
                <a:gd name="T6" fmla="*/ 0 w 160"/>
                <a:gd name="T7" fmla="*/ 0 h 266"/>
                <a:gd name="T8" fmla="*/ 160 w 160"/>
                <a:gd name="T9" fmla="*/ 266 h 266"/>
                <a:gd name="T10" fmla="*/ 160 w 160"/>
                <a:gd name="T11" fmla="*/ 133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" h="266">
                  <a:moveTo>
                    <a:pt x="160" y="133"/>
                  </a:moveTo>
                  <a:lnTo>
                    <a:pt x="160" y="133"/>
                  </a:lnTo>
                  <a:lnTo>
                    <a:pt x="80" y="0"/>
                  </a:lnTo>
                  <a:lnTo>
                    <a:pt x="0" y="0"/>
                  </a:lnTo>
                  <a:lnTo>
                    <a:pt x="160" y="266"/>
                  </a:lnTo>
                  <a:lnTo>
                    <a:pt x="160" y="133"/>
                  </a:lnTo>
                  <a:close/>
                </a:path>
              </a:pathLst>
            </a:cu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979A4877-8AAB-E4EC-BCE0-98A2C06F3E57}"/>
                </a:ext>
              </a:extLst>
            </p:cNvPr>
            <p:cNvGrpSpPr/>
            <p:nvPr/>
          </p:nvGrpSpPr>
          <p:grpSpPr>
            <a:xfrm>
              <a:off x="9678801" y="1840699"/>
              <a:ext cx="109537" cy="268288"/>
              <a:chOff x="9678801" y="1840699"/>
              <a:chExt cx="109537" cy="268288"/>
            </a:xfrm>
          </p:grpSpPr>
          <p:sp>
            <p:nvSpPr>
              <p:cNvPr id="267" name="Freeform 29">
                <a:extLst>
                  <a:ext uri="{FF2B5EF4-FFF2-40B4-BE49-F238E27FC236}">
                    <a16:creationId xmlns:a16="http://schemas.microsoft.com/office/drawing/2014/main" id="{9A1F200B-D9DA-E9F4-F1CA-B09B804549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08963" y="1840699"/>
                <a:ext cx="79375" cy="144463"/>
              </a:xfrm>
              <a:custGeom>
                <a:avLst/>
                <a:gdLst>
                  <a:gd name="T0" fmla="*/ 0 w 146"/>
                  <a:gd name="T1" fmla="*/ 133 h 266"/>
                  <a:gd name="T2" fmla="*/ 0 w 146"/>
                  <a:gd name="T3" fmla="*/ 133 h 266"/>
                  <a:gd name="T4" fmla="*/ 73 w 146"/>
                  <a:gd name="T5" fmla="*/ 0 h 266"/>
                  <a:gd name="T6" fmla="*/ 146 w 146"/>
                  <a:gd name="T7" fmla="*/ 0 h 266"/>
                  <a:gd name="T8" fmla="*/ 0 w 146"/>
                  <a:gd name="T9" fmla="*/ 266 h 266"/>
                  <a:gd name="T10" fmla="*/ 0 w 146"/>
                  <a:gd name="T11" fmla="*/ 133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6" h="266">
                    <a:moveTo>
                      <a:pt x="0" y="133"/>
                    </a:moveTo>
                    <a:lnTo>
                      <a:pt x="0" y="133"/>
                    </a:lnTo>
                    <a:lnTo>
                      <a:pt x="73" y="0"/>
                    </a:lnTo>
                    <a:lnTo>
                      <a:pt x="146" y="0"/>
                    </a:lnTo>
                    <a:lnTo>
                      <a:pt x="0" y="266"/>
                    </a:lnTo>
                    <a:lnTo>
                      <a:pt x="0" y="133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8" name="Freeform 30">
                <a:extLst>
                  <a:ext uri="{FF2B5EF4-FFF2-40B4-BE49-F238E27FC236}">
                    <a16:creationId xmlns:a16="http://schemas.microsoft.com/office/drawing/2014/main" id="{D8BA78B6-5B1A-2206-4FA8-5BFB245AEA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78801" y="1920074"/>
                <a:ext cx="50800" cy="188913"/>
              </a:xfrm>
              <a:custGeom>
                <a:avLst/>
                <a:gdLst>
                  <a:gd name="T0" fmla="*/ 0 w 94"/>
                  <a:gd name="T1" fmla="*/ 0 h 347"/>
                  <a:gd name="T2" fmla="*/ 0 w 94"/>
                  <a:gd name="T3" fmla="*/ 0 h 347"/>
                  <a:gd name="T4" fmla="*/ 94 w 94"/>
                  <a:gd name="T5" fmla="*/ 0 h 347"/>
                  <a:gd name="T6" fmla="*/ 94 w 94"/>
                  <a:gd name="T7" fmla="*/ 347 h 347"/>
                  <a:gd name="T8" fmla="*/ 0 w 94"/>
                  <a:gd name="T9" fmla="*/ 347 h 347"/>
                  <a:gd name="T10" fmla="*/ 0 w 94"/>
                  <a:gd name="T11" fmla="*/ 0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347">
                    <a:moveTo>
                      <a:pt x="0" y="0"/>
                    </a:moveTo>
                    <a:lnTo>
                      <a:pt x="0" y="0"/>
                    </a:lnTo>
                    <a:lnTo>
                      <a:pt x="94" y="0"/>
                    </a:lnTo>
                    <a:lnTo>
                      <a:pt x="94" y="347"/>
                    </a:lnTo>
                    <a:lnTo>
                      <a:pt x="0" y="3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78333E76-A006-C282-68B9-E4D1C544ABFC}"/>
              </a:ext>
            </a:extLst>
          </p:cNvPr>
          <p:cNvCxnSpPr>
            <a:cxnSpLocks/>
          </p:cNvCxnSpPr>
          <p:nvPr/>
        </p:nvCxnSpPr>
        <p:spPr>
          <a:xfrm>
            <a:off x="3709667" y="4232480"/>
            <a:ext cx="0" cy="47187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Rounded Rectangle 78">
            <a:extLst>
              <a:ext uri="{FF2B5EF4-FFF2-40B4-BE49-F238E27FC236}">
                <a16:creationId xmlns:a16="http://schemas.microsoft.com/office/drawing/2014/main" id="{78C11C9A-5723-F74B-3551-D67CC94B988B}"/>
              </a:ext>
            </a:extLst>
          </p:cNvPr>
          <p:cNvSpPr/>
          <p:nvPr/>
        </p:nvSpPr>
        <p:spPr>
          <a:xfrm>
            <a:off x="4464783" y="1428644"/>
            <a:ext cx="1137638" cy="31485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/>
              <a:t>Reconditing Buffer 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53C069FB-C9AF-9175-762B-4D313839B260}"/>
              </a:ext>
            </a:extLst>
          </p:cNvPr>
          <p:cNvSpPr txBox="1"/>
          <p:nvPr/>
        </p:nvSpPr>
        <p:spPr>
          <a:xfrm>
            <a:off x="5594360" y="4313604"/>
            <a:ext cx="1566373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600" b="1"/>
              <a:t>Impurity Wash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82EF294C-1745-2A41-A35E-F5F0A0A14D75}"/>
              </a:ext>
            </a:extLst>
          </p:cNvPr>
          <p:cNvSpPr txBox="1"/>
          <p:nvPr/>
        </p:nvSpPr>
        <p:spPr>
          <a:xfrm rot="16200000">
            <a:off x="6875826" y="3276348"/>
            <a:ext cx="1566373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600" b="1"/>
              <a:t>Elution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3199B263-F9A4-DA20-9C79-45A03B1A9B6F}"/>
              </a:ext>
            </a:extLst>
          </p:cNvPr>
          <p:cNvSpPr txBox="1"/>
          <p:nvPr/>
        </p:nvSpPr>
        <p:spPr>
          <a:xfrm>
            <a:off x="5480336" y="2189994"/>
            <a:ext cx="1688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Affinity reagent</a:t>
            </a:r>
          </a:p>
        </p:txBody>
      </p:sp>
    </p:spTree>
    <p:extLst>
      <p:ext uri="{BB962C8B-B14F-4D97-AF65-F5344CB8AC3E}">
        <p14:creationId xmlns:p14="http://schemas.microsoft.com/office/powerpoint/2010/main" val="6363494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79E30A-DA62-9FE0-1715-F9FE63979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56258"/>
            <a:ext cx="407988" cy="309145"/>
          </a:xfrm>
        </p:spPr>
        <p:txBody>
          <a:bodyPr/>
          <a:lstStyle/>
          <a:p>
            <a:fld id="{F8E47D07-9D1E-4FE9-B31A-2F5863681021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6D071E1-1322-6AFB-D4D8-66C62E4806AA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0AD43-9785-85D0-973D-3A968F042C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37663" y="6456258"/>
            <a:ext cx="1279358" cy="309145"/>
          </a:xfrm>
        </p:spPr>
        <p:txBody>
          <a:bodyPr/>
          <a:lstStyle/>
          <a:p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D623F39-871A-7891-05D2-0B675EBE800A}"/>
              </a:ext>
            </a:extLst>
          </p:cNvPr>
          <p:cNvSpPr txBox="1">
            <a:spLocks/>
          </p:cNvSpPr>
          <p:nvPr/>
        </p:nvSpPr>
        <p:spPr>
          <a:xfrm>
            <a:off x="407987" y="4048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Properties of Successful mAb Affinity complex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F7776C4-9B5E-16E0-471B-C187514F007D}"/>
              </a:ext>
            </a:extLst>
          </p:cNvPr>
          <p:cNvSpPr txBox="1">
            <a:spLocks/>
          </p:cNvSpPr>
          <p:nvPr/>
        </p:nvSpPr>
        <p:spPr>
          <a:xfrm>
            <a:off x="408739" y="1741713"/>
            <a:ext cx="2771024" cy="8172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lIns="180000" tIns="45720" rIns="180000" bIns="45720" rtlCol="0" anchor="ctr" anchorCtr="0">
            <a:noAutofit/>
          </a:bodyPr>
          <a:lstStyle>
            <a:lvl1pPr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1">
                <a:solidFill>
                  <a:schemeClr val="bg1"/>
                </a:solidFill>
              </a:defRPr>
            </a:lvl1pPr>
            <a:lvl2pPr marL="0" marR="0" indent="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en-US" sz="2400"/>
            </a:lvl2pPr>
            <a:lvl3pPr marL="6912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3pPr>
            <a:lvl4pPr marL="921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dirty="0" smtClean="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/>
              <a:t>Size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73A42C0-2BCE-29DF-9159-D2CF67BFD58F}"/>
              </a:ext>
            </a:extLst>
          </p:cNvPr>
          <p:cNvSpPr txBox="1">
            <a:spLocks/>
          </p:cNvSpPr>
          <p:nvPr/>
        </p:nvSpPr>
        <p:spPr>
          <a:xfrm>
            <a:off x="407988" y="2559050"/>
            <a:ext cx="2771024" cy="28765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lIns="180000" tIns="180000" rIns="180000" bIns="180000" rtlCol="0">
            <a:noAutofit/>
          </a:bodyPr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460800" marR="0" indent="-23040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2400" dirty="0"/>
            </a:lvl2pPr>
            <a:lvl3pPr marL="691200" indent="-2304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dirty="0"/>
            </a:lvl3pPr>
            <a:lvl4pPr marL="921600" indent="-2304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dirty="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buClr>
                <a:schemeClr val="tx1"/>
              </a:buClr>
              <a:buSzPct val="100000"/>
              <a:buFont typeface="+mn-lt"/>
            </a:pPr>
            <a:r>
              <a:rPr lang="en-US" dirty="0"/>
              <a:t>100 </a:t>
            </a:r>
            <a:r>
              <a:rPr lang="en-US"/>
              <a:t>nm-5</a:t>
            </a:r>
            <a:r>
              <a:rPr lang="en-US" dirty="0"/>
              <a:t> </a:t>
            </a:r>
            <a:r>
              <a:rPr lang="el-GR" dirty="0"/>
              <a:t>μ</a:t>
            </a:r>
            <a:r>
              <a:rPr lang="en-US" dirty="0"/>
              <a:t>m </a:t>
            </a:r>
          </a:p>
          <a:p>
            <a:pPr>
              <a:buClr>
                <a:schemeClr val="tx1"/>
              </a:buClr>
              <a:buSzPct val="100000"/>
              <a:buFont typeface="+mn-lt"/>
            </a:pPr>
            <a:r>
              <a:rPr lang="en-US" dirty="0"/>
              <a:t>&lt; 5x Elution MWCO (non-</a:t>
            </a:r>
            <a:r>
              <a:rPr lang="en-US" dirty="0" err="1"/>
              <a:t>mAb</a:t>
            </a:r>
            <a:r>
              <a:rPr lang="en-US" dirty="0"/>
              <a:t> components)</a:t>
            </a:r>
          </a:p>
          <a:p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4EEACC2-07B4-D216-571D-CB73BBF5BF34}"/>
              </a:ext>
            </a:extLst>
          </p:cNvPr>
          <p:cNvSpPr txBox="1">
            <a:spLocks/>
          </p:cNvSpPr>
          <p:nvPr/>
        </p:nvSpPr>
        <p:spPr>
          <a:xfrm>
            <a:off x="3287712" y="1741713"/>
            <a:ext cx="2771024" cy="8172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vert="horz" lIns="180000" tIns="45720" rIns="180000" bIns="45720" rtlCol="0" anchor="ctr" anchorCtr="0">
            <a:noAutofit/>
          </a:bodyPr>
          <a:lstStyle>
            <a:lvl1pPr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1">
                <a:solidFill>
                  <a:schemeClr val="bg1"/>
                </a:solidFill>
              </a:defRPr>
            </a:lvl1pPr>
            <a:lvl2pPr marL="0" marR="0" indent="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en-US" sz="2400"/>
            </a:lvl2pPr>
            <a:lvl3pPr marL="6912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3pPr>
            <a:lvl4pPr marL="921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dirty="0" smtClean="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/>
              <a:t>Binding, Elution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C1BD029-2856-3F8E-11AC-C3D94281E44C}"/>
              </a:ext>
            </a:extLst>
          </p:cNvPr>
          <p:cNvSpPr txBox="1">
            <a:spLocks/>
          </p:cNvSpPr>
          <p:nvPr/>
        </p:nvSpPr>
        <p:spPr>
          <a:xfrm>
            <a:off x="3286961" y="2559050"/>
            <a:ext cx="2771024" cy="287655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vert="horz" lIns="180000" tIns="180000" rIns="180000" bIns="180000" rtlCol="0">
            <a:noAutofit/>
          </a:bodyPr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1pPr>
            <a:lvl2pPr marL="460800" marR="0" indent="-23040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2400" dirty="0"/>
            </a:lvl2pPr>
            <a:lvl3pPr marL="691200" indent="-2304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dirty="0"/>
            </a:lvl3pPr>
            <a:lvl4pPr marL="921600" indent="-2304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dirty="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buClr>
                <a:schemeClr val="tx1"/>
              </a:buClr>
              <a:buSzPct val="100000"/>
              <a:buFont typeface="+mn-lt"/>
            </a:pPr>
            <a:r>
              <a:rPr lang="en-US" dirty="0"/>
              <a:t>High capacity (mg </a:t>
            </a:r>
            <a:r>
              <a:rPr lang="en-US" dirty="0" err="1"/>
              <a:t>mAb</a:t>
            </a:r>
            <a:r>
              <a:rPr lang="en-US" dirty="0"/>
              <a:t>/mg NP)</a:t>
            </a:r>
          </a:p>
          <a:p>
            <a:pPr>
              <a:buClr>
                <a:schemeClr val="tx1"/>
              </a:buClr>
              <a:buSzPct val="100000"/>
              <a:buFont typeface="+mn-lt"/>
            </a:pPr>
            <a:r>
              <a:rPr lang="en-US" dirty="0"/>
              <a:t>Precipitating </a:t>
            </a:r>
          </a:p>
          <a:p>
            <a:pPr>
              <a:buClr>
                <a:schemeClr val="tx1"/>
              </a:buClr>
              <a:buSzPct val="100000"/>
              <a:buFont typeface="+mn-lt"/>
            </a:pPr>
            <a:r>
              <a:rPr lang="en-US" dirty="0"/>
              <a:t>Reversible</a:t>
            </a:r>
          </a:p>
          <a:p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8F6A6B1-A159-E197-559C-9CE499B59262}"/>
              </a:ext>
            </a:extLst>
          </p:cNvPr>
          <p:cNvSpPr txBox="1">
            <a:spLocks/>
          </p:cNvSpPr>
          <p:nvPr/>
        </p:nvSpPr>
        <p:spPr>
          <a:xfrm>
            <a:off x="6133267" y="1741713"/>
            <a:ext cx="2771022" cy="8172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vert="horz" lIns="180000" tIns="45720" rIns="180000" bIns="45720" rtlCol="0" anchor="ctr" anchorCtr="0">
            <a:noAutofit/>
          </a:bodyPr>
          <a:lstStyle>
            <a:lvl1pPr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1"/>
            </a:lvl1pPr>
            <a:lvl2pPr marL="0" marR="0" indent="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en-US" sz="2400"/>
            </a:lvl2pPr>
            <a:lvl3pPr marL="6912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3pPr>
            <a:lvl4pPr marL="921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dirty="0" smtClean="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/>
              <a:t>Sustainability, Cost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D202864-82A2-E2B8-C650-8ECF08AC661A}"/>
              </a:ext>
            </a:extLst>
          </p:cNvPr>
          <p:cNvSpPr txBox="1">
            <a:spLocks/>
          </p:cNvSpPr>
          <p:nvPr/>
        </p:nvSpPr>
        <p:spPr>
          <a:xfrm>
            <a:off x="6132516" y="2559050"/>
            <a:ext cx="2771022" cy="287655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vert="horz" lIns="180000" tIns="180000" rIns="180000" bIns="180000" rtlCol="0">
            <a:normAutofit fontScale="92500" lnSpcReduction="10000"/>
          </a:bodyPr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1pPr>
            <a:lvl2pPr marL="460800" marR="0" lvl="1" indent="-23040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2400" dirty="0"/>
            </a:lvl2pPr>
            <a:lvl3pPr marL="691200" indent="-2304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dirty="0"/>
            </a:lvl3pPr>
            <a:lvl4pPr marL="921600" indent="-2304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dirty="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buClr>
                <a:schemeClr val="tx1"/>
              </a:buClr>
              <a:buSzPct val="100000"/>
              <a:buFont typeface="+mn-lt"/>
            </a:pPr>
            <a:r>
              <a:rPr lang="en-US" dirty="0"/>
              <a:t>Soluble Expression</a:t>
            </a:r>
          </a:p>
          <a:p>
            <a:pPr lvl="1">
              <a:buClr>
                <a:schemeClr val="tx1"/>
              </a:buClr>
              <a:buFont typeface="+mn-lt"/>
            </a:pPr>
            <a:r>
              <a:rPr lang="en-US" dirty="0"/>
              <a:t>Assembled and Folded</a:t>
            </a:r>
          </a:p>
          <a:p>
            <a:pPr>
              <a:buClr>
                <a:schemeClr val="tx1"/>
              </a:buClr>
              <a:buSzPct val="100000"/>
              <a:buFont typeface="+mn-lt"/>
            </a:pPr>
            <a:r>
              <a:rPr lang="en-US" dirty="0"/>
              <a:t>High Yield</a:t>
            </a:r>
          </a:p>
          <a:p>
            <a:pPr>
              <a:buClr>
                <a:schemeClr val="tx1"/>
              </a:buClr>
              <a:buSzPct val="100000"/>
              <a:buFont typeface="+mn-lt"/>
            </a:pPr>
            <a:r>
              <a:rPr lang="en-US" dirty="0"/>
              <a:t>Time </a:t>
            </a:r>
            <a:r>
              <a:rPr lang="en-US" sz="1900" dirty="0"/>
              <a:t>(process speed)</a:t>
            </a:r>
          </a:p>
          <a:p>
            <a:pPr>
              <a:buClr>
                <a:schemeClr val="tx1"/>
              </a:buClr>
              <a:buSzPct val="100000"/>
              <a:buFont typeface="+mn-lt"/>
            </a:pPr>
            <a:r>
              <a:rPr lang="en-US" sz="2200" dirty="0"/>
              <a:t>PMI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07443AB-5F07-710D-C12C-FAB3EB1349DE}"/>
              </a:ext>
            </a:extLst>
          </p:cNvPr>
          <p:cNvSpPr txBox="1">
            <a:spLocks/>
          </p:cNvSpPr>
          <p:nvPr/>
        </p:nvSpPr>
        <p:spPr>
          <a:xfrm>
            <a:off x="9012237" y="1741713"/>
            <a:ext cx="2771023" cy="81720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vert="horz" lIns="180000" tIns="45720" rIns="180000" bIns="45720" rtlCol="0" anchor="ctr" anchorCtr="0">
            <a:noAutofit/>
          </a:bodyPr>
          <a:lstStyle>
            <a:lvl1pPr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1"/>
            </a:lvl1pPr>
            <a:lvl2pPr marL="0" marR="0" indent="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en-US" sz="2400"/>
            </a:lvl2pPr>
            <a:lvl3pPr marL="6912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3pPr>
            <a:lvl4pPr marL="921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dirty="0" smtClean="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/>
              <a:t>Stability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DD126FF-63C4-BB95-4CF1-1938018B9913}"/>
              </a:ext>
            </a:extLst>
          </p:cNvPr>
          <p:cNvSpPr txBox="1">
            <a:spLocks/>
          </p:cNvSpPr>
          <p:nvPr/>
        </p:nvSpPr>
        <p:spPr>
          <a:xfrm>
            <a:off x="9011486" y="2559050"/>
            <a:ext cx="2771023" cy="287655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vert="horz" lIns="180000" tIns="180000" rIns="180000" bIns="180000" rtlCol="0">
            <a:noAutofit/>
          </a:bodyPr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1pPr>
            <a:lvl2pPr marL="460800" marR="0" indent="-23040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2400" dirty="0"/>
            </a:lvl2pPr>
            <a:lvl3pPr marL="691200" indent="-2304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dirty="0"/>
            </a:lvl3pPr>
            <a:lvl4pPr marL="921600" indent="-2304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dirty="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buClr>
                <a:schemeClr val="tx1"/>
              </a:buClr>
              <a:buSzPct val="100000"/>
              <a:buFont typeface="+mn-lt"/>
            </a:pPr>
            <a:r>
              <a:rPr lang="en-US" dirty="0"/>
              <a:t>Low pH stable</a:t>
            </a:r>
          </a:p>
          <a:p>
            <a:pPr>
              <a:buClr>
                <a:schemeClr val="tx1"/>
              </a:buClr>
              <a:buSzPct val="100000"/>
              <a:buFont typeface="+mn-lt"/>
            </a:pPr>
            <a:r>
              <a:rPr lang="en-US" dirty="0"/>
              <a:t>Salt stable</a:t>
            </a:r>
          </a:p>
          <a:p>
            <a:pPr>
              <a:buClr>
                <a:schemeClr val="tx1"/>
              </a:buClr>
              <a:buSzPct val="100000"/>
              <a:buFont typeface="+mn-lt"/>
            </a:pPr>
            <a:r>
              <a:rPr lang="en-US" dirty="0"/>
              <a:t>Non aggregating</a:t>
            </a:r>
          </a:p>
        </p:txBody>
      </p:sp>
    </p:spTree>
    <p:extLst>
      <p:ext uri="{BB962C8B-B14F-4D97-AF65-F5344CB8AC3E}">
        <p14:creationId xmlns:p14="http://schemas.microsoft.com/office/powerpoint/2010/main" val="5792927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416BC-77D1-5CF3-1AE2-52727966D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49" y="88745"/>
            <a:ext cx="11376025" cy="1008062"/>
          </a:xfrm>
        </p:spPr>
        <p:txBody>
          <a:bodyPr>
            <a:normAutofit/>
          </a:bodyPr>
          <a:lstStyle/>
          <a:p>
            <a:r>
              <a:rPr lang="en-GB" dirty="0"/>
              <a:t>Methodology for screening </a:t>
            </a:r>
            <a:r>
              <a:rPr lang="en-US" dirty="0"/>
              <a:t>mAb Affinity complex</a:t>
            </a:r>
            <a:br>
              <a:rPr lang="en-GB" dirty="0"/>
            </a:br>
            <a:r>
              <a:rPr lang="en-GB" sz="2200" dirty="0"/>
              <a:t>Spin filter test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A45308-BFC5-EEDD-B21F-E4CD0C227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56258"/>
            <a:ext cx="407988" cy="309145"/>
          </a:xfrm>
        </p:spPr>
        <p:txBody>
          <a:bodyPr/>
          <a:lstStyle/>
          <a:p>
            <a:fld id="{F8E47D07-9D1E-4FE9-B31A-2F5863681021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C66B608-E2B1-4D83-22CD-52ED9D8EFF37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E300C-BA13-E380-41E4-D4CEF4A135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37663" y="6456258"/>
            <a:ext cx="1279358" cy="309145"/>
          </a:xfrm>
        </p:spPr>
        <p:txBody>
          <a:bodyPr/>
          <a:lstStyle/>
          <a:p>
            <a:endParaRPr lang="en-GB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343D0C3-3BA8-9C51-3688-F54BB361D293}"/>
              </a:ext>
            </a:extLst>
          </p:cNvPr>
          <p:cNvGrpSpPr/>
          <p:nvPr/>
        </p:nvGrpSpPr>
        <p:grpSpPr>
          <a:xfrm>
            <a:off x="3377831" y="2995289"/>
            <a:ext cx="479426" cy="1658937"/>
            <a:chOff x="4216400" y="2479675"/>
            <a:chExt cx="479426" cy="165893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78983A7-7475-015D-6BE3-712CA29C89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2650" y="2479675"/>
              <a:ext cx="3176" cy="102235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834D612-BFFF-57EC-368C-63D35EE67D4D}"/>
                </a:ext>
              </a:extLst>
            </p:cNvPr>
            <p:cNvCxnSpPr/>
            <p:nvPr/>
          </p:nvCxnSpPr>
          <p:spPr>
            <a:xfrm flipH="1">
              <a:off x="4556126" y="3502025"/>
              <a:ext cx="139700" cy="54610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941CC62-74CF-861C-D24C-FCBCFF1D03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6400" y="2479675"/>
              <a:ext cx="1" cy="102235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1288E0F-E106-03D7-F7F9-32780C1C6011}"/>
                </a:ext>
              </a:extLst>
            </p:cNvPr>
            <p:cNvCxnSpPr>
              <a:cxnSpLocks/>
            </p:cNvCxnSpPr>
            <p:nvPr/>
          </p:nvCxnSpPr>
          <p:spPr>
            <a:xfrm>
              <a:off x="4216401" y="3502025"/>
              <a:ext cx="139700" cy="54610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445DEB0-6EB4-C4FC-11EF-ABE8A2C2A0D1}"/>
                </a:ext>
              </a:extLst>
            </p:cNvPr>
            <p:cNvGrpSpPr/>
            <p:nvPr/>
          </p:nvGrpSpPr>
          <p:grpSpPr>
            <a:xfrm rot="10800000">
              <a:off x="4356101" y="3957637"/>
              <a:ext cx="193675" cy="180975"/>
              <a:chOff x="4295775" y="4048125"/>
              <a:chExt cx="193675" cy="180975"/>
            </a:xfrm>
          </p:grpSpPr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78078588-28A6-FC7C-88EA-79EF1F43F655}"/>
                  </a:ext>
                </a:extLst>
              </p:cNvPr>
              <p:cNvSpPr/>
              <p:nvPr/>
            </p:nvSpPr>
            <p:spPr>
              <a:xfrm>
                <a:off x="4295775" y="4048125"/>
                <a:ext cx="193675" cy="180975"/>
              </a:xfrm>
              <a:prstGeom prst="arc">
                <a:avLst/>
              </a:prstGeom>
              <a:ln w="127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0932A158-96B3-37DE-6B15-7A5304D5B580}"/>
                  </a:ext>
                </a:extLst>
              </p:cNvPr>
              <p:cNvSpPr/>
              <p:nvPr/>
            </p:nvSpPr>
            <p:spPr>
              <a:xfrm flipH="1">
                <a:off x="4295775" y="4048125"/>
                <a:ext cx="193675" cy="180975"/>
              </a:xfrm>
              <a:prstGeom prst="arc">
                <a:avLst/>
              </a:prstGeom>
              <a:ln w="127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08391DAE-2505-3746-BE98-5D78604FA5BF}"/>
              </a:ext>
            </a:extLst>
          </p:cNvPr>
          <p:cNvGrpSpPr/>
          <p:nvPr/>
        </p:nvGrpSpPr>
        <p:grpSpPr>
          <a:xfrm>
            <a:off x="3141574" y="1613858"/>
            <a:ext cx="892178" cy="1591698"/>
            <a:chOff x="5628364" y="2038252"/>
            <a:chExt cx="892178" cy="1591698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AB9CE7F-E3D4-EFC4-AEDC-A7BD205E8B22}"/>
                </a:ext>
              </a:extLst>
            </p:cNvPr>
            <p:cNvGrpSpPr/>
            <p:nvPr/>
          </p:nvGrpSpPr>
          <p:grpSpPr>
            <a:xfrm>
              <a:off x="5628364" y="2038252"/>
              <a:ext cx="892178" cy="1591698"/>
              <a:chOff x="4016375" y="1953551"/>
              <a:chExt cx="892178" cy="1591698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DD5CC49-1D35-5021-D5C5-869762A9561A}"/>
                  </a:ext>
                </a:extLst>
              </p:cNvPr>
              <p:cNvGrpSpPr/>
              <p:nvPr/>
            </p:nvGrpSpPr>
            <p:grpSpPr>
              <a:xfrm>
                <a:off x="4016375" y="1953551"/>
                <a:ext cx="892178" cy="1591698"/>
                <a:chOff x="4016375" y="1953551"/>
                <a:chExt cx="892178" cy="1591698"/>
              </a:xfrm>
            </p:grpSpPr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3FCE70A9-6888-C858-026B-8C2A05786434}"/>
                    </a:ext>
                  </a:extLst>
                </p:cNvPr>
                <p:cNvCxnSpPr/>
                <p:nvPr/>
              </p:nvCxnSpPr>
              <p:spPr>
                <a:xfrm>
                  <a:off x="4625976" y="2406650"/>
                  <a:ext cx="0" cy="102235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0B287B0C-9FC0-AF32-5D33-8455AAD85C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79897" y="2400297"/>
                  <a:ext cx="95255" cy="1144952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D9011D9D-B2C6-976A-D9FF-7054D86D7CD4}"/>
                    </a:ext>
                  </a:extLst>
                </p:cNvPr>
                <p:cNvCxnSpPr>
                  <a:cxnSpLocks/>
                  <a:endCxn id="26" idx="2"/>
                </p:cNvCxnSpPr>
                <p:nvPr/>
              </p:nvCxnSpPr>
              <p:spPr>
                <a:xfrm>
                  <a:off x="4295774" y="2541515"/>
                  <a:ext cx="146045" cy="887481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281C3BF2-C644-1468-8FFF-9C89847D23B8}"/>
                    </a:ext>
                  </a:extLst>
                </p:cNvPr>
                <p:cNvGrpSpPr/>
                <p:nvPr/>
              </p:nvGrpSpPr>
              <p:grpSpPr>
                <a:xfrm rot="10800000">
                  <a:off x="4441819" y="3338508"/>
                  <a:ext cx="184151" cy="180977"/>
                  <a:chOff x="4295775" y="4048125"/>
                  <a:chExt cx="193675" cy="180975"/>
                </a:xfrm>
              </p:grpSpPr>
              <p:sp>
                <p:nvSpPr>
                  <p:cNvPr id="26" name="Arc 25">
                    <a:extLst>
                      <a:ext uri="{FF2B5EF4-FFF2-40B4-BE49-F238E27FC236}">
                        <a16:creationId xmlns:a16="http://schemas.microsoft.com/office/drawing/2014/main" id="{698C81F5-C108-289A-B55C-34E075CB74AD}"/>
                      </a:ext>
                    </a:extLst>
                  </p:cNvPr>
                  <p:cNvSpPr/>
                  <p:nvPr/>
                </p:nvSpPr>
                <p:spPr>
                  <a:xfrm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7" name="Arc 26">
                    <a:extLst>
                      <a:ext uri="{FF2B5EF4-FFF2-40B4-BE49-F238E27FC236}">
                        <a16:creationId xmlns:a16="http://schemas.microsoft.com/office/drawing/2014/main" id="{DA2D8E50-2371-B7F2-5A82-C4FD3400B9B7}"/>
                      </a:ext>
                    </a:extLst>
                  </p:cNvPr>
                  <p:cNvSpPr/>
                  <p:nvPr/>
                </p:nvSpPr>
                <p:spPr>
                  <a:xfrm flipH="1"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CB013692-C753-E731-13FB-E973DA206273}"/>
                    </a:ext>
                  </a:extLst>
                </p:cNvPr>
                <p:cNvCxnSpPr>
                  <a:cxnSpLocks/>
                  <a:endCxn id="27" idx="2"/>
                </p:cNvCxnSpPr>
                <p:nvPr/>
              </p:nvCxnSpPr>
              <p:spPr>
                <a:xfrm flipV="1">
                  <a:off x="4625970" y="3428996"/>
                  <a:ext cx="0" cy="106301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A3D7FE1C-FFE6-79F9-DE82-62F15CE733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371248" y="3535297"/>
                  <a:ext cx="255586" cy="5984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0A96DDC4-C4C8-A6AC-EDE0-EB090B772A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4453" y="2359921"/>
                  <a:ext cx="89843" cy="52037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2E6C20C7-F61B-1EA2-E6C7-E571D4F725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197347" y="2351291"/>
                  <a:ext cx="88904" cy="57147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8F875B87-1DD7-8A3F-E33F-3A0988AD0FCD}"/>
                    </a:ext>
                  </a:extLst>
                </p:cNvPr>
                <p:cNvCxnSpPr/>
                <p:nvPr/>
              </p:nvCxnSpPr>
              <p:spPr>
                <a:xfrm>
                  <a:off x="4556126" y="3282950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B688567B-DFDD-EE03-7803-2C70AAF7B9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10060" y="2531527"/>
                  <a:ext cx="150814" cy="88001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3E216461-675D-83AA-2747-ECC9A9FC0B99}"/>
                    </a:ext>
                  </a:extLst>
                </p:cNvPr>
                <p:cNvCxnSpPr/>
                <p:nvPr/>
              </p:nvCxnSpPr>
              <p:spPr>
                <a:xfrm>
                  <a:off x="4549776" y="3108325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0010A140-87A7-A7BD-5FC6-EAF8DF83C629}"/>
                    </a:ext>
                  </a:extLst>
                </p:cNvPr>
                <p:cNvCxnSpPr/>
                <p:nvPr/>
              </p:nvCxnSpPr>
              <p:spPr>
                <a:xfrm>
                  <a:off x="4549776" y="2971532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7D2AB41D-0ED7-0E8A-85B2-98044CE4AC8E}"/>
                    </a:ext>
                  </a:extLst>
                </p:cNvPr>
                <p:cNvCxnSpPr/>
                <p:nvPr/>
              </p:nvCxnSpPr>
              <p:spPr>
                <a:xfrm>
                  <a:off x="4549775" y="2863582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4B4B95D1-DF79-EAA5-4A13-13EAAFB516D5}"/>
                    </a:ext>
                  </a:extLst>
                </p:cNvPr>
                <p:cNvCxnSpPr/>
                <p:nvPr/>
              </p:nvCxnSpPr>
              <p:spPr>
                <a:xfrm flipV="1">
                  <a:off x="4714875" y="2001838"/>
                  <a:ext cx="0" cy="358083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28706CBD-BFAB-1370-E476-695C65081007}"/>
                    </a:ext>
                  </a:extLst>
                </p:cNvPr>
                <p:cNvCxnSpPr/>
                <p:nvPr/>
              </p:nvCxnSpPr>
              <p:spPr>
                <a:xfrm flipV="1">
                  <a:off x="4200524" y="2000250"/>
                  <a:ext cx="0" cy="358083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B862E0C3-3A73-3186-377C-268FE11B1DA0}"/>
                    </a:ext>
                  </a:extLst>
                </p:cNvPr>
                <p:cNvCxnSpPr/>
                <p:nvPr/>
              </p:nvCxnSpPr>
              <p:spPr>
                <a:xfrm>
                  <a:off x="4216400" y="2000250"/>
                  <a:ext cx="49847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8B07FBF9-4C0E-B534-8CB1-5217D979CE6E}"/>
                    </a:ext>
                  </a:extLst>
                </p:cNvPr>
                <p:cNvGrpSpPr/>
                <p:nvPr/>
              </p:nvGrpSpPr>
              <p:grpSpPr>
                <a:xfrm rot="5400000">
                  <a:off x="4795205" y="1885922"/>
                  <a:ext cx="45719" cy="180977"/>
                  <a:chOff x="4295775" y="4048125"/>
                  <a:chExt cx="193675" cy="180975"/>
                </a:xfrm>
              </p:grpSpPr>
              <p:sp>
                <p:nvSpPr>
                  <p:cNvPr id="53" name="Arc 52">
                    <a:extLst>
                      <a:ext uri="{FF2B5EF4-FFF2-40B4-BE49-F238E27FC236}">
                        <a16:creationId xmlns:a16="http://schemas.microsoft.com/office/drawing/2014/main" id="{DCE3D387-061C-D26A-B4ED-5780E9801A8F}"/>
                      </a:ext>
                    </a:extLst>
                  </p:cNvPr>
                  <p:cNvSpPr/>
                  <p:nvPr/>
                </p:nvSpPr>
                <p:spPr>
                  <a:xfrm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4" name="Arc 53">
                    <a:extLst>
                      <a:ext uri="{FF2B5EF4-FFF2-40B4-BE49-F238E27FC236}">
                        <a16:creationId xmlns:a16="http://schemas.microsoft.com/office/drawing/2014/main" id="{136B8C20-B36E-2134-499A-E6EC24AB8B2D}"/>
                      </a:ext>
                    </a:extLst>
                  </p:cNvPr>
                  <p:cNvSpPr/>
                  <p:nvPr/>
                </p:nvSpPr>
                <p:spPr>
                  <a:xfrm flipH="1"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8568E8B2-312A-43CC-8800-781DC3E660F3}"/>
                    </a:ext>
                  </a:extLst>
                </p:cNvPr>
                <p:cNvCxnSpPr>
                  <a:endCxn id="53" idx="2"/>
                </p:cNvCxnSpPr>
                <p:nvPr/>
              </p:nvCxnSpPr>
              <p:spPr>
                <a:xfrm>
                  <a:off x="4152902" y="1999270"/>
                  <a:ext cx="665162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3E99BB6C-F595-F805-D175-FA302BA7AD2E}"/>
                    </a:ext>
                  </a:extLst>
                </p:cNvPr>
                <p:cNvCxnSpPr>
                  <a:stCxn id="54" idx="2"/>
                </p:cNvCxnSpPr>
                <p:nvPr/>
              </p:nvCxnSpPr>
              <p:spPr>
                <a:xfrm flipH="1">
                  <a:off x="4016375" y="1953551"/>
                  <a:ext cx="801689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31195F95-9067-D04E-89D3-E04849102356}"/>
                    </a:ext>
                  </a:extLst>
                </p:cNvPr>
                <p:cNvSpPr txBox="1"/>
                <p:nvPr/>
              </p:nvSpPr>
              <p:spPr>
                <a:xfrm>
                  <a:off x="4452938" y="2768242"/>
                  <a:ext cx="261610" cy="1477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90000"/>
                    </a:lnSpc>
                    <a:spcAft>
                      <a:spcPts val="600"/>
                    </a:spcAft>
                  </a:pPr>
                  <a:r>
                    <a:rPr lang="en-GB" sz="400"/>
                    <a:t>100</a:t>
                  </a: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C22B82DB-F0D4-C107-F21F-5A45B1C997AC}"/>
                    </a:ext>
                  </a:extLst>
                </p:cNvPr>
                <p:cNvSpPr txBox="1"/>
                <p:nvPr/>
              </p:nvSpPr>
              <p:spPr>
                <a:xfrm>
                  <a:off x="4478334" y="2867594"/>
                  <a:ext cx="235962" cy="1477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90000"/>
                    </a:lnSpc>
                    <a:spcAft>
                      <a:spcPts val="600"/>
                    </a:spcAft>
                  </a:pPr>
                  <a:r>
                    <a:rPr lang="en-GB" sz="400"/>
                    <a:t>75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FD311A6F-AD7C-CA05-FF79-4A959AF7C422}"/>
                    </a:ext>
                  </a:extLst>
                </p:cNvPr>
                <p:cNvSpPr txBox="1"/>
                <p:nvPr/>
              </p:nvSpPr>
              <p:spPr>
                <a:xfrm>
                  <a:off x="4478334" y="3003699"/>
                  <a:ext cx="235962" cy="1477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90000"/>
                    </a:lnSpc>
                    <a:spcAft>
                      <a:spcPts val="600"/>
                    </a:spcAft>
                  </a:pPr>
                  <a:r>
                    <a:rPr lang="en-GB" sz="400"/>
                    <a:t>50</a:t>
                  </a:r>
                </a:p>
              </p:txBody>
            </p: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45119F88-859D-1252-E83E-C53AF8101F0B}"/>
                    </a:ext>
                  </a:extLst>
                </p:cNvPr>
                <p:cNvCxnSpPr/>
                <p:nvPr/>
              </p:nvCxnSpPr>
              <p:spPr>
                <a:xfrm>
                  <a:off x="4669374" y="1953551"/>
                  <a:ext cx="0" cy="122899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EE4F9BF6-A3B0-8E77-B321-1450DBBD4077}"/>
                    </a:ext>
                  </a:extLst>
                </p:cNvPr>
                <p:cNvCxnSpPr/>
                <p:nvPr/>
              </p:nvCxnSpPr>
              <p:spPr>
                <a:xfrm>
                  <a:off x="4245510" y="1953551"/>
                  <a:ext cx="0" cy="122899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4038F706-80C8-873D-C80C-325C4006D5A8}"/>
                  </a:ext>
                </a:extLst>
              </p:cNvPr>
              <p:cNvCxnSpPr/>
              <p:nvPr/>
            </p:nvCxnSpPr>
            <p:spPr>
              <a:xfrm>
                <a:off x="4197347" y="2108200"/>
                <a:ext cx="516949" cy="0"/>
              </a:xfrm>
              <a:prstGeom prst="line">
                <a:avLst/>
              </a:prstGeom>
              <a:ln w="31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3CA2A6C-9936-1589-FFB4-6230F8F82D86}"/>
                    </a:ext>
                  </a:extLst>
                </p14:cNvPr>
                <p14:cNvContentPartPr/>
                <p14:nvPr/>
              </p14:nvContentPartPr>
              <p14:xfrm>
                <a:off x="5862063" y="2298653"/>
                <a:ext cx="412200" cy="5418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3CA2A6C-9936-1589-FFB4-6230F8F82D8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08016" y="2190653"/>
                  <a:ext cx="519934" cy="75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2FA7D71-F5DC-0A47-C269-7D81B3040D24}"/>
                    </a:ext>
                  </a:extLst>
                </p14:cNvPr>
                <p14:cNvContentPartPr/>
                <p14:nvPr/>
              </p14:nvContentPartPr>
              <p14:xfrm>
                <a:off x="6014703" y="2815883"/>
                <a:ext cx="169200" cy="2822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2FA7D71-F5DC-0A47-C269-7D81B3040D2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60703" y="2707883"/>
                  <a:ext cx="27684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99C7E92F-228F-BC1D-790C-2965FD6CA333}"/>
                    </a:ext>
                  </a:extLst>
                </p14:cNvPr>
                <p14:cNvContentPartPr/>
                <p14:nvPr/>
              </p14:nvContentPartPr>
              <p14:xfrm>
                <a:off x="6052863" y="3044843"/>
                <a:ext cx="138240" cy="2772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99C7E92F-228F-BC1D-790C-2965FD6CA33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98722" y="2936983"/>
                  <a:ext cx="246161" cy="4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9B5B823-2664-ABAB-71D8-8AADF46CEE33}"/>
                    </a:ext>
                  </a:extLst>
                </p14:cNvPr>
                <p14:cNvContentPartPr/>
                <p14:nvPr/>
              </p14:nvContentPartPr>
              <p14:xfrm>
                <a:off x="6102183" y="3390533"/>
                <a:ext cx="77760" cy="90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9B5B823-2664-ABAB-71D8-8AADF46CEE3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048183" y="3282533"/>
                  <a:ext cx="185400" cy="30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337052C1-B876-C3F2-5629-E497C1F0701B}"/>
              </a:ext>
            </a:extLst>
          </p:cNvPr>
          <p:cNvGrpSpPr/>
          <p:nvPr/>
        </p:nvGrpSpPr>
        <p:grpSpPr>
          <a:xfrm>
            <a:off x="4739194" y="1610332"/>
            <a:ext cx="892178" cy="1591698"/>
            <a:chOff x="6928426" y="1990390"/>
            <a:chExt cx="892178" cy="1591698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21954A68-9EC9-F319-C02C-CD1EEC8BFE83}"/>
                </a:ext>
              </a:extLst>
            </p:cNvPr>
            <p:cNvGrpSpPr/>
            <p:nvPr/>
          </p:nvGrpSpPr>
          <p:grpSpPr>
            <a:xfrm>
              <a:off x="6928426" y="1990390"/>
              <a:ext cx="892178" cy="1591698"/>
              <a:chOff x="4016375" y="1953551"/>
              <a:chExt cx="892178" cy="1591698"/>
            </a:xfrm>
          </p:grpSpPr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5BA12C3A-DDC7-EA97-4167-5BA2A29D8DAB}"/>
                  </a:ext>
                </a:extLst>
              </p:cNvPr>
              <p:cNvGrpSpPr/>
              <p:nvPr/>
            </p:nvGrpSpPr>
            <p:grpSpPr>
              <a:xfrm>
                <a:off x="4016375" y="1953551"/>
                <a:ext cx="892178" cy="1591698"/>
                <a:chOff x="4016375" y="1953551"/>
                <a:chExt cx="892178" cy="1591698"/>
              </a:xfrm>
            </p:grpSpPr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F0684072-F829-B56F-43A7-08644663FA9D}"/>
                    </a:ext>
                  </a:extLst>
                </p:cNvPr>
                <p:cNvCxnSpPr/>
                <p:nvPr/>
              </p:nvCxnSpPr>
              <p:spPr>
                <a:xfrm>
                  <a:off x="4625976" y="2406650"/>
                  <a:ext cx="0" cy="102235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B716198D-6D6F-5820-85A2-726AAFE1E1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79897" y="2400297"/>
                  <a:ext cx="95255" cy="1144952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6E14FF19-080E-7AA8-FDB9-A15276B820BB}"/>
                    </a:ext>
                  </a:extLst>
                </p:cNvPr>
                <p:cNvCxnSpPr>
                  <a:cxnSpLocks/>
                  <a:endCxn id="144" idx="2"/>
                </p:cNvCxnSpPr>
                <p:nvPr/>
              </p:nvCxnSpPr>
              <p:spPr>
                <a:xfrm>
                  <a:off x="4295774" y="2541515"/>
                  <a:ext cx="146045" cy="887481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1" name="Group 120">
                  <a:extLst>
                    <a:ext uri="{FF2B5EF4-FFF2-40B4-BE49-F238E27FC236}">
                      <a16:creationId xmlns:a16="http://schemas.microsoft.com/office/drawing/2014/main" id="{6B85EB33-1E2B-1872-9DB7-714CEA9080FD}"/>
                    </a:ext>
                  </a:extLst>
                </p:cNvPr>
                <p:cNvGrpSpPr/>
                <p:nvPr/>
              </p:nvGrpSpPr>
              <p:grpSpPr>
                <a:xfrm rot="10800000">
                  <a:off x="4441819" y="3338508"/>
                  <a:ext cx="184151" cy="180977"/>
                  <a:chOff x="4295775" y="4048125"/>
                  <a:chExt cx="193675" cy="180975"/>
                </a:xfrm>
              </p:grpSpPr>
              <p:sp>
                <p:nvSpPr>
                  <p:cNvPr id="144" name="Arc 143">
                    <a:extLst>
                      <a:ext uri="{FF2B5EF4-FFF2-40B4-BE49-F238E27FC236}">
                        <a16:creationId xmlns:a16="http://schemas.microsoft.com/office/drawing/2014/main" id="{827EF8D5-AC9E-4D8A-A5BF-1D8A4E2AE562}"/>
                      </a:ext>
                    </a:extLst>
                  </p:cNvPr>
                  <p:cNvSpPr/>
                  <p:nvPr/>
                </p:nvSpPr>
                <p:spPr>
                  <a:xfrm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5" name="Arc 144">
                    <a:extLst>
                      <a:ext uri="{FF2B5EF4-FFF2-40B4-BE49-F238E27FC236}">
                        <a16:creationId xmlns:a16="http://schemas.microsoft.com/office/drawing/2014/main" id="{B022D99A-5509-FC88-034C-CD8870538294}"/>
                      </a:ext>
                    </a:extLst>
                  </p:cNvPr>
                  <p:cNvSpPr/>
                  <p:nvPr/>
                </p:nvSpPr>
                <p:spPr>
                  <a:xfrm flipH="1"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23D899B1-DF96-7E88-36BC-D59328B883A7}"/>
                    </a:ext>
                  </a:extLst>
                </p:cNvPr>
                <p:cNvCxnSpPr>
                  <a:cxnSpLocks/>
                  <a:endCxn id="145" idx="2"/>
                </p:cNvCxnSpPr>
                <p:nvPr/>
              </p:nvCxnSpPr>
              <p:spPr>
                <a:xfrm flipV="1">
                  <a:off x="4625970" y="3428996"/>
                  <a:ext cx="0" cy="106301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A8ED0816-6510-2B3C-A9F3-586549B14C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371248" y="3535297"/>
                  <a:ext cx="255586" cy="5984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EC71186B-91FC-953F-803F-08F178228F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4453" y="2359921"/>
                  <a:ext cx="89843" cy="52037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2F5ED8E9-937E-D70C-BADB-5E932199A3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197347" y="2351291"/>
                  <a:ext cx="88904" cy="57147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ADFE310F-C0EF-51BD-A67E-157220800F65}"/>
                    </a:ext>
                  </a:extLst>
                </p:cNvPr>
                <p:cNvCxnSpPr/>
                <p:nvPr/>
              </p:nvCxnSpPr>
              <p:spPr>
                <a:xfrm>
                  <a:off x="4556126" y="3282950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D56D7F28-DB65-CC61-2805-5F40312160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10060" y="2531527"/>
                  <a:ext cx="150814" cy="88001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BBCA33CB-3D7C-4959-7C83-A4C2505F4283}"/>
                    </a:ext>
                  </a:extLst>
                </p:cNvPr>
                <p:cNvCxnSpPr/>
                <p:nvPr/>
              </p:nvCxnSpPr>
              <p:spPr>
                <a:xfrm>
                  <a:off x="4549776" y="3108325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BD87C473-351D-70E3-BD50-FA9CDB88E0BF}"/>
                    </a:ext>
                  </a:extLst>
                </p:cNvPr>
                <p:cNvCxnSpPr/>
                <p:nvPr/>
              </p:nvCxnSpPr>
              <p:spPr>
                <a:xfrm>
                  <a:off x="4549776" y="2971532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2224524C-DFB0-424F-7429-3399C6D401AA}"/>
                    </a:ext>
                  </a:extLst>
                </p:cNvPr>
                <p:cNvCxnSpPr/>
                <p:nvPr/>
              </p:nvCxnSpPr>
              <p:spPr>
                <a:xfrm>
                  <a:off x="4549775" y="2863582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64D78451-53E4-8BF6-A0E4-C4A75E11B24B}"/>
                    </a:ext>
                  </a:extLst>
                </p:cNvPr>
                <p:cNvCxnSpPr/>
                <p:nvPr/>
              </p:nvCxnSpPr>
              <p:spPr>
                <a:xfrm flipV="1">
                  <a:off x="4714875" y="2001838"/>
                  <a:ext cx="0" cy="358083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>
                  <a:extLst>
                    <a:ext uri="{FF2B5EF4-FFF2-40B4-BE49-F238E27FC236}">
                      <a16:creationId xmlns:a16="http://schemas.microsoft.com/office/drawing/2014/main" id="{DDE2231B-A59C-D68F-C123-BDEE1A1B2EB4}"/>
                    </a:ext>
                  </a:extLst>
                </p:cNvPr>
                <p:cNvCxnSpPr/>
                <p:nvPr/>
              </p:nvCxnSpPr>
              <p:spPr>
                <a:xfrm flipV="1">
                  <a:off x="4200524" y="2000250"/>
                  <a:ext cx="0" cy="358083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2D0878E4-CCAB-2767-D90F-0A8F53FF457C}"/>
                    </a:ext>
                  </a:extLst>
                </p:cNvPr>
                <p:cNvCxnSpPr/>
                <p:nvPr/>
              </p:nvCxnSpPr>
              <p:spPr>
                <a:xfrm>
                  <a:off x="4216400" y="2000250"/>
                  <a:ext cx="49847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4" name="Group 133">
                  <a:extLst>
                    <a:ext uri="{FF2B5EF4-FFF2-40B4-BE49-F238E27FC236}">
                      <a16:creationId xmlns:a16="http://schemas.microsoft.com/office/drawing/2014/main" id="{4BA86340-A2EF-7585-320F-D096129C07A2}"/>
                    </a:ext>
                  </a:extLst>
                </p:cNvPr>
                <p:cNvGrpSpPr/>
                <p:nvPr/>
              </p:nvGrpSpPr>
              <p:grpSpPr>
                <a:xfrm rot="5400000">
                  <a:off x="4795205" y="1885922"/>
                  <a:ext cx="45719" cy="180977"/>
                  <a:chOff x="4295775" y="4048125"/>
                  <a:chExt cx="193675" cy="180975"/>
                </a:xfrm>
              </p:grpSpPr>
              <p:sp>
                <p:nvSpPr>
                  <p:cNvPr id="142" name="Arc 141">
                    <a:extLst>
                      <a:ext uri="{FF2B5EF4-FFF2-40B4-BE49-F238E27FC236}">
                        <a16:creationId xmlns:a16="http://schemas.microsoft.com/office/drawing/2014/main" id="{9A343C03-721E-B08F-3CEB-4101BE0F3B42}"/>
                      </a:ext>
                    </a:extLst>
                  </p:cNvPr>
                  <p:cNvSpPr/>
                  <p:nvPr/>
                </p:nvSpPr>
                <p:spPr>
                  <a:xfrm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3" name="Arc 142">
                    <a:extLst>
                      <a:ext uri="{FF2B5EF4-FFF2-40B4-BE49-F238E27FC236}">
                        <a16:creationId xmlns:a16="http://schemas.microsoft.com/office/drawing/2014/main" id="{5ECD9C0F-3C30-1704-0260-AFA358D90BA2}"/>
                      </a:ext>
                    </a:extLst>
                  </p:cNvPr>
                  <p:cNvSpPr/>
                  <p:nvPr/>
                </p:nvSpPr>
                <p:spPr>
                  <a:xfrm flipH="1"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cxnSp>
              <p:nvCxnSpPr>
                <p:cNvPr id="135" name="Straight Connector 134">
                  <a:extLst>
                    <a:ext uri="{FF2B5EF4-FFF2-40B4-BE49-F238E27FC236}">
                      <a16:creationId xmlns:a16="http://schemas.microsoft.com/office/drawing/2014/main" id="{6C1ECB8B-6F2B-538B-1D07-C677018B2B4C}"/>
                    </a:ext>
                  </a:extLst>
                </p:cNvPr>
                <p:cNvCxnSpPr>
                  <a:endCxn id="142" idx="2"/>
                </p:cNvCxnSpPr>
                <p:nvPr/>
              </p:nvCxnSpPr>
              <p:spPr>
                <a:xfrm>
                  <a:off x="4152902" y="1999270"/>
                  <a:ext cx="665162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A98BDE73-90F0-09C9-8F08-DAAEF205229A}"/>
                    </a:ext>
                  </a:extLst>
                </p:cNvPr>
                <p:cNvCxnSpPr>
                  <a:stCxn id="143" idx="2"/>
                </p:cNvCxnSpPr>
                <p:nvPr/>
              </p:nvCxnSpPr>
              <p:spPr>
                <a:xfrm flipH="1">
                  <a:off x="4016375" y="1953551"/>
                  <a:ext cx="801689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4B6E7B59-D8FA-AE8C-2828-D15FCFAD8EEB}"/>
                    </a:ext>
                  </a:extLst>
                </p:cNvPr>
                <p:cNvSpPr txBox="1"/>
                <p:nvPr/>
              </p:nvSpPr>
              <p:spPr>
                <a:xfrm>
                  <a:off x="4452938" y="2768242"/>
                  <a:ext cx="261610" cy="1477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90000"/>
                    </a:lnSpc>
                    <a:spcAft>
                      <a:spcPts val="600"/>
                    </a:spcAft>
                  </a:pPr>
                  <a:r>
                    <a:rPr lang="en-GB" sz="400"/>
                    <a:t>100</a:t>
                  </a:r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ABBB4003-8880-6A3D-C7CB-E1AF127BBDDE}"/>
                    </a:ext>
                  </a:extLst>
                </p:cNvPr>
                <p:cNvSpPr txBox="1"/>
                <p:nvPr/>
              </p:nvSpPr>
              <p:spPr>
                <a:xfrm>
                  <a:off x="4478334" y="2867594"/>
                  <a:ext cx="235962" cy="1477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90000"/>
                    </a:lnSpc>
                    <a:spcAft>
                      <a:spcPts val="600"/>
                    </a:spcAft>
                  </a:pPr>
                  <a:r>
                    <a:rPr lang="en-GB" sz="400"/>
                    <a:t>75</a:t>
                  </a:r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B4226F4B-C9D8-3210-EB93-CEAE9AC2B425}"/>
                    </a:ext>
                  </a:extLst>
                </p:cNvPr>
                <p:cNvSpPr txBox="1"/>
                <p:nvPr/>
              </p:nvSpPr>
              <p:spPr>
                <a:xfrm>
                  <a:off x="4478334" y="3003699"/>
                  <a:ext cx="235962" cy="1477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90000"/>
                    </a:lnSpc>
                    <a:spcAft>
                      <a:spcPts val="600"/>
                    </a:spcAft>
                  </a:pPr>
                  <a:r>
                    <a:rPr lang="en-GB" sz="400"/>
                    <a:t>50</a:t>
                  </a:r>
                </a:p>
              </p:txBody>
            </p: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A622DCB7-994F-AE89-B605-1974D83A085A}"/>
                    </a:ext>
                  </a:extLst>
                </p:cNvPr>
                <p:cNvCxnSpPr/>
                <p:nvPr/>
              </p:nvCxnSpPr>
              <p:spPr>
                <a:xfrm>
                  <a:off x="4669374" y="1953551"/>
                  <a:ext cx="0" cy="122899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18179F99-DE35-4FC2-0D9F-55B0908F3C0D}"/>
                    </a:ext>
                  </a:extLst>
                </p:cNvPr>
                <p:cNvCxnSpPr/>
                <p:nvPr/>
              </p:nvCxnSpPr>
              <p:spPr>
                <a:xfrm>
                  <a:off x="4245510" y="1953551"/>
                  <a:ext cx="0" cy="122899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01BE3CC9-E977-054A-58F7-F56F97C05837}"/>
                  </a:ext>
                </a:extLst>
              </p:cNvPr>
              <p:cNvCxnSpPr/>
              <p:nvPr/>
            </p:nvCxnSpPr>
            <p:spPr>
              <a:xfrm>
                <a:off x="4197347" y="2108200"/>
                <a:ext cx="516949" cy="0"/>
              </a:xfrm>
              <a:prstGeom prst="line">
                <a:avLst/>
              </a:prstGeom>
              <a:ln w="31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BFCCBBF-231A-D46E-1DCF-D4F02E672F68}"/>
                    </a:ext>
                  </a:extLst>
                </p14:cNvPr>
                <p14:cNvContentPartPr/>
                <p14:nvPr/>
              </p14:nvContentPartPr>
              <p14:xfrm>
                <a:off x="7329040" y="3181093"/>
                <a:ext cx="192240" cy="3387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BFCCBBF-231A-D46E-1DCF-D4F02E672F6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11074" y="3145131"/>
                  <a:ext cx="227813" cy="410324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18" name="Arrow: Curved Right 217">
            <a:extLst>
              <a:ext uri="{FF2B5EF4-FFF2-40B4-BE49-F238E27FC236}">
                <a16:creationId xmlns:a16="http://schemas.microsoft.com/office/drawing/2014/main" id="{192E5098-5853-038F-AFFF-6CB3110D8D58}"/>
              </a:ext>
            </a:extLst>
          </p:cNvPr>
          <p:cNvSpPr/>
          <p:nvPr/>
        </p:nvSpPr>
        <p:spPr>
          <a:xfrm>
            <a:off x="4151203" y="2600076"/>
            <a:ext cx="235962" cy="268539"/>
          </a:xfrm>
          <a:prstGeom prst="curved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2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GB" dirty="0" err="1">
              <a:solidFill>
                <a:schemeClr val="tx1"/>
              </a:solidFill>
            </a:endParaRPr>
          </a:p>
        </p:txBody>
      </p:sp>
      <p:sp>
        <p:nvSpPr>
          <p:cNvPr id="219" name="Arrow: Curved Left 218">
            <a:extLst>
              <a:ext uri="{FF2B5EF4-FFF2-40B4-BE49-F238E27FC236}">
                <a16:creationId xmlns:a16="http://schemas.microsoft.com/office/drawing/2014/main" id="{A5B7AE0F-38C5-1BAE-5A4B-9C438BB3EDE2}"/>
              </a:ext>
            </a:extLst>
          </p:cNvPr>
          <p:cNvSpPr/>
          <p:nvPr/>
        </p:nvSpPr>
        <p:spPr>
          <a:xfrm flipV="1">
            <a:off x="4546421" y="2569268"/>
            <a:ext cx="242888" cy="268539"/>
          </a:xfrm>
          <a:prstGeom prst="curved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2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GB" dirty="0" err="1">
              <a:solidFill>
                <a:schemeClr val="tx1"/>
              </a:solidFill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330B6F2D-1A71-8E02-997F-C19D3FDF9F49}"/>
              </a:ext>
            </a:extLst>
          </p:cNvPr>
          <p:cNvSpPr txBox="1"/>
          <p:nvPr/>
        </p:nvSpPr>
        <p:spPr>
          <a:xfrm>
            <a:off x="4053243" y="2918000"/>
            <a:ext cx="801823" cy="5570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1400" dirty="0"/>
              <a:t>2000 x </a:t>
            </a:r>
            <a:r>
              <a:rPr lang="en-GB" sz="1400" i="1" dirty="0"/>
              <a:t>g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1400" dirty="0"/>
              <a:t>&lt;=50 </a:t>
            </a:r>
            <a:r>
              <a:rPr lang="en-GB" sz="1400" dirty="0" err="1"/>
              <a:t>uL</a:t>
            </a:r>
            <a:endParaRPr lang="en-GB" sz="140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F72F754F-19EB-0614-6000-628A866DF2E0}"/>
              </a:ext>
            </a:extLst>
          </p:cNvPr>
          <p:cNvSpPr txBox="1"/>
          <p:nvPr/>
        </p:nvSpPr>
        <p:spPr>
          <a:xfrm>
            <a:off x="5752105" y="2210835"/>
            <a:ext cx="670376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2800" b="1" dirty="0">
                <a:solidFill>
                  <a:schemeClr val="accent1"/>
                </a:solidFill>
              </a:rPr>
              <a:t>+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1400" b="1" dirty="0">
                <a:solidFill>
                  <a:schemeClr val="accent1"/>
                </a:solidFill>
              </a:rPr>
              <a:t>450 </a:t>
            </a:r>
            <a:r>
              <a:rPr lang="en-GB" sz="1400" b="1" dirty="0" err="1">
                <a:solidFill>
                  <a:schemeClr val="accent1"/>
                </a:solidFill>
              </a:rPr>
              <a:t>uL</a:t>
            </a:r>
            <a:endParaRPr lang="en-GB" sz="1400" b="1" dirty="0">
              <a:solidFill>
                <a:schemeClr val="accent1"/>
              </a:solidFill>
            </a:endParaRP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1400" b="1" dirty="0">
                <a:solidFill>
                  <a:schemeClr val="accent1"/>
                </a:solidFill>
              </a:rPr>
              <a:t>Buffer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1400" b="1" dirty="0">
                <a:solidFill>
                  <a:schemeClr val="accent1"/>
                </a:solidFill>
              </a:rPr>
              <a:t>mix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F8D5B1A9-D6E1-9005-DBC2-E6B39DBD2277}"/>
              </a:ext>
            </a:extLst>
          </p:cNvPr>
          <p:cNvGrpSpPr/>
          <p:nvPr/>
        </p:nvGrpSpPr>
        <p:grpSpPr>
          <a:xfrm>
            <a:off x="6315452" y="1621038"/>
            <a:ext cx="892178" cy="1591698"/>
            <a:chOff x="5628364" y="2038252"/>
            <a:chExt cx="892178" cy="1591698"/>
          </a:xfrm>
        </p:grpSpPr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98A97451-BA8F-B951-FC0A-6DE54DA2D782}"/>
                </a:ext>
              </a:extLst>
            </p:cNvPr>
            <p:cNvGrpSpPr/>
            <p:nvPr/>
          </p:nvGrpSpPr>
          <p:grpSpPr>
            <a:xfrm>
              <a:off x="5628364" y="2038252"/>
              <a:ext cx="892178" cy="1591698"/>
              <a:chOff x="4016375" y="1953551"/>
              <a:chExt cx="892178" cy="1591698"/>
            </a:xfrm>
          </p:grpSpPr>
          <p:grpSp>
            <p:nvGrpSpPr>
              <p:cNvPr id="231" name="Group 230">
                <a:extLst>
                  <a:ext uri="{FF2B5EF4-FFF2-40B4-BE49-F238E27FC236}">
                    <a16:creationId xmlns:a16="http://schemas.microsoft.com/office/drawing/2014/main" id="{566605F7-59B1-99D2-8835-578DBC5C994F}"/>
                  </a:ext>
                </a:extLst>
              </p:cNvPr>
              <p:cNvGrpSpPr/>
              <p:nvPr/>
            </p:nvGrpSpPr>
            <p:grpSpPr>
              <a:xfrm>
                <a:off x="4016375" y="1953551"/>
                <a:ext cx="892178" cy="1591698"/>
                <a:chOff x="4016375" y="1953551"/>
                <a:chExt cx="892178" cy="1591698"/>
              </a:xfrm>
            </p:grpSpPr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B0025593-7515-F0F9-E15F-6C8BDFD1CA75}"/>
                    </a:ext>
                  </a:extLst>
                </p:cNvPr>
                <p:cNvCxnSpPr/>
                <p:nvPr/>
              </p:nvCxnSpPr>
              <p:spPr>
                <a:xfrm>
                  <a:off x="4625976" y="2406650"/>
                  <a:ext cx="0" cy="102235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D11DA329-41DF-9A88-FF2A-ED02FE0780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79897" y="2400297"/>
                  <a:ext cx="95255" cy="1144952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>
                  <a:extLst>
                    <a:ext uri="{FF2B5EF4-FFF2-40B4-BE49-F238E27FC236}">
                      <a16:creationId xmlns:a16="http://schemas.microsoft.com/office/drawing/2014/main" id="{723C0DAC-DAAF-648D-F8CB-351F1DC88FC0}"/>
                    </a:ext>
                  </a:extLst>
                </p:cNvPr>
                <p:cNvCxnSpPr>
                  <a:cxnSpLocks/>
                  <a:endCxn id="259" idx="2"/>
                </p:cNvCxnSpPr>
                <p:nvPr/>
              </p:nvCxnSpPr>
              <p:spPr>
                <a:xfrm>
                  <a:off x="4295774" y="2541515"/>
                  <a:ext cx="146045" cy="887481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36" name="Group 235">
                  <a:extLst>
                    <a:ext uri="{FF2B5EF4-FFF2-40B4-BE49-F238E27FC236}">
                      <a16:creationId xmlns:a16="http://schemas.microsoft.com/office/drawing/2014/main" id="{48EBA0C0-CB77-3162-5230-A7411386610D}"/>
                    </a:ext>
                  </a:extLst>
                </p:cNvPr>
                <p:cNvGrpSpPr/>
                <p:nvPr/>
              </p:nvGrpSpPr>
              <p:grpSpPr>
                <a:xfrm rot="10800000">
                  <a:off x="4441819" y="3338508"/>
                  <a:ext cx="184151" cy="180977"/>
                  <a:chOff x="4295775" y="4048125"/>
                  <a:chExt cx="193675" cy="180975"/>
                </a:xfrm>
              </p:grpSpPr>
              <p:sp>
                <p:nvSpPr>
                  <p:cNvPr id="259" name="Arc 258">
                    <a:extLst>
                      <a:ext uri="{FF2B5EF4-FFF2-40B4-BE49-F238E27FC236}">
                        <a16:creationId xmlns:a16="http://schemas.microsoft.com/office/drawing/2014/main" id="{A266A3DD-FD6A-7F53-F365-1624C66B0A37}"/>
                      </a:ext>
                    </a:extLst>
                  </p:cNvPr>
                  <p:cNvSpPr/>
                  <p:nvPr/>
                </p:nvSpPr>
                <p:spPr>
                  <a:xfrm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60" name="Arc 259">
                    <a:extLst>
                      <a:ext uri="{FF2B5EF4-FFF2-40B4-BE49-F238E27FC236}">
                        <a16:creationId xmlns:a16="http://schemas.microsoft.com/office/drawing/2014/main" id="{FF90FF44-C882-64A8-472B-F6BBD22CBC41}"/>
                      </a:ext>
                    </a:extLst>
                  </p:cNvPr>
                  <p:cNvSpPr/>
                  <p:nvPr/>
                </p:nvSpPr>
                <p:spPr>
                  <a:xfrm flipH="1"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cxnSp>
              <p:nvCxnSpPr>
                <p:cNvPr id="237" name="Straight Connector 236">
                  <a:extLst>
                    <a:ext uri="{FF2B5EF4-FFF2-40B4-BE49-F238E27FC236}">
                      <a16:creationId xmlns:a16="http://schemas.microsoft.com/office/drawing/2014/main" id="{F3854B84-2584-60DD-5FC2-A532DC0BE702}"/>
                    </a:ext>
                  </a:extLst>
                </p:cNvPr>
                <p:cNvCxnSpPr>
                  <a:cxnSpLocks/>
                  <a:endCxn id="260" idx="2"/>
                </p:cNvCxnSpPr>
                <p:nvPr/>
              </p:nvCxnSpPr>
              <p:spPr>
                <a:xfrm flipV="1">
                  <a:off x="4625970" y="3428996"/>
                  <a:ext cx="0" cy="106301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Connector 237">
                  <a:extLst>
                    <a:ext uri="{FF2B5EF4-FFF2-40B4-BE49-F238E27FC236}">
                      <a16:creationId xmlns:a16="http://schemas.microsoft.com/office/drawing/2014/main" id="{19216A7F-DBB9-B4B8-43B6-6DFE7A1B01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371248" y="3535297"/>
                  <a:ext cx="255586" cy="5984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>
                  <a:extLst>
                    <a:ext uri="{FF2B5EF4-FFF2-40B4-BE49-F238E27FC236}">
                      <a16:creationId xmlns:a16="http://schemas.microsoft.com/office/drawing/2014/main" id="{38F830FE-3196-B606-1CE7-5083B0BF03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4453" y="2359921"/>
                  <a:ext cx="89843" cy="52037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>
                  <a:extLst>
                    <a:ext uri="{FF2B5EF4-FFF2-40B4-BE49-F238E27FC236}">
                      <a16:creationId xmlns:a16="http://schemas.microsoft.com/office/drawing/2014/main" id="{5AD12565-55B0-152F-C4FD-2EC133C6C4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197347" y="2351291"/>
                  <a:ext cx="88904" cy="57147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>
                  <a:extLst>
                    <a:ext uri="{FF2B5EF4-FFF2-40B4-BE49-F238E27FC236}">
                      <a16:creationId xmlns:a16="http://schemas.microsoft.com/office/drawing/2014/main" id="{47C41367-F63C-81CF-93AA-394DD90AB48B}"/>
                    </a:ext>
                  </a:extLst>
                </p:cNvPr>
                <p:cNvCxnSpPr/>
                <p:nvPr/>
              </p:nvCxnSpPr>
              <p:spPr>
                <a:xfrm>
                  <a:off x="4556126" y="3282950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1FBFBF38-B441-59AA-BA91-225B11BDAD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10060" y="2531527"/>
                  <a:ext cx="150814" cy="88001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>
                  <a:extLst>
                    <a:ext uri="{FF2B5EF4-FFF2-40B4-BE49-F238E27FC236}">
                      <a16:creationId xmlns:a16="http://schemas.microsoft.com/office/drawing/2014/main" id="{7ADF4C31-BE92-98E3-EE60-F6F598FAEC86}"/>
                    </a:ext>
                  </a:extLst>
                </p:cNvPr>
                <p:cNvCxnSpPr/>
                <p:nvPr/>
              </p:nvCxnSpPr>
              <p:spPr>
                <a:xfrm>
                  <a:off x="4549776" y="3108325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>
                  <a:extLst>
                    <a:ext uri="{FF2B5EF4-FFF2-40B4-BE49-F238E27FC236}">
                      <a16:creationId xmlns:a16="http://schemas.microsoft.com/office/drawing/2014/main" id="{71B7401D-195A-3740-BFEF-F4E08CD1A114}"/>
                    </a:ext>
                  </a:extLst>
                </p:cNvPr>
                <p:cNvCxnSpPr/>
                <p:nvPr/>
              </p:nvCxnSpPr>
              <p:spPr>
                <a:xfrm>
                  <a:off x="4549776" y="2971532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>
                  <a:extLst>
                    <a:ext uri="{FF2B5EF4-FFF2-40B4-BE49-F238E27FC236}">
                      <a16:creationId xmlns:a16="http://schemas.microsoft.com/office/drawing/2014/main" id="{10D45CEC-4316-F1EF-C407-C849DAD02515}"/>
                    </a:ext>
                  </a:extLst>
                </p:cNvPr>
                <p:cNvCxnSpPr/>
                <p:nvPr/>
              </p:nvCxnSpPr>
              <p:spPr>
                <a:xfrm>
                  <a:off x="4549775" y="2863582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" name="Straight Connector 245">
                  <a:extLst>
                    <a:ext uri="{FF2B5EF4-FFF2-40B4-BE49-F238E27FC236}">
                      <a16:creationId xmlns:a16="http://schemas.microsoft.com/office/drawing/2014/main" id="{A26D8EA9-2C37-A595-C976-588984FEC938}"/>
                    </a:ext>
                  </a:extLst>
                </p:cNvPr>
                <p:cNvCxnSpPr/>
                <p:nvPr/>
              </p:nvCxnSpPr>
              <p:spPr>
                <a:xfrm flipV="1">
                  <a:off x="4714875" y="2001838"/>
                  <a:ext cx="0" cy="358083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>
                  <a:extLst>
                    <a:ext uri="{FF2B5EF4-FFF2-40B4-BE49-F238E27FC236}">
                      <a16:creationId xmlns:a16="http://schemas.microsoft.com/office/drawing/2014/main" id="{8134818D-2366-314E-28FB-B017386995E5}"/>
                    </a:ext>
                  </a:extLst>
                </p:cNvPr>
                <p:cNvCxnSpPr/>
                <p:nvPr/>
              </p:nvCxnSpPr>
              <p:spPr>
                <a:xfrm flipV="1">
                  <a:off x="4200524" y="2000250"/>
                  <a:ext cx="0" cy="358083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D8738460-C94D-FDB5-04FB-D38C18E7D05C}"/>
                    </a:ext>
                  </a:extLst>
                </p:cNvPr>
                <p:cNvCxnSpPr/>
                <p:nvPr/>
              </p:nvCxnSpPr>
              <p:spPr>
                <a:xfrm>
                  <a:off x="4216400" y="2000250"/>
                  <a:ext cx="49847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49" name="Group 248">
                  <a:extLst>
                    <a:ext uri="{FF2B5EF4-FFF2-40B4-BE49-F238E27FC236}">
                      <a16:creationId xmlns:a16="http://schemas.microsoft.com/office/drawing/2014/main" id="{32F511A5-11A3-40A7-190E-3461946A9621}"/>
                    </a:ext>
                  </a:extLst>
                </p:cNvPr>
                <p:cNvGrpSpPr/>
                <p:nvPr/>
              </p:nvGrpSpPr>
              <p:grpSpPr>
                <a:xfrm rot="5400000">
                  <a:off x="4795205" y="1885922"/>
                  <a:ext cx="45719" cy="180977"/>
                  <a:chOff x="4295775" y="4048125"/>
                  <a:chExt cx="193675" cy="180975"/>
                </a:xfrm>
              </p:grpSpPr>
              <p:sp>
                <p:nvSpPr>
                  <p:cNvPr id="257" name="Arc 256">
                    <a:extLst>
                      <a:ext uri="{FF2B5EF4-FFF2-40B4-BE49-F238E27FC236}">
                        <a16:creationId xmlns:a16="http://schemas.microsoft.com/office/drawing/2014/main" id="{A26004AF-958A-3152-6FCE-7CE7FD69B90B}"/>
                      </a:ext>
                    </a:extLst>
                  </p:cNvPr>
                  <p:cNvSpPr/>
                  <p:nvPr/>
                </p:nvSpPr>
                <p:spPr>
                  <a:xfrm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58" name="Arc 257">
                    <a:extLst>
                      <a:ext uri="{FF2B5EF4-FFF2-40B4-BE49-F238E27FC236}">
                        <a16:creationId xmlns:a16="http://schemas.microsoft.com/office/drawing/2014/main" id="{7BB10435-6852-FFD7-DD63-BCBFC5F1AC1D}"/>
                      </a:ext>
                    </a:extLst>
                  </p:cNvPr>
                  <p:cNvSpPr/>
                  <p:nvPr/>
                </p:nvSpPr>
                <p:spPr>
                  <a:xfrm flipH="1"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cxnSp>
              <p:nvCxnSpPr>
                <p:cNvPr id="250" name="Straight Connector 249">
                  <a:extLst>
                    <a:ext uri="{FF2B5EF4-FFF2-40B4-BE49-F238E27FC236}">
                      <a16:creationId xmlns:a16="http://schemas.microsoft.com/office/drawing/2014/main" id="{10FED3A7-5208-A6E7-04F2-BC01700E2962}"/>
                    </a:ext>
                  </a:extLst>
                </p:cNvPr>
                <p:cNvCxnSpPr>
                  <a:endCxn id="257" idx="2"/>
                </p:cNvCxnSpPr>
                <p:nvPr/>
              </p:nvCxnSpPr>
              <p:spPr>
                <a:xfrm>
                  <a:off x="4152902" y="1999270"/>
                  <a:ext cx="665162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>
                  <a:extLst>
                    <a:ext uri="{FF2B5EF4-FFF2-40B4-BE49-F238E27FC236}">
                      <a16:creationId xmlns:a16="http://schemas.microsoft.com/office/drawing/2014/main" id="{D8C28304-9024-D561-A35E-95195BE91156}"/>
                    </a:ext>
                  </a:extLst>
                </p:cNvPr>
                <p:cNvCxnSpPr>
                  <a:stCxn id="258" idx="2"/>
                </p:cNvCxnSpPr>
                <p:nvPr/>
              </p:nvCxnSpPr>
              <p:spPr>
                <a:xfrm flipH="1">
                  <a:off x="4016375" y="1953551"/>
                  <a:ext cx="801689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A1B3D949-39B8-FFBA-1681-70B6DFA82443}"/>
                    </a:ext>
                  </a:extLst>
                </p:cNvPr>
                <p:cNvSpPr txBox="1"/>
                <p:nvPr/>
              </p:nvSpPr>
              <p:spPr>
                <a:xfrm>
                  <a:off x="4452938" y="2768242"/>
                  <a:ext cx="261610" cy="1477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90000"/>
                    </a:lnSpc>
                    <a:spcAft>
                      <a:spcPts val="600"/>
                    </a:spcAft>
                  </a:pPr>
                  <a:r>
                    <a:rPr lang="en-GB" sz="400"/>
                    <a:t>100</a:t>
                  </a:r>
                </a:p>
              </p:txBody>
            </p:sp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C04CA8B8-914B-7BCF-FA9E-EBB9692A7198}"/>
                    </a:ext>
                  </a:extLst>
                </p:cNvPr>
                <p:cNvSpPr txBox="1"/>
                <p:nvPr/>
              </p:nvSpPr>
              <p:spPr>
                <a:xfrm>
                  <a:off x="4478334" y="2867594"/>
                  <a:ext cx="235962" cy="1477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90000"/>
                    </a:lnSpc>
                    <a:spcAft>
                      <a:spcPts val="600"/>
                    </a:spcAft>
                  </a:pPr>
                  <a:r>
                    <a:rPr lang="en-GB" sz="400"/>
                    <a:t>75</a:t>
                  </a:r>
                </a:p>
              </p:txBody>
            </p:sp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9637482B-8156-825A-E41C-C8CF7DE4FEBB}"/>
                    </a:ext>
                  </a:extLst>
                </p:cNvPr>
                <p:cNvSpPr txBox="1"/>
                <p:nvPr/>
              </p:nvSpPr>
              <p:spPr>
                <a:xfrm>
                  <a:off x="4478334" y="3003699"/>
                  <a:ext cx="235962" cy="1477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90000"/>
                    </a:lnSpc>
                    <a:spcAft>
                      <a:spcPts val="600"/>
                    </a:spcAft>
                  </a:pPr>
                  <a:r>
                    <a:rPr lang="en-GB" sz="400"/>
                    <a:t>50</a:t>
                  </a:r>
                </a:p>
              </p:txBody>
            </p:sp>
            <p:cxnSp>
              <p:nvCxnSpPr>
                <p:cNvPr id="255" name="Straight Connector 254">
                  <a:extLst>
                    <a:ext uri="{FF2B5EF4-FFF2-40B4-BE49-F238E27FC236}">
                      <a16:creationId xmlns:a16="http://schemas.microsoft.com/office/drawing/2014/main" id="{E52C5129-B165-6DD6-A2CB-E2B9646FCFE2}"/>
                    </a:ext>
                  </a:extLst>
                </p:cNvPr>
                <p:cNvCxnSpPr/>
                <p:nvPr/>
              </p:nvCxnSpPr>
              <p:spPr>
                <a:xfrm>
                  <a:off x="4669374" y="1953551"/>
                  <a:ext cx="0" cy="122899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>
                  <a:extLst>
                    <a:ext uri="{FF2B5EF4-FFF2-40B4-BE49-F238E27FC236}">
                      <a16:creationId xmlns:a16="http://schemas.microsoft.com/office/drawing/2014/main" id="{5BC5C771-38BA-4598-1CE6-F0744F4A1EC7}"/>
                    </a:ext>
                  </a:extLst>
                </p:cNvPr>
                <p:cNvCxnSpPr/>
                <p:nvPr/>
              </p:nvCxnSpPr>
              <p:spPr>
                <a:xfrm>
                  <a:off x="4245510" y="1953551"/>
                  <a:ext cx="0" cy="122899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42F50D7A-999C-D45C-EEB4-CA07889D51E2}"/>
                  </a:ext>
                </a:extLst>
              </p:cNvPr>
              <p:cNvCxnSpPr/>
              <p:nvPr/>
            </p:nvCxnSpPr>
            <p:spPr>
              <a:xfrm>
                <a:off x="4197347" y="2108200"/>
                <a:ext cx="516949" cy="0"/>
              </a:xfrm>
              <a:prstGeom prst="line">
                <a:avLst/>
              </a:prstGeom>
              <a:ln w="31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2CFD349-1881-0E4D-E83C-40AB2D6293A0}"/>
                    </a:ext>
                  </a:extLst>
                </p14:cNvPr>
                <p14:cNvContentPartPr/>
                <p14:nvPr/>
              </p14:nvContentPartPr>
              <p14:xfrm>
                <a:off x="5862063" y="2298653"/>
                <a:ext cx="412200" cy="5418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2CFD349-1881-0E4D-E83C-40AB2D6293A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08016" y="2190653"/>
                  <a:ext cx="519934" cy="75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8F7DDEB-DFF3-4932-5D7D-5818FFA058DA}"/>
                    </a:ext>
                  </a:extLst>
                </p14:cNvPr>
                <p14:cNvContentPartPr/>
                <p14:nvPr/>
              </p14:nvContentPartPr>
              <p14:xfrm>
                <a:off x="6014703" y="2815883"/>
                <a:ext cx="169200" cy="2822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8F7DDEB-DFF3-4932-5D7D-5818FFA058D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60703" y="2707883"/>
                  <a:ext cx="27684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A757A04F-43F6-0555-917E-6B4B4572F831}"/>
                    </a:ext>
                  </a:extLst>
                </p14:cNvPr>
                <p14:cNvContentPartPr/>
                <p14:nvPr/>
              </p14:nvContentPartPr>
              <p14:xfrm>
                <a:off x="6052863" y="3044843"/>
                <a:ext cx="138240" cy="2772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A757A04F-43F6-0555-917E-6B4B4572F83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98722" y="2936983"/>
                  <a:ext cx="246161" cy="4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4FBBDD35-151D-F2E8-E1D6-BD68689BC3B2}"/>
                    </a:ext>
                  </a:extLst>
                </p14:cNvPr>
                <p14:cNvContentPartPr/>
                <p14:nvPr/>
              </p14:nvContentPartPr>
              <p14:xfrm>
                <a:off x="6102183" y="3390533"/>
                <a:ext cx="77760" cy="903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4FBBDD35-151D-F2E8-E1D6-BD68689BC3B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048183" y="3282533"/>
                  <a:ext cx="185400" cy="306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61" name="Arrow: Curved Right 260">
            <a:extLst>
              <a:ext uri="{FF2B5EF4-FFF2-40B4-BE49-F238E27FC236}">
                <a16:creationId xmlns:a16="http://schemas.microsoft.com/office/drawing/2014/main" id="{6CCA29F6-58A8-746A-5AB2-CD2F630A5970}"/>
              </a:ext>
            </a:extLst>
          </p:cNvPr>
          <p:cNvSpPr/>
          <p:nvPr/>
        </p:nvSpPr>
        <p:spPr>
          <a:xfrm>
            <a:off x="7242018" y="2608638"/>
            <a:ext cx="235962" cy="268539"/>
          </a:xfrm>
          <a:prstGeom prst="curved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2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GB" dirty="0" err="1">
              <a:solidFill>
                <a:schemeClr val="tx1"/>
              </a:solidFill>
            </a:endParaRPr>
          </a:p>
        </p:txBody>
      </p:sp>
      <p:sp>
        <p:nvSpPr>
          <p:cNvPr id="262" name="Arrow: Curved Left 261">
            <a:extLst>
              <a:ext uri="{FF2B5EF4-FFF2-40B4-BE49-F238E27FC236}">
                <a16:creationId xmlns:a16="http://schemas.microsoft.com/office/drawing/2014/main" id="{1A025E7C-9CDE-EFE0-74AC-A9A72C3D63A5}"/>
              </a:ext>
            </a:extLst>
          </p:cNvPr>
          <p:cNvSpPr/>
          <p:nvPr/>
        </p:nvSpPr>
        <p:spPr>
          <a:xfrm flipV="1">
            <a:off x="7637236" y="2577830"/>
            <a:ext cx="242888" cy="268539"/>
          </a:xfrm>
          <a:prstGeom prst="curved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2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GB" dirty="0" err="1">
              <a:solidFill>
                <a:schemeClr val="tx1"/>
              </a:solidFill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A549953C-8BA4-A754-E180-F39AEA214A83}"/>
              </a:ext>
            </a:extLst>
          </p:cNvPr>
          <p:cNvSpPr txBox="1"/>
          <p:nvPr/>
        </p:nvSpPr>
        <p:spPr>
          <a:xfrm>
            <a:off x="7144058" y="2926562"/>
            <a:ext cx="801823" cy="5570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1400" dirty="0"/>
              <a:t>2000 x </a:t>
            </a:r>
            <a:r>
              <a:rPr lang="en-GB" sz="1400" i="1" dirty="0"/>
              <a:t>g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1400" dirty="0"/>
              <a:t>&lt;=50 </a:t>
            </a:r>
            <a:r>
              <a:rPr lang="en-GB" sz="1400" dirty="0" err="1"/>
              <a:t>uL</a:t>
            </a:r>
            <a:endParaRPr lang="en-GB" sz="1400" dirty="0"/>
          </a:p>
        </p:txBody>
      </p: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E4E5AA8D-DDDC-B7C2-5F5A-B5F664CCA28C}"/>
              </a:ext>
            </a:extLst>
          </p:cNvPr>
          <p:cNvGrpSpPr/>
          <p:nvPr/>
        </p:nvGrpSpPr>
        <p:grpSpPr>
          <a:xfrm>
            <a:off x="7954431" y="1619769"/>
            <a:ext cx="892178" cy="1591698"/>
            <a:chOff x="6928426" y="1990390"/>
            <a:chExt cx="892178" cy="1591698"/>
          </a:xfrm>
        </p:grpSpPr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4AD3C4D7-7BD7-CB6A-EA83-647D63D54FE0}"/>
                </a:ext>
              </a:extLst>
            </p:cNvPr>
            <p:cNvGrpSpPr/>
            <p:nvPr/>
          </p:nvGrpSpPr>
          <p:grpSpPr>
            <a:xfrm>
              <a:off x="6928426" y="1990390"/>
              <a:ext cx="892178" cy="1591698"/>
              <a:chOff x="4016375" y="1953551"/>
              <a:chExt cx="892178" cy="1591698"/>
            </a:xfrm>
          </p:grpSpPr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id="{29C55FFE-6CAA-BA85-37B6-6D7FE4C27577}"/>
                  </a:ext>
                </a:extLst>
              </p:cNvPr>
              <p:cNvGrpSpPr/>
              <p:nvPr/>
            </p:nvGrpSpPr>
            <p:grpSpPr>
              <a:xfrm>
                <a:off x="4016375" y="1953551"/>
                <a:ext cx="892178" cy="1591698"/>
                <a:chOff x="4016375" y="1953551"/>
                <a:chExt cx="892178" cy="1591698"/>
              </a:xfrm>
            </p:grpSpPr>
            <p:cxnSp>
              <p:nvCxnSpPr>
                <p:cNvPr id="269" name="Straight Connector 268">
                  <a:extLst>
                    <a:ext uri="{FF2B5EF4-FFF2-40B4-BE49-F238E27FC236}">
                      <a16:creationId xmlns:a16="http://schemas.microsoft.com/office/drawing/2014/main" id="{BC4201B4-017E-34BE-4425-3707A0826A81}"/>
                    </a:ext>
                  </a:extLst>
                </p:cNvPr>
                <p:cNvCxnSpPr/>
                <p:nvPr/>
              </p:nvCxnSpPr>
              <p:spPr>
                <a:xfrm>
                  <a:off x="4625976" y="2406650"/>
                  <a:ext cx="0" cy="102235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>
                  <a:extLst>
                    <a:ext uri="{FF2B5EF4-FFF2-40B4-BE49-F238E27FC236}">
                      <a16:creationId xmlns:a16="http://schemas.microsoft.com/office/drawing/2014/main" id="{6123F314-3D95-BE5D-95DA-A2455EF594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79897" y="2400297"/>
                  <a:ext cx="95255" cy="1144952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>
                  <a:extLst>
                    <a:ext uri="{FF2B5EF4-FFF2-40B4-BE49-F238E27FC236}">
                      <a16:creationId xmlns:a16="http://schemas.microsoft.com/office/drawing/2014/main" id="{1F0AE192-EC73-BB62-EAAE-0588DC78C4BE}"/>
                    </a:ext>
                  </a:extLst>
                </p:cNvPr>
                <p:cNvCxnSpPr>
                  <a:cxnSpLocks/>
                  <a:endCxn id="295" idx="2"/>
                </p:cNvCxnSpPr>
                <p:nvPr/>
              </p:nvCxnSpPr>
              <p:spPr>
                <a:xfrm>
                  <a:off x="4295774" y="2541515"/>
                  <a:ext cx="146045" cy="887481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72" name="Group 271">
                  <a:extLst>
                    <a:ext uri="{FF2B5EF4-FFF2-40B4-BE49-F238E27FC236}">
                      <a16:creationId xmlns:a16="http://schemas.microsoft.com/office/drawing/2014/main" id="{AC0A5BB9-E391-EFAE-33E4-04DF07C1ABEC}"/>
                    </a:ext>
                  </a:extLst>
                </p:cNvPr>
                <p:cNvGrpSpPr/>
                <p:nvPr/>
              </p:nvGrpSpPr>
              <p:grpSpPr>
                <a:xfrm rot="10800000">
                  <a:off x="4441819" y="3338508"/>
                  <a:ext cx="184151" cy="180977"/>
                  <a:chOff x="4295775" y="4048125"/>
                  <a:chExt cx="193675" cy="180975"/>
                </a:xfrm>
              </p:grpSpPr>
              <p:sp>
                <p:nvSpPr>
                  <p:cNvPr id="295" name="Arc 294">
                    <a:extLst>
                      <a:ext uri="{FF2B5EF4-FFF2-40B4-BE49-F238E27FC236}">
                        <a16:creationId xmlns:a16="http://schemas.microsoft.com/office/drawing/2014/main" id="{9B396EE3-A061-854B-821C-A950C71640EA}"/>
                      </a:ext>
                    </a:extLst>
                  </p:cNvPr>
                  <p:cNvSpPr/>
                  <p:nvPr/>
                </p:nvSpPr>
                <p:spPr>
                  <a:xfrm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96" name="Arc 295">
                    <a:extLst>
                      <a:ext uri="{FF2B5EF4-FFF2-40B4-BE49-F238E27FC236}">
                        <a16:creationId xmlns:a16="http://schemas.microsoft.com/office/drawing/2014/main" id="{B35902D1-49A7-1E4B-ED04-7825FB483CDB}"/>
                      </a:ext>
                    </a:extLst>
                  </p:cNvPr>
                  <p:cNvSpPr/>
                  <p:nvPr/>
                </p:nvSpPr>
                <p:spPr>
                  <a:xfrm flipH="1"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cxnSp>
              <p:nvCxnSpPr>
                <p:cNvPr id="273" name="Straight Connector 272">
                  <a:extLst>
                    <a:ext uri="{FF2B5EF4-FFF2-40B4-BE49-F238E27FC236}">
                      <a16:creationId xmlns:a16="http://schemas.microsoft.com/office/drawing/2014/main" id="{B385985C-A04B-8400-C50A-80BD1027A33C}"/>
                    </a:ext>
                  </a:extLst>
                </p:cNvPr>
                <p:cNvCxnSpPr>
                  <a:cxnSpLocks/>
                  <a:endCxn id="296" idx="2"/>
                </p:cNvCxnSpPr>
                <p:nvPr/>
              </p:nvCxnSpPr>
              <p:spPr>
                <a:xfrm flipV="1">
                  <a:off x="4625970" y="3428996"/>
                  <a:ext cx="0" cy="106301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>
                  <a:extLst>
                    <a:ext uri="{FF2B5EF4-FFF2-40B4-BE49-F238E27FC236}">
                      <a16:creationId xmlns:a16="http://schemas.microsoft.com/office/drawing/2014/main" id="{5551169E-3592-044B-4FE7-0742A1BDB1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371248" y="3535297"/>
                  <a:ext cx="255586" cy="5984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Straight Connector 274">
                  <a:extLst>
                    <a:ext uri="{FF2B5EF4-FFF2-40B4-BE49-F238E27FC236}">
                      <a16:creationId xmlns:a16="http://schemas.microsoft.com/office/drawing/2014/main" id="{216EA96F-E58B-F2C5-6089-08B622BFC3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4453" y="2359921"/>
                  <a:ext cx="89843" cy="52037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2B2ADC6C-A157-9E88-9056-7F29F924FF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197347" y="2351291"/>
                  <a:ext cx="88904" cy="57147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Straight Connector 276">
                  <a:extLst>
                    <a:ext uri="{FF2B5EF4-FFF2-40B4-BE49-F238E27FC236}">
                      <a16:creationId xmlns:a16="http://schemas.microsoft.com/office/drawing/2014/main" id="{8EF12BBD-FF5B-CA1D-4A5F-3208B71E4D24}"/>
                    </a:ext>
                  </a:extLst>
                </p:cNvPr>
                <p:cNvCxnSpPr/>
                <p:nvPr/>
              </p:nvCxnSpPr>
              <p:spPr>
                <a:xfrm>
                  <a:off x="4556126" y="3282950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>
                  <a:extLst>
                    <a:ext uri="{FF2B5EF4-FFF2-40B4-BE49-F238E27FC236}">
                      <a16:creationId xmlns:a16="http://schemas.microsoft.com/office/drawing/2014/main" id="{E07078D6-EC0E-D4AC-5309-70CB77FDE6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10060" y="2531527"/>
                  <a:ext cx="150814" cy="88001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9" name="Straight Connector 278">
                  <a:extLst>
                    <a:ext uri="{FF2B5EF4-FFF2-40B4-BE49-F238E27FC236}">
                      <a16:creationId xmlns:a16="http://schemas.microsoft.com/office/drawing/2014/main" id="{28BD6504-5176-2E3A-0AFB-1A16678E11C2}"/>
                    </a:ext>
                  </a:extLst>
                </p:cNvPr>
                <p:cNvCxnSpPr/>
                <p:nvPr/>
              </p:nvCxnSpPr>
              <p:spPr>
                <a:xfrm>
                  <a:off x="4549776" y="3108325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>
                  <a:extLst>
                    <a:ext uri="{FF2B5EF4-FFF2-40B4-BE49-F238E27FC236}">
                      <a16:creationId xmlns:a16="http://schemas.microsoft.com/office/drawing/2014/main" id="{488C32D6-E408-FB73-BBB7-DF519D117679}"/>
                    </a:ext>
                  </a:extLst>
                </p:cNvPr>
                <p:cNvCxnSpPr/>
                <p:nvPr/>
              </p:nvCxnSpPr>
              <p:spPr>
                <a:xfrm>
                  <a:off x="4549776" y="2971532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1" name="Straight Connector 280">
                  <a:extLst>
                    <a:ext uri="{FF2B5EF4-FFF2-40B4-BE49-F238E27FC236}">
                      <a16:creationId xmlns:a16="http://schemas.microsoft.com/office/drawing/2014/main" id="{279EAF3D-819B-C8B8-7264-69F9402D69C0}"/>
                    </a:ext>
                  </a:extLst>
                </p:cNvPr>
                <p:cNvCxnSpPr/>
                <p:nvPr/>
              </p:nvCxnSpPr>
              <p:spPr>
                <a:xfrm>
                  <a:off x="4549775" y="2863582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>
                  <a:extLst>
                    <a:ext uri="{FF2B5EF4-FFF2-40B4-BE49-F238E27FC236}">
                      <a16:creationId xmlns:a16="http://schemas.microsoft.com/office/drawing/2014/main" id="{69A881BB-0493-6161-27F8-BEBEDF052FB5}"/>
                    </a:ext>
                  </a:extLst>
                </p:cNvPr>
                <p:cNvCxnSpPr/>
                <p:nvPr/>
              </p:nvCxnSpPr>
              <p:spPr>
                <a:xfrm flipV="1">
                  <a:off x="4714875" y="2001838"/>
                  <a:ext cx="0" cy="358083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3" name="Straight Connector 282">
                  <a:extLst>
                    <a:ext uri="{FF2B5EF4-FFF2-40B4-BE49-F238E27FC236}">
                      <a16:creationId xmlns:a16="http://schemas.microsoft.com/office/drawing/2014/main" id="{7AB13841-21C0-5BCD-63C5-CF974A5B5693}"/>
                    </a:ext>
                  </a:extLst>
                </p:cNvPr>
                <p:cNvCxnSpPr/>
                <p:nvPr/>
              </p:nvCxnSpPr>
              <p:spPr>
                <a:xfrm flipV="1">
                  <a:off x="4200524" y="2000250"/>
                  <a:ext cx="0" cy="358083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>
                  <a:extLst>
                    <a:ext uri="{FF2B5EF4-FFF2-40B4-BE49-F238E27FC236}">
                      <a16:creationId xmlns:a16="http://schemas.microsoft.com/office/drawing/2014/main" id="{05B63051-4C42-B226-90C1-41B07D1F457D}"/>
                    </a:ext>
                  </a:extLst>
                </p:cNvPr>
                <p:cNvCxnSpPr/>
                <p:nvPr/>
              </p:nvCxnSpPr>
              <p:spPr>
                <a:xfrm>
                  <a:off x="4216400" y="2000250"/>
                  <a:ext cx="49847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85" name="Group 284">
                  <a:extLst>
                    <a:ext uri="{FF2B5EF4-FFF2-40B4-BE49-F238E27FC236}">
                      <a16:creationId xmlns:a16="http://schemas.microsoft.com/office/drawing/2014/main" id="{61B84F2D-F4FA-AE6A-2060-B249077E641F}"/>
                    </a:ext>
                  </a:extLst>
                </p:cNvPr>
                <p:cNvGrpSpPr/>
                <p:nvPr/>
              </p:nvGrpSpPr>
              <p:grpSpPr>
                <a:xfrm rot="5400000">
                  <a:off x="4795205" y="1885922"/>
                  <a:ext cx="45719" cy="180977"/>
                  <a:chOff x="4295775" y="4048125"/>
                  <a:chExt cx="193675" cy="180975"/>
                </a:xfrm>
              </p:grpSpPr>
              <p:sp>
                <p:nvSpPr>
                  <p:cNvPr id="293" name="Arc 292">
                    <a:extLst>
                      <a:ext uri="{FF2B5EF4-FFF2-40B4-BE49-F238E27FC236}">
                        <a16:creationId xmlns:a16="http://schemas.microsoft.com/office/drawing/2014/main" id="{FF023907-ADD5-E800-D36A-6B2C689604B4}"/>
                      </a:ext>
                    </a:extLst>
                  </p:cNvPr>
                  <p:cNvSpPr/>
                  <p:nvPr/>
                </p:nvSpPr>
                <p:spPr>
                  <a:xfrm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94" name="Arc 293">
                    <a:extLst>
                      <a:ext uri="{FF2B5EF4-FFF2-40B4-BE49-F238E27FC236}">
                        <a16:creationId xmlns:a16="http://schemas.microsoft.com/office/drawing/2014/main" id="{83E51F0D-6F04-ABF4-5784-6F42420936A8}"/>
                      </a:ext>
                    </a:extLst>
                  </p:cNvPr>
                  <p:cNvSpPr/>
                  <p:nvPr/>
                </p:nvSpPr>
                <p:spPr>
                  <a:xfrm flipH="1"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cxnSp>
              <p:nvCxnSpPr>
                <p:cNvPr id="286" name="Straight Connector 285">
                  <a:extLst>
                    <a:ext uri="{FF2B5EF4-FFF2-40B4-BE49-F238E27FC236}">
                      <a16:creationId xmlns:a16="http://schemas.microsoft.com/office/drawing/2014/main" id="{8C083205-DF2E-1AE6-F269-361A50576EB0}"/>
                    </a:ext>
                  </a:extLst>
                </p:cNvPr>
                <p:cNvCxnSpPr>
                  <a:endCxn id="293" idx="2"/>
                </p:cNvCxnSpPr>
                <p:nvPr/>
              </p:nvCxnSpPr>
              <p:spPr>
                <a:xfrm>
                  <a:off x="4152902" y="1999270"/>
                  <a:ext cx="665162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Straight Connector 286">
                  <a:extLst>
                    <a:ext uri="{FF2B5EF4-FFF2-40B4-BE49-F238E27FC236}">
                      <a16:creationId xmlns:a16="http://schemas.microsoft.com/office/drawing/2014/main" id="{710B4F39-396F-36E2-6DE3-12CFDB1AE9B1}"/>
                    </a:ext>
                  </a:extLst>
                </p:cNvPr>
                <p:cNvCxnSpPr>
                  <a:stCxn id="294" idx="2"/>
                </p:cNvCxnSpPr>
                <p:nvPr/>
              </p:nvCxnSpPr>
              <p:spPr>
                <a:xfrm flipH="1">
                  <a:off x="4016375" y="1953551"/>
                  <a:ext cx="801689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id="{E6C30423-71B6-BBD4-DC61-6B8B38E14C5D}"/>
                    </a:ext>
                  </a:extLst>
                </p:cNvPr>
                <p:cNvSpPr txBox="1"/>
                <p:nvPr/>
              </p:nvSpPr>
              <p:spPr>
                <a:xfrm>
                  <a:off x="4452938" y="2768242"/>
                  <a:ext cx="261610" cy="1477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90000"/>
                    </a:lnSpc>
                    <a:spcAft>
                      <a:spcPts val="600"/>
                    </a:spcAft>
                  </a:pPr>
                  <a:r>
                    <a:rPr lang="en-GB" sz="400"/>
                    <a:t>100</a:t>
                  </a:r>
                </a:p>
              </p:txBody>
            </p:sp>
            <p:sp>
              <p:nvSpPr>
                <p:cNvPr id="289" name="TextBox 288">
                  <a:extLst>
                    <a:ext uri="{FF2B5EF4-FFF2-40B4-BE49-F238E27FC236}">
                      <a16:creationId xmlns:a16="http://schemas.microsoft.com/office/drawing/2014/main" id="{BBB988BB-71F6-BC7D-F509-633AE9D7894F}"/>
                    </a:ext>
                  </a:extLst>
                </p:cNvPr>
                <p:cNvSpPr txBox="1"/>
                <p:nvPr/>
              </p:nvSpPr>
              <p:spPr>
                <a:xfrm>
                  <a:off x="4478334" y="2867594"/>
                  <a:ext cx="235962" cy="1477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90000"/>
                    </a:lnSpc>
                    <a:spcAft>
                      <a:spcPts val="600"/>
                    </a:spcAft>
                  </a:pPr>
                  <a:r>
                    <a:rPr lang="en-GB" sz="400"/>
                    <a:t>75</a:t>
                  </a:r>
                </a:p>
              </p:txBody>
            </p:sp>
            <p:sp>
              <p:nvSpPr>
                <p:cNvPr id="290" name="TextBox 289">
                  <a:extLst>
                    <a:ext uri="{FF2B5EF4-FFF2-40B4-BE49-F238E27FC236}">
                      <a16:creationId xmlns:a16="http://schemas.microsoft.com/office/drawing/2014/main" id="{F91B1CD6-F265-9F3B-4E0E-E0E406B1CD6C}"/>
                    </a:ext>
                  </a:extLst>
                </p:cNvPr>
                <p:cNvSpPr txBox="1"/>
                <p:nvPr/>
              </p:nvSpPr>
              <p:spPr>
                <a:xfrm>
                  <a:off x="4478334" y="3003699"/>
                  <a:ext cx="235962" cy="1477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90000"/>
                    </a:lnSpc>
                    <a:spcAft>
                      <a:spcPts val="600"/>
                    </a:spcAft>
                  </a:pPr>
                  <a:r>
                    <a:rPr lang="en-GB" sz="400"/>
                    <a:t>50</a:t>
                  </a:r>
                </a:p>
              </p:txBody>
            </p:sp>
            <p:cxnSp>
              <p:nvCxnSpPr>
                <p:cNvPr id="291" name="Straight Connector 290">
                  <a:extLst>
                    <a:ext uri="{FF2B5EF4-FFF2-40B4-BE49-F238E27FC236}">
                      <a16:creationId xmlns:a16="http://schemas.microsoft.com/office/drawing/2014/main" id="{6FDAB12D-CB0B-8695-3BF3-27B3CD3C308D}"/>
                    </a:ext>
                  </a:extLst>
                </p:cNvPr>
                <p:cNvCxnSpPr/>
                <p:nvPr/>
              </p:nvCxnSpPr>
              <p:spPr>
                <a:xfrm>
                  <a:off x="4669374" y="1953551"/>
                  <a:ext cx="0" cy="122899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>
                  <a:extLst>
                    <a:ext uri="{FF2B5EF4-FFF2-40B4-BE49-F238E27FC236}">
                      <a16:creationId xmlns:a16="http://schemas.microsoft.com/office/drawing/2014/main" id="{011380D6-B1E1-CAB1-49EA-81BA4FFC2310}"/>
                    </a:ext>
                  </a:extLst>
                </p:cNvPr>
                <p:cNvCxnSpPr/>
                <p:nvPr/>
              </p:nvCxnSpPr>
              <p:spPr>
                <a:xfrm>
                  <a:off x="4245510" y="1953551"/>
                  <a:ext cx="0" cy="122899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68" name="Straight Connector 267">
                <a:extLst>
                  <a:ext uri="{FF2B5EF4-FFF2-40B4-BE49-F238E27FC236}">
                    <a16:creationId xmlns:a16="http://schemas.microsoft.com/office/drawing/2014/main" id="{EEE003C7-8D35-2144-4095-11D86F2BD269}"/>
                  </a:ext>
                </a:extLst>
              </p:cNvPr>
              <p:cNvCxnSpPr/>
              <p:nvPr/>
            </p:nvCxnSpPr>
            <p:spPr>
              <a:xfrm>
                <a:off x="4197347" y="2108200"/>
                <a:ext cx="516949" cy="0"/>
              </a:xfrm>
              <a:prstGeom prst="line">
                <a:avLst/>
              </a:prstGeom>
              <a:ln w="31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2936A313-B034-C9B1-6F36-4F995AF0A4D0}"/>
                    </a:ext>
                  </a:extLst>
                </p14:cNvPr>
                <p14:cNvContentPartPr/>
                <p14:nvPr/>
              </p14:nvContentPartPr>
              <p14:xfrm>
                <a:off x="7329040" y="3181093"/>
                <a:ext cx="192240" cy="3387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2936A313-B034-C9B1-6F36-4F995AF0A4D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11074" y="3145131"/>
                  <a:ext cx="227813" cy="41032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7EB09845-BE45-30FA-CB71-1961115D926E}"/>
              </a:ext>
            </a:extLst>
          </p:cNvPr>
          <p:cNvGrpSpPr/>
          <p:nvPr/>
        </p:nvGrpSpPr>
        <p:grpSpPr>
          <a:xfrm>
            <a:off x="6550889" y="2950842"/>
            <a:ext cx="479426" cy="1658937"/>
            <a:chOff x="4216400" y="2479675"/>
            <a:chExt cx="479426" cy="1658937"/>
          </a:xfrm>
        </p:grpSpPr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9C03ADBB-E39C-A9B9-DBEE-7BFDE5061D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2650" y="2479675"/>
              <a:ext cx="3176" cy="102235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A56BC675-D23B-91BC-BA45-C16E049299A6}"/>
                </a:ext>
              </a:extLst>
            </p:cNvPr>
            <p:cNvCxnSpPr/>
            <p:nvPr/>
          </p:nvCxnSpPr>
          <p:spPr>
            <a:xfrm flipH="1">
              <a:off x="4556126" y="3502025"/>
              <a:ext cx="139700" cy="54610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98D33B05-D3F7-44EB-4F56-B1B6C8722D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6400" y="2479675"/>
              <a:ext cx="1" cy="102235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12984A30-0A89-B2C2-35BA-E0827C603212}"/>
                </a:ext>
              </a:extLst>
            </p:cNvPr>
            <p:cNvCxnSpPr>
              <a:cxnSpLocks/>
            </p:cNvCxnSpPr>
            <p:nvPr/>
          </p:nvCxnSpPr>
          <p:spPr>
            <a:xfrm>
              <a:off x="4216401" y="3502025"/>
              <a:ext cx="139700" cy="546100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622C516-719D-7AEC-ED81-C70283568428}"/>
                </a:ext>
              </a:extLst>
            </p:cNvPr>
            <p:cNvGrpSpPr/>
            <p:nvPr/>
          </p:nvGrpSpPr>
          <p:grpSpPr>
            <a:xfrm rot="10800000">
              <a:off x="4356101" y="3957637"/>
              <a:ext cx="193675" cy="180975"/>
              <a:chOff x="4295775" y="4048125"/>
              <a:chExt cx="193675" cy="180975"/>
            </a:xfrm>
          </p:grpSpPr>
          <p:sp>
            <p:nvSpPr>
              <p:cNvPr id="316" name="Arc 315">
                <a:extLst>
                  <a:ext uri="{FF2B5EF4-FFF2-40B4-BE49-F238E27FC236}">
                    <a16:creationId xmlns:a16="http://schemas.microsoft.com/office/drawing/2014/main" id="{184BCD88-A25F-4F45-DE87-AC355B9E7CFA}"/>
                  </a:ext>
                </a:extLst>
              </p:cNvPr>
              <p:cNvSpPr/>
              <p:nvPr/>
            </p:nvSpPr>
            <p:spPr>
              <a:xfrm>
                <a:off x="4295775" y="4048125"/>
                <a:ext cx="193675" cy="180975"/>
              </a:xfrm>
              <a:prstGeom prst="arc">
                <a:avLst/>
              </a:prstGeom>
              <a:ln w="127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7" name="Arc 316">
                <a:extLst>
                  <a:ext uri="{FF2B5EF4-FFF2-40B4-BE49-F238E27FC236}">
                    <a16:creationId xmlns:a16="http://schemas.microsoft.com/office/drawing/2014/main" id="{79EC7AA7-8C9A-E5D0-5EBB-65688A24CD0F}"/>
                  </a:ext>
                </a:extLst>
              </p:cNvPr>
              <p:cNvSpPr/>
              <p:nvPr/>
            </p:nvSpPr>
            <p:spPr>
              <a:xfrm flipH="1">
                <a:off x="4295775" y="4048125"/>
                <a:ext cx="193675" cy="180975"/>
              </a:xfrm>
              <a:prstGeom prst="arc">
                <a:avLst/>
              </a:prstGeom>
              <a:ln w="127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29" name="TextBox 328">
            <a:extLst>
              <a:ext uri="{FF2B5EF4-FFF2-40B4-BE49-F238E27FC236}">
                <a16:creationId xmlns:a16="http://schemas.microsoft.com/office/drawing/2014/main" id="{DCBD7BDF-CEEA-73B5-B122-D6F00C81CB4D}"/>
              </a:ext>
            </a:extLst>
          </p:cNvPr>
          <p:cNvSpPr txBox="1"/>
          <p:nvPr/>
        </p:nvSpPr>
        <p:spPr>
          <a:xfrm>
            <a:off x="3272887" y="1128719"/>
            <a:ext cx="670376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1400" b="1" dirty="0">
                <a:solidFill>
                  <a:schemeClr val="accent1"/>
                </a:solidFill>
              </a:rPr>
              <a:t>500 </a:t>
            </a:r>
            <a:r>
              <a:rPr lang="en-GB" sz="1400" b="1" dirty="0" err="1">
                <a:solidFill>
                  <a:schemeClr val="accent1"/>
                </a:solidFill>
              </a:rPr>
              <a:t>uL</a:t>
            </a:r>
            <a:endParaRPr lang="en-GB" sz="1400" b="1" dirty="0">
              <a:solidFill>
                <a:schemeClr val="accent1"/>
              </a:solidFill>
            </a:endParaRPr>
          </a:p>
        </p:txBody>
      </p:sp>
      <p:grpSp>
        <p:nvGrpSpPr>
          <p:cNvPr id="367" name="Group 366">
            <a:extLst>
              <a:ext uri="{FF2B5EF4-FFF2-40B4-BE49-F238E27FC236}">
                <a16:creationId xmlns:a16="http://schemas.microsoft.com/office/drawing/2014/main" id="{2A5945F8-B166-032C-FA76-7AC1D373E409}"/>
              </a:ext>
            </a:extLst>
          </p:cNvPr>
          <p:cNvGrpSpPr/>
          <p:nvPr/>
        </p:nvGrpSpPr>
        <p:grpSpPr>
          <a:xfrm>
            <a:off x="684003" y="1559589"/>
            <a:ext cx="892178" cy="2352733"/>
            <a:chOff x="684003" y="1795891"/>
            <a:chExt cx="892178" cy="2352733"/>
          </a:xfrm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008ED980-870C-9B97-766B-8950D856E89C}"/>
                </a:ext>
              </a:extLst>
            </p:cNvPr>
            <p:cNvGrpSpPr/>
            <p:nvPr/>
          </p:nvGrpSpPr>
          <p:grpSpPr>
            <a:xfrm>
              <a:off x="684003" y="1795891"/>
              <a:ext cx="892178" cy="1591698"/>
              <a:chOff x="4016375" y="1953551"/>
              <a:chExt cx="892178" cy="1591698"/>
            </a:xfrm>
          </p:grpSpPr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id="{12BE6662-FB7E-8687-82FD-6CF4D6484AF5}"/>
                  </a:ext>
                </a:extLst>
              </p:cNvPr>
              <p:cNvGrpSpPr/>
              <p:nvPr/>
            </p:nvGrpSpPr>
            <p:grpSpPr>
              <a:xfrm>
                <a:off x="4016375" y="1953551"/>
                <a:ext cx="892178" cy="1591698"/>
                <a:chOff x="4016375" y="1953551"/>
                <a:chExt cx="892178" cy="1591698"/>
              </a:xfrm>
            </p:grpSpPr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09A5057A-A939-1395-1228-D64758971F69}"/>
                    </a:ext>
                  </a:extLst>
                </p:cNvPr>
                <p:cNvCxnSpPr/>
                <p:nvPr/>
              </p:nvCxnSpPr>
              <p:spPr>
                <a:xfrm>
                  <a:off x="4625976" y="2406650"/>
                  <a:ext cx="0" cy="102235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5E942979-4C0C-2428-9C6C-3DE993E3FD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79897" y="2400297"/>
                  <a:ext cx="95255" cy="1144952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18E72784-D414-97FF-7158-4EA6FCA87F9C}"/>
                    </a:ext>
                  </a:extLst>
                </p:cNvPr>
                <p:cNvCxnSpPr>
                  <a:cxnSpLocks/>
                  <a:endCxn id="216" idx="2"/>
                </p:cNvCxnSpPr>
                <p:nvPr/>
              </p:nvCxnSpPr>
              <p:spPr>
                <a:xfrm>
                  <a:off x="4295774" y="2541515"/>
                  <a:ext cx="146045" cy="887481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93" name="Group 192">
                  <a:extLst>
                    <a:ext uri="{FF2B5EF4-FFF2-40B4-BE49-F238E27FC236}">
                      <a16:creationId xmlns:a16="http://schemas.microsoft.com/office/drawing/2014/main" id="{509B31B5-64F1-C771-86E1-B79DD1EEC9FA}"/>
                    </a:ext>
                  </a:extLst>
                </p:cNvPr>
                <p:cNvGrpSpPr/>
                <p:nvPr/>
              </p:nvGrpSpPr>
              <p:grpSpPr>
                <a:xfrm rot="10800000">
                  <a:off x="4441819" y="3338508"/>
                  <a:ext cx="184151" cy="180977"/>
                  <a:chOff x="4295775" y="4048125"/>
                  <a:chExt cx="193675" cy="180975"/>
                </a:xfrm>
              </p:grpSpPr>
              <p:sp>
                <p:nvSpPr>
                  <p:cNvPr id="216" name="Arc 215">
                    <a:extLst>
                      <a:ext uri="{FF2B5EF4-FFF2-40B4-BE49-F238E27FC236}">
                        <a16:creationId xmlns:a16="http://schemas.microsoft.com/office/drawing/2014/main" id="{61F69F29-522A-DEC7-3884-5E44F3609329}"/>
                      </a:ext>
                    </a:extLst>
                  </p:cNvPr>
                  <p:cNvSpPr/>
                  <p:nvPr/>
                </p:nvSpPr>
                <p:spPr>
                  <a:xfrm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17" name="Arc 216">
                    <a:extLst>
                      <a:ext uri="{FF2B5EF4-FFF2-40B4-BE49-F238E27FC236}">
                        <a16:creationId xmlns:a16="http://schemas.microsoft.com/office/drawing/2014/main" id="{950EDE6E-3AE0-4587-080D-F905B1BE7DB2}"/>
                      </a:ext>
                    </a:extLst>
                  </p:cNvPr>
                  <p:cNvSpPr/>
                  <p:nvPr/>
                </p:nvSpPr>
                <p:spPr>
                  <a:xfrm flipH="1"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D805858F-3F95-A730-F02D-736FB6119AF7}"/>
                    </a:ext>
                  </a:extLst>
                </p:cNvPr>
                <p:cNvCxnSpPr>
                  <a:cxnSpLocks/>
                  <a:endCxn id="217" idx="2"/>
                </p:cNvCxnSpPr>
                <p:nvPr/>
              </p:nvCxnSpPr>
              <p:spPr>
                <a:xfrm flipV="1">
                  <a:off x="4625970" y="3428996"/>
                  <a:ext cx="0" cy="106301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>
                  <a:extLst>
                    <a:ext uri="{FF2B5EF4-FFF2-40B4-BE49-F238E27FC236}">
                      <a16:creationId xmlns:a16="http://schemas.microsoft.com/office/drawing/2014/main" id="{E108526E-09A1-EEF7-D57D-6A2EFEFCC1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371248" y="3535297"/>
                  <a:ext cx="255586" cy="5984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>
                  <a:extLst>
                    <a:ext uri="{FF2B5EF4-FFF2-40B4-BE49-F238E27FC236}">
                      <a16:creationId xmlns:a16="http://schemas.microsoft.com/office/drawing/2014/main" id="{33DAE309-73FC-97DA-3DCE-C3E19547DC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4453" y="2359921"/>
                  <a:ext cx="89843" cy="52037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>
                  <a:extLst>
                    <a:ext uri="{FF2B5EF4-FFF2-40B4-BE49-F238E27FC236}">
                      <a16:creationId xmlns:a16="http://schemas.microsoft.com/office/drawing/2014/main" id="{DC4F373C-4FC9-8FC8-F136-5CF5C278E0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197347" y="2351291"/>
                  <a:ext cx="88904" cy="57147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>
                  <a:extLst>
                    <a:ext uri="{FF2B5EF4-FFF2-40B4-BE49-F238E27FC236}">
                      <a16:creationId xmlns:a16="http://schemas.microsoft.com/office/drawing/2014/main" id="{0F6B7ACF-FC74-AE5F-B842-7AB297DEBC39}"/>
                    </a:ext>
                  </a:extLst>
                </p:cNvPr>
                <p:cNvCxnSpPr/>
                <p:nvPr/>
              </p:nvCxnSpPr>
              <p:spPr>
                <a:xfrm>
                  <a:off x="4556126" y="3282950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>
                  <a:extLst>
                    <a:ext uri="{FF2B5EF4-FFF2-40B4-BE49-F238E27FC236}">
                      <a16:creationId xmlns:a16="http://schemas.microsoft.com/office/drawing/2014/main" id="{E9B5B5A9-655C-94AB-5ED9-17CD866D9B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10060" y="2531527"/>
                  <a:ext cx="150814" cy="88001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>
                  <a:extLst>
                    <a:ext uri="{FF2B5EF4-FFF2-40B4-BE49-F238E27FC236}">
                      <a16:creationId xmlns:a16="http://schemas.microsoft.com/office/drawing/2014/main" id="{FB975301-091E-1018-EAA9-A4889F1646F7}"/>
                    </a:ext>
                  </a:extLst>
                </p:cNvPr>
                <p:cNvCxnSpPr/>
                <p:nvPr/>
              </p:nvCxnSpPr>
              <p:spPr>
                <a:xfrm>
                  <a:off x="4549776" y="3108325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>
                  <a:extLst>
                    <a:ext uri="{FF2B5EF4-FFF2-40B4-BE49-F238E27FC236}">
                      <a16:creationId xmlns:a16="http://schemas.microsoft.com/office/drawing/2014/main" id="{B7191C93-79C5-7BC9-918B-DDEDF54983E8}"/>
                    </a:ext>
                  </a:extLst>
                </p:cNvPr>
                <p:cNvCxnSpPr/>
                <p:nvPr/>
              </p:nvCxnSpPr>
              <p:spPr>
                <a:xfrm>
                  <a:off x="4549776" y="2971532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>
                  <a:extLst>
                    <a:ext uri="{FF2B5EF4-FFF2-40B4-BE49-F238E27FC236}">
                      <a16:creationId xmlns:a16="http://schemas.microsoft.com/office/drawing/2014/main" id="{7213A350-78B2-F458-3FBB-F4173912635E}"/>
                    </a:ext>
                  </a:extLst>
                </p:cNvPr>
                <p:cNvCxnSpPr/>
                <p:nvPr/>
              </p:nvCxnSpPr>
              <p:spPr>
                <a:xfrm>
                  <a:off x="4549775" y="2863582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>
                  <a:extLst>
                    <a:ext uri="{FF2B5EF4-FFF2-40B4-BE49-F238E27FC236}">
                      <a16:creationId xmlns:a16="http://schemas.microsoft.com/office/drawing/2014/main" id="{FF2B829F-A460-AB65-5E3E-D301FAFCFF50}"/>
                    </a:ext>
                  </a:extLst>
                </p:cNvPr>
                <p:cNvCxnSpPr/>
                <p:nvPr/>
              </p:nvCxnSpPr>
              <p:spPr>
                <a:xfrm flipV="1">
                  <a:off x="4714875" y="2001838"/>
                  <a:ext cx="0" cy="358083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>
                  <a:extLst>
                    <a:ext uri="{FF2B5EF4-FFF2-40B4-BE49-F238E27FC236}">
                      <a16:creationId xmlns:a16="http://schemas.microsoft.com/office/drawing/2014/main" id="{7CFEAA9E-4FB1-F1FC-EAC5-959BFA7BD7DA}"/>
                    </a:ext>
                  </a:extLst>
                </p:cNvPr>
                <p:cNvCxnSpPr/>
                <p:nvPr/>
              </p:nvCxnSpPr>
              <p:spPr>
                <a:xfrm flipV="1">
                  <a:off x="4200524" y="2000250"/>
                  <a:ext cx="0" cy="358083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>
                  <a:extLst>
                    <a:ext uri="{FF2B5EF4-FFF2-40B4-BE49-F238E27FC236}">
                      <a16:creationId xmlns:a16="http://schemas.microsoft.com/office/drawing/2014/main" id="{D5F173C4-B019-7F97-FB54-052210942093}"/>
                    </a:ext>
                  </a:extLst>
                </p:cNvPr>
                <p:cNvCxnSpPr/>
                <p:nvPr/>
              </p:nvCxnSpPr>
              <p:spPr>
                <a:xfrm>
                  <a:off x="4216400" y="2000250"/>
                  <a:ext cx="49847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06" name="Group 205">
                  <a:extLst>
                    <a:ext uri="{FF2B5EF4-FFF2-40B4-BE49-F238E27FC236}">
                      <a16:creationId xmlns:a16="http://schemas.microsoft.com/office/drawing/2014/main" id="{8DD046FA-E15D-9B7C-2641-29022EC22AE7}"/>
                    </a:ext>
                  </a:extLst>
                </p:cNvPr>
                <p:cNvGrpSpPr/>
                <p:nvPr/>
              </p:nvGrpSpPr>
              <p:grpSpPr>
                <a:xfrm rot="5400000">
                  <a:off x="4795205" y="1885922"/>
                  <a:ext cx="45719" cy="180977"/>
                  <a:chOff x="4295775" y="4048125"/>
                  <a:chExt cx="193675" cy="180975"/>
                </a:xfrm>
              </p:grpSpPr>
              <p:sp>
                <p:nvSpPr>
                  <p:cNvPr id="214" name="Arc 213">
                    <a:extLst>
                      <a:ext uri="{FF2B5EF4-FFF2-40B4-BE49-F238E27FC236}">
                        <a16:creationId xmlns:a16="http://schemas.microsoft.com/office/drawing/2014/main" id="{D4AB545B-9A79-1F94-70B0-2F27F1602116}"/>
                      </a:ext>
                    </a:extLst>
                  </p:cNvPr>
                  <p:cNvSpPr/>
                  <p:nvPr/>
                </p:nvSpPr>
                <p:spPr>
                  <a:xfrm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15" name="Arc 214">
                    <a:extLst>
                      <a:ext uri="{FF2B5EF4-FFF2-40B4-BE49-F238E27FC236}">
                        <a16:creationId xmlns:a16="http://schemas.microsoft.com/office/drawing/2014/main" id="{3B174216-4F05-2F01-F7AE-7181AAF4E610}"/>
                      </a:ext>
                    </a:extLst>
                  </p:cNvPr>
                  <p:cNvSpPr/>
                  <p:nvPr/>
                </p:nvSpPr>
                <p:spPr>
                  <a:xfrm flipH="1"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cxnSp>
              <p:nvCxnSpPr>
                <p:cNvPr id="207" name="Straight Connector 206">
                  <a:extLst>
                    <a:ext uri="{FF2B5EF4-FFF2-40B4-BE49-F238E27FC236}">
                      <a16:creationId xmlns:a16="http://schemas.microsoft.com/office/drawing/2014/main" id="{02BAC35D-7F65-6C81-2E79-33D898712F1B}"/>
                    </a:ext>
                  </a:extLst>
                </p:cNvPr>
                <p:cNvCxnSpPr>
                  <a:endCxn id="214" idx="2"/>
                </p:cNvCxnSpPr>
                <p:nvPr/>
              </p:nvCxnSpPr>
              <p:spPr>
                <a:xfrm>
                  <a:off x="4152902" y="1999270"/>
                  <a:ext cx="665162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>
                  <a:extLst>
                    <a:ext uri="{FF2B5EF4-FFF2-40B4-BE49-F238E27FC236}">
                      <a16:creationId xmlns:a16="http://schemas.microsoft.com/office/drawing/2014/main" id="{1E5B2EC7-6B49-DB34-0A44-156004214D02}"/>
                    </a:ext>
                  </a:extLst>
                </p:cNvPr>
                <p:cNvCxnSpPr>
                  <a:stCxn id="215" idx="2"/>
                </p:cNvCxnSpPr>
                <p:nvPr/>
              </p:nvCxnSpPr>
              <p:spPr>
                <a:xfrm flipH="1">
                  <a:off x="4016375" y="1953551"/>
                  <a:ext cx="801689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FA207C1E-AE8E-2730-54E0-84FA38B8141C}"/>
                    </a:ext>
                  </a:extLst>
                </p:cNvPr>
                <p:cNvSpPr txBox="1"/>
                <p:nvPr/>
              </p:nvSpPr>
              <p:spPr>
                <a:xfrm>
                  <a:off x="4452938" y="2768242"/>
                  <a:ext cx="261610" cy="1477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90000"/>
                    </a:lnSpc>
                    <a:spcAft>
                      <a:spcPts val="600"/>
                    </a:spcAft>
                  </a:pPr>
                  <a:r>
                    <a:rPr lang="en-GB" sz="400"/>
                    <a:t>100</a:t>
                  </a:r>
                </a:p>
              </p:txBody>
            </p:sp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DCECBB3F-E1F4-4311-F135-94FBF41EB6DD}"/>
                    </a:ext>
                  </a:extLst>
                </p:cNvPr>
                <p:cNvSpPr txBox="1"/>
                <p:nvPr/>
              </p:nvSpPr>
              <p:spPr>
                <a:xfrm>
                  <a:off x="4478334" y="2867594"/>
                  <a:ext cx="235962" cy="1477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90000"/>
                    </a:lnSpc>
                    <a:spcAft>
                      <a:spcPts val="600"/>
                    </a:spcAft>
                  </a:pPr>
                  <a:r>
                    <a:rPr lang="en-GB" sz="400"/>
                    <a:t>75</a:t>
                  </a:r>
                </a:p>
              </p:txBody>
            </p:sp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F78F08CC-B95B-E83A-6D33-CA76831C736F}"/>
                    </a:ext>
                  </a:extLst>
                </p:cNvPr>
                <p:cNvSpPr txBox="1"/>
                <p:nvPr/>
              </p:nvSpPr>
              <p:spPr>
                <a:xfrm>
                  <a:off x="4478334" y="3003699"/>
                  <a:ext cx="235962" cy="1477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90000"/>
                    </a:lnSpc>
                    <a:spcAft>
                      <a:spcPts val="600"/>
                    </a:spcAft>
                  </a:pPr>
                  <a:r>
                    <a:rPr lang="en-GB" sz="400"/>
                    <a:t>50</a:t>
                  </a:r>
                </a:p>
              </p:txBody>
            </p:sp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B298AD4D-7DCB-6024-4ADD-32ACAD04DAC5}"/>
                    </a:ext>
                  </a:extLst>
                </p:cNvPr>
                <p:cNvCxnSpPr/>
                <p:nvPr/>
              </p:nvCxnSpPr>
              <p:spPr>
                <a:xfrm>
                  <a:off x="4669374" y="1953551"/>
                  <a:ext cx="0" cy="122899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Straight Connector 212">
                  <a:extLst>
                    <a:ext uri="{FF2B5EF4-FFF2-40B4-BE49-F238E27FC236}">
                      <a16:creationId xmlns:a16="http://schemas.microsoft.com/office/drawing/2014/main" id="{761E994F-09E4-E03F-DBC1-AD0084AA5A4D}"/>
                    </a:ext>
                  </a:extLst>
                </p:cNvPr>
                <p:cNvCxnSpPr/>
                <p:nvPr/>
              </p:nvCxnSpPr>
              <p:spPr>
                <a:xfrm>
                  <a:off x="4245510" y="1953551"/>
                  <a:ext cx="0" cy="122899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E5D2C540-5DE2-5FC2-5324-F9B008A3DEC4}"/>
                  </a:ext>
                </a:extLst>
              </p:cNvPr>
              <p:cNvCxnSpPr/>
              <p:nvPr/>
            </p:nvCxnSpPr>
            <p:spPr>
              <a:xfrm>
                <a:off x="4197347" y="2108200"/>
                <a:ext cx="516949" cy="0"/>
              </a:xfrm>
              <a:prstGeom prst="line">
                <a:avLst/>
              </a:prstGeom>
              <a:ln w="31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0" name="Group 329">
              <a:extLst>
                <a:ext uri="{FF2B5EF4-FFF2-40B4-BE49-F238E27FC236}">
                  <a16:creationId xmlns:a16="http://schemas.microsoft.com/office/drawing/2014/main" id="{1DB8E183-38E8-3A78-B2EC-E7A77037C015}"/>
                </a:ext>
              </a:extLst>
            </p:cNvPr>
            <p:cNvGrpSpPr/>
            <p:nvPr/>
          </p:nvGrpSpPr>
          <p:grpSpPr>
            <a:xfrm>
              <a:off x="895014" y="2489687"/>
              <a:ext cx="479426" cy="1658937"/>
              <a:chOff x="4216400" y="2479675"/>
              <a:chExt cx="479426" cy="1658937"/>
            </a:xfrm>
          </p:grpSpPr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791C9FA2-49B8-8668-C6C0-0DF5B2F215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92650" y="2479675"/>
                <a:ext cx="3176" cy="1022350"/>
              </a:xfrm>
              <a:prstGeom prst="line">
                <a:avLst/>
              </a:prstGeom>
              <a:ln w="127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DA02E3F4-0188-9AAE-A030-DEA6DD159B1E}"/>
                  </a:ext>
                </a:extLst>
              </p:cNvPr>
              <p:cNvCxnSpPr/>
              <p:nvPr/>
            </p:nvCxnSpPr>
            <p:spPr>
              <a:xfrm flipH="1">
                <a:off x="4556126" y="3502025"/>
                <a:ext cx="139700" cy="546100"/>
              </a:xfrm>
              <a:prstGeom prst="line">
                <a:avLst/>
              </a:prstGeom>
              <a:ln w="127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995F09C3-B8FE-74B9-C086-7653436345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16400" y="2479675"/>
                <a:ext cx="1" cy="1022350"/>
              </a:xfrm>
              <a:prstGeom prst="line">
                <a:avLst/>
              </a:prstGeom>
              <a:ln w="127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F3674FEA-970C-234E-C816-B5BCDFBB19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16401" y="3502025"/>
                <a:ext cx="139700" cy="546100"/>
              </a:xfrm>
              <a:prstGeom prst="line">
                <a:avLst/>
              </a:prstGeom>
              <a:ln w="127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5" name="Group 334">
                <a:extLst>
                  <a:ext uri="{FF2B5EF4-FFF2-40B4-BE49-F238E27FC236}">
                    <a16:creationId xmlns:a16="http://schemas.microsoft.com/office/drawing/2014/main" id="{A4BE29F4-EEC3-2861-2447-317F727E3165}"/>
                  </a:ext>
                </a:extLst>
              </p:cNvPr>
              <p:cNvGrpSpPr/>
              <p:nvPr/>
            </p:nvGrpSpPr>
            <p:grpSpPr>
              <a:xfrm rot="10800000">
                <a:off x="4356101" y="3957637"/>
                <a:ext cx="193675" cy="180975"/>
                <a:chOff x="4295775" y="4048125"/>
                <a:chExt cx="193675" cy="180975"/>
              </a:xfrm>
            </p:grpSpPr>
            <p:sp>
              <p:nvSpPr>
                <p:cNvPr id="336" name="Arc 335">
                  <a:extLst>
                    <a:ext uri="{FF2B5EF4-FFF2-40B4-BE49-F238E27FC236}">
                      <a16:creationId xmlns:a16="http://schemas.microsoft.com/office/drawing/2014/main" id="{9B98E97B-8D18-78F5-A9DD-CAEE8A789EB5}"/>
                    </a:ext>
                  </a:extLst>
                </p:cNvPr>
                <p:cNvSpPr/>
                <p:nvPr/>
              </p:nvSpPr>
              <p:spPr>
                <a:xfrm>
                  <a:off x="4295775" y="4048125"/>
                  <a:ext cx="193675" cy="180975"/>
                </a:xfrm>
                <a:prstGeom prst="arc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37" name="Arc 336">
                  <a:extLst>
                    <a:ext uri="{FF2B5EF4-FFF2-40B4-BE49-F238E27FC236}">
                      <a16:creationId xmlns:a16="http://schemas.microsoft.com/office/drawing/2014/main" id="{9833582A-8560-95B4-816C-3D15C5455DA4}"/>
                    </a:ext>
                  </a:extLst>
                </p:cNvPr>
                <p:cNvSpPr/>
                <p:nvPr/>
              </p:nvSpPr>
              <p:spPr>
                <a:xfrm flipH="1">
                  <a:off x="4295775" y="4048125"/>
                  <a:ext cx="193675" cy="180975"/>
                </a:xfrm>
                <a:prstGeom prst="arc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E46F6E61-8819-E02C-C246-FAF4DBA41F31}"/>
              </a:ext>
            </a:extLst>
          </p:cNvPr>
          <p:cNvGrpSpPr/>
          <p:nvPr/>
        </p:nvGrpSpPr>
        <p:grpSpPr>
          <a:xfrm>
            <a:off x="5017908" y="3000064"/>
            <a:ext cx="479426" cy="1658937"/>
            <a:chOff x="1966036" y="3050784"/>
            <a:chExt cx="479426" cy="1658937"/>
          </a:xfrm>
        </p:grpSpPr>
        <p:grpSp>
          <p:nvGrpSpPr>
            <p:cNvPr id="338" name="Group 337">
              <a:extLst>
                <a:ext uri="{FF2B5EF4-FFF2-40B4-BE49-F238E27FC236}">
                  <a16:creationId xmlns:a16="http://schemas.microsoft.com/office/drawing/2014/main" id="{2E898D25-1A60-3CC9-F3C8-4F354B4878EC}"/>
                </a:ext>
              </a:extLst>
            </p:cNvPr>
            <p:cNvGrpSpPr/>
            <p:nvPr/>
          </p:nvGrpSpPr>
          <p:grpSpPr>
            <a:xfrm>
              <a:off x="1966036" y="3050784"/>
              <a:ext cx="479426" cy="1658937"/>
              <a:chOff x="4216400" y="2479675"/>
              <a:chExt cx="479426" cy="1658937"/>
            </a:xfrm>
          </p:grpSpPr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40A913A4-EDB0-CC2E-E489-F5D9765EFB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92650" y="2479675"/>
                <a:ext cx="3176" cy="1022350"/>
              </a:xfrm>
              <a:prstGeom prst="line">
                <a:avLst/>
              </a:prstGeom>
              <a:ln w="127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5B34DAED-D261-CB2F-9BE6-9E428FE5E33C}"/>
                  </a:ext>
                </a:extLst>
              </p:cNvPr>
              <p:cNvCxnSpPr/>
              <p:nvPr/>
            </p:nvCxnSpPr>
            <p:spPr>
              <a:xfrm flipH="1">
                <a:off x="4556126" y="3502025"/>
                <a:ext cx="139700" cy="546100"/>
              </a:xfrm>
              <a:prstGeom prst="line">
                <a:avLst/>
              </a:prstGeom>
              <a:ln w="127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>
                <a:extLst>
                  <a:ext uri="{FF2B5EF4-FFF2-40B4-BE49-F238E27FC236}">
                    <a16:creationId xmlns:a16="http://schemas.microsoft.com/office/drawing/2014/main" id="{7E5B6D4E-5234-8E27-CDFD-013D0006AD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16400" y="2479675"/>
                <a:ext cx="1" cy="1022350"/>
              </a:xfrm>
              <a:prstGeom prst="line">
                <a:avLst/>
              </a:prstGeom>
              <a:ln w="127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2" name="Straight Connector 341">
                <a:extLst>
                  <a:ext uri="{FF2B5EF4-FFF2-40B4-BE49-F238E27FC236}">
                    <a16:creationId xmlns:a16="http://schemas.microsoft.com/office/drawing/2014/main" id="{A94E843B-FC77-A22A-7CC5-A4B36F208F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16401" y="3502025"/>
                <a:ext cx="139700" cy="546100"/>
              </a:xfrm>
              <a:prstGeom prst="line">
                <a:avLst/>
              </a:prstGeom>
              <a:ln w="127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3" name="Group 342">
                <a:extLst>
                  <a:ext uri="{FF2B5EF4-FFF2-40B4-BE49-F238E27FC236}">
                    <a16:creationId xmlns:a16="http://schemas.microsoft.com/office/drawing/2014/main" id="{D1FBA4F6-F568-3669-6E1A-E13D7D2D0A0B}"/>
                  </a:ext>
                </a:extLst>
              </p:cNvPr>
              <p:cNvGrpSpPr/>
              <p:nvPr/>
            </p:nvGrpSpPr>
            <p:grpSpPr>
              <a:xfrm rot="10800000">
                <a:off x="4356101" y="3957637"/>
                <a:ext cx="193675" cy="180975"/>
                <a:chOff x="4295775" y="4048125"/>
                <a:chExt cx="193675" cy="180975"/>
              </a:xfrm>
            </p:grpSpPr>
            <p:sp>
              <p:nvSpPr>
                <p:cNvPr id="344" name="Arc 343">
                  <a:extLst>
                    <a:ext uri="{FF2B5EF4-FFF2-40B4-BE49-F238E27FC236}">
                      <a16:creationId xmlns:a16="http://schemas.microsoft.com/office/drawing/2014/main" id="{C6CF87F1-6426-6A10-1637-8CDED8CAD49A}"/>
                    </a:ext>
                  </a:extLst>
                </p:cNvPr>
                <p:cNvSpPr/>
                <p:nvPr/>
              </p:nvSpPr>
              <p:spPr>
                <a:xfrm>
                  <a:off x="4295775" y="4048125"/>
                  <a:ext cx="193675" cy="180975"/>
                </a:xfrm>
                <a:prstGeom prst="arc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45" name="Arc 344">
                  <a:extLst>
                    <a:ext uri="{FF2B5EF4-FFF2-40B4-BE49-F238E27FC236}">
                      <a16:creationId xmlns:a16="http://schemas.microsoft.com/office/drawing/2014/main" id="{2461E546-B223-4335-EB2C-8B86222023A4}"/>
                    </a:ext>
                  </a:extLst>
                </p:cNvPr>
                <p:cNvSpPr/>
                <p:nvPr/>
              </p:nvSpPr>
              <p:spPr>
                <a:xfrm flipH="1">
                  <a:off x="4295775" y="4048125"/>
                  <a:ext cx="193675" cy="180975"/>
                </a:xfrm>
                <a:prstGeom prst="arc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4553E61C-C5E5-75CD-E750-1F96FA03A502}"/>
                    </a:ext>
                  </a:extLst>
                </p14:cNvPr>
                <p14:cNvContentPartPr/>
                <p14:nvPr/>
              </p14:nvContentPartPr>
              <p14:xfrm>
                <a:off x="2016725" y="3963333"/>
                <a:ext cx="365400" cy="6339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4553E61C-C5E5-75CD-E750-1F96FA03A50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62725" y="3855394"/>
                  <a:ext cx="473040" cy="84947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954857D8-59F4-D249-56B7-BC250A44B5D0}"/>
              </a:ext>
            </a:extLst>
          </p:cNvPr>
          <p:cNvGrpSpPr/>
          <p:nvPr/>
        </p:nvGrpSpPr>
        <p:grpSpPr>
          <a:xfrm>
            <a:off x="8211366" y="2988377"/>
            <a:ext cx="479426" cy="1658937"/>
            <a:chOff x="1966036" y="3050784"/>
            <a:chExt cx="479426" cy="1658937"/>
          </a:xfrm>
        </p:grpSpPr>
        <p:grpSp>
          <p:nvGrpSpPr>
            <p:cNvPr id="349" name="Group 348">
              <a:extLst>
                <a:ext uri="{FF2B5EF4-FFF2-40B4-BE49-F238E27FC236}">
                  <a16:creationId xmlns:a16="http://schemas.microsoft.com/office/drawing/2014/main" id="{F7CE13CB-A67E-C544-DE2D-DA2122D96A1C}"/>
                </a:ext>
              </a:extLst>
            </p:cNvPr>
            <p:cNvGrpSpPr/>
            <p:nvPr/>
          </p:nvGrpSpPr>
          <p:grpSpPr>
            <a:xfrm>
              <a:off x="1966036" y="3050784"/>
              <a:ext cx="479426" cy="1658937"/>
              <a:chOff x="4216400" y="2479675"/>
              <a:chExt cx="479426" cy="1658937"/>
            </a:xfrm>
          </p:grpSpPr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2195C22F-5EAC-6812-45B5-C55616F966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92650" y="2479675"/>
                <a:ext cx="3176" cy="1022350"/>
              </a:xfrm>
              <a:prstGeom prst="line">
                <a:avLst/>
              </a:prstGeom>
              <a:ln w="127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344BB5CB-9CF7-0A29-0245-8FF5CB8BFF10}"/>
                  </a:ext>
                </a:extLst>
              </p:cNvPr>
              <p:cNvCxnSpPr/>
              <p:nvPr/>
            </p:nvCxnSpPr>
            <p:spPr>
              <a:xfrm flipH="1">
                <a:off x="4556126" y="3502025"/>
                <a:ext cx="139700" cy="546100"/>
              </a:xfrm>
              <a:prstGeom prst="line">
                <a:avLst/>
              </a:prstGeom>
              <a:ln w="127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602344D0-4C50-537E-746D-846D8A741F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16400" y="2479675"/>
                <a:ext cx="1" cy="1022350"/>
              </a:xfrm>
              <a:prstGeom prst="line">
                <a:avLst/>
              </a:prstGeom>
              <a:ln w="127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353">
                <a:extLst>
                  <a:ext uri="{FF2B5EF4-FFF2-40B4-BE49-F238E27FC236}">
                    <a16:creationId xmlns:a16="http://schemas.microsoft.com/office/drawing/2014/main" id="{66959454-CCA9-FB9B-2713-9DE6968396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16401" y="3502025"/>
                <a:ext cx="139700" cy="546100"/>
              </a:xfrm>
              <a:prstGeom prst="line">
                <a:avLst/>
              </a:prstGeom>
              <a:ln w="127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55" name="Group 354">
                <a:extLst>
                  <a:ext uri="{FF2B5EF4-FFF2-40B4-BE49-F238E27FC236}">
                    <a16:creationId xmlns:a16="http://schemas.microsoft.com/office/drawing/2014/main" id="{EF400FE7-00A1-E743-972B-309DF1368516}"/>
                  </a:ext>
                </a:extLst>
              </p:cNvPr>
              <p:cNvGrpSpPr/>
              <p:nvPr/>
            </p:nvGrpSpPr>
            <p:grpSpPr>
              <a:xfrm rot="10800000">
                <a:off x="4356101" y="3957637"/>
                <a:ext cx="193675" cy="180975"/>
                <a:chOff x="4295775" y="4048125"/>
                <a:chExt cx="193675" cy="180975"/>
              </a:xfrm>
            </p:grpSpPr>
            <p:sp>
              <p:nvSpPr>
                <p:cNvPr id="356" name="Arc 355">
                  <a:extLst>
                    <a:ext uri="{FF2B5EF4-FFF2-40B4-BE49-F238E27FC236}">
                      <a16:creationId xmlns:a16="http://schemas.microsoft.com/office/drawing/2014/main" id="{506D4E8F-D992-8B66-5B2F-F73A6C13EE2A}"/>
                    </a:ext>
                  </a:extLst>
                </p:cNvPr>
                <p:cNvSpPr/>
                <p:nvPr/>
              </p:nvSpPr>
              <p:spPr>
                <a:xfrm>
                  <a:off x="4295775" y="4048125"/>
                  <a:ext cx="193675" cy="180975"/>
                </a:xfrm>
                <a:prstGeom prst="arc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57" name="Arc 356">
                  <a:extLst>
                    <a:ext uri="{FF2B5EF4-FFF2-40B4-BE49-F238E27FC236}">
                      <a16:creationId xmlns:a16="http://schemas.microsoft.com/office/drawing/2014/main" id="{F1EE8157-AD34-1D84-630A-02EA26FCEFB5}"/>
                    </a:ext>
                  </a:extLst>
                </p:cNvPr>
                <p:cNvSpPr/>
                <p:nvPr/>
              </p:nvSpPr>
              <p:spPr>
                <a:xfrm flipH="1">
                  <a:off x="4295775" y="4048125"/>
                  <a:ext cx="193675" cy="180975"/>
                </a:xfrm>
                <a:prstGeom prst="arc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58AB0408-5854-DCD1-5611-1AED8ECCBB73}"/>
                    </a:ext>
                  </a:extLst>
                </p14:cNvPr>
                <p14:cNvContentPartPr/>
                <p14:nvPr/>
              </p14:nvContentPartPr>
              <p14:xfrm>
                <a:off x="2016725" y="3963333"/>
                <a:ext cx="365400" cy="6339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58AB0408-5854-DCD1-5611-1AED8ECCBB7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62725" y="3855394"/>
                  <a:ext cx="473040" cy="849478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58" name="TextBox 357">
            <a:extLst>
              <a:ext uri="{FF2B5EF4-FFF2-40B4-BE49-F238E27FC236}">
                <a16:creationId xmlns:a16="http://schemas.microsoft.com/office/drawing/2014/main" id="{3FF34604-80A0-688F-6390-C12D4C1AD44B}"/>
              </a:ext>
            </a:extLst>
          </p:cNvPr>
          <p:cNvSpPr txBox="1"/>
          <p:nvPr/>
        </p:nvSpPr>
        <p:spPr>
          <a:xfrm>
            <a:off x="3456088" y="1822084"/>
            <a:ext cx="282450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dirty="0"/>
              <a:t>L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AB21CA4D-9129-E6A7-859C-A367698A8E8B}"/>
              </a:ext>
            </a:extLst>
          </p:cNvPr>
          <p:cNvSpPr txBox="1"/>
          <p:nvPr/>
        </p:nvSpPr>
        <p:spPr>
          <a:xfrm>
            <a:off x="5047182" y="3916540"/>
            <a:ext cx="407484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dirty="0"/>
              <a:t>F1</a:t>
            </a: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2E3AA39E-7B5C-2BAF-8B65-FDDE655D95E7}"/>
              </a:ext>
            </a:extLst>
          </p:cNvPr>
          <p:cNvSpPr txBox="1"/>
          <p:nvPr/>
        </p:nvSpPr>
        <p:spPr>
          <a:xfrm>
            <a:off x="8250645" y="3915537"/>
            <a:ext cx="407484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dirty="0"/>
              <a:t>F2</a:t>
            </a: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8D104DE2-7241-2D86-E49B-A12287AC7DB3}"/>
              </a:ext>
            </a:extLst>
          </p:cNvPr>
          <p:cNvSpPr txBox="1"/>
          <p:nvPr/>
        </p:nvSpPr>
        <p:spPr>
          <a:xfrm>
            <a:off x="8334298" y="2806650"/>
            <a:ext cx="309700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dirty="0"/>
              <a:t>R</a:t>
            </a: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05D9AC95-9213-68BB-2A0D-B1F809B9D4DD}"/>
              </a:ext>
            </a:extLst>
          </p:cNvPr>
          <p:cNvSpPr txBox="1"/>
          <p:nvPr/>
        </p:nvSpPr>
        <p:spPr>
          <a:xfrm>
            <a:off x="9722033" y="1695591"/>
            <a:ext cx="1434630" cy="1486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2800" b="1" dirty="0">
                <a:solidFill>
                  <a:schemeClr val="accent1"/>
                </a:solidFill>
              </a:rPr>
              <a:t>+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1400" b="1" dirty="0">
                <a:solidFill>
                  <a:schemeClr val="accent1"/>
                </a:solidFill>
              </a:rPr>
              <a:t>50 </a:t>
            </a:r>
            <a:r>
              <a:rPr lang="en-GB" sz="1400" b="1" dirty="0" err="1">
                <a:solidFill>
                  <a:schemeClr val="accent1"/>
                </a:solidFill>
              </a:rPr>
              <a:t>uL</a:t>
            </a:r>
            <a:endParaRPr lang="en-GB" sz="1400" b="1" dirty="0">
              <a:solidFill>
                <a:schemeClr val="accent1"/>
              </a:solidFill>
            </a:endParaRP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1400" b="1" dirty="0">
                <a:solidFill>
                  <a:schemeClr val="accent1"/>
                </a:solidFill>
              </a:rPr>
              <a:t>SDS-PAGE buffer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1400" b="1" dirty="0">
                <a:solidFill>
                  <a:schemeClr val="accent1"/>
                </a:solidFill>
              </a:rPr>
              <a:t>Rinse filter by pipetting</a:t>
            </a:r>
          </a:p>
        </p:txBody>
      </p: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3A72B00D-6EC5-0E6A-0BF2-1C41521D5A25}"/>
              </a:ext>
            </a:extLst>
          </p:cNvPr>
          <p:cNvGrpSpPr/>
          <p:nvPr/>
        </p:nvGrpSpPr>
        <p:grpSpPr>
          <a:xfrm>
            <a:off x="10898396" y="1686314"/>
            <a:ext cx="892178" cy="1591698"/>
            <a:chOff x="9471783" y="1841610"/>
            <a:chExt cx="892178" cy="1591698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FB028E66-BBCA-488A-9A3D-143121DA768C}"/>
                </a:ext>
              </a:extLst>
            </p:cNvPr>
            <p:cNvGrpSpPr/>
            <p:nvPr/>
          </p:nvGrpSpPr>
          <p:grpSpPr>
            <a:xfrm>
              <a:off x="9471783" y="1841610"/>
              <a:ext cx="892178" cy="1591698"/>
              <a:chOff x="4016375" y="1953551"/>
              <a:chExt cx="892178" cy="1591698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1B4B70D1-97E5-DD59-B56A-35D6C1F2EEE5}"/>
                  </a:ext>
                </a:extLst>
              </p:cNvPr>
              <p:cNvGrpSpPr/>
              <p:nvPr/>
            </p:nvGrpSpPr>
            <p:grpSpPr>
              <a:xfrm>
                <a:off x="4016375" y="1953551"/>
                <a:ext cx="892178" cy="1591698"/>
                <a:chOff x="4016375" y="1953551"/>
                <a:chExt cx="892178" cy="1591698"/>
              </a:xfrm>
            </p:grpSpPr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005E67C8-5AF3-CBEA-66E4-4BFB5BF2F5D6}"/>
                    </a:ext>
                  </a:extLst>
                </p:cNvPr>
                <p:cNvCxnSpPr/>
                <p:nvPr/>
              </p:nvCxnSpPr>
              <p:spPr>
                <a:xfrm>
                  <a:off x="4625976" y="2406650"/>
                  <a:ext cx="0" cy="102235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Connector 149">
                  <a:extLst>
                    <a:ext uri="{FF2B5EF4-FFF2-40B4-BE49-F238E27FC236}">
                      <a16:creationId xmlns:a16="http://schemas.microsoft.com/office/drawing/2014/main" id="{2B1582E5-4750-87D7-1FE0-6E0FAA9720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79897" y="2400297"/>
                  <a:ext cx="95255" cy="1144952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6B2E1604-5CED-6B56-8A6F-4F761AEBF742}"/>
                    </a:ext>
                  </a:extLst>
                </p:cNvPr>
                <p:cNvCxnSpPr>
                  <a:cxnSpLocks/>
                  <a:endCxn id="175" idx="2"/>
                </p:cNvCxnSpPr>
                <p:nvPr/>
              </p:nvCxnSpPr>
              <p:spPr>
                <a:xfrm>
                  <a:off x="4295774" y="2541515"/>
                  <a:ext cx="146045" cy="887481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6ACA49AF-C0CE-AF3A-3DB4-D4C36F31BE0B}"/>
                    </a:ext>
                  </a:extLst>
                </p:cNvPr>
                <p:cNvGrpSpPr/>
                <p:nvPr/>
              </p:nvGrpSpPr>
              <p:grpSpPr>
                <a:xfrm rot="10800000">
                  <a:off x="4441819" y="3338508"/>
                  <a:ext cx="184151" cy="180977"/>
                  <a:chOff x="4295775" y="4048125"/>
                  <a:chExt cx="193675" cy="180975"/>
                </a:xfrm>
              </p:grpSpPr>
              <p:sp>
                <p:nvSpPr>
                  <p:cNvPr id="175" name="Arc 174">
                    <a:extLst>
                      <a:ext uri="{FF2B5EF4-FFF2-40B4-BE49-F238E27FC236}">
                        <a16:creationId xmlns:a16="http://schemas.microsoft.com/office/drawing/2014/main" id="{E67CEFAC-2BDA-C4B8-BAB4-03DF183503CD}"/>
                      </a:ext>
                    </a:extLst>
                  </p:cNvPr>
                  <p:cNvSpPr/>
                  <p:nvPr/>
                </p:nvSpPr>
                <p:spPr>
                  <a:xfrm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76" name="Arc 175">
                    <a:extLst>
                      <a:ext uri="{FF2B5EF4-FFF2-40B4-BE49-F238E27FC236}">
                        <a16:creationId xmlns:a16="http://schemas.microsoft.com/office/drawing/2014/main" id="{BC9D73E4-B5BA-A679-CD44-01BCAF9F8AB7}"/>
                      </a:ext>
                    </a:extLst>
                  </p:cNvPr>
                  <p:cNvSpPr/>
                  <p:nvPr/>
                </p:nvSpPr>
                <p:spPr>
                  <a:xfrm flipH="1"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99AA6E8B-7231-37B8-9995-40AB540D7EEF}"/>
                    </a:ext>
                  </a:extLst>
                </p:cNvPr>
                <p:cNvCxnSpPr>
                  <a:cxnSpLocks/>
                  <a:endCxn id="176" idx="2"/>
                </p:cNvCxnSpPr>
                <p:nvPr/>
              </p:nvCxnSpPr>
              <p:spPr>
                <a:xfrm flipV="1">
                  <a:off x="4625970" y="3428996"/>
                  <a:ext cx="0" cy="106301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048F270C-20F2-61BD-BD76-1629B5E6D2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371248" y="3535297"/>
                  <a:ext cx="255586" cy="5984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B17E32BA-3F1D-1C97-18C2-DC0D56F144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24453" y="2359921"/>
                  <a:ext cx="89843" cy="52037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8E9B0786-922E-C0B1-87FF-8563176CC8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197347" y="2351291"/>
                  <a:ext cx="88904" cy="57147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4E80CB0D-F96B-4EC7-67DA-30DB221D0EA4}"/>
                    </a:ext>
                  </a:extLst>
                </p:cNvPr>
                <p:cNvCxnSpPr/>
                <p:nvPr/>
              </p:nvCxnSpPr>
              <p:spPr>
                <a:xfrm>
                  <a:off x="4556126" y="3282950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69601449-141B-4343-5EA9-86DC0FE5C6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10060" y="2531527"/>
                  <a:ext cx="150814" cy="88001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656828CF-B52B-F996-2398-9E19B6071392}"/>
                    </a:ext>
                  </a:extLst>
                </p:cNvPr>
                <p:cNvCxnSpPr/>
                <p:nvPr/>
              </p:nvCxnSpPr>
              <p:spPr>
                <a:xfrm>
                  <a:off x="4549776" y="3108325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D5B6907C-C99D-D0D2-679E-109C42F99F56}"/>
                    </a:ext>
                  </a:extLst>
                </p:cNvPr>
                <p:cNvCxnSpPr/>
                <p:nvPr/>
              </p:nvCxnSpPr>
              <p:spPr>
                <a:xfrm>
                  <a:off x="4549776" y="2971532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75F3EACD-4D6C-9861-742F-DF71DDC06107}"/>
                    </a:ext>
                  </a:extLst>
                </p:cNvPr>
                <p:cNvCxnSpPr/>
                <p:nvPr/>
              </p:nvCxnSpPr>
              <p:spPr>
                <a:xfrm>
                  <a:off x="4549775" y="2863582"/>
                  <a:ext cx="7619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8182D239-F990-DE27-4246-3AE3BA5BE357}"/>
                    </a:ext>
                  </a:extLst>
                </p:cNvPr>
                <p:cNvCxnSpPr/>
                <p:nvPr/>
              </p:nvCxnSpPr>
              <p:spPr>
                <a:xfrm flipV="1">
                  <a:off x="4714875" y="2001838"/>
                  <a:ext cx="0" cy="358083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6DDB18E3-86EF-9405-F114-7A970B95EAAC}"/>
                    </a:ext>
                  </a:extLst>
                </p:cNvPr>
                <p:cNvCxnSpPr/>
                <p:nvPr/>
              </p:nvCxnSpPr>
              <p:spPr>
                <a:xfrm flipV="1">
                  <a:off x="4200524" y="2000250"/>
                  <a:ext cx="0" cy="358083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5478BBFC-218C-36F5-99DD-E6778ACB3D4C}"/>
                    </a:ext>
                  </a:extLst>
                </p:cNvPr>
                <p:cNvCxnSpPr/>
                <p:nvPr/>
              </p:nvCxnSpPr>
              <p:spPr>
                <a:xfrm>
                  <a:off x="4216400" y="2000250"/>
                  <a:ext cx="498475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AB205895-1144-2D23-987C-609FBE655D03}"/>
                    </a:ext>
                  </a:extLst>
                </p:cNvPr>
                <p:cNvGrpSpPr/>
                <p:nvPr/>
              </p:nvGrpSpPr>
              <p:grpSpPr>
                <a:xfrm rot="5400000">
                  <a:off x="4795205" y="1885922"/>
                  <a:ext cx="45719" cy="180977"/>
                  <a:chOff x="4295775" y="4048125"/>
                  <a:chExt cx="193675" cy="180975"/>
                </a:xfrm>
              </p:grpSpPr>
              <p:sp>
                <p:nvSpPr>
                  <p:cNvPr id="173" name="Arc 172">
                    <a:extLst>
                      <a:ext uri="{FF2B5EF4-FFF2-40B4-BE49-F238E27FC236}">
                        <a16:creationId xmlns:a16="http://schemas.microsoft.com/office/drawing/2014/main" id="{349889CF-A4B9-0476-0126-834E32FD0CE7}"/>
                      </a:ext>
                    </a:extLst>
                  </p:cNvPr>
                  <p:cNvSpPr/>
                  <p:nvPr/>
                </p:nvSpPr>
                <p:spPr>
                  <a:xfrm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74" name="Arc 173">
                    <a:extLst>
                      <a:ext uri="{FF2B5EF4-FFF2-40B4-BE49-F238E27FC236}">
                        <a16:creationId xmlns:a16="http://schemas.microsoft.com/office/drawing/2014/main" id="{DDDD5ED7-A631-F66D-63F8-31EAAABDD8B6}"/>
                      </a:ext>
                    </a:extLst>
                  </p:cNvPr>
                  <p:cNvSpPr/>
                  <p:nvPr/>
                </p:nvSpPr>
                <p:spPr>
                  <a:xfrm flipH="1">
                    <a:off x="4295775" y="4048125"/>
                    <a:ext cx="193675" cy="180975"/>
                  </a:xfrm>
                  <a:prstGeom prst="arc">
                    <a:avLst/>
                  </a:prstGeom>
                  <a:ln w="127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80B1A1FC-8B22-5DF1-713C-945A73806EDF}"/>
                    </a:ext>
                  </a:extLst>
                </p:cNvPr>
                <p:cNvCxnSpPr>
                  <a:endCxn id="173" idx="2"/>
                </p:cNvCxnSpPr>
                <p:nvPr/>
              </p:nvCxnSpPr>
              <p:spPr>
                <a:xfrm>
                  <a:off x="4152902" y="1999270"/>
                  <a:ext cx="665162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78D3F7F9-3574-D59E-EA20-5BF1BF9F3C75}"/>
                    </a:ext>
                  </a:extLst>
                </p:cNvPr>
                <p:cNvCxnSpPr>
                  <a:stCxn id="174" idx="2"/>
                </p:cNvCxnSpPr>
                <p:nvPr/>
              </p:nvCxnSpPr>
              <p:spPr>
                <a:xfrm flipH="1">
                  <a:off x="4016375" y="1953551"/>
                  <a:ext cx="801689" cy="0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941B7258-F19A-E0F5-0F25-F9AF6E0A88C2}"/>
                    </a:ext>
                  </a:extLst>
                </p:cNvPr>
                <p:cNvSpPr txBox="1"/>
                <p:nvPr/>
              </p:nvSpPr>
              <p:spPr>
                <a:xfrm>
                  <a:off x="4452938" y="2768242"/>
                  <a:ext cx="261610" cy="1477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90000"/>
                    </a:lnSpc>
                    <a:spcAft>
                      <a:spcPts val="600"/>
                    </a:spcAft>
                  </a:pPr>
                  <a:r>
                    <a:rPr lang="en-GB" sz="400"/>
                    <a:t>100</a:t>
                  </a:r>
                </a:p>
              </p:txBody>
            </p:sp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3751F422-7814-55B4-6D1E-9A0E81462D1D}"/>
                    </a:ext>
                  </a:extLst>
                </p:cNvPr>
                <p:cNvSpPr txBox="1"/>
                <p:nvPr/>
              </p:nvSpPr>
              <p:spPr>
                <a:xfrm>
                  <a:off x="4478334" y="2867594"/>
                  <a:ext cx="235962" cy="1477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90000"/>
                    </a:lnSpc>
                    <a:spcAft>
                      <a:spcPts val="600"/>
                    </a:spcAft>
                  </a:pPr>
                  <a:r>
                    <a:rPr lang="en-GB" sz="400"/>
                    <a:t>75</a:t>
                  </a:r>
                </a:p>
              </p:txBody>
            </p:sp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004F8751-2E43-46A3-CFA1-B4155067B000}"/>
                    </a:ext>
                  </a:extLst>
                </p:cNvPr>
                <p:cNvSpPr txBox="1"/>
                <p:nvPr/>
              </p:nvSpPr>
              <p:spPr>
                <a:xfrm>
                  <a:off x="4478334" y="3003699"/>
                  <a:ext cx="235962" cy="1477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>
                    <a:lnSpc>
                      <a:spcPct val="90000"/>
                    </a:lnSpc>
                    <a:spcAft>
                      <a:spcPts val="600"/>
                    </a:spcAft>
                  </a:pPr>
                  <a:r>
                    <a:rPr lang="en-GB" sz="400"/>
                    <a:t>50</a:t>
                  </a:r>
                </a:p>
              </p:txBody>
            </p: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23060064-BC8B-A7BD-1FC1-5D631CA90DD9}"/>
                    </a:ext>
                  </a:extLst>
                </p:cNvPr>
                <p:cNvCxnSpPr/>
                <p:nvPr/>
              </p:nvCxnSpPr>
              <p:spPr>
                <a:xfrm>
                  <a:off x="4669374" y="1953551"/>
                  <a:ext cx="0" cy="122899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86A0129F-2AF4-EB26-CEEE-9BE8B6DEE222}"/>
                    </a:ext>
                  </a:extLst>
                </p:cNvPr>
                <p:cNvCxnSpPr/>
                <p:nvPr/>
              </p:nvCxnSpPr>
              <p:spPr>
                <a:xfrm>
                  <a:off x="4245510" y="1953551"/>
                  <a:ext cx="0" cy="122899"/>
                </a:xfrm>
                <a:prstGeom prst="line">
                  <a:avLst/>
                </a:prstGeom>
                <a:ln w="127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44D320CA-5D34-355F-16DF-A35B2BBC3653}"/>
                  </a:ext>
                </a:extLst>
              </p:cNvPr>
              <p:cNvCxnSpPr/>
              <p:nvPr/>
            </p:nvCxnSpPr>
            <p:spPr>
              <a:xfrm>
                <a:off x="4197347" y="2108200"/>
                <a:ext cx="516949" cy="0"/>
              </a:xfrm>
              <a:prstGeom prst="line">
                <a:avLst/>
              </a:prstGeom>
              <a:ln w="31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63C1E676-3870-DC21-8A54-AAE451AD8596}"/>
                    </a:ext>
                  </a:extLst>
                </p14:cNvPr>
                <p14:cNvContentPartPr/>
                <p14:nvPr/>
              </p14:nvContentPartPr>
              <p14:xfrm>
                <a:off x="9923418" y="3101173"/>
                <a:ext cx="108360" cy="18288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63C1E676-3870-DC21-8A54-AAE451AD85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869418" y="2992960"/>
                  <a:ext cx="216000" cy="398945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CAE2BC7F-1033-0E54-D855-BBF0E8FFC525}"/>
                </a:ext>
              </a:extLst>
            </p:cNvPr>
            <p:cNvSpPr txBox="1"/>
            <p:nvPr/>
          </p:nvSpPr>
          <p:spPr>
            <a:xfrm>
              <a:off x="9771833" y="3048453"/>
              <a:ext cx="389850" cy="3416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GB"/>
                <a:t>W</a:t>
              </a:r>
            </a:p>
          </p:txBody>
        </p:sp>
      </p:grpSp>
      <p:pic>
        <p:nvPicPr>
          <p:cNvPr id="408" name="Picture 407">
            <a:extLst>
              <a:ext uri="{FF2B5EF4-FFF2-40B4-BE49-F238E27FC236}">
                <a16:creationId xmlns:a16="http://schemas.microsoft.com/office/drawing/2014/main" id="{B94292C7-B000-D08E-D925-14F6E4AF63AC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rightnessContrast bright="10000" contrast="10000"/>
                    </a14:imgEffect>
                  </a14:imgLayer>
                </a14:imgProps>
              </a:ext>
            </a:extLst>
          </a:blip>
          <a:srcRect l="2558" t="-2112" r="3483" b="52662"/>
          <a:stretch/>
        </p:blipFill>
        <p:spPr>
          <a:xfrm>
            <a:off x="3030611" y="5027472"/>
            <a:ext cx="5575699" cy="684355"/>
          </a:xfrm>
          <a:prstGeom prst="rect">
            <a:avLst/>
          </a:prstGeom>
        </p:spPr>
      </p:pic>
      <p:sp>
        <p:nvSpPr>
          <p:cNvPr id="409" name="TextBox 408">
            <a:extLst>
              <a:ext uri="{FF2B5EF4-FFF2-40B4-BE49-F238E27FC236}">
                <a16:creationId xmlns:a16="http://schemas.microsoft.com/office/drawing/2014/main" id="{78B311B7-ACC4-3DAE-25D8-C48112F30030}"/>
              </a:ext>
            </a:extLst>
          </p:cNvPr>
          <p:cNvSpPr txBox="1"/>
          <p:nvPr/>
        </p:nvSpPr>
        <p:spPr>
          <a:xfrm>
            <a:off x="3353170" y="4752648"/>
            <a:ext cx="248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2000" b="1" dirty="0"/>
              <a:t>L</a:t>
            </a: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CC1678C5-47FE-DDF2-E814-C0229F4BCF5D}"/>
              </a:ext>
            </a:extLst>
          </p:cNvPr>
          <p:cNvSpPr txBox="1"/>
          <p:nvPr/>
        </p:nvSpPr>
        <p:spPr>
          <a:xfrm>
            <a:off x="4477246" y="4729760"/>
            <a:ext cx="877894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1600" b="1" dirty="0"/>
              <a:t>F1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46148F08-952F-111D-3CEE-557F02EDE954}"/>
              </a:ext>
            </a:extLst>
          </p:cNvPr>
          <p:cNvSpPr txBox="1"/>
          <p:nvPr/>
        </p:nvSpPr>
        <p:spPr>
          <a:xfrm>
            <a:off x="5568221" y="4729760"/>
            <a:ext cx="837249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1600" b="1" dirty="0"/>
              <a:t>F2</a:t>
            </a: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3143E0C3-B0DC-3E06-5F1E-BA0573C2577A}"/>
              </a:ext>
            </a:extLst>
          </p:cNvPr>
          <p:cNvSpPr txBox="1"/>
          <p:nvPr/>
        </p:nvSpPr>
        <p:spPr>
          <a:xfrm>
            <a:off x="6714841" y="4746618"/>
            <a:ext cx="26802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1600" b="1"/>
              <a:t>R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524D5B2B-D343-76E1-DCD3-8D830F382DC6}"/>
              </a:ext>
            </a:extLst>
          </p:cNvPr>
          <p:cNvSpPr txBox="1"/>
          <p:nvPr/>
        </p:nvSpPr>
        <p:spPr>
          <a:xfrm>
            <a:off x="7902778" y="4754925"/>
            <a:ext cx="32092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1600" b="1"/>
              <a:t>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22FB2D-AC02-5558-4082-AA2F18BF1786}"/>
              </a:ext>
            </a:extLst>
          </p:cNvPr>
          <p:cNvSpPr txBox="1"/>
          <p:nvPr/>
        </p:nvSpPr>
        <p:spPr>
          <a:xfrm>
            <a:off x="2221069" y="6019510"/>
            <a:ext cx="7536487" cy="66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/>
              <a:t>Successful enrichment in retentate denotes a functional capture of bioparticle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/>
              <a:t>Crucial first test of feasibility for each conception of the system </a:t>
            </a:r>
          </a:p>
        </p:txBody>
      </p:sp>
    </p:spTree>
    <p:extLst>
      <p:ext uri="{BB962C8B-B14F-4D97-AF65-F5344CB8AC3E}">
        <p14:creationId xmlns:p14="http://schemas.microsoft.com/office/powerpoint/2010/main" val="2730557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8F801237-E784-3BF2-58BC-8F99E3EE1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394" y="3587784"/>
            <a:ext cx="4579620" cy="2423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BFF230-DAA8-A6C3-5E6E-D4C1D3EA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94" y="94979"/>
            <a:ext cx="11376025" cy="1008062"/>
          </a:xfrm>
        </p:spPr>
        <p:txBody>
          <a:bodyPr>
            <a:normAutofit fontScale="90000"/>
          </a:bodyPr>
          <a:lstStyle/>
          <a:p>
            <a:r>
              <a:rPr lang="en-GB" dirty="0"/>
              <a:t>Initial </a:t>
            </a:r>
            <a:r>
              <a:rPr lang="en-US" dirty="0"/>
              <a:t>mAb Affinity complex </a:t>
            </a:r>
            <a:r>
              <a:rPr lang="en-GB" dirty="0"/>
              <a:t>showed [mAb] dependence</a:t>
            </a:r>
            <a:br>
              <a:rPr lang="en-GB" dirty="0"/>
            </a:b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F4D0EB-6435-1A9E-A301-E10941FE4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56258"/>
            <a:ext cx="407988" cy="309145"/>
          </a:xfrm>
        </p:spPr>
        <p:txBody>
          <a:bodyPr/>
          <a:lstStyle/>
          <a:p>
            <a:fld id="{F8E47D07-9D1E-4FE9-B31A-2F5863681021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76BC16-C697-FC96-25B0-FD97F5640538}"/>
              </a:ext>
            </a:extLst>
          </p:cNvPr>
          <p:cNvSpPr txBox="1"/>
          <p:nvPr/>
        </p:nvSpPr>
        <p:spPr>
          <a:xfrm>
            <a:off x="2323749" y="1249387"/>
            <a:ext cx="282450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dirty="0"/>
              <a:t>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F2FC1D-C471-E287-6DBC-BA2D9D242393}"/>
              </a:ext>
            </a:extLst>
          </p:cNvPr>
          <p:cNvSpPr txBox="1"/>
          <p:nvPr/>
        </p:nvSpPr>
        <p:spPr>
          <a:xfrm>
            <a:off x="3033867" y="1225679"/>
            <a:ext cx="407484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dirty="0"/>
              <a:t>F1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1D642D-F5B7-B7B8-C579-B4F4B655D5F7}"/>
              </a:ext>
            </a:extLst>
          </p:cNvPr>
          <p:cNvSpPr txBox="1"/>
          <p:nvPr/>
        </p:nvSpPr>
        <p:spPr>
          <a:xfrm>
            <a:off x="3767853" y="1238494"/>
            <a:ext cx="407484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dirty="0"/>
              <a:t>F2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B77F77-B976-B02E-D05B-AFD27DA90F02}"/>
              </a:ext>
            </a:extLst>
          </p:cNvPr>
          <p:cNvSpPr txBox="1"/>
          <p:nvPr/>
        </p:nvSpPr>
        <p:spPr>
          <a:xfrm>
            <a:off x="4622258" y="1238494"/>
            <a:ext cx="309700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dirty="0"/>
              <a:t>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87683E-99CB-F1CB-095D-D5E57C478422}"/>
              </a:ext>
            </a:extLst>
          </p:cNvPr>
          <p:cNvSpPr txBox="1"/>
          <p:nvPr/>
        </p:nvSpPr>
        <p:spPr>
          <a:xfrm>
            <a:off x="5267914" y="1238494"/>
            <a:ext cx="389850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dirty="0"/>
              <a:t>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214AC5-1C51-F135-576E-8ACA4BB6630A}"/>
              </a:ext>
            </a:extLst>
          </p:cNvPr>
          <p:cNvSpPr txBox="1"/>
          <p:nvPr/>
        </p:nvSpPr>
        <p:spPr>
          <a:xfrm>
            <a:off x="36903" y="1816316"/>
            <a:ext cx="2082301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dirty="0"/>
              <a:t>A  Mix at 4.3 mg/mL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A4BDF5-2574-FF09-51CB-5B35CE20320E}"/>
              </a:ext>
            </a:extLst>
          </p:cNvPr>
          <p:cNvSpPr txBox="1"/>
          <p:nvPr/>
        </p:nvSpPr>
        <p:spPr>
          <a:xfrm>
            <a:off x="36901" y="3078290"/>
            <a:ext cx="2191306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dirty="0"/>
              <a:t>B  Mix at 0.81 mg/mL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9E877C-C49B-7226-A36E-C7A53CB1FE84}"/>
              </a:ext>
            </a:extLst>
          </p:cNvPr>
          <p:cNvSpPr txBox="1"/>
          <p:nvPr/>
        </p:nvSpPr>
        <p:spPr>
          <a:xfrm>
            <a:off x="-21606" y="4255094"/>
            <a:ext cx="2189702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dirty="0"/>
              <a:t>C  Mix at 0.43 mg/mL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9ECCCF-FE41-2F44-504B-9351DC84DF43}"/>
              </a:ext>
            </a:extLst>
          </p:cNvPr>
          <p:cNvSpPr txBox="1"/>
          <p:nvPr/>
        </p:nvSpPr>
        <p:spPr>
          <a:xfrm>
            <a:off x="36902" y="5416345"/>
            <a:ext cx="2208938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dirty="0"/>
              <a:t>D  Mix at 0.25 mg/mL</a:t>
            </a:r>
          </a:p>
        </p:txBody>
      </p:sp>
      <p:pic>
        <p:nvPicPr>
          <p:cNvPr id="16" name="Picture 15" descr="A close-up of a test&#10;&#10;Description automatically generated">
            <a:extLst>
              <a:ext uri="{FF2B5EF4-FFF2-40B4-BE49-F238E27FC236}">
                <a16:creationId xmlns:a16="http://schemas.microsoft.com/office/drawing/2014/main" id="{C2DDD6DB-04E8-069B-92DC-63AA5899B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3526841"/>
            <a:ext cx="5577840" cy="4462272"/>
          </a:xfrm>
          <a:prstGeom prst="rect">
            <a:avLst/>
          </a:prstGeom>
        </p:spPr>
      </p:pic>
      <p:pic>
        <p:nvPicPr>
          <p:cNvPr id="18" name="Picture 17" descr="A close-up of a grey square&#10;&#10;Description automatically generated">
            <a:extLst>
              <a:ext uri="{FF2B5EF4-FFF2-40B4-BE49-F238E27FC236}">
                <a16:creationId xmlns:a16="http://schemas.microsoft.com/office/drawing/2014/main" id="{EB83575E-2BD7-AA5B-A2B0-745C78D01A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275140" y="82992"/>
            <a:ext cx="5577840" cy="446227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6F979DA-6184-F5BB-4B50-259623A9FAE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2087"/>
          <a:stretch/>
        </p:blipFill>
        <p:spPr>
          <a:xfrm>
            <a:off x="2183678" y="1797219"/>
            <a:ext cx="3617062" cy="54862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915111F-419D-DCEC-56C1-762EC291132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51338"/>
          <a:stretch/>
        </p:blipFill>
        <p:spPr>
          <a:xfrm>
            <a:off x="2183678" y="3011111"/>
            <a:ext cx="3617062" cy="56104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4486B83-3E4B-78E4-FA00-EF2F3BB789F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53486"/>
          <a:stretch/>
        </p:blipFill>
        <p:spPr>
          <a:xfrm>
            <a:off x="2183678" y="4152368"/>
            <a:ext cx="3617062" cy="55831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17094FE-E72D-5D44-B164-BD73710D1AD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56619"/>
          <a:stretch/>
        </p:blipFill>
        <p:spPr>
          <a:xfrm>
            <a:off x="2211950" y="5348772"/>
            <a:ext cx="3588790" cy="49330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3B88AF6-7547-2F3F-C894-B0DCD4C7D93E}"/>
              </a:ext>
            </a:extLst>
          </p:cNvPr>
          <p:cNvSpPr txBox="1"/>
          <p:nvPr/>
        </p:nvSpPr>
        <p:spPr>
          <a:xfrm>
            <a:off x="470234" y="6056903"/>
            <a:ext cx="11376025" cy="91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/>
              <a:t>Increase in </a:t>
            </a:r>
            <a:r>
              <a:rPr lang="en-GB" err="1"/>
              <a:t>mAb</a:t>
            </a:r>
            <a:r>
              <a:rPr lang="en-GB"/>
              <a:t> concentration was linked to higher retention of bioparticle.</a:t>
            </a:r>
            <a:r>
              <a:rPr lang="en-GB" dirty="0"/>
              <a:t> </a:t>
            </a:r>
            <a:r>
              <a:rPr lang="en-GB"/>
              <a:t>We determined that improvements</a:t>
            </a:r>
            <a:r>
              <a:rPr lang="en-GB" dirty="0"/>
              <a:t> should decrease concentration dependence and maximize % retained</a:t>
            </a:r>
            <a:r>
              <a:rPr lang="en-GB"/>
              <a:t>. </a:t>
            </a:r>
            <a:endParaRPr lang="en-GB" dirty="0"/>
          </a:p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GB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D83857C-0E2E-FDDF-17BF-D99B1D1ED6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8394" y="776021"/>
            <a:ext cx="4579620" cy="27508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231D159-D237-2A31-AD72-0CF44073135E}"/>
              </a:ext>
            </a:extLst>
          </p:cNvPr>
          <p:cNvSpPr/>
          <p:nvPr/>
        </p:nvSpPr>
        <p:spPr>
          <a:xfrm>
            <a:off x="10250927" y="1256987"/>
            <a:ext cx="836023" cy="1931426"/>
          </a:xfrm>
          <a:prstGeom prst="rect">
            <a:avLst/>
          </a:prstGeom>
          <a:solidFill>
            <a:schemeClr val="bg2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E29380-3CB2-B99C-DE2E-4A60145C0261}"/>
              </a:ext>
            </a:extLst>
          </p:cNvPr>
          <p:cNvSpPr txBox="1"/>
          <p:nvPr/>
        </p:nvSpPr>
        <p:spPr>
          <a:xfrm>
            <a:off x="10250927" y="1896634"/>
            <a:ext cx="1070216" cy="1007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Preferred operating range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sz="1100" dirty="0"/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Retention&gt;80%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A3F7430-7683-14E2-14FF-300ADE7DD8C0}"/>
              </a:ext>
            </a:extLst>
          </p:cNvPr>
          <p:cNvCxnSpPr>
            <a:cxnSpLocks/>
          </p:cNvCxnSpPr>
          <p:nvPr/>
        </p:nvCxnSpPr>
        <p:spPr>
          <a:xfrm flipH="1">
            <a:off x="7296150" y="1346200"/>
            <a:ext cx="3746350" cy="0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234CC6A-453B-24E6-C47B-598FA443557A}"/>
              </a:ext>
            </a:extLst>
          </p:cNvPr>
          <p:cNvSpPr txBox="1"/>
          <p:nvPr/>
        </p:nvSpPr>
        <p:spPr>
          <a:xfrm>
            <a:off x="11151470" y="1175384"/>
            <a:ext cx="873701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1200"/>
              <a:t>Target 95%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A9DB4FF-7E40-7F9F-4AB9-5DFF7B7F45ED}"/>
              </a:ext>
            </a:extLst>
          </p:cNvPr>
          <p:cNvCxnSpPr>
            <a:cxnSpLocks/>
          </p:cNvCxnSpPr>
          <p:nvPr/>
        </p:nvCxnSpPr>
        <p:spPr>
          <a:xfrm flipH="1">
            <a:off x="7296150" y="5676900"/>
            <a:ext cx="3961864" cy="0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8F72669-2759-B707-6961-4C948D3634DB}"/>
              </a:ext>
            </a:extLst>
          </p:cNvPr>
          <p:cNvSpPr txBox="1"/>
          <p:nvPr/>
        </p:nvSpPr>
        <p:spPr>
          <a:xfrm>
            <a:off x="11143168" y="5547634"/>
            <a:ext cx="795154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1200"/>
              <a:t>Target 5%</a:t>
            </a:r>
          </a:p>
        </p:txBody>
      </p:sp>
    </p:spTree>
    <p:extLst>
      <p:ext uri="{BB962C8B-B14F-4D97-AF65-F5344CB8AC3E}">
        <p14:creationId xmlns:p14="http://schemas.microsoft.com/office/powerpoint/2010/main" val="3813581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1B62EDA-75AE-954E-795A-A0EBE5099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467" y="1414364"/>
            <a:ext cx="7294652" cy="519684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FE62892-0C7D-5224-9176-CE0F798B5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307178"/>
            <a:ext cx="11376025" cy="1007427"/>
          </a:xfrm>
        </p:spPr>
        <p:txBody>
          <a:bodyPr>
            <a:normAutofit fontScale="90000"/>
          </a:bodyPr>
          <a:lstStyle/>
          <a:p>
            <a:r>
              <a:rPr lang="en-US" sz="3100" dirty="0"/>
              <a:t>mAb Affinity complex B and C are more concentration independent and </a:t>
            </a:r>
            <a:br>
              <a:rPr lang="en-US" dirty="0"/>
            </a:br>
            <a:r>
              <a:rPr lang="en-US" sz="3100" dirty="0"/>
              <a:t>Show higher overall retention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BAF4D-A7C3-812F-A3FE-C135064DE39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07988" y="1567814"/>
            <a:ext cx="4040722" cy="5068117"/>
          </a:xfrm>
        </p:spPr>
        <p:txBody>
          <a:bodyPr/>
          <a:lstStyle/>
          <a:p>
            <a:r>
              <a:rPr lang="en-GB" sz="2000" dirty="0"/>
              <a:t>Decreased concentration dependence </a:t>
            </a:r>
            <a:r>
              <a:rPr lang="en-GB" sz="2000"/>
              <a:t>and increased retention </a:t>
            </a:r>
            <a:r>
              <a:rPr lang="en-GB" sz="2000" dirty="0"/>
              <a:t>are </a:t>
            </a:r>
            <a:r>
              <a:rPr lang="en-GB" sz="2000"/>
              <a:t>proxies</a:t>
            </a:r>
            <a:r>
              <a:rPr lang="en-GB" sz="2000" dirty="0"/>
              <a:t> for improved performance over capture </a:t>
            </a:r>
          </a:p>
          <a:p>
            <a:r>
              <a:rPr lang="en-GB" sz="2000" dirty="0"/>
              <a:t>Curves gives insight into formation and structure of </a:t>
            </a:r>
            <a:r>
              <a:rPr lang="en-GB" sz="2000" err="1"/>
              <a:t>mAb</a:t>
            </a:r>
            <a:r>
              <a:rPr lang="en-GB" sz="2000" dirty="0"/>
              <a:t>-bioparticle system</a:t>
            </a:r>
          </a:p>
          <a:p>
            <a:r>
              <a:rPr lang="en-GB" sz="2000" dirty="0"/>
              <a:t>Compare different conceptions of the system</a:t>
            </a:r>
            <a:r>
              <a:rPr lang="en-GB" sz="2000"/>
              <a:t> at screening stage.</a:t>
            </a:r>
            <a:endParaRPr lang="en-GB" sz="2000" dirty="0"/>
          </a:p>
          <a:p>
            <a:endParaRPr lang="en-GB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8A574-0357-2585-7A54-16A22DEA8CE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BE17C-C074-40E6-CBB9-D81A11E2AE1F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6B55166-4F12-91D2-D724-F774B9A0C8C9}"/>
              </a:ext>
            </a:extLst>
          </p:cNvPr>
          <p:cNvCxnSpPr/>
          <p:nvPr/>
        </p:nvCxnSpPr>
        <p:spPr>
          <a:xfrm flipH="1" flipV="1">
            <a:off x="6380252" y="2743200"/>
            <a:ext cx="246579" cy="349321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B40D99F-59F1-EB26-FF71-C909BEF76DB7}"/>
              </a:ext>
            </a:extLst>
          </p:cNvPr>
          <p:cNvCxnSpPr/>
          <p:nvPr/>
        </p:nvCxnSpPr>
        <p:spPr>
          <a:xfrm flipV="1">
            <a:off x="7870004" y="2363056"/>
            <a:ext cx="0" cy="251716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E45FF64-9E98-9AC4-A0B5-BB9FD0050629}"/>
              </a:ext>
            </a:extLst>
          </p:cNvPr>
          <p:cNvCxnSpPr>
            <a:cxnSpLocks/>
          </p:cNvCxnSpPr>
          <p:nvPr/>
        </p:nvCxnSpPr>
        <p:spPr>
          <a:xfrm flipH="1">
            <a:off x="5690955" y="2211927"/>
            <a:ext cx="6175695" cy="67291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87CD04D-FFB2-63E1-ADF6-FBD38AD74661}"/>
              </a:ext>
            </a:extLst>
          </p:cNvPr>
          <p:cNvSpPr txBox="1"/>
          <p:nvPr/>
        </p:nvSpPr>
        <p:spPr>
          <a:xfrm>
            <a:off x="10980170" y="1959288"/>
            <a:ext cx="873701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1200"/>
              <a:t>Target 95%</a:t>
            </a:r>
          </a:p>
        </p:txBody>
      </p:sp>
    </p:spTree>
    <p:extLst>
      <p:ext uri="{BB962C8B-B14F-4D97-AF65-F5344CB8AC3E}">
        <p14:creationId xmlns:p14="http://schemas.microsoft.com/office/powerpoint/2010/main" val="1760406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1E3E6-89BA-5D9B-3579-155F9C750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Upcoming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33E45-D47E-3AAA-482C-60D23388F45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07987" y="1361939"/>
            <a:ext cx="5688012" cy="463523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sz="1800" dirty="0"/>
              <a:t>Measuring Particulate Size Distribution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Controlling Particulate Size (peak)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Controlling Particulate Size (breadth)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Understanding Fluid Dynamics of Particulate Suspension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Controlling Particulate self-interaction 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De-risking Particulate Membrane Interactions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Controlling Particulate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9B8EF-404C-85B5-D1F4-AA98700D4B0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7EA3EC0-0559-1416-D529-426ED41DFA5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9174B4-7CA2-35BF-AB27-3889DF38018D}"/>
              </a:ext>
            </a:extLst>
          </p:cNvPr>
          <p:cNvSpPr txBox="1"/>
          <p:nvPr/>
        </p:nvSpPr>
        <p:spPr>
          <a:xfrm>
            <a:off x="6593442" y="5843286"/>
            <a:ext cx="6097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00" b="0" i="0">
                <a:solidFill>
                  <a:srgbClr val="222222"/>
                </a:solidFill>
                <a:effectLst/>
                <a:latin typeface="Helvetica Neue"/>
              </a:rPr>
              <a:t>Silva, R.C. Experimental Characterization Techniques for Solid-Liquid Slurry Flows in Pipelines: A Review. </a:t>
            </a:r>
            <a:r>
              <a:rPr lang="en-GB" sz="700" b="0" i="1">
                <a:solidFill>
                  <a:srgbClr val="222222"/>
                </a:solidFill>
                <a:effectLst/>
                <a:latin typeface="Helvetica Neue"/>
              </a:rPr>
              <a:t>Processes</a:t>
            </a:r>
            <a:r>
              <a:rPr lang="en-GB" sz="700" b="0" i="0">
                <a:solidFill>
                  <a:srgbClr val="222222"/>
                </a:solidFill>
                <a:effectLst/>
                <a:latin typeface="Helvetica Neue"/>
              </a:rPr>
              <a:t> </a:t>
            </a:r>
            <a:r>
              <a:rPr lang="en-GB" sz="700" b="1" i="0">
                <a:solidFill>
                  <a:srgbClr val="222222"/>
                </a:solidFill>
                <a:effectLst/>
                <a:latin typeface="Helvetica Neue"/>
              </a:rPr>
              <a:t>2022</a:t>
            </a:r>
            <a:r>
              <a:rPr lang="en-GB" sz="700" b="0" i="0">
                <a:solidFill>
                  <a:srgbClr val="222222"/>
                </a:solidFill>
                <a:effectLst/>
                <a:latin typeface="Helvetica Neue"/>
              </a:rPr>
              <a:t>, </a:t>
            </a:r>
            <a:r>
              <a:rPr lang="en-GB" sz="700" b="0" i="1">
                <a:solidFill>
                  <a:srgbClr val="222222"/>
                </a:solidFill>
                <a:effectLst/>
                <a:latin typeface="Helvetica Neue"/>
              </a:rPr>
              <a:t>10</a:t>
            </a:r>
            <a:r>
              <a:rPr lang="en-GB" sz="700" b="0" i="0">
                <a:solidFill>
                  <a:srgbClr val="222222"/>
                </a:solidFill>
                <a:effectLst/>
                <a:latin typeface="Helvetica Neue"/>
              </a:rPr>
              <a:t>, 597. https://doi.org/10.3390/pr10030597</a:t>
            </a:r>
            <a:endParaRPr lang="en-GB" sz="7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69A08D-63C3-F443-D78A-6D6A88A4D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442" y="908525"/>
            <a:ext cx="4223821" cy="4934761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5E1CD5BC-C12D-B84F-C8CF-B0865E027BA6}"/>
              </a:ext>
            </a:extLst>
          </p:cNvPr>
          <p:cNvSpPr/>
          <p:nvPr/>
        </p:nvSpPr>
        <p:spPr>
          <a:xfrm rot="16200000">
            <a:off x="9815732" y="3028405"/>
            <a:ext cx="3523016" cy="801189"/>
          </a:xfrm>
          <a:prstGeom prst="rightArrow">
            <a:avLst/>
          </a:prstGeom>
          <a:gradFill flip="none" rotWithShape="1">
            <a:gsLst>
              <a:gs pos="0">
                <a:schemeClr val="accent5"/>
              </a:gs>
              <a:gs pos="90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0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7009D1-BD90-B582-FAD9-515B190CF5A5}"/>
              </a:ext>
            </a:extLst>
          </p:cNvPr>
          <p:cNvSpPr txBox="1"/>
          <p:nvPr/>
        </p:nvSpPr>
        <p:spPr>
          <a:xfrm>
            <a:off x="7696350" y="561609"/>
            <a:ext cx="1435521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b="1"/>
              <a:t>Desired state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DCF06E-24B8-F991-ADEE-8FBA42EBD5A9}"/>
              </a:ext>
            </a:extLst>
          </p:cNvPr>
          <p:cNvSpPr/>
          <p:nvPr/>
        </p:nvSpPr>
        <p:spPr>
          <a:xfrm>
            <a:off x="6602858" y="919093"/>
            <a:ext cx="4078733" cy="1596681"/>
          </a:xfrm>
          <a:prstGeom prst="roundRect">
            <a:avLst/>
          </a:prstGeom>
          <a:solidFill>
            <a:schemeClr val="accent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E5DBE9-290F-22EA-A856-DE6EE79AB6B8}"/>
              </a:ext>
            </a:extLst>
          </p:cNvPr>
          <p:cNvSpPr txBox="1"/>
          <p:nvPr/>
        </p:nvSpPr>
        <p:spPr>
          <a:xfrm>
            <a:off x="10625262" y="5293991"/>
            <a:ext cx="1903955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b="1"/>
              <a:t>High self-interaction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B00D26-56F7-92E4-5E14-979DEBC282F7}"/>
              </a:ext>
            </a:extLst>
          </p:cNvPr>
          <p:cNvSpPr txBox="1"/>
          <p:nvPr/>
        </p:nvSpPr>
        <p:spPr>
          <a:xfrm>
            <a:off x="10625261" y="1024818"/>
            <a:ext cx="1903955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b="1"/>
              <a:t>Low self-interaction </a:t>
            </a:r>
          </a:p>
        </p:txBody>
      </p:sp>
    </p:spTree>
    <p:extLst>
      <p:ext uri="{BB962C8B-B14F-4D97-AF65-F5344CB8AC3E}">
        <p14:creationId xmlns:p14="http://schemas.microsoft.com/office/powerpoint/2010/main" val="156758810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ASTRAZENECA STANDARD TEMPLATE" val="EvVFCk6W"/>
  <p:tag name="ARTICULATE_DESIGN_ID_1_ASTRAZENECA STANDARD TEMPLATE" val="kGJp0GDe"/>
  <p:tag name="ARTICULATE_DESIGN_ID_ALTERNATIVE LAYOUTS" val="Bt42LpTg"/>
  <p:tag name="ARTICULATE_DESIGN_ID_1_ALTERNATIVE LAYOUTS" val="Pu40bbUa"/>
  <p:tag name="ARTICULATE_DESIGN_ID_AGENDAS" val="ut6QGGsg"/>
  <p:tag name="ARTICULATE_DESIGN_ID_1_AGENDAS" val="zZqOLfMe"/>
  <p:tag name="ARTICULATE_DESIGN_ID_KEY MESSAGE LAYOUTS" val="EG1WQXxn"/>
  <p:tag name="ARTICULATE_DESIGN_ID_LISTS" val="M0QWvWS1"/>
  <p:tag name="ARTICULATE_DESIGN_ID_1_KEY MESSAGE LAYOUTS" val="ks627C6Q"/>
  <p:tag name="ARTICULATE_DESIGN_ID_DIAGRAMS" val="EHtI07Fq"/>
  <p:tag name="ARTICULATE_DESIGN_ID_ALTERNATIVE CONTENT LAYOUTS" val="ywJnDDcd"/>
  <p:tag name="ARTICULATE_DESIGN_ID_PERSONNEL" val="nHHLeDJ2"/>
  <p:tag name="ARTICULATE_DESIGN_ID_STAFF AND ORGANISATIONS" val="fzkdDkSo"/>
  <p:tag name="ARTICULATE_DESIGN_ID_1_ALTERNATIVE CONTENT LAYOUTS" val="iY0BipYY"/>
  <p:tag name="ARTICULATE_DESIGN_ID_1_LISTS" val="vezrIkHU"/>
  <p:tag name="ARTICULATE_DESIGN_ID_1_STAFF AND ORGANISATIONS" val="gu0rVs6s"/>
  <p:tag name="BRANDIN_CONFIG" val="CONFIG.INI"/>
  <p:tag name="BRANDIN_CHARTS" val="PROCESS CHARTS"/>
  <p:tag name="BRANDIN_RULES" val="RUN RULES"/>
  <p:tag name="ARTICULATE_DESIGN_ID_LOGO HOLDERS" val="frTQuPG5"/>
  <p:tag name="ARTICULATE_DESIGN_ID_SPEAKERS" val="lTM5UYkU"/>
  <p:tag name="ARTICULATE_DESIGN_ID_TEXT LAYOUTS" val="4lYw8SxY"/>
  <p:tag name="ARTICULATE_DESIGN_ID_KEY STATEMENTS" val="PiA9xBfC"/>
  <p:tag name="ARTICULATE_DESIGN_ID_TEXT WITH IMAGE" val="bQgCS8wS"/>
  <p:tag name="ARTICULATE_DESIGN_ID_TEXT WITH IMAGE LAYOUTS" val="4MQoe47W"/>
  <p:tag name="ARTICULATE_SLIDE_THUMBNAIL_REFRESH" val="1"/>
  <p:tag name="ARTICULATE_PROJECT_OPEN" val="0"/>
  <p:tag name="ARTICULATE_SLIDE_COUNT" val="55"/>
  <p:tag name="BRANDIN_SMARTPASTE" val="ACTIVE"/>
  <p:tag name="BRANDIN_WORKSPACE_NAME" val="AstraZenec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AstraZeneca Standard Template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AD1A674E-3E18-48C8-8111-13918292A9CD}"/>
    </a:ext>
  </a:extLst>
</a:theme>
</file>

<file path=ppt/theme/theme2.xml><?xml version="1.0" encoding="utf-8"?>
<a:theme xmlns:a="http://schemas.openxmlformats.org/drawingml/2006/main" name="Alternative Content Layouts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A8A2B839-B926-47C5-8DA5-FE68E2B7180C}"/>
    </a:ext>
  </a:extLst>
</a:theme>
</file>

<file path=ppt/theme/theme3.xml><?xml version="1.0" encoding="utf-8"?>
<a:theme xmlns:a="http://schemas.openxmlformats.org/drawingml/2006/main" name="Text with Image Layouts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FF4F857E-D025-4A8C-A516-DC792C9086B8}"/>
    </a:ext>
  </a:extLst>
</a:theme>
</file>

<file path=ppt/theme/theme4.xml><?xml version="1.0" encoding="utf-8"?>
<a:theme xmlns:a="http://schemas.openxmlformats.org/drawingml/2006/main" name="Key Statements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86D9450B-4865-45B4-A3C1-AC495C4B5E51}"/>
    </a:ext>
  </a:extLst>
</a:theme>
</file>

<file path=ppt/theme/theme5.xml><?xml version="1.0" encoding="utf-8"?>
<a:theme xmlns:a="http://schemas.openxmlformats.org/drawingml/2006/main" name="Lists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DC6603E1-665B-4720-813E-777E4753678A}"/>
    </a:ext>
  </a:extLst>
</a:theme>
</file>

<file path=ppt/theme/theme6.xml><?xml version="1.0" encoding="utf-8"?>
<a:theme xmlns:a="http://schemas.openxmlformats.org/drawingml/2006/main" name="Agendas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7C967E50-2B4F-49AB-B60F-A552999DBF81}"/>
    </a:ext>
  </a:extLst>
</a:theme>
</file>

<file path=ppt/theme/theme7.xml><?xml version="1.0" encoding="utf-8"?>
<a:theme xmlns:a="http://schemas.openxmlformats.org/drawingml/2006/main" name="Speakers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ADD585AD-C703-46E6-A6AA-37E180751FB5}"/>
    </a:ext>
  </a:extLst>
</a:theme>
</file>

<file path=ppt/theme/theme8.xml><?xml version="1.0" encoding="utf-8"?>
<a:theme xmlns:a="http://schemas.openxmlformats.org/drawingml/2006/main" name="Logo Holders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A0D3E82B-71DD-4FC0-AED6-A039D92FEFB4}"/>
    </a:ext>
  </a:extLst>
</a:theme>
</file>

<file path=ppt/theme/theme9.xml><?xml version="1.0" encoding="utf-8"?>
<a:theme xmlns:a="http://schemas.openxmlformats.org/drawingml/2006/main" name="Office Theme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99DB2226E9054EAA931B5CD736B336" ma:contentTypeVersion="16" ma:contentTypeDescription="Create a new document." ma:contentTypeScope="" ma:versionID="a537e1f2e56204b41a6b6aac0143137b">
  <xsd:schema xmlns:xsd="http://www.w3.org/2001/XMLSchema" xmlns:xs="http://www.w3.org/2001/XMLSchema" xmlns:p="http://schemas.microsoft.com/office/2006/metadata/properties" xmlns:ns2="0c9131b5-4f7a-4fc7-9a57-73dee8b9041c" xmlns:ns3="a5bf85ab-5b89-45d5-812d-d881043611a5" targetNamespace="http://schemas.microsoft.com/office/2006/metadata/properties" ma:root="true" ma:fieldsID="5c72eae6c28d3701aaa6ae81f9139337" ns2:_="" ns3:_="">
    <xsd:import namespace="0c9131b5-4f7a-4fc7-9a57-73dee8b9041c"/>
    <xsd:import namespace="a5bf85ab-5b89-45d5-812d-d881043611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9131b5-4f7a-4fc7-9a57-73dee8b904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f367377-cea2-4f59-9866-8491a8f07a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bf85ab-5b89-45d5-812d-d881043611a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018993d-1d16-43cf-b63c-2f328976747f}" ma:internalName="TaxCatchAll" ma:showField="CatchAllData" ma:web="a5bf85ab-5b89-45d5-812d-d881043611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BrandIn lastLayout="1"/>
</file>

<file path=customXml/item3.xml><?xml version="1.0" encoding="utf-8"?>
<BrandIn lastLayout="1"/>
</file>

<file path=customXml/item4.xml><?xml version="1.0" encoding="utf-8"?>
<BrandIn lastLayout="1"/>
</file>

<file path=customXml/item5.xml><?xml version="1.0" encoding="utf-8"?>
<BrandIn lastLayout="1"/>
</file>

<file path=customXml/item6.xml><?xml version="1.0" encoding="utf-8"?>
<BrandIn lastLayout="1"/>
</file>

<file path=customXml/item7.xml><?xml version="1.0" encoding="utf-8"?>
<BrandIn lastLayout="1"/>
</file>

<file path=customXml/item8.xml><?xml version="1.0" encoding="utf-8"?>
<BrandIn lastLayout="1"/>
</file>

<file path=customXml/item9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0.xml><?xml version="1.0" encoding="utf-8"?>
<BrandIn lastLayout="1"/>
</file>

<file path=customXml/item11.xml><?xml version="1.0" encoding="utf-8"?>
<BrandIn lastLayout="1"/>
</file>

<file path=customXml/item1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c9131b5-4f7a-4fc7-9a57-73dee8b9041c">
      <Terms xmlns="http://schemas.microsoft.com/office/infopath/2007/PartnerControls"/>
    </lcf76f155ced4ddcb4097134ff3c332f>
    <TaxCatchAll xmlns="a5bf85ab-5b89-45d5-812d-d881043611a5" xsi:nil="true"/>
  </documentManagement>
</p:properties>
</file>

<file path=customXml/itemProps1.xml><?xml version="1.0" encoding="utf-8"?>
<ds:datastoreItem xmlns:ds="http://schemas.openxmlformats.org/officeDocument/2006/customXml" ds:itemID="{35A613A1-DBAE-4F68-A61A-09083C135D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9131b5-4f7a-4fc7-9a57-73dee8b9041c"/>
    <ds:schemaRef ds:uri="a5bf85ab-5b89-45d5-812d-d881043611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B6B0787-9734-4296-B5D3-EC4759041B1D}">
  <ds:schemaRefs/>
</ds:datastoreItem>
</file>

<file path=customXml/itemProps3.xml><?xml version="1.0" encoding="utf-8"?>
<ds:datastoreItem xmlns:ds="http://schemas.openxmlformats.org/officeDocument/2006/customXml" ds:itemID="{F6414CD9-7AB0-4F44-807F-DF912C5E1A13}">
  <ds:schemaRefs/>
</ds:datastoreItem>
</file>

<file path=customXml/itemProps4.xml><?xml version="1.0" encoding="utf-8"?>
<ds:datastoreItem xmlns:ds="http://schemas.openxmlformats.org/officeDocument/2006/customXml" ds:itemID="{A9377F0E-6DE4-47A6-94F7-B5269FE2FCE0}">
  <ds:schemaRefs/>
</ds:datastoreItem>
</file>

<file path=customXml/itemProps5.xml><?xml version="1.0" encoding="utf-8"?>
<ds:datastoreItem xmlns:ds="http://schemas.openxmlformats.org/officeDocument/2006/customXml" ds:itemID="{65C99F1C-FB57-46A7-9B3A-75339810ED4F}">
  <ds:schemaRefs/>
</ds:datastoreItem>
</file>

<file path=customXml/itemProps6.xml><?xml version="1.0" encoding="utf-8"?>
<ds:datastoreItem xmlns:ds="http://schemas.openxmlformats.org/officeDocument/2006/customXml" ds:itemID="{CE231AE7-799C-476B-948C-13293BA93F71}">
  <ds:schemaRefs/>
</ds:datastoreItem>
</file>

<file path=customXml/itemProps7.xml><?xml version="1.0" encoding="utf-8"?>
<ds:datastoreItem xmlns:ds="http://schemas.openxmlformats.org/officeDocument/2006/customXml" ds:itemID="{3DB22CCA-FF5C-41A5-90F8-AC554C621565}">
  <ds:schemaRefs/>
</ds:datastoreItem>
</file>

<file path=customXml/itemProps8.xml><?xml version="1.0" encoding="utf-8"?>
<ds:datastoreItem xmlns:ds="http://schemas.openxmlformats.org/officeDocument/2006/customXml" ds:itemID="{60BB04B5-40D2-4FDA-9336-7994D079CE4F}">
  <ds:schemaRefs/>
</ds:datastoreItem>
</file>

<file path=customXml/itemProps9.xml><?xml version="1.0" encoding="utf-8"?>
<ds:datastoreItem xmlns:ds="http://schemas.openxmlformats.org/officeDocument/2006/customXml" ds:itemID="{39C02748-3634-4A24-AAB5-5A1F224A40F5}">
  <ds:schemaRefs>
    <ds:schemaRef ds:uri="http://schemas.microsoft.com/sharepoint/v3/contenttype/forms"/>
  </ds:schemaRefs>
</ds:datastoreItem>
</file>

<file path=customXml/itemProps10.xml><?xml version="1.0" encoding="utf-8"?>
<ds:datastoreItem xmlns:ds="http://schemas.openxmlformats.org/officeDocument/2006/customXml" ds:itemID="{82D07F71-FAE4-4758-BC0B-60609551B1CC}">
  <ds:schemaRefs/>
</ds:datastoreItem>
</file>

<file path=customXml/itemProps11.xml><?xml version="1.0" encoding="utf-8"?>
<ds:datastoreItem xmlns:ds="http://schemas.openxmlformats.org/officeDocument/2006/customXml" ds:itemID="{D8B9FEFC-EE17-4515-A8D9-AD44478F0ED6}">
  <ds:schemaRefs/>
</ds:datastoreItem>
</file>

<file path=customXml/itemProps12.xml><?xml version="1.0" encoding="utf-8"?>
<ds:datastoreItem xmlns:ds="http://schemas.openxmlformats.org/officeDocument/2006/customXml" ds:itemID="{2AD41FD2-E42A-4705-AA0D-85221307178A}">
  <ds:schemaRefs>
    <ds:schemaRef ds:uri="http://purl.org/dc/terms/"/>
    <ds:schemaRef ds:uri="http://schemas.openxmlformats.org/package/2006/metadata/core-properties"/>
    <ds:schemaRef ds:uri="http://purl.org/dc/dcmitype/"/>
    <ds:schemaRef ds:uri="http://purl.org/dc/elements/1.1/"/>
    <ds:schemaRef ds:uri="0c9131b5-4f7a-4fc7-9a57-73dee8b9041c"/>
    <ds:schemaRef ds:uri="http://schemas.microsoft.com/office/2006/metadata/properties"/>
    <ds:schemaRef ds:uri="http://schemas.microsoft.com/office/2006/documentManagement/types"/>
    <ds:schemaRef ds:uri="a5bf85ab-5b89-45d5-812d-d881043611a5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3834</TotalTime>
  <Words>505</Words>
  <Application>Microsoft Office PowerPoint</Application>
  <PresentationFormat>Widescreen</PresentationFormat>
  <Paragraphs>144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Arial</vt:lpstr>
      <vt:lpstr>Calibri</vt:lpstr>
      <vt:lpstr>Calisto MT</vt:lpstr>
      <vt:lpstr>Helvetica Neue</vt:lpstr>
      <vt:lpstr>Segoe UI</vt:lpstr>
      <vt:lpstr>AstraZeneca Standard Template</vt:lpstr>
      <vt:lpstr>Alternative Content Layouts</vt:lpstr>
      <vt:lpstr>Text with Image Layouts</vt:lpstr>
      <vt:lpstr>Key Statements</vt:lpstr>
      <vt:lpstr>Lists</vt:lpstr>
      <vt:lpstr>Agendas</vt:lpstr>
      <vt:lpstr>Speakers</vt:lpstr>
      <vt:lpstr>Logo Holders</vt:lpstr>
      <vt:lpstr>Monoclonal antibody capture using affinity complexation </vt:lpstr>
      <vt:lpstr>PowerPoint Presentation</vt:lpstr>
      <vt:lpstr>Methodology for screening mAb Affinity complex Spin filter test</vt:lpstr>
      <vt:lpstr>Initial mAb Affinity complex showed [mAb] dependence </vt:lpstr>
      <vt:lpstr>mAb Affinity complex B and C are more concentration independent and  Show higher overall retention </vt:lpstr>
      <vt:lpstr>Upcoming Challenges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Graham, Joel</dc:creator>
  <cp:keywords/>
  <dc:description/>
  <cp:lastModifiedBy>Ramos, Irina</cp:lastModifiedBy>
  <cp:revision>2</cp:revision>
  <dcterms:created xsi:type="dcterms:W3CDTF">2024-09-26T13:04:42Z</dcterms:created>
  <dcterms:modified xsi:type="dcterms:W3CDTF">2024-09-30T02:13:43Z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0x010100EC99DB2226E9054EAA931B5CD736B336</vt:lpwstr>
  </property>
  <property fmtid="{D5CDD505-2E9C-101B-9397-08002B2CF9AE}" pid="3" name="Version">
    <vt:lpwstr>AstraZeneca Template 24.05.2022</vt:lpwstr>
  </property>
  <property fmtid="{D5CDD505-2E9C-101B-9397-08002B2CF9AE}" pid="4" name="ArticulateGUID">
    <vt:lpwstr>3147F588-80EE-4A79-8B90-D2BF272EDFE6</vt:lpwstr>
  </property>
  <property fmtid="{D5CDD505-2E9C-101B-9397-08002B2CF9AE}" pid="5" name="ArticulatePath">
    <vt:lpwstr>https://brightcarbon.sharepoint.com/sites/Intranet/Projects/ABCD/AstraZeneca/ASTR 3935 - AstraZeneca Template Build Project/Corporate Templates Design/BrightCarbon Template-Build/ASTR 3935 - Template &amp; Model Slides 13</vt:lpwstr>
  </property>
</Properties>
</file>