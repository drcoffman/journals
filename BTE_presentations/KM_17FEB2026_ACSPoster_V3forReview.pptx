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6"/>
    <p:sldMasterId id="2147483708" r:id="rId7"/>
  </p:sldMasterIdLst>
  <p:notesMasterIdLst>
    <p:notesMasterId r:id="rId9"/>
  </p:notesMasterIdLst>
  <p:handoutMasterIdLst>
    <p:handoutMasterId r:id="rId10"/>
  </p:handoutMasterIdLst>
  <p:sldIdLst>
    <p:sldId id="342" r:id="rId8"/>
  </p:sldIdLst>
  <p:sldSz cx="43891200" cy="32918400"/>
  <p:notesSz cx="6670675" cy="9875838"/>
  <p:defaultTextStyle>
    <a:defPPr>
      <a:defRPr lang="en-US"/>
    </a:defPPr>
    <a:lvl1pPr marL="0" algn="l" defTabSz="2126751" rtl="0" eaLnBrk="1" latinLnBrk="0" hangingPunct="1">
      <a:defRPr sz="8329" kern="1200">
        <a:solidFill>
          <a:schemeClr val="tx1"/>
        </a:solidFill>
        <a:latin typeface="+mn-lt"/>
        <a:ea typeface="+mn-ea"/>
        <a:cs typeface="+mn-cs"/>
      </a:defRPr>
    </a:lvl1pPr>
    <a:lvl2pPr marL="2126751" algn="l" defTabSz="2126751" rtl="0" eaLnBrk="1" latinLnBrk="0" hangingPunct="1">
      <a:defRPr sz="8329" kern="1200">
        <a:solidFill>
          <a:schemeClr val="tx1"/>
        </a:solidFill>
        <a:latin typeface="+mn-lt"/>
        <a:ea typeface="+mn-ea"/>
        <a:cs typeface="+mn-cs"/>
      </a:defRPr>
    </a:lvl2pPr>
    <a:lvl3pPr marL="4253501" algn="l" defTabSz="2126751" rtl="0" eaLnBrk="1" latinLnBrk="0" hangingPunct="1">
      <a:defRPr sz="8329" kern="1200">
        <a:solidFill>
          <a:schemeClr val="tx1"/>
        </a:solidFill>
        <a:latin typeface="+mn-lt"/>
        <a:ea typeface="+mn-ea"/>
        <a:cs typeface="+mn-cs"/>
      </a:defRPr>
    </a:lvl3pPr>
    <a:lvl4pPr marL="6380252" algn="l" defTabSz="2126751" rtl="0" eaLnBrk="1" latinLnBrk="0" hangingPunct="1">
      <a:defRPr sz="8329" kern="1200">
        <a:solidFill>
          <a:schemeClr val="tx1"/>
        </a:solidFill>
        <a:latin typeface="+mn-lt"/>
        <a:ea typeface="+mn-ea"/>
        <a:cs typeface="+mn-cs"/>
      </a:defRPr>
    </a:lvl4pPr>
    <a:lvl5pPr marL="8507005" algn="l" defTabSz="2126751" rtl="0" eaLnBrk="1" latinLnBrk="0" hangingPunct="1">
      <a:defRPr sz="8329" kern="1200">
        <a:solidFill>
          <a:schemeClr val="tx1"/>
        </a:solidFill>
        <a:latin typeface="+mn-lt"/>
        <a:ea typeface="+mn-ea"/>
        <a:cs typeface="+mn-cs"/>
      </a:defRPr>
    </a:lvl5pPr>
    <a:lvl6pPr marL="10633756" algn="l" defTabSz="2126751" rtl="0" eaLnBrk="1" latinLnBrk="0" hangingPunct="1">
      <a:defRPr sz="8329" kern="1200">
        <a:solidFill>
          <a:schemeClr val="tx1"/>
        </a:solidFill>
        <a:latin typeface="+mn-lt"/>
        <a:ea typeface="+mn-ea"/>
        <a:cs typeface="+mn-cs"/>
      </a:defRPr>
    </a:lvl6pPr>
    <a:lvl7pPr marL="12760507" algn="l" defTabSz="2126751" rtl="0" eaLnBrk="1" latinLnBrk="0" hangingPunct="1">
      <a:defRPr sz="8329" kern="1200">
        <a:solidFill>
          <a:schemeClr val="tx1"/>
        </a:solidFill>
        <a:latin typeface="+mn-lt"/>
        <a:ea typeface="+mn-ea"/>
        <a:cs typeface="+mn-cs"/>
      </a:defRPr>
    </a:lvl7pPr>
    <a:lvl8pPr marL="14887260" algn="l" defTabSz="2126751" rtl="0" eaLnBrk="1" latinLnBrk="0" hangingPunct="1">
      <a:defRPr sz="8329" kern="1200">
        <a:solidFill>
          <a:schemeClr val="tx1"/>
        </a:solidFill>
        <a:latin typeface="+mn-lt"/>
        <a:ea typeface="+mn-ea"/>
        <a:cs typeface="+mn-cs"/>
      </a:defRPr>
    </a:lvl8pPr>
    <a:lvl9pPr marL="17014011" algn="l" defTabSz="2126751" rtl="0" eaLnBrk="1" latinLnBrk="0" hangingPunct="1">
      <a:defRPr sz="832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userDrawn="1">
          <p15:clr>
            <a:srgbClr val="A4A3A4"/>
          </p15:clr>
        </p15:guide>
        <p15:guide id="2" userDrawn="1">
          <p15:clr>
            <a:srgbClr val="A4A3A4"/>
          </p15:clr>
        </p15:guide>
      </p15:sldGuideLst>
    </p:ext>
    <p:ext uri="{2D200454-40CA-4A62-9FC3-DE9A4176ACB9}">
      <p15:notesGuideLst xmlns:p15="http://schemas.microsoft.com/office/powerpoint/2012/main">
        <p15:guide id="1" orient="horz" pos="3111">
          <p15:clr>
            <a:srgbClr val="A4A3A4"/>
          </p15:clr>
        </p15:guide>
        <p15:guide id="2" pos="210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339C12-DCBD-9A9C-1696-4953DC63FD48}" name="Morgan, Keith" initials="MK" userId="S::kmpw453@astrazeneca.net::2edea8ab-f79e-4e42-a2a2-97a3169dc75b" providerId="AD"/>
  <p188:author id="{1903AD20-8978-6771-8D84-CD43AD54A089}" name="Patil, Ujwal" initials="" userId="S::khnr832@astrazeneca.net::ae525e60-0bf1-4d27-946a-cbd1639d1ef1" providerId="AD"/>
  <p188:author id="{7638F738-91D3-F8EB-4141-CEFF15487693}" name="Fakhfakh, Kareem" initials="FK" userId="S::kxtp952@astrazeneca.net::c32b3ae8-6535-4061-8c8a-9fdc6c1d2764" providerId="AD"/>
  <p188:author id="{9E70248C-9A64-9B6B-04DF-80BD6F5C6396}" name="Ramos, Irina" initials="RI" userId="S::klrp961@astrazeneca.net::7b7439c8-8a89-4a36-badd-3ea66a09fedd"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AD4D85"/>
    <a:srgbClr val="534D53"/>
    <a:srgbClr val="FFFFFF"/>
    <a:srgbClr val="EBEFEE"/>
    <a:srgbClr val="C184A7"/>
    <a:srgbClr val="DBC5D2"/>
    <a:srgbClr val="DFC3D5"/>
    <a:srgbClr val="DDC7D5"/>
    <a:srgbClr val="E4CCDB"/>
    <a:srgbClr val="473C4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380" autoAdjust="0"/>
  </p:normalViewPr>
  <p:slideViewPr>
    <p:cSldViewPr snapToGrid="0">
      <p:cViewPr>
        <p:scale>
          <a:sx n="33" d="100"/>
          <a:sy n="33" d="100"/>
        </p:scale>
        <p:origin x="-2824" y="-1604"/>
      </p:cViewPr>
      <p:guideLst>
        <p:guide orient="horz"/>
        <p:guide/>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111"/>
        <p:guide pos="210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Master" Target="slideMasters/slideMaster2.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presProps" Target="presProps.xml"/><Relationship Id="rId5" Type="http://schemas.openxmlformats.org/officeDocument/2006/relationships/customXml" Target="../customXml/item5.xml"/><Relationship Id="rId15" Type="http://schemas.microsoft.com/office/2018/10/relationships/authors" Target="authors.xml"/><Relationship Id="rId10"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778505" y="0"/>
            <a:ext cx="2890626" cy="493792"/>
          </a:xfrm>
          <a:prstGeom prst="rect">
            <a:avLst/>
          </a:prstGeom>
        </p:spPr>
        <p:txBody>
          <a:bodyPr vert="horz" lIns="91440" tIns="45720" rIns="91440" bIns="45720" rtlCol="0"/>
          <a:lstStyle>
            <a:lvl1pPr algn="r">
              <a:defRPr sz="1200"/>
            </a:lvl1pPr>
          </a:lstStyle>
          <a:p>
            <a:fld id="{3BBED7E8-0829-F34C-B479-A757805E6C1B}" type="datetimeFigureOut">
              <a:rPr lang="en-US" smtClean="0"/>
              <a:t>3/2/2026</a:t>
            </a:fld>
            <a:endParaRPr lang="en-US"/>
          </a:p>
        </p:txBody>
      </p:sp>
      <p:sp>
        <p:nvSpPr>
          <p:cNvPr id="4" name="Footer Placeholder 3"/>
          <p:cNvSpPr>
            <a:spLocks noGrp="1"/>
          </p:cNvSpPr>
          <p:nvPr>
            <p:ph type="ftr" sz="quarter" idx="2"/>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778505" y="9380332"/>
            <a:ext cx="2890626" cy="493792"/>
          </a:xfrm>
          <a:prstGeom prst="rect">
            <a:avLst/>
          </a:prstGeom>
        </p:spPr>
        <p:txBody>
          <a:bodyPr vert="horz" lIns="91440" tIns="45720" rIns="91440" bIns="45720" rtlCol="0" anchor="b"/>
          <a:lstStyle>
            <a:lvl1pPr algn="r">
              <a:defRPr sz="1200"/>
            </a:lvl1pPr>
          </a:lstStyle>
          <a:p>
            <a:fld id="{053334D3-7666-C24C-995B-669B029DDF20}" type="slidenum">
              <a:rPr lang="en-US" smtClean="0"/>
              <a:t>‹#›</a:t>
            </a:fld>
            <a:endParaRPr lang="en-US"/>
          </a:p>
        </p:txBody>
      </p:sp>
    </p:spTree>
    <p:extLst>
      <p:ext uri="{BB962C8B-B14F-4D97-AF65-F5344CB8AC3E}">
        <p14:creationId xmlns:p14="http://schemas.microsoft.com/office/powerpoint/2010/main" val="24653147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778505" y="0"/>
            <a:ext cx="2890626" cy="493792"/>
          </a:xfrm>
          <a:prstGeom prst="rect">
            <a:avLst/>
          </a:prstGeom>
        </p:spPr>
        <p:txBody>
          <a:bodyPr vert="horz" lIns="91440" tIns="45720" rIns="91440" bIns="45720" rtlCol="0"/>
          <a:lstStyle>
            <a:lvl1pPr algn="r">
              <a:defRPr sz="1200"/>
            </a:lvl1pPr>
          </a:lstStyle>
          <a:p>
            <a:fld id="{6C7E4F11-7667-5045-A00B-01970EA44BB5}" type="datetimeFigureOut">
              <a:rPr lang="en-US" smtClean="0"/>
              <a:t>3/2/2026</a:t>
            </a:fld>
            <a:endParaRPr lang="en-US"/>
          </a:p>
        </p:txBody>
      </p:sp>
      <p:sp>
        <p:nvSpPr>
          <p:cNvPr id="4" name="Slide Image Placeholder 3"/>
          <p:cNvSpPr>
            <a:spLocks noGrp="1" noRot="1" noChangeAspect="1"/>
          </p:cNvSpPr>
          <p:nvPr>
            <p:ph type="sldImg" idx="2"/>
          </p:nvPr>
        </p:nvSpPr>
        <p:spPr>
          <a:xfrm>
            <a:off x="866775" y="741363"/>
            <a:ext cx="4937125" cy="3702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67068" y="4691023"/>
            <a:ext cx="5336540" cy="444412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778505" y="9380332"/>
            <a:ext cx="2890626" cy="493792"/>
          </a:xfrm>
          <a:prstGeom prst="rect">
            <a:avLst/>
          </a:prstGeom>
        </p:spPr>
        <p:txBody>
          <a:bodyPr vert="horz" lIns="91440" tIns="45720" rIns="91440" bIns="45720" rtlCol="0" anchor="b"/>
          <a:lstStyle>
            <a:lvl1pPr algn="r">
              <a:defRPr sz="1200"/>
            </a:lvl1pPr>
          </a:lstStyle>
          <a:p>
            <a:fld id="{FAD751AE-7ABC-314D-AFAD-47B860ED6FFE}" type="slidenum">
              <a:rPr lang="en-US" smtClean="0"/>
              <a:t>‹#›</a:t>
            </a:fld>
            <a:endParaRPr lang="en-US"/>
          </a:p>
        </p:txBody>
      </p:sp>
    </p:spTree>
    <p:extLst>
      <p:ext uri="{BB962C8B-B14F-4D97-AF65-F5344CB8AC3E}">
        <p14:creationId xmlns:p14="http://schemas.microsoft.com/office/powerpoint/2010/main" val="1562445406"/>
      </p:ext>
    </p:extLst>
  </p:cSld>
  <p:clrMap bg1="lt1" tx1="dk1" bg2="lt2" tx2="dk2" accent1="accent1" accent2="accent2" accent3="accent3" accent4="accent4" accent5="accent5" accent6="accent6" hlink="hlink" folHlink="folHlink"/>
  <p:hf hdr="0" ftr="0" dt="0"/>
  <p:notesStyle>
    <a:lvl1pPr marL="0" algn="l" defTabSz="2126751" rtl="0" eaLnBrk="1" latinLnBrk="0" hangingPunct="1">
      <a:defRPr sz="5651" kern="1200">
        <a:solidFill>
          <a:schemeClr val="tx1"/>
        </a:solidFill>
        <a:latin typeface="+mn-lt"/>
        <a:ea typeface="+mn-ea"/>
        <a:cs typeface="+mn-cs"/>
      </a:defRPr>
    </a:lvl1pPr>
    <a:lvl2pPr marL="2126751" algn="l" defTabSz="2126751" rtl="0" eaLnBrk="1" latinLnBrk="0" hangingPunct="1">
      <a:defRPr sz="5651" kern="1200">
        <a:solidFill>
          <a:schemeClr val="tx1"/>
        </a:solidFill>
        <a:latin typeface="+mn-lt"/>
        <a:ea typeface="+mn-ea"/>
        <a:cs typeface="+mn-cs"/>
      </a:defRPr>
    </a:lvl2pPr>
    <a:lvl3pPr marL="4253501" algn="l" defTabSz="2126751" rtl="0" eaLnBrk="1" latinLnBrk="0" hangingPunct="1">
      <a:defRPr sz="5651" kern="1200">
        <a:solidFill>
          <a:schemeClr val="tx1"/>
        </a:solidFill>
        <a:latin typeface="+mn-lt"/>
        <a:ea typeface="+mn-ea"/>
        <a:cs typeface="+mn-cs"/>
      </a:defRPr>
    </a:lvl3pPr>
    <a:lvl4pPr marL="6380252" algn="l" defTabSz="2126751" rtl="0" eaLnBrk="1" latinLnBrk="0" hangingPunct="1">
      <a:defRPr sz="5651" kern="1200">
        <a:solidFill>
          <a:schemeClr val="tx1"/>
        </a:solidFill>
        <a:latin typeface="+mn-lt"/>
        <a:ea typeface="+mn-ea"/>
        <a:cs typeface="+mn-cs"/>
      </a:defRPr>
    </a:lvl4pPr>
    <a:lvl5pPr marL="8507005" algn="l" defTabSz="2126751" rtl="0" eaLnBrk="1" latinLnBrk="0" hangingPunct="1">
      <a:defRPr sz="5651" kern="1200">
        <a:solidFill>
          <a:schemeClr val="tx1"/>
        </a:solidFill>
        <a:latin typeface="+mn-lt"/>
        <a:ea typeface="+mn-ea"/>
        <a:cs typeface="+mn-cs"/>
      </a:defRPr>
    </a:lvl5pPr>
    <a:lvl6pPr marL="10633756" algn="l" defTabSz="2126751" rtl="0" eaLnBrk="1" latinLnBrk="0" hangingPunct="1">
      <a:defRPr sz="5651" kern="1200">
        <a:solidFill>
          <a:schemeClr val="tx1"/>
        </a:solidFill>
        <a:latin typeface="+mn-lt"/>
        <a:ea typeface="+mn-ea"/>
        <a:cs typeface="+mn-cs"/>
      </a:defRPr>
    </a:lvl6pPr>
    <a:lvl7pPr marL="12760507" algn="l" defTabSz="2126751" rtl="0" eaLnBrk="1" latinLnBrk="0" hangingPunct="1">
      <a:defRPr sz="5651" kern="1200">
        <a:solidFill>
          <a:schemeClr val="tx1"/>
        </a:solidFill>
        <a:latin typeface="+mn-lt"/>
        <a:ea typeface="+mn-ea"/>
        <a:cs typeface="+mn-cs"/>
      </a:defRPr>
    </a:lvl7pPr>
    <a:lvl8pPr marL="14887260" algn="l" defTabSz="2126751" rtl="0" eaLnBrk="1" latinLnBrk="0" hangingPunct="1">
      <a:defRPr sz="5651" kern="1200">
        <a:solidFill>
          <a:schemeClr val="tx1"/>
        </a:solidFill>
        <a:latin typeface="+mn-lt"/>
        <a:ea typeface="+mn-ea"/>
        <a:cs typeface="+mn-cs"/>
      </a:defRPr>
    </a:lvl8pPr>
    <a:lvl9pPr marL="17014011" algn="l" defTabSz="2126751" rtl="0" eaLnBrk="1" latinLnBrk="0" hangingPunct="1">
      <a:defRPr sz="565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97B8C-765E-E94E-8D8F-7B2D8E795A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BE0430-6BFE-CE7D-1166-409ED5510C72}"/>
              </a:ext>
            </a:extLst>
          </p:cNvPr>
          <p:cNvSpPr>
            <a:spLocks noGrp="1" noRot="1" noChangeAspect="1"/>
          </p:cNvSpPr>
          <p:nvPr>
            <p:ph type="sldImg"/>
          </p:nvPr>
        </p:nvSpPr>
        <p:spPr>
          <a:xfrm>
            <a:off x="866775" y="741363"/>
            <a:ext cx="4937125" cy="3702050"/>
          </a:xfrm>
        </p:spPr>
      </p:sp>
      <p:sp>
        <p:nvSpPr>
          <p:cNvPr id="3" name="Notes Placeholder 2">
            <a:extLst>
              <a:ext uri="{FF2B5EF4-FFF2-40B4-BE49-F238E27FC236}">
                <a16:creationId xmlns:a16="http://schemas.microsoft.com/office/drawing/2014/main" id="{FC669BD3-F205-BC7D-EBCF-0BBD453A067B}"/>
              </a:ext>
            </a:extLst>
          </p:cNvPr>
          <p:cNvSpPr>
            <a:spLocks noGrp="1"/>
          </p:cNvSpPr>
          <p:nvPr>
            <p:ph type="body" idx="1"/>
          </p:nvPr>
        </p:nvSpPr>
        <p:spPr/>
        <p:txBody>
          <a:bodyPr/>
          <a:lstStyle/>
          <a:p>
            <a:endParaRPr lang="en-US" sz="2000" dirty="0">
              <a:solidFill>
                <a:schemeClr val="tx1"/>
              </a:solidFill>
              <a:cs typeface="Arial"/>
            </a:endParaRPr>
          </a:p>
        </p:txBody>
      </p:sp>
      <p:sp>
        <p:nvSpPr>
          <p:cNvPr id="4" name="Slide Number Placeholder 3">
            <a:extLst>
              <a:ext uri="{FF2B5EF4-FFF2-40B4-BE49-F238E27FC236}">
                <a16:creationId xmlns:a16="http://schemas.microsoft.com/office/drawing/2014/main" id="{B9DD6D88-892B-5347-2A15-A8F3EB6F5027}"/>
              </a:ext>
            </a:extLst>
          </p:cNvPr>
          <p:cNvSpPr>
            <a:spLocks noGrp="1"/>
          </p:cNvSpPr>
          <p:nvPr>
            <p:ph type="sldNum" sz="quarter" idx="5"/>
          </p:nvPr>
        </p:nvSpPr>
        <p:spPr/>
        <p:txBody>
          <a:bodyPr/>
          <a:lstStyle/>
          <a:p>
            <a:fld id="{FAD751AE-7ABC-314D-AFAD-47B860ED6FFE}" type="slidenum">
              <a:rPr lang="en-US" smtClean="0"/>
              <a:t>1</a:t>
            </a:fld>
            <a:endParaRPr lang="en-US"/>
          </a:p>
        </p:txBody>
      </p:sp>
    </p:spTree>
    <p:extLst>
      <p:ext uri="{BB962C8B-B14F-4D97-AF65-F5344CB8AC3E}">
        <p14:creationId xmlns:p14="http://schemas.microsoft.com/office/powerpoint/2010/main" val="23311284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7.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8.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9.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0.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1.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2.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3.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4.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5.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6.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7.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8.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9.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0.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1.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2.xml"/></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3.xml"/><Relationship Id="rId1" Type="http://schemas.openxmlformats.org/officeDocument/2006/relationships/customXml" Target="../../customXml/item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ster Mast Hea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1625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Secondary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DCC3B-CA12-4A4B-B5F5-D2062F3C58EC}"/>
              </a:ext>
            </a:extLst>
          </p:cNvPr>
          <p:cNvSpPr>
            <a:spLocks noGrp="1"/>
          </p:cNvSpPr>
          <p:nvPr>
            <p:ph type="title" hasCustomPrompt="1"/>
          </p:nvPr>
        </p:nvSpPr>
        <p:spPr>
          <a:xfrm>
            <a:off x="1468761" y="7134269"/>
            <a:ext cx="18666335" cy="12715849"/>
          </a:xfrm>
        </p:spPr>
        <p:txBody>
          <a:bodyPr anchor="b" anchorCtr="0">
            <a:normAutofit/>
          </a:bodyPr>
          <a:lstStyle>
            <a:lvl1pPr>
              <a:lnSpc>
                <a:spcPct val="100000"/>
              </a:lnSpc>
              <a:defRPr sz="14400">
                <a:solidFill>
                  <a:schemeClr val="accent1"/>
                </a:solidFill>
              </a:defRPr>
            </a:lvl1pPr>
          </a:lstStyle>
          <a:p>
            <a:r>
              <a:rPr lang="en-US"/>
              <a:t>Click to enter title here</a:t>
            </a:r>
          </a:p>
        </p:txBody>
      </p:sp>
      <p:sp>
        <p:nvSpPr>
          <p:cNvPr id="10" name="Text Placeholder 9">
            <a:extLst>
              <a:ext uri="{FF2B5EF4-FFF2-40B4-BE49-F238E27FC236}">
                <a16:creationId xmlns:a16="http://schemas.microsoft.com/office/drawing/2014/main" id="{632E5583-912E-4EA8-8EDC-7B6B86E76274}"/>
              </a:ext>
            </a:extLst>
          </p:cNvPr>
          <p:cNvSpPr>
            <a:spLocks noGrp="1"/>
          </p:cNvSpPr>
          <p:nvPr>
            <p:ph type="body" sz="quarter" idx="21" hasCustomPrompt="1"/>
          </p:nvPr>
        </p:nvSpPr>
        <p:spPr>
          <a:xfrm>
            <a:off x="1468764" y="20778883"/>
            <a:ext cx="18665191" cy="5778082"/>
          </a:xfrm>
          <a:prstGeom prst="rect">
            <a:avLst/>
          </a:prstGeom>
        </p:spPr>
        <p:txBody>
          <a:bodyPr lIns="0">
            <a:normAutofit/>
          </a:bodyPr>
          <a:lstStyle>
            <a:lvl1pPr marL="0" indent="0">
              <a:lnSpc>
                <a:spcPct val="100000"/>
              </a:lnSpc>
              <a:buNone/>
              <a:defRPr sz="8640">
                <a:solidFill>
                  <a:schemeClr val="tx1"/>
                </a:solidFill>
              </a:defRPr>
            </a:lvl1pPr>
          </a:lstStyle>
          <a:p>
            <a:pPr lvl="0"/>
            <a:r>
              <a:rPr lang="en-US"/>
              <a:t>Click to add subtitle / presenter name</a:t>
            </a:r>
          </a:p>
        </p:txBody>
      </p:sp>
      <p:sp>
        <p:nvSpPr>
          <p:cNvPr id="3" name="Date Placeholder 2">
            <a:extLst>
              <a:ext uri="{FF2B5EF4-FFF2-40B4-BE49-F238E27FC236}">
                <a16:creationId xmlns:a16="http://schemas.microsoft.com/office/drawing/2014/main" id="{39E6A1CD-3FD6-4AD3-876A-75F060E88A2E}"/>
              </a:ext>
            </a:extLst>
          </p:cNvPr>
          <p:cNvSpPr>
            <a:spLocks noGrp="1"/>
          </p:cNvSpPr>
          <p:nvPr>
            <p:ph type="dt" sz="half" idx="26"/>
          </p:nvPr>
        </p:nvSpPr>
        <p:spPr>
          <a:xfrm>
            <a:off x="1468761" y="28260815"/>
            <a:ext cx="4605689" cy="1483897"/>
          </a:xfrm>
        </p:spPr>
        <p:txBody>
          <a:bodyPr lIns="0"/>
          <a:lstStyle>
            <a:lvl1pPr algn="l">
              <a:lnSpc>
                <a:spcPct val="100000"/>
              </a:lnSpc>
              <a:defRPr/>
            </a:lvl1pPr>
          </a:lstStyle>
          <a:p>
            <a:endParaRPr lang="en-GB"/>
          </a:p>
        </p:txBody>
      </p:sp>
      <p:sp>
        <p:nvSpPr>
          <p:cNvPr id="15" name="Text Placeholder 7">
            <a:extLst>
              <a:ext uri="{FF2B5EF4-FFF2-40B4-BE49-F238E27FC236}">
                <a16:creationId xmlns:a16="http://schemas.microsoft.com/office/drawing/2014/main" id="{AF0B1B31-3000-4CD8-BB26-CDF0CF4ED32F}"/>
              </a:ext>
            </a:extLst>
          </p:cNvPr>
          <p:cNvSpPr>
            <a:spLocks noGrp="1"/>
          </p:cNvSpPr>
          <p:nvPr>
            <p:ph type="body" sz="quarter" idx="27" hasCustomPrompt="1"/>
          </p:nvPr>
        </p:nvSpPr>
        <p:spPr>
          <a:xfrm>
            <a:off x="1468764" y="31055714"/>
            <a:ext cx="18665191" cy="654529"/>
          </a:xfrm>
        </p:spPr>
        <p:txBody>
          <a:bodyPr lIns="0" tIns="36000" rIns="0" bIns="36000" anchor="ctr" anchorCtr="0">
            <a:spAutoFit/>
          </a:bodyPr>
          <a:lstStyle>
            <a:lvl1pPr marL="0" indent="0">
              <a:lnSpc>
                <a:spcPct val="100000"/>
              </a:lnSpc>
              <a:buNone/>
              <a:defRPr sz="3781"/>
            </a:lvl1pPr>
            <a:lvl2pPr marL="1555224" indent="0">
              <a:buNone/>
              <a:defRPr sz="3781"/>
            </a:lvl2pPr>
            <a:lvl3pPr marL="2462438" indent="0">
              <a:buNone/>
              <a:defRPr sz="3781"/>
            </a:lvl3pPr>
            <a:lvl4pPr marL="2980846" indent="0">
              <a:buNone/>
              <a:defRPr sz="3781"/>
            </a:lvl4pPr>
            <a:lvl5pPr marL="3453894" indent="0">
              <a:buNone/>
              <a:defRPr sz="3781"/>
            </a:lvl5pPr>
          </a:lstStyle>
          <a:p>
            <a:pPr lvl="0"/>
            <a:r>
              <a:rPr lang="en-US"/>
              <a:t>Click to add confidentiality statement here</a:t>
            </a:r>
          </a:p>
        </p:txBody>
      </p:sp>
      <p:sp>
        <p:nvSpPr>
          <p:cNvPr id="6" name="Picture Placeholder 12">
            <a:extLst>
              <a:ext uri="{FF2B5EF4-FFF2-40B4-BE49-F238E27FC236}">
                <a16:creationId xmlns:a16="http://schemas.microsoft.com/office/drawing/2014/main" id="{3506CBD9-0F78-454A-9842-87C2546180B8}"/>
              </a:ext>
              <a:ext uri="{C183D7F6-B498-43B3-948B-1728B52AA6E4}">
                <adec:decorative xmlns:adec="http://schemas.microsoft.com/office/drawing/2017/decorative" val="1"/>
              </a:ext>
            </a:extLst>
          </p:cNvPr>
          <p:cNvSpPr>
            <a:spLocks noGrp="1"/>
          </p:cNvSpPr>
          <p:nvPr>
            <p:ph type="pic" sz="quarter" idx="20" hasCustomPrompt="1"/>
          </p:nvPr>
        </p:nvSpPr>
        <p:spPr>
          <a:xfrm>
            <a:off x="22278516" y="0"/>
            <a:ext cx="21617140" cy="32952961"/>
          </a:xfrm>
          <a:custGeom>
            <a:avLst/>
            <a:gdLst>
              <a:gd name="connsiteX0" fmla="*/ 1547827 w 6004761"/>
              <a:gd name="connsiteY0" fmla="*/ 0 h 6864096"/>
              <a:gd name="connsiteX1" fmla="*/ 6004760 w 6004761"/>
              <a:gd name="connsiteY1" fmla="*/ 0 h 6864096"/>
              <a:gd name="connsiteX2" fmla="*/ 6004761 w 6004761"/>
              <a:gd name="connsiteY2" fmla="*/ 6864096 h 6864096"/>
              <a:gd name="connsiteX3" fmla="*/ 1554450 w 6004761"/>
              <a:gd name="connsiteY3" fmla="*/ 6864096 h 6864096"/>
              <a:gd name="connsiteX4" fmla="*/ 1379124 w 6004761"/>
              <a:gd name="connsiteY4" fmla="*/ 6702826 h 6864096"/>
              <a:gd name="connsiteX5" fmla="*/ 0 w 6004761"/>
              <a:gd name="connsiteY5" fmla="*/ 3429001 h 6864096"/>
              <a:gd name="connsiteX6" fmla="*/ 1379124 w 6004761"/>
              <a:gd name="connsiteY6" fmla="*/ 155178 h 686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04761" h="6864096">
                <a:moveTo>
                  <a:pt x="1547827" y="0"/>
                </a:moveTo>
                <a:lnTo>
                  <a:pt x="6004760" y="0"/>
                </a:lnTo>
                <a:lnTo>
                  <a:pt x="6004761" y="6864096"/>
                </a:lnTo>
                <a:lnTo>
                  <a:pt x="1554450" y="6864096"/>
                </a:lnTo>
                <a:lnTo>
                  <a:pt x="1379124" y="6702826"/>
                </a:lnTo>
                <a:cubicBezTo>
                  <a:pt x="528239" y="5871990"/>
                  <a:pt x="0" y="4712184"/>
                  <a:pt x="0" y="3429001"/>
                </a:cubicBezTo>
                <a:cubicBezTo>
                  <a:pt x="0" y="2145819"/>
                  <a:pt x="528239" y="986013"/>
                  <a:pt x="1379124" y="155178"/>
                </a:cubicBezTo>
                <a:close/>
              </a:path>
            </a:pathLst>
          </a:custGeom>
          <a:solidFill>
            <a:schemeClr val="accent1"/>
          </a:solidFill>
        </p:spPr>
        <p:txBody>
          <a:bodyPr vert="horz" wrap="square" lIns="91440" tIns="432000" rIns="91440" bIns="731520" rtlCol="0" anchor="ctr">
            <a:noAutofit/>
          </a:bodyPr>
          <a:lstStyle>
            <a:lvl1pPr marL="0" indent="0" algn="ctr" defTabSz="3291890" rtl="0" eaLnBrk="1" latinLnBrk="0" hangingPunct="1">
              <a:lnSpc>
                <a:spcPct val="100000"/>
              </a:lnSpc>
              <a:spcBef>
                <a:spcPts val="0"/>
              </a:spcBef>
              <a:spcAft>
                <a:spcPts val="0"/>
              </a:spcAft>
              <a:buFont typeface="Arial" panose="020B0604020202020204" pitchFamily="34" charset="0"/>
              <a:buNone/>
              <a:defRPr lang="en-US" sz="5761" b="1" kern="1200" dirty="0" smtClean="0">
                <a:solidFill>
                  <a:schemeClr val="bg1"/>
                </a:solidFill>
                <a:latin typeface="+mn-lt"/>
                <a:ea typeface="+mn-ea"/>
                <a:cs typeface="+mn-cs"/>
              </a:defRPr>
            </a:lvl1pPr>
          </a:lstStyle>
          <a:p>
            <a:pPr marL="822972" lvl="0" indent="-822972" algn="ctr"/>
            <a:r>
              <a:rPr lang="en-US"/>
              <a:t>_______________________________</a:t>
            </a:r>
            <a:br>
              <a:rPr lang="en-US"/>
            </a:br>
            <a:br>
              <a:rPr lang="en-US"/>
            </a:br>
            <a:r>
              <a:rPr lang="en-US"/>
              <a:t>To add an image here: </a:t>
            </a:r>
            <a:br>
              <a:rPr lang="en-US"/>
            </a:br>
            <a:r>
              <a:rPr lang="en-US"/>
              <a:t>Click the icon and select Brand Pictures, </a:t>
            </a:r>
            <a:br>
              <a:rPr lang="en-US"/>
            </a:br>
            <a:r>
              <a:rPr lang="en-US"/>
              <a:t>or insert a file from your computer.</a:t>
            </a:r>
            <a:br>
              <a:rPr lang="en-US"/>
            </a:br>
            <a:br>
              <a:rPr lang="en-US"/>
            </a:br>
            <a:br>
              <a:rPr lang="en-US"/>
            </a:br>
            <a:br>
              <a:rPr lang="en-US"/>
            </a:br>
            <a:r>
              <a:rPr lang="en-US"/>
              <a:t>The image can then be scaled within </a:t>
            </a:r>
            <a:br>
              <a:rPr lang="en-US"/>
            </a:br>
            <a:r>
              <a:rPr lang="en-US"/>
              <a:t>the frame by using the Crop feature in </a:t>
            </a:r>
            <a:br>
              <a:rPr lang="en-US"/>
            </a:br>
            <a:r>
              <a:rPr lang="en-US"/>
              <a:t>the Picture Format tab of the ribbon.</a:t>
            </a:r>
            <a:br>
              <a:rPr lang="en-US"/>
            </a:br>
            <a:r>
              <a:rPr lang="en-US"/>
              <a:t>_______________________________</a:t>
            </a:r>
          </a:p>
        </p:txBody>
      </p:sp>
      <p:sp>
        <p:nvSpPr>
          <p:cNvPr id="11" name="Picture Placeholder 3">
            <a:extLst>
              <a:ext uri="{FF2B5EF4-FFF2-40B4-BE49-F238E27FC236}">
                <a16:creationId xmlns:a16="http://schemas.microsoft.com/office/drawing/2014/main" id="{894F9465-82DF-4370-9E47-56C71396EFC4}"/>
              </a:ext>
              <a:ext uri="{C183D7F6-B498-43B3-948B-1728B52AA6E4}">
                <adec:decorative xmlns:adec="http://schemas.microsoft.com/office/drawing/2017/decorative" val="1"/>
              </a:ext>
            </a:extLst>
          </p:cNvPr>
          <p:cNvSpPr>
            <a:spLocks noGrp="1"/>
          </p:cNvSpPr>
          <p:nvPr>
            <p:ph type="pic" sz="quarter" idx="25" hasCustomPrompt="1"/>
          </p:nvPr>
        </p:nvSpPr>
        <p:spPr>
          <a:xfrm>
            <a:off x="12710160" y="2987037"/>
            <a:ext cx="7424929" cy="3048004"/>
          </a:xfrm>
        </p:spPr>
        <p:txBody>
          <a:bodyPr anchor="ctr" anchorCtr="0">
            <a:normAutofit/>
          </a:bodyPr>
          <a:lstStyle>
            <a:lvl1pPr marL="0" indent="0" algn="ctr">
              <a:lnSpc>
                <a:spcPct val="100000"/>
              </a:lnSpc>
              <a:buNone/>
              <a:defRPr sz="5041"/>
            </a:lvl1pPr>
          </a:lstStyle>
          <a:p>
            <a:r>
              <a:rPr lang="en-US"/>
              <a:t>Use this placeholder for a secondary logo if needed</a:t>
            </a:r>
          </a:p>
        </p:txBody>
      </p:sp>
      <p:pic>
        <p:nvPicPr>
          <p:cNvPr id="7" name="Picture 2">
            <a:extLst>
              <a:ext uri="{FF2B5EF4-FFF2-40B4-BE49-F238E27FC236}">
                <a16:creationId xmlns:a16="http://schemas.microsoft.com/office/drawing/2014/main" id="{1ED72C3C-E918-420F-9374-6F1CBE3946F7}"/>
              </a:ext>
              <a:ext uri="{C183D7F6-B498-43B3-948B-1728B52AA6E4}">
                <adec:decorative xmlns:adec="http://schemas.microsoft.com/office/drawing/2017/decorative" val="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484196" y="2768493"/>
            <a:ext cx="8661552" cy="3129393"/>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06231862-37A9-4364-9D96-47810B11870D}"/>
              </a:ext>
              <a:ext uri="{C183D7F6-B498-43B3-948B-1728B52AA6E4}">
                <adec:decorative xmlns:adec="http://schemas.microsoft.com/office/drawing/2017/decorative" val="1"/>
              </a:ext>
            </a:extLst>
          </p:cNvPr>
          <p:cNvSpPr/>
          <p:nvPr userDrawn="1"/>
        </p:nvSpPr>
        <p:spPr>
          <a:xfrm>
            <a:off x="1234445" y="1943101"/>
            <a:ext cx="10058401" cy="4418342"/>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2159"/>
              </a:spcAft>
            </a:pPr>
            <a:endParaRPr lang="en-US" sz="8640" err="1">
              <a:latin typeface="+mj-lt"/>
            </a:endParaRPr>
          </a:p>
        </p:txBody>
      </p:sp>
      <p:sp>
        <p:nvSpPr>
          <p:cNvPr id="16" name="Freeform: Shape 15">
            <a:extLst>
              <a:ext uri="{FF2B5EF4-FFF2-40B4-BE49-F238E27FC236}">
                <a16:creationId xmlns:a16="http://schemas.microsoft.com/office/drawing/2014/main" id="{B8C86533-B59D-4640-AA9B-D75189B4B4CA}"/>
              </a:ext>
              <a:ext uri="{C183D7F6-B498-43B3-948B-1728B52AA6E4}">
                <adec:decorative xmlns:adec="http://schemas.microsoft.com/office/drawing/2017/decorative" val="1"/>
              </a:ext>
            </a:extLst>
          </p:cNvPr>
          <p:cNvSpPr/>
          <p:nvPr userDrawn="1"/>
        </p:nvSpPr>
        <p:spPr>
          <a:xfrm>
            <a:off x="-7516629" y="6"/>
            <a:ext cx="7430979" cy="32918400"/>
          </a:xfrm>
          <a:custGeom>
            <a:avLst/>
            <a:gdLst>
              <a:gd name="connsiteX0" fmla="*/ 0 w 2064161"/>
              <a:gd name="connsiteY0" fmla="*/ 0 h 6858000"/>
              <a:gd name="connsiteX1" fmla="*/ 2002971 w 2064161"/>
              <a:gd name="connsiteY1" fmla="*/ 0 h 6858000"/>
              <a:gd name="connsiteX2" fmla="*/ 2002971 w 2064161"/>
              <a:gd name="connsiteY2" fmla="*/ 6447122 h 6858000"/>
              <a:gd name="connsiteX3" fmla="*/ 2064161 w 2064161"/>
              <a:gd name="connsiteY3" fmla="*/ 6538118 h 6858000"/>
              <a:gd name="connsiteX4" fmla="*/ 2002971 w 2064161"/>
              <a:gd name="connsiteY4" fmla="*/ 6629114 h 6858000"/>
              <a:gd name="connsiteX5" fmla="*/ 2002971 w 2064161"/>
              <a:gd name="connsiteY5" fmla="*/ 6858000 h 6858000"/>
              <a:gd name="connsiteX6" fmla="*/ 0 w 206416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4161" h="6858000">
                <a:moveTo>
                  <a:pt x="0" y="0"/>
                </a:moveTo>
                <a:lnTo>
                  <a:pt x="2002971" y="0"/>
                </a:lnTo>
                <a:lnTo>
                  <a:pt x="2002971" y="6447122"/>
                </a:lnTo>
                <a:lnTo>
                  <a:pt x="2064161" y="6538118"/>
                </a:lnTo>
                <a:lnTo>
                  <a:pt x="2002971" y="6629114"/>
                </a:lnTo>
                <a:lnTo>
                  <a:pt x="2002971"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518399" rIns="518399" bIns="777600" rtlCol="0" anchor="b" anchorCtr="0">
            <a:noAutofit/>
          </a:bodyPr>
          <a:lstStyle/>
          <a:p>
            <a:pPr>
              <a:lnSpc>
                <a:spcPct val="100000"/>
              </a:lnSpc>
              <a:spcAft>
                <a:spcPts val="2159"/>
              </a:spcAft>
            </a:pPr>
            <a:r>
              <a:rPr lang="en-GB" sz="5041">
                <a:solidFill>
                  <a:schemeClr val="tx1"/>
                </a:solidFill>
              </a:rPr>
              <a:t>Please ensure you have added the correct confidentiality statement. </a:t>
            </a:r>
          </a:p>
          <a:p>
            <a:pPr>
              <a:lnSpc>
                <a:spcPct val="100000"/>
              </a:lnSpc>
              <a:spcAft>
                <a:spcPts val="2159"/>
              </a:spcAft>
            </a:pPr>
            <a:r>
              <a:rPr lang="en-GB" sz="5041">
                <a:solidFill>
                  <a:schemeClr val="tx1"/>
                </a:solidFill>
              </a:rPr>
              <a:t>Type the correct statement: </a:t>
            </a:r>
            <a:br>
              <a:rPr lang="en-GB" sz="5041">
                <a:solidFill>
                  <a:schemeClr val="accent1"/>
                </a:solidFill>
              </a:rPr>
            </a:br>
            <a:r>
              <a:rPr lang="en-GB" sz="5041">
                <a:solidFill>
                  <a:schemeClr val="accent1"/>
                </a:solidFill>
              </a:rPr>
              <a:t>‘</a:t>
            </a:r>
            <a:r>
              <a:rPr lang="en-GB" sz="5041" b="1" i="1">
                <a:solidFill>
                  <a:schemeClr val="accent1"/>
                </a:solidFill>
              </a:rPr>
              <a:t>Company Restricted’ </a:t>
            </a:r>
            <a:r>
              <a:rPr lang="en-GB" sz="5041" b="0">
                <a:solidFill>
                  <a:schemeClr val="tx1"/>
                </a:solidFill>
              </a:rPr>
              <a:t>or</a:t>
            </a:r>
            <a:r>
              <a:rPr lang="en-GB" sz="5041" b="1">
                <a:solidFill>
                  <a:schemeClr val="accent1"/>
                </a:solidFill>
              </a:rPr>
              <a:t> ‘</a:t>
            </a:r>
            <a:r>
              <a:rPr lang="en-GB" sz="5041" b="1" i="1">
                <a:solidFill>
                  <a:schemeClr val="accent1"/>
                </a:solidFill>
              </a:rPr>
              <a:t>Strictly Confidential’ </a:t>
            </a:r>
            <a:r>
              <a:rPr lang="en-GB" sz="5041" b="0" i="1">
                <a:solidFill>
                  <a:schemeClr val="tx1"/>
                </a:solidFill>
              </a:rPr>
              <a:t>.</a:t>
            </a:r>
            <a:r>
              <a:rPr lang="en-GB" sz="5041" b="1" i="1">
                <a:solidFill>
                  <a:schemeClr val="accent1"/>
                </a:solidFill>
              </a:rPr>
              <a:t> </a:t>
            </a:r>
            <a:r>
              <a:rPr lang="en-GB" sz="5041" b="0" i="0">
                <a:solidFill>
                  <a:schemeClr val="tx1"/>
                </a:solidFill>
              </a:rPr>
              <a:t>No statement is needed </a:t>
            </a:r>
            <a:br>
              <a:rPr lang="en-GB" sz="5041" b="0" i="0">
                <a:solidFill>
                  <a:schemeClr val="tx1"/>
                </a:solidFill>
              </a:rPr>
            </a:br>
            <a:r>
              <a:rPr lang="en-GB" sz="5041" b="0" i="0">
                <a:solidFill>
                  <a:schemeClr val="tx1"/>
                </a:solidFill>
              </a:rPr>
              <a:t>for public information. </a:t>
            </a:r>
            <a:endParaRPr lang="en-GB" sz="5041" b="0">
              <a:solidFill>
                <a:schemeClr val="tx1"/>
              </a:solidFill>
            </a:endParaRPr>
          </a:p>
        </p:txBody>
      </p:sp>
      <p:sp>
        <p:nvSpPr>
          <p:cNvPr id="17" name="Oval 16">
            <a:extLst>
              <a:ext uri="{FF2B5EF4-FFF2-40B4-BE49-F238E27FC236}">
                <a16:creationId xmlns:a16="http://schemas.microsoft.com/office/drawing/2014/main" id="{CF3181C7-2372-4ADB-A7E1-372907919D37}"/>
              </a:ext>
              <a:ext uri="{C183D7F6-B498-43B3-948B-1728B52AA6E4}">
                <adec:decorative xmlns:adec="http://schemas.microsoft.com/office/drawing/2017/decorative" val="1"/>
              </a:ext>
            </a:extLst>
          </p:cNvPr>
          <p:cNvSpPr/>
          <p:nvPr userDrawn="1"/>
        </p:nvSpPr>
        <p:spPr>
          <a:xfrm>
            <a:off x="-7000899" y="18616007"/>
            <a:ext cx="1511884" cy="201584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2159"/>
              </a:spcAft>
            </a:pPr>
            <a:r>
              <a:rPr lang="en-US" sz="8640" b="1">
                <a:solidFill>
                  <a:schemeClr val="bg1"/>
                </a:solidFill>
                <a:latin typeface="+mn-lt"/>
              </a:rPr>
              <a:t>!</a:t>
            </a:r>
          </a:p>
        </p:txBody>
      </p:sp>
    </p:spTree>
    <p:custDataLst>
      <p:tags r:id="rId1"/>
    </p:custDataLst>
    <p:extLst>
      <p:ext uri="{BB962C8B-B14F-4D97-AF65-F5344CB8AC3E}">
        <p14:creationId xmlns:p14="http://schemas.microsoft.com/office/powerpoint/2010/main" val="3098283604"/>
      </p:ext>
    </p:extLst>
  </p:cSld>
  <p:clrMapOvr>
    <a:masterClrMapping/>
  </p:clrMapOvr>
  <p:extLst>
    <p:ext uri="{DCECCB84-F9BA-43D5-87BE-67443E8EF086}">
      <p15:sldGuideLst xmlns:p15="http://schemas.microsoft.com/office/powerpoint/2012/main">
        <p15:guide id="1" pos="10221" userDrawn="1">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Cobra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DCC3B-CA12-4A4B-B5F5-D2062F3C58EC}"/>
              </a:ext>
            </a:extLst>
          </p:cNvPr>
          <p:cNvSpPr>
            <a:spLocks noGrp="1"/>
          </p:cNvSpPr>
          <p:nvPr>
            <p:ph type="title" hasCustomPrompt="1"/>
          </p:nvPr>
        </p:nvSpPr>
        <p:spPr>
          <a:xfrm>
            <a:off x="1468761" y="7134269"/>
            <a:ext cx="18666335" cy="12715849"/>
          </a:xfrm>
        </p:spPr>
        <p:txBody>
          <a:bodyPr anchor="b" anchorCtr="0">
            <a:normAutofit/>
          </a:bodyPr>
          <a:lstStyle>
            <a:lvl1pPr>
              <a:lnSpc>
                <a:spcPct val="100000"/>
              </a:lnSpc>
              <a:defRPr sz="14400">
                <a:solidFill>
                  <a:schemeClr val="accent1"/>
                </a:solidFill>
              </a:defRPr>
            </a:lvl1pPr>
          </a:lstStyle>
          <a:p>
            <a:r>
              <a:rPr lang="en-US"/>
              <a:t>Click to enter title here</a:t>
            </a:r>
          </a:p>
        </p:txBody>
      </p:sp>
      <p:sp>
        <p:nvSpPr>
          <p:cNvPr id="10" name="Text Placeholder 9">
            <a:extLst>
              <a:ext uri="{FF2B5EF4-FFF2-40B4-BE49-F238E27FC236}">
                <a16:creationId xmlns:a16="http://schemas.microsoft.com/office/drawing/2014/main" id="{632E5583-912E-4EA8-8EDC-7B6B86E76274}"/>
              </a:ext>
            </a:extLst>
          </p:cNvPr>
          <p:cNvSpPr>
            <a:spLocks noGrp="1"/>
          </p:cNvSpPr>
          <p:nvPr>
            <p:ph type="body" sz="quarter" idx="21" hasCustomPrompt="1"/>
          </p:nvPr>
        </p:nvSpPr>
        <p:spPr>
          <a:xfrm>
            <a:off x="1468764" y="20778883"/>
            <a:ext cx="18665191" cy="5778082"/>
          </a:xfrm>
          <a:prstGeom prst="rect">
            <a:avLst/>
          </a:prstGeom>
        </p:spPr>
        <p:txBody>
          <a:bodyPr lIns="0">
            <a:normAutofit/>
          </a:bodyPr>
          <a:lstStyle>
            <a:lvl1pPr marL="0" indent="0">
              <a:lnSpc>
                <a:spcPct val="100000"/>
              </a:lnSpc>
              <a:buNone/>
              <a:defRPr sz="8640">
                <a:solidFill>
                  <a:schemeClr val="tx1"/>
                </a:solidFill>
              </a:defRPr>
            </a:lvl1pPr>
          </a:lstStyle>
          <a:p>
            <a:pPr lvl="0"/>
            <a:r>
              <a:rPr lang="en-US"/>
              <a:t>Click to add subtitle / presenter name</a:t>
            </a:r>
          </a:p>
        </p:txBody>
      </p:sp>
      <p:sp>
        <p:nvSpPr>
          <p:cNvPr id="3" name="Date Placeholder 2">
            <a:extLst>
              <a:ext uri="{FF2B5EF4-FFF2-40B4-BE49-F238E27FC236}">
                <a16:creationId xmlns:a16="http://schemas.microsoft.com/office/drawing/2014/main" id="{39E6A1CD-3FD6-4AD3-876A-75F060E88A2E}"/>
              </a:ext>
            </a:extLst>
          </p:cNvPr>
          <p:cNvSpPr>
            <a:spLocks noGrp="1"/>
          </p:cNvSpPr>
          <p:nvPr>
            <p:ph type="dt" sz="half" idx="26"/>
          </p:nvPr>
        </p:nvSpPr>
        <p:spPr>
          <a:xfrm>
            <a:off x="1468761" y="28260815"/>
            <a:ext cx="4605689" cy="1483897"/>
          </a:xfrm>
        </p:spPr>
        <p:txBody>
          <a:bodyPr lIns="0"/>
          <a:lstStyle>
            <a:lvl1pPr algn="l">
              <a:lnSpc>
                <a:spcPct val="100000"/>
              </a:lnSpc>
              <a:defRPr/>
            </a:lvl1pPr>
          </a:lstStyle>
          <a:p>
            <a:endParaRPr lang="en-GB"/>
          </a:p>
        </p:txBody>
      </p:sp>
      <p:sp>
        <p:nvSpPr>
          <p:cNvPr id="15" name="Text Placeholder 7">
            <a:extLst>
              <a:ext uri="{FF2B5EF4-FFF2-40B4-BE49-F238E27FC236}">
                <a16:creationId xmlns:a16="http://schemas.microsoft.com/office/drawing/2014/main" id="{AF0B1B31-3000-4CD8-BB26-CDF0CF4ED32F}"/>
              </a:ext>
            </a:extLst>
          </p:cNvPr>
          <p:cNvSpPr>
            <a:spLocks noGrp="1"/>
          </p:cNvSpPr>
          <p:nvPr>
            <p:ph type="body" sz="quarter" idx="27" hasCustomPrompt="1"/>
          </p:nvPr>
        </p:nvSpPr>
        <p:spPr>
          <a:xfrm>
            <a:off x="1468764" y="31055714"/>
            <a:ext cx="18665191" cy="654529"/>
          </a:xfrm>
        </p:spPr>
        <p:txBody>
          <a:bodyPr lIns="0" tIns="36000" rIns="0" bIns="36000" anchor="ctr" anchorCtr="0">
            <a:spAutoFit/>
          </a:bodyPr>
          <a:lstStyle>
            <a:lvl1pPr marL="0" indent="0">
              <a:lnSpc>
                <a:spcPct val="100000"/>
              </a:lnSpc>
              <a:buNone/>
              <a:defRPr sz="3781"/>
            </a:lvl1pPr>
            <a:lvl2pPr marL="1555224" indent="0">
              <a:buNone/>
              <a:defRPr sz="3781"/>
            </a:lvl2pPr>
            <a:lvl3pPr marL="2462438" indent="0">
              <a:buNone/>
              <a:defRPr sz="3781"/>
            </a:lvl3pPr>
            <a:lvl4pPr marL="2980846" indent="0">
              <a:buNone/>
              <a:defRPr sz="3781"/>
            </a:lvl4pPr>
            <a:lvl5pPr marL="3453894" indent="0">
              <a:buNone/>
              <a:defRPr sz="3781"/>
            </a:lvl5pPr>
          </a:lstStyle>
          <a:p>
            <a:pPr lvl="0"/>
            <a:r>
              <a:rPr lang="en-US"/>
              <a:t>Click to add confidentiality statement here</a:t>
            </a:r>
          </a:p>
        </p:txBody>
      </p:sp>
      <p:sp>
        <p:nvSpPr>
          <p:cNvPr id="6" name="Picture Placeholder 12">
            <a:extLst>
              <a:ext uri="{FF2B5EF4-FFF2-40B4-BE49-F238E27FC236}">
                <a16:creationId xmlns:a16="http://schemas.microsoft.com/office/drawing/2014/main" id="{3506CBD9-0F78-454A-9842-87C2546180B8}"/>
              </a:ext>
              <a:ext uri="{C183D7F6-B498-43B3-948B-1728B52AA6E4}">
                <adec:decorative xmlns:adec="http://schemas.microsoft.com/office/drawing/2017/decorative" val="1"/>
              </a:ext>
            </a:extLst>
          </p:cNvPr>
          <p:cNvSpPr>
            <a:spLocks noGrp="1"/>
          </p:cNvSpPr>
          <p:nvPr>
            <p:ph type="pic" sz="quarter" idx="20" hasCustomPrompt="1"/>
          </p:nvPr>
        </p:nvSpPr>
        <p:spPr>
          <a:xfrm>
            <a:off x="22278516" y="0"/>
            <a:ext cx="21617140" cy="32952961"/>
          </a:xfrm>
          <a:custGeom>
            <a:avLst/>
            <a:gdLst>
              <a:gd name="connsiteX0" fmla="*/ 1547827 w 6004761"/>
              <a:gd name="connsiteY0" fmla="*/ 0 h 6864096"/>
              <a:gd name="connsiteX1" fmla="*/ 6004760 w 6004761"/>
              <a:gd name="connsiteY1" fmla="*/ 0 h 6864096"/>
              <a:gd name="connsiteX2" fmla="*/ 6004761 w 6004761"/>
              <a:gd name="connsiteY2" fmla="*/ 6864096 h 6864096"/>
              <a:gd name="connsiteX3" fmla="*/ 1554450 w 6004761"/>
              <a:gd name="connsiteY3" fmla="*/ 6864096 h 6864096"/>
              <a:gd name="connsiteX4" fmla="*/ 1379124 w 6004761"/>
              <a:gd name="connsiteY4" fmla="*/ 6702826 h 6864096"/>
              <a:gd name="connsiteX5" fmla="*/ 0 w 6004761"/>
              <a:gd name="connsiteY5" fmla="*/ 3429001 h 6864096"/>
              <a:gd name="connsiteX6" fmla="*/ 1379124 w 6004761"/>
              <a:gd name="connsiteY6" fmla="*/ 155178 h 686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04761" h="6864096">
                <a:moveTo>
                  <a:pt x="1547827" y="0"/>
                </a:moveTo>
                <a:lnTo>
                  <a:pt x="6004760" y="0"/>
                </a:lnTo>
                <a:lnTo>
                  <a:pt x="6004761" y="6864096"/>
                </a:lnTo>
                <a:lnTo>
                  <a:pt x="1554450" y="6864096"/>
                </a:lnTo>
                <a:lnTo>
                  <a:pt x="1379124" y="6702826"/>
                </a:lnTo>
                <a:cubicBezTo>
                  <a:pt x="528239" y="5871990"/>
                  <a:pt x="0" y="4712184"/>
                  <a:pt x="0" y="3429001"/>
                </a:cubicBezTo>
                <a:cubicBezTo>
                  <a:pt x="0" y="2145819"/>
                  <a:pt x="528239" y="986013"/>
                  <a:pt x="1379124" y="155178"/>
                </a:cubicBezTo>
                <a:close/>
              </a:path>
            </a:pathLst>
          </a:custGeom>
          <a:solidFill>
            <a:schemeClr val="accent1"/>
          </a:solidFill>
        </p:spPr>
        <p:txBody>
          <a:bodyPr vert="horz" wrap="square" lIns="91440" tIns="432000" rIns="91440" bIns="731520" rtlCol="0" anchor="ctr">
            <a:noAutofit/>
          </a:bodyPr>
          <a:lstStyle>
            <a:lvl1pPr marL="0" indent="0" algn="ctr" defTabSz="3291890" rtl="0" eaLnBrk="1" latinLnBrk="0" hangingPunct="1">
              <a:lnSpc>
                <a:spcPct val="100000"/>
              </a:lnSpc>
              <a:spcBef>
                <a:spcPts val="0"/>
              </a:spcBef>
              <a:spcAft>
                <a:spcPts val="0"/>
              </a:spcAft>
              <a:buFont typeface="Arial" panose="020B0604020202020204" pitchFamily="34" charset="0"/>
              <a:buNone/>
              <a:defRPr lang="en-US" sz="5761" b="1" kern="1200" dirty="0" smtClean="0">
                <a:solidFill>
                  <a:schemeClr val="bg1"/>
                </a:solidFill>
                <a:latin typeface="+mn-lt"/>
                <a:ea typeface="+mn-ea"/>
                <a:cs typeface="+mn-cs"/>
              </a:defRPr>
            </a:lvl1pPr>
          </a:lstStyle>
          <a:p>
            <a:pPr marL="822972" lvl="0" indent="-822972" algn="ctr"/>
            <a:r>
              <a:rPr lang="en-US"/>
              <a:t>_______________________________</a:t>
            </a:r>
            <a:br>
              <a:rPr lang="en-US"/>
            </a:br>
            <a:br>
              <a:rPr lang="en-US"/>
            </a:br>
            <a:r>
              <a:rPr lang="en-US"/>
              <a:t>To add an image here: </a:t>
            </a:r>
            <a:br>
              <a:rPr lang="en-US"/>
            </a:br>
            <a:r>
              <a:rPr lang="en-US"/>
              <a:t>Click the icon and select Brand Pictures, </a:t>
            </a:r>
            <a:br>
              <a:rPr lang="en-US"/>
            </a:br>
            <a:r>
              <a:rPr lang="en-US"/>
              <a:t>or insert a file from your computer.</a:t>
            </a:r>
            <a:br>
              <a:rPr lang="en-US"/>
            </a:br>
            <a:br>
              <a:rPr lang="en-US"/>
            </a:br>
            <a:br>
              <a:rPr lang="en-US"/>
            </a:br>
            <a:br>
              <a:rPr lang="en-US"/>
            </a:br>
            <a:r>
              <a:rPr lang="en-US"/>
              <a:t>The image can then be scaled within </a:t>
            </a:r>
            <a:br>
              <a:rPr lang="en-US"/>
            </a:br>
            <a:r>
              <a:rPr lang="en-US"/>
              <a:t>the frame by using the Crop feature in </a:t>
            </a:r>
            <a:br>
              <a:rPr lang="en-US"/>
            </a:br>
            <a:r>
              <a:rPr lang="en-US"/>
              <a:t>the Picture Format tab of the ribbon.</a:t>
            </a:r>
            <a:br>
              <a:rPr lang="en-US"/>
            </a:br>
            <a:r>
              <a:rPr lang="en-US"/>
              <a:t>_______________________________</a:t>
            </a:r>
          </a:p>
        </p:txBody>
      </p:sp>
      <p:pic>
        <p:nvPicPr>
          <p:cNvPr id="7" name="Picture 2">
            <a:extLst>
              <a:ext uri="{FF2B5EF4-FFF2-40B4-BE49-F238E27FC236}">
                <a16:creationId xmlns:a16="http://schemas.microsoft.com/office/drawing/2014/main" id="{1ED72C3C-E918-420F-9374-6F1CBE3946F7}"/>
              </a:ext>
              <a:ext uri="{C183D7F6-B498-43B3-948B-1728B52AA6E4}">
                <adec:decorative xmlns:adec="http://schemas.microsoft.com/office/drawing/2017/decorative" val="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458098" y="2768493"/>
            <a:ext cx="8661552" cy="3129393"/>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06231862-37A9-4364-9D96-47810B11870D}"/>
              </a:ext>
              <a:ext uri="{C183D7F6-B498-43B3-948B-1728B52AA6E4}">
                <adec:decorative xmlns:adec="http://schemas.microsoft.com/office/drawing/2017/decorative" val="1"/>
              </a:ext>
            </a:extLst>
          </p:cNvPr>
          <p:cNvSpPr/>
          <p:nvPr userDrawn="1"/>
        </p:nvSpPr>
        <p:spPr>
          <a:xfrm>
            <a:off x="11037111" y="1943101"/>
            <a:ext cx="10058401" cy="4418342"/>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2159"/>
              </a:spcAft>
            </a:pPr>
            <a:endParaRPr lang="en-US" sz="8640" err="1">
              <a:latin typeface="+mj-lt"/>
            </a:endParaRPr>
          </a:p>
        </p:txBody>
      </p:sp>
      <p:sp>
        <p:nvSpPr>
          <p:cNvPr id="11" name="Picture Placeholder 3">
            <a:extLst>
              <a:ext uri="{FF2B5EF4-FFF2-40B4-BE49-F238E27FC236}">
                <a16:creationId xmlns:a16="http://schemas.microsoft.com/office/drawing/2014/main" id="{894F9465-82DF-4370-9E47-56C71396EFC4}"/>
              </a:ext>
              <a:ext uri="{C183D7F6-B498-43B3-948B-1728B52AA6E4}">
                <adec:decorative xmlns:adec="http://schemas.microsoft.com/office/drawing/2017/decorative" val="1"/>
              </a:ext>
            </a:extLst>
          </p:cNvPr>
          <p:cNvSpPr>
            <a:spLocks noGrp="1"/>
          </p:cNvSpPr>
          <p:nvPr>
            <p:ph type="pic" sz="quarter" idx="25" hasCustomPrompt="1"/>
          </p:nvPr>
        </p:nvSpPr>
        <p:spPr>
          <a:xfrm>
            <a:off x="1484193" y="2987037"/>
            <a:ext cx="7424929" cy="3048004"/>
          </a:xfrm>
        </p:spPr>
        <p:txBody>
          <a:bodyPr anchor="ctr" anchorCtr="0">
            <a:normAutofit/>
          </a:bodyPr>
          <a:lstStyle>
            <a:lvl1pPr marL="0" indent="0" algn="ctr">
              <a:lnSpc>
                <a:spcPct val="100000"/>
              </a:lnSpc>
              <a:buNone/>
              <a:defRPr sz="5041"/>
            </a:lvl1pPr>
          </a:lstStyle>
          <a:p>
            <a:r>
              <a:rPr lang="en-US"/>
              <a:t>Use this placeholder for a secondary logo if needed</a:t>
            </a:r>
          </a:p>
        </p:txBody>
      </p:sp>
      <p:sp>
        <p:nvSpPr>
          <p:cNvPr id="16" name="Freeform: Shape 15">
            <a:extLst>
              <a:ext uri="{FF2B5EF4-FFF2-40B4-BE49-F238E27FC236}">
                <a16:creationId xmlns:a16="http://schemas.microsoft.com/office/drawing/2014/main" id="{B8C86533-B59D-4640-AA9B-D75189B4B4CA}"/>
              </a:ext>
              <a:ext uri="{C183D7F6-B498-43B3-948B-1728B52AA6E4}">
                <adec:decorative xmlns:adec="http://schemas.microsoft.com/office/drawing/2017/decorative" val="1"/>
              </a:ext>
            </a:extLst>
          </p:cNvPr>
          <p:cNvSpPr/>
          <p:nvPr userDrawn="1"/>
        </p:nvSpPr>
        <p:spPr>
          <a:xfrm>
            <a:off x="-7516629" y="6"/>
            <a:ext cx="7430979" cy="32918400"/>
          </a:xfrm>
          <a:custGeom>
            <a:avLst/>
            <a:gdLst>
              <a:gd name="connsiteX0" fmla="*/ 0 w 2064161"/>
              <a:gd name="connsiteY0" fmla="*/ 0 h 6858000"/>
              <a:gd name="connsiteX1" fmla="*/ 2002971 w 2064161"/>
              <a:gd name="connsiteY1" fmla="*/ 0 h 6858000"/>
              <a:gd name="connsiteX2" fmla="*/ 2002971 w 2064161"/>
              <a:gd name="connsiteY2" fmla="*/ 6447122 h 6858000"/>
              <a:gd name="connsiteX3" fmla="*/ 2064161 w 2064161"/>
              <a:gd name="connsiteY3" fmla="*/ 6538118 h 6858000"/>
              <a:gd name="connsiteX4" fmla="*/ 2002971 w 2064161"/>
              <a:gd name="connsiteY4" fmla="*/ 6629114 h 6858000"/>
              <a:gd name="connsiteX5" fmla="*/ 2002971 w 2064161"/>
              <a:gd name="connsiteY5" fmla="*/ 6858000 h 6858000"/>
              <a:gd name="connsiteX6" fmla="*/ 0 w 206416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4161" h="6858000">
                <a:moveTo>
                  <a:pt x="0" y="0"/>
                </a:moveTo>
                <a:lnTo>
                  <a:pt x="2002971" y="0"/>
                </a:lnTo>
                <a:lnTo>
                  <a:pt x="2002971" y="6447122"/>
                </a:lnTo>
                <a:lnTo>
                  <a:pt x="2064161" y="6538118"/>
                </a:lnTo>
                <a:lnTo>
                  <a:pt x="2002971" y="6629114"/>
                </a:lnTo>
                <a:lnTo>
                  <a:pt x="2002971"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518399" rIns="518399" bIns="777600" rtlCol="0" anchor="b" anchorCtr="0">
            <a:noAutofit/>
          </a:bodyPr>
          <a:lstStyle/>
          <a:p>
            <a:pPr>
              <a:lnSpc>
                <a:spcPct val="100000"/>
              </a:lnSpc>
              <a:spcAft>
                <a:spcPts val="2159"/>
              </a:spcAft>
            </a:pPr>
            <a:r>
              <a:rPr lang="en-GB" sz="5041">
                <a:solidFill>
                  <a:schemeClr val="tx1"/>
                </a:solidFill>
              </a:rPr>
              <a:t>Please ensure you have added the correct confidentiality statement. </a:t>
            </a:r>
          </a:p>
          <a:p>
            <a:pPr>
              <a:lnSpc>
                <a:spcPct val="100000"/>
              </a:lnSpc>
              <a:spcAft>
                <a:spcPts val="2159"/>
              </a:spcAft>
            </a:pPr>
            <a:r>
              <a:rPr lang="en-GB" sz="5041">
                <a:solidFill>
                  <a:schemeClr val="tx1"/>
                </a:solidFill>
              </a:rPr>
              <a:t>Type the correct statement: </a:t>
            </a:r>
            <a:br>
              <a:rPr lang="en-GB" sz="5041">
                <a:solidFill>
                  <a:schemeClr val="accent1"/>
                </a:solidFill>
              </a:rPr>
            </a:br>
            <a:r>
              <a:rPr lang="en-GB" sz="5041">
                <a:solidFill>
                  <a:schemeClr val="accent1"/>
                </a:solidFill>
              </a:rPr>
              <a:t>‘</a:t>
            </a:r>
            <a:r>
              <a:rPr lang="en-GB" sz="5041" b="1" i="1">
                <a:solidFill>
                  <a:schemeClr val="accent1"/>
                </a:solidFill>
              </a:rPr>
              <a:t>Company Restricted’ </a:t>
            </a:r>
            <a:r>
              <a:rPr lang="en-GB" sz="5041" b="0">
                <a:solidFill>
                  <a:schemeClr val="tx1"/>
                </a:solidFill>
              </a:rPr>
              <a:t>or</a:t>
            </a:r>
            <a:r>
              <a:rPr lang="en-GB" sz="5041" b="1">
                <a:solidFill>
                  <a:schemeClr val="accent1"/>
                </a:solidFill>
              </a:rPr>
              <a:t> ‘</a:t>
            </a:r>
            <a:r>
              <a:rPr lang="en-GB" sz="5041" b="1" i="1">
                <a:solidFill>
                  <a:schemeClr val="accent1"/>
                </a:solidFill>
              </a:rPr>
              <a:t>Strictly Confidential’ </a:t>
            </a:r>
            <a:r>
              <a:rPr lang="en-GB" sz="5041" b="0" i="1">
                <a:solidFill>
                  <a:schemeClr val="tx1"/>
                </a:solidFill>
              </a:rPr>
              <a:t>.</a:t>
            </a:r>
            <a:r>
              <a:rPr lang="en-GB" sz="5041" b="1" i="1">
                <a:solidFill>
                  <a:schemeClr val="accent1"/>
                </a:solidFill>
              </a:rPr>
              <a:t> </a:t>
            </a:r>
            <a:r>
              <a:rPr lang="en-GB" sz="5041" b="0" i="0">
                <a:solidFill>
                  <a:schemeClr val="tx1"/>
                </a:solidFill>
              </a:rPr>
              <a:t>No statement is needed </a:t>
            </a:r>
            <a:br>
              <a:rPr lang="en-GB" sz="5041" b="0" i="0">
                <a:solidFill>
                  <a:schemeClr val="tx1"/>
                </a:solidFill>
              </a:rPr>
            </a:br>
            <a:r>
              <a:rPr lang="en-GB" sz="5041" b="0" i="0">
                <a:solidFill>
                  <a:schemeClr val="tx1"/>
                </a:solidFill>
              </a:rPr>
              <a:t>for public information. </a:t>
            </a:r>
            <a:endParaRPr lang="en-GB" sz="5041" b="0">
              <a:solidFill>
                <a:schemeClr val="tx1"/>
              </a:solidFill>
            </a:endParaRPr>
          </a:p>
        </p:txBody>
      </p:sp>
      <p:sp>
        <p:nvSpPr>
          <p:cNvPr id="17" name="Oval 16">
            <a:extLst>
              <a:ext uri="{FF2B5EF4-FFF2-40B4-BE49-F238E27FC236}">
                <a16:creationId xmlns:a16="http://schemas.microsoft.com/office/drawing/2014/main" id="{CF3181C7-2372-4ADB-A7E1-372907919D37}"/>
              </a:ext>
              <a:ext uri="{C183D7F6-B498-43B3-948B-1728B52AA6E4}">
                <adec:decorative xmlns:adec="http://schemas.microsoft.com/office/drawing/2017/decorative" val="1"/>
              </a:ext>
            </a:extLst>
          </p:cNvPr>
          <p:cNvSpPr/>
          <p:nvPr userDrawn="1"/>
        </p:nvSpPr>
        <p:spPr>
          <a:xfrm>
            <a:off x="-7000899" y="18616007"/>
            <a:ext cx="1511884" cy="201584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2159"/>
              </a:spcAft>
            </a:pPr>
            <a:r>
              <a:rPr lang="en-US" sz="8640" b="1">
                <a:solidFill>
                  <a:schemeClr val="bg1"/>
                </a:solidFill>
                <a:latin typeface="+mn-lt"/>
              </a:rPr>
              <a:t>!</a:t>
            </a:r>
          </a:p>
        </p:txBody>
      </p:sp>
    </p:spTree>
    <p:custDataLst>
      <p:tags r:id="rId1"/>
    </p:custDataLst>
    <p:extLst>
      <p:ext uri="{BB962C8B-B14F-4D97-AF65-F5344CB8AC3E}">
        <p14:creationId xmlns:p14="http://schemas.microsoft.com/office/powerpoint/2010/main" val="3408556305"/>
      </p:ext>
    </p:extLst>
  </p:cSld>
  <p:clrMapOvr>
    <a:masterClrMapping/>
  </p:clrMapOvr>
  <p:extLst>
    <p:ext uri="{DCECCB84-F9BA-43D5-87BE-67443E8EF086}">
      <p15:sldGuideLst xmlns:p15="http://schemas.microsoft.com/office/powerpoint/2012/main">
        <p15:guide id="1" pos="10221" userDrawn="1">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Alternativ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DCC3B-CA12-4A4B-B5F5-D2062F3C58EC}"/>
              </a:ext>
            </a:extLst>
          </p:cNvPr>
          <p:cNvSpPr>
            <a:spLocks noGrp="1"/>
          </p:cNvSpPr>
          <p:nvPr>
            <p:ph type="title" hasCustomPrompt="1"/>
          </p:nvPr>
        </p:nvSpPr>
        <p:spPr>
          <a:xfrm>
            <a:off x="1468755" y="10314980"/>
            <a:ext cx="15681964" cy="9535138"/>
          </a:xfrm>
        </p:spPr>
        <p:txBody>
          <a:bodyPr anchor="b" anchorCtr="0">
            <a:normAutofit/>
          </a:bodyPr>
          <a:lstStyle>
            <a:lvl1pPr>
              <a:lnSpc>
                <a:spcPct val="100000"/>
              </a:lnSpc>
              <a:defRPr sz="14400">
                <a:solidFill>
                  <a:schemeClr val="accent1"/>
                </a:solidFill>
              </a:defRPr>
            </a:lvl1pPr>
          </a:lstStyle>
          <a:p>
            <a:r>
              <a:rPr lang="en-US"/>
              <a:t>Click to enter </a:t>
            </a:r>
            <a:br>
              <a:rPr lang="en-US"/>
            </a:br>
            <a:r>
              <a:rPr lang="en-US"/>
              <a:t>title here</a:t>
            </a:r>
          </a:p>
        </p:txBody>
      </p:sp>
      <p:sp>
        <p:nvSpPr>
          <p:cNvPr id="10" name="Text Placeholder 9">
            <a:extLst>
              <a:ext uri="{FF2B5EF4-FFF2-40B4-BE49-F238E27FC236}">
                <a16:creationId xmlns:a16="http://schemas.microsoft.com/office/drawing/2014/main" id="{632E5583-912E-4EA8-8EDC-7B6B86E76274}"/>
              </a:ext>
            </a:extLst>
          </p:cNvPr>
          <p:cNvSpPr>
            <a:spLocks noGrp="1"/>
          </p:cNvSpPr>
          <p:nvPr>
            <p:ph type="body" sz="quarter" idx="21" hasCustomPrompt="1"/>
          </p:nvPr>
        </p:nvSpPr>
        <p:spPr>
          <a:xfrm>
            <a:off x="1468761" y="20778883"/>
            <a:ext cx="15681007" cy="5778082"/>
          </a:xfrm>
          <a:prstGeom prst="rect">
            <a:avLst/>
          </a:prstGeom>
        </p:spPr>
        <p:txBody>
          <a:bodyPr lIns="0">
            <a:normAutofit/>
          </a:bodyPr>
          <a:lstStyle>
            <a:lvl1pPr marL="0" indent="0">
              <a:lnSpc>
                <a:spcPct val="100000"/>
              </a:lnSpc>
              <a:buNone/>
              <a:defRPr sz="8640">
                <a:solidFill>
                  <a:schemeClr val="tx1"/>
                </a:solidFill>
              </a:defRPr>
            </a:lvl1pPr>
          </a:lstStyle>
          <a:p>
            <a:pPr lvl="0"/>
            <a:r>
              <a:rPr lang="en-US"/>
              <a:t>Click to add subtitle /</a:t>
            </a:r>
            <a:br>
              <a:rPr lang="en-US"/>
            </a:br>
            <a:r>
              <a:rPr lang="en-US"/>
              <a:t>presenter name</a:t>
            </a:r>
          </a:p>
        </p:txBody>
      </p:sp>
      <p:sp>
        <p:nvSpPr>
          <p:cNvPr id="3" name="Date Placeholder 2">
            <a:extLst>
              <a:ext uri="{FF2B5EF4-FFF2-40B4-BE49-F238E27FC236}">
                <a16:creationId xmlns:a16="http://schemas.microsoft.com/office/drawing/2014/main" id="{39E6A1CD-3FD6-4AD3-876A-75F060E88A2E}"/>
              </a:ext>
            </a:extLst>
          </p:cNvPr>
          <p:cNvSpPr>
            <a:spLocks noGrp="1"/>
          </p:cNvSpPr>
          <p:nvPr>
            <p:ph type="dt" sz="half" idx="26"/>
          </p:nvPr>
        </p:nvSpPr>
        <p:spPr>
          <a:xfrm>
            <a:off x="1468761" y="28260815"/>
            <a:ext cx="4605689" cy="1483897"/>
          </a:xfrm>
        </p:spPr>
        <p:txBody>
          <a:bodyPr lIns="0"/>
          <a:lstStyle>
            <a:lvl1pPr algn="l">
              <a:lnSpc>
                <a:spcPct val="100000"/>
              </a:lnSpc>
              <a:defRPr/>
            </a:lvl1pPr>
          </a:lstStyle>
          <a:p>
            <a:endParaRPr lang="en-GB"/>
          </a:p>
        </p:txBody>
      </p:sp>
      <p:sp>
        <p:nvSpPr>
          <p:cNvPr id="14" name="Text Placeholder 7">
            <a:extLst>
              <a:ext uri="{FF2B5EF4-FFF2-40B4-BE49-F238E27FC236}">
                <a16:creationId xmlns:a16="http://schemas.microsoft.com/office/drawing/2014/main" id="{92EBB4F1-3A58-475F-9EBB-925156182B78}"/>
              </a:ext>
            </a:extLst>
          </p:cNvPr>
          <p:cNvSpPr>
            <a:spLocks noGrp="1"/>
          </p:cNvSpPr>
          <p:nvPr>
            <p:ph type="body" sz="quarter" idx="27" hasCustomPrompt="1"/>
          </p:nvPr>
        </p:nvSpPr>
        <p:spPr>
          <a:xfrm>
            <a:off x="1468760" y="31055714"/>
            <a:ext cx="15681004" cy="654529"/>
          </a:xfrm>
        </p:spPr>
        <p:txBody>
          <a:bodyPr wrap="square" lIns="0" tIns="36000" rIns="0" bIns="36000" anchor="ctr" anchorCtr="0">
            <a:spAutoFit/>
          </a:bodyPr>
          <a:lstStyle>
            <a:lvl1pPr marL="0" indent="0">
              <a:lnSpc>
                <a:spcPct val="100000"/>
              </a:lnSpc>
              <a:buNone/>
              <a:defRPr sz="3781"/>
            </a:lvl1pPr>
            <a:lvl2pPr marL="1555224" indent="0">
              <a:buNone/>
              <a:defRPr sz="3781"/>
            </a:lvl2pPr>
            <a:lvl3pPr marL="2462438" indent="0">
              <a:buNone/>
              <a:defRPr sz="3781"/>
            </a:lvl3pPr>
            <a:lvl4pPr marL="2980846" indent="0">
              <a:buNone/>
              <a:defRPr sz="3781"/>
            </a:lvl4pPr>
            <a:lvl5pPr marL="3453894" indent="0">
              <a:buNone/>
              <a:defRPr sz="3781"/>
            </a:lvl5pPr>
          </a:lstStyle>
          <a:p>
            <a:pPr lvl="0"/>
            <a:r>
              <a:rPr lang="en-US"/>
              <a:t>Click to add confidentiality statement here</a:t>
            </a:r>
          </a:p>
        </p:txBody>
      </p:sp>
      <p:sp>
        <p:nvSpPr>
          <p:cNvPr id="4" name="Rectangle 3">
            <a:extLst>
              <a:ext uri="{FF2B5EF4-FFF2-40B4-BE49-F238E27FC236}">
                <a16:creationId xmlns:a16="http://schemas.microsoft.com/office/drawing/2014/main" id="{DEB1523F-CCFB-4B58-AB3F-DEC8A49B7F24}"/>
              </a:ext>
              <a:ext uri="{C183D7F6-B498-43B3-948B-1728B52AA6E4}">
                <adec:decorative xmlns:adec="http://schemas.microsoft.com/office/drawing/2017/decorative" val="1"/>
              </a:ext>
            </a:extLst>
          </p:cNvPr>
          <p:cNvSpPr/>
          <p:nvPr userDrawn="1"/>
        </p:nvSpPr>
        <p:spPr>
          <a:xfrm>
            <a:off x="35478721" y="23652485"/>
            <a:ext cx="8412479" cy="92659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2159"/>
              </a:spcAft>
            </a:pPr>
            <a:endParaRPr lang="en-US" sz="10079" err="1"/>
          </a:p>
        </p:txBody>
      </p:sp>
      <p:pic>
        <p:nvPicPr>
          <p:cNvPr id="7" name="Picture 2">
            <a:extLst>
              <a:ext uri="{FF2B5EF4-FFF2-40B4-BE49-F238E27FC236}">
                <a16:creationId xmlns:a16="http://schemas.microsoft.com/office/drawing/2014/main" id="{1ED72C3C-E918-420F-9374-6F1CBE3946F7}"/>
              </a:ext>
              <a:ext uri="{C183D7F6-B498-43B3-948B-1728B52AA6E4}">
                <adec:decorative xmlns:adec="http://schemas.microsoft.com/office/drawing/2017/decorative" val="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484196" y="2768493"/>
            <a:ext cx="8661552" cy="3129393"/>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06231862-37A9-4364-9D96-47810B11870D}"/>
              </a:ext>
              <a:ext uri="{C183D7F6-B498-43B3-948B-1728B52AA6E4}">
                <adec:decorative xmlns:adec="http://schemas.microsoft.com/office/drawing/2017/decorative" val="1"/>
              </a:ext>
            </a:extLst>
          </p:cNvPr>
          <p:cNvSpPr/>
          <p:nvPr userDrawn="1"/>
        </p:nvSpPr>
        <p:spPr>
          <a:xfrm>
            <a:off x="1234445" y="1943101"/>
            <a:ext cx="10058401" cy="4418342"/>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2159"/>
              </a:spcAft>
            </a:pPr>
            <a:endParaRPr lang="en-US" sz="8640" err="1">
              <a:latin typeface="+mj-lt"/>
            </a:endParaRPr>
          </a:p>
        </p:txBody>
      </p:sp>
      <p:sp>
        <p:nvSpPr>
          <p:cNvPr id="13" name="Picture Placeholder 12">
            <a:extLst>
              <a:ext uri="{FF2B5EF4-FFF2-40B4-BE49-F238E27FC236}">
                <a16:creationId xmlns:a16="http://schemas.microsoft.com/office/drawing/2014/main" id="{332A73A7-F1E1-4085-B3F6-999828C7F549}"/>
              </a:ext>
              <a:ext uri="{C183D7F6-B498-43B3-948B-1728B52AA6E4}">
                <adec:decorative xmlns:adec="http://schemas.microsoft.com/office/drawing/2017/decorative" val="1"/>
              </a:ext>
            </a:extLst>
          </p:cNvPr>
          <p:cNvSpPr>
            <a:spLocks noGrp="1"/>
          </p:cNvSpPr>
          <p:nvPr>
            <p:ph type="pic" sz="quarter" idx="20" hasCustomPrompt="1"/>
          </p:nvPr>
        </p:nvSpPr>
        <p:spPr>
          <a:xfrm>
            <a:off x="17721073" y="0"/>
            <a:ext cx="26170127" cy="32918400"/>
          </a:xfrm>
          <a:custGeom>
            <a:avLst/>
            <a:gdLst>
              <a:gd name="connsiteX0" fmla="*/ 2049352 w 7269480"/>
              <a:gd name="connsiteY0" fmla="*/ 0 h 6858000"/>
              <a:gd name="connsiteX1" fmla="*/ 3164301 w 7269480"/>
              <a:gd name="connsiteY1" fmla="*/ 0 h 6858000"/>
              <a:gd name="connsiteX2" fmla="*/ 5735747 w 7269480"/>
              <a:gd name="connsiteY2" fmla="*/ 0 h 6858000"/>
              <a:gd name="connsiteX3" fmla="*/ 5735748 w 7269480"/>
              <a:gd name="connsiteY3" fmla="*/ 0 h 6858000"/>
              <a:gd name="connsiteX4" fmla="*/ 5747970 w 7269480"/>
              <a:gd name="connsiteY4" fmla="*/ 6260 h 6858000"/>
              <a:gd name="connsiteX5" fmla="*/ 7120314 w 7269480"/>
              <a:gd name="connsiteY5" fmla="*/ 1252638 h 6858000"/>
              <a:gd name="connsiteX6" fmla="*/ 7269480 w 7269480"/>
              <a:gd name="connsiteY6" fmla="*/ 1498173 h 6858000"/>
              <a:gd name="connsiteX7" fmla="*/ 7269480 w 7269480"/>
              <a:gd name="connsiteY7" fmla="*/ 5359828 h 6858000"/>
              <a:gd name="connsiteX8" fmla="*/ 7120314 w 7269480"/>
              <a:gd name="connsiteY8" fmla="*/ 5605362 h 6858000"/>
              <a:gd name="connsiteX9" fmla="*/ 5747970 w 7269480"/>
              <a:gd name="connsiteY9" fmla="*/ 6851740 h 6858000"/>
              <a:gd name="connsiteX10" fmla="*/ 5735748 w 7269480"/>
              <a:gd name="connsiteY10" fmla="*/ 6858000 h 6858000"/>
              <a:gd name="connsiteX11" fmla="*/ 3163098 w 7269480"/>
              <a:gd name="connsiteY11" fmla="*/ 6858000 h 6858000"/>
              <a:gd name="connsiteX12" fmla="*/ 2049352 w 7269480"/>
              <a:gd name="connsiteY12" fmla="*/ 6858000 h 6858000"/>
              <a:gd name="connsiteX13" fmla="*/ 2037130 w 7269480"/>
              <a:gd name="connsiteY13" fmla="*/ 6851740 h 6858000"/>
              <a:gd name="connsiteX14" fmla="*/ 0 w 7269480"/>
              <a:gd name="connsiteY14" fmla="*/ 3429000 h 6858000"/>
              <a:gd name="connsiteX15" fmla="*/ 2037130 w 7269480"/>
              <a:gd name="connsiteY15" fmla="*/ 626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69480" h="6858000">
                <a:moveTo>
                  <a:pt x="2049352" y="0"/>
                </a:moveTo>
                <a:lnTo>
                  <a:pt x="3164301" y="0"/>
                </a:lnTo>
                <a:lnTo>
                  <a:pt x="5735747" y="0"/>
                </a:lnTo>
                <a:lnTo>
                  <a:pt x="5735748" y="0"/>
                </a:lnTo>
                <a:lnTo>
                  <a:pt x="5747970" y="6260"/>
                </a:lnTo>
                <a:cubicBezTo>
                  <a:pt x="6299519" y="305879"/>
                  <a:pt x="6770554" y="734926"/>
                  <a:pt x="7120314" y="1252638"/>
                </a:cubicBezTo>
                <a:lnTo>
                  <a:pt x="7269480" y="1498173"/>
                </a:lnTo>
                <a:lnTo>
                  <a:pt x="7269480" y="5359828"/>
                </a:lnTo>
                <a:lnTo>
                  <a:pt x="7120314" y="5605362"/>
                </a:lnTo>
                <a:cubicBezTo>
                  <a:pt x="6770554" y="6123075"/>
                  <a:pt x="6299519" y="6552122"/>
                  <a:pt x="5747970" y="6851740"/>
                </a:cubicBezTo>
                <a:lnTo>
                  <a:pt x="5735748" y="6858000"/>
                </a:lnTo>
                <a:lnTo>
                  <a:pt x="3163098" y="6858000"/>
                </a:lnTo>
                <a:lnTo>
                  <a:pt x="2049352" y="6858000"/>
                </a:lnTo>
                <a:lnTo>
                  <a:pt x="2037130" y="6851740"/>
                </a:lnTo>
                <a:cubicBezTo>
                  <a:pt x="823724" y="6192579"/>
                  <a:pt x="0" y="4906985"/>
                  <a:pt x="0" y="3429000"/>
                </a:cubicBezTo>
                <a:cubicBezTo>
                  <a:pt x="0" y="1951015"/>
                  <a:pt x="823724" y="665422"/>
                  <a:pt x="2037130" y="6260"/>
                </a:cubicBezTo>
                <a:close/>
              </a:path>
            </a:pathLst>
          </a:custGeom>
          <a:solidFill>
            <a:schemeClr val="accent1"/>
          </a:solidFill>
        </p:spPr>
        <p:txBody>
          <a:bodyPr vert="horz" wrap="square" lIns="91440" tIns="432000" rIns="91440" bIns="731520" rtlCol="0" anchor="ctr">
            <a:noAutofit/>
          </a:bodyPr>
          <a:lstStyle>
            <a:lvl1pPr marL="0" indent="0" algn="ctr">
              <a:lnSpc>
                <a:spcPct val="100000"/>
              </a:lnSpc>
              <a:spcBef>
                <a:spcPts val="0"/>
              </a:spcBef>
              <a:spcAft>
                <a:spcPts val="0"/>
              </a:spcAft>
              <a:buNone/>
              <a:defRPr lang="en-US" sz="5761" b="1" dirty="0">
                <a:solidFill>
                  <a:schemeClr val="bg1"/>
                </a:solidFill>
              </a:defRPr>
            </a:lvl1pPr>
          </a:lstStyle>
          <a:p>
            <a:pPr marL="822972" lvl="0" indent="-822972" algn="ctr"/>
            <a:r>
              <a:rPr lang="en-US"/>
              <a:t>_______________________________</a:t>
            </a:r>
            <a:br>
              <a:rPr lang="en-US"/>
            </a:br>
            <a:br>
              <a:rPr lang="en-US"/>
            </a:br>
            <a:r>
              <a:rPr lang="en-US"/>
              <a:t>To add an image here: </a:t>
            </a:r>
            <a:br>
              <a:rPr lang="en-US"/>
            </a:br>
            <a:r>
              <a:rPr lang="en-US"/>
              <a:t>Click the icon and select Brand Pictures, </a:t>
            </a:r>
            <a:br>
              <a:rPr lang="en-US"/>
            </a:br>
            <a:r>
              <a:rPr lang="en-US"/>
              <a:t>or insert a file from your computer.</a:t>
            </a:r>
            <a:br>
              <a:rPr lang="en-US"/>
            </a:br>
            <a:br>
              <a:rPr lang="en-US"/>
            </a:br>
            <a:br>
              <a:rPr lang="en-US"/>
            </a:br>
            <a:br>
              <a:rPr lang="en-US"/>
            </a:br>
            <a:r>
              <a:rPr lang="en-US"/>
              <a:t>The image can then be scaled within </a:t>
            </a:r>
            <a:br>
              <a:rPr lang="en-US"/>
            </a:br>
            <a:r>
              <a:rPr lang="en-US"/>
              <a:t>the frame by using the Crop feature in </a:t>
            </a:r>
            <a:br>
              <a:rPr lang="en-US"/>
            </a:br>
            <a:r>
              <a:rPr lang="en-US"/>
              <a:t>the Picture Format tab of the ribbon.</a:t>
            </a:r>
            <a:br>
              <a:rPr lang="en-US"/>
            </a:br>
            <a:r>
              <a:rPr lang="en-US"/>
              <a:t>_______________________________</a:t>
            </a:r>
          </a:p>
        </p:txBody>
      </p:sp>
      <p:sp>
        <p:nvSpPr>
          <p:cNvPr id="16" name="Freeform: Shape 15">
            <a:extLst>
              <a:ext uri="{FF2B5EF4-FFF2-40B4-BE49-F238E27FC236}">
                <a16:creationId xmlns:a16="http://schemas.microsoft.com/office/drawing/2014/main" id="{E75B7FBB-299C-44B5-9400-EB5D056A8E38}"/>
              </a:ext>
              <a:ext uri="{C183D7F6-B498-43B3-948B-1728B52AA6E4}">
                <adec:decorative xmlns:adec="http://schemas.microsoft.com/office/drawing/2017/decorative" val="1"/>
              </a:ext>
            </a:extLst>
          </p:cNvPr>
          <p:cNvSpPr/>
          <p:nvPr userDrawn="1"/>
        </p:nvSpPr>
        <p:spPr>
          <a:xfrm>
            <a:off x="-7516629" y="6"/>
            <a:ext cx="7430979" cy="32918400"/>
          </a:xfrm>
          <a:custGeom>
            <a:avLst/>
            <a:gdLst>
              <a:gd name="connsiteX0" fmla="*/ 0 w 2064161"/>
              <a:gd name="connsiteY0" fmla="*/ 0 h 6858000"/>
              <a:gd name="connsiteX1" fmla="*/ 2002971 w 2064161"/>
              <a:gd name="connsiteY1" fmla="*/ 0 h 6858000"/>
              <a:gd name="connsiteX2" fmla="*/ 2002971 w 2064161"/>
              <a:gd name="connsiteY2" fmla="*/ 6447122 h 6858000"/>
              <a:gd name="connsiteX3" fmla="*/ 2064161 w 2064161"/>
              <a:gd name="connsiteY3" fmla="*/ 6538118 h 6858000"/>
              <a:gd name="connsiteX4" fmla="*/ 2002971 w 2064161"/>
              <a:gd name="connsiteY4" fmla="*/ 6629114 h 6858000"/>
              <a:gd name="connsiteX5" fmla="*/ 2002971 w 2064161"/>
              <a:gd name="connsiteY5" fmla="*/ 6858000 h 6858000"/>
              <a:gd name="connsiteX6" fmla="*/ 0 w 206416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4161" h="6858000">
                <a:moveTo>
                  <a:pt x="0" y="0"/>
                </a:moveTo>
                <a:lnTo>
                  <a:pt x="2002971" y="0"/>
                </a:lnTo>
                <a:lnTo>
                  <a:pt x="2002971" y="6447122"/>
                </a:lnTo>
                <a:lnTo>
                  <a:pt x="2064161" y="6538118"/>
                </a:lnTo>
                <a:lnTo>
                  <a:pt x="2002971" y="6629114"/>
                </a:lnTo>
                <a:lnTo>
                  <a:pt x="2002971"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518399" rIns="518399" bIns="777600" rtlCol="0" anchor="b" anchorCtr="0">
            <a:noAutofit/>
          </a:bodyPr>
          <a:lstStyle/>
          <a:p>
            <a:pPr>
              <a:lnSpc>
                <a:spcPct val="100000"/>
              </a:lnSpc>
              <a:spcAft>
                <a:spcPts val="2159"/>
              </a:spcAft>
            </a:pPr>
            <a:r>
              <a:rPr lang="en-GB" sz="5041">
                <a:solidFill>
                  <a:schemeClr val="tx1"/>
                </a:solidFill>
              </a:rPr>
              <a:t>Please ensure you have added the correct confidentiality statement. </a:t>
            </a:r>
          </a:p>
          <a:p>
            <a:pPr>
              <a:lnSpc>
                <a:spcPct val="100000"/>
              </a:lnSpc>
              <a:spcAft>
                <a:spcPts val="2159"/>
              </a:spcAft>
            </a:pPr>
            <a:r>
              <a:rPr lang="en-GB" sz="5041">
                <a:solidFill>
                  <a:schemeClr val="tx1"/>
                </a:solidFill>
              </a:rPr>
              <a:t>Type the correct statement: </a:t>
            </a:r>
            <a:br>
              <a:rPr lang="en-GB" sz="5041">
                <a:solidFill>
                  <a:schemeClr val="accent1"/>
                </a:solidFill>
              </a:rPr>
            </a:br>
            <a:r>
              <a:rPr lang="en-GB" sz="5041">
                <a:solidFill>
                  <a:schemeClr val="accent1"/>
                </a:solidFill>
              </a:rPr>
              <a:t>‘</a:t>
            </a:r>
            <a:r>
              <a:rPr lang="en-GB" sz="5041" b="1" i="1">
                <a:solidFill>
                  <a:schemeClr val="accent1"/>
                </a:solidFill>
              </a:rPr>
              <a:t>Company Restricted’ </a:t>
            </a:r>
            <a:r>
              <a:rPr lang="en-GB" sz="5041" b="0">
                <a:solidFill>
                  <a:schemeClr val="tx1"/>
                </a:solidFill>
              </a:rPr>
              <a:t>or</a:t>
            </a:r>
            <a:r>
              <a:rPr lang="en-GB" sz="5041" b="1">
                <a:solidFill>
                  <a:schemeClr val="accent1"/>
                </a:solidFill>
              </a:rPr>
              <a:t> ‘</a:t>
            </a:r>
            <a:r>
              <a:rPr lang="en-GB" sz="5041" b="1" i="1">
                <a:solidFill>
                  <a:schemeClr val="accent1"/>
                </a:solidFill>
              </a:rPr>
              <a:t>Strictly Confidential’ </a:t>
            </a:r>
            <a:r>
              <a:rPr lang="en-GB" sz="5041" b="0" i="1">
                <a:solidFill>
                  <a:schemeClr val="tx1"/>
                </a:solidFill>
              </a:rPr>
              <a:t>.</a:t>
            </a:r>
            <a:r>
              <a:rPr lang="en-GB" sz="5041" b="1" i="1">
                <a:solidFill>
                  <a:schemeClr val="accent1"/>
                </a:solidFill>
              </a:rPr>
              <a:t> </a:t>
            </a:r>
            <a:r>
              <a:rPr lang="en-GB" sz="5041" b="0" i="0">
                <a:solidFill>
                  <a:schemeClr val="tx1"/>
                </a:solidFill>
              </a:rPr>
              <a:t>No statement is needed </a:t>
            </a:r>
            <a:br>
              <a:rPr lang="en-GB" sz="5041" b="0" i="0">
                <a:solidFill>
                  <a:schemeClr val="tx1"/>
                </a:solidFill>
              </a:rPr>
            </a:br>
            <a:r>
              <a:rPr lang="en-GB" sz="5041" b="0" i="0">
                <a:solidFill>
                  <a:schemeClr val="tx1"/>
                </a:solidFill>
              </a:rPr>
              <a:t>for public information. </a:t>
            </a:r>
            <a:endParaRPr lang="en-GB" sz="5041" b="0">
              <a:solidFill>
                <a:schemeClr val="tx1"/>
              </a:solidFill>
            </a:endParaRPr>
          </a:p>
        </p:txBody>
      </p:sp>
      <p:sp>
        <p:nvSpPr>
          <p:cNvPr id="17" name="Oval 16">
            <a:extLst>
              <a:ext uri="{FF2B5EF4-FFF2-40B4-BE49-F238E27FC236}">
                <a16:creationId xmlns:a16="http://schemas.microsoft.com/office/drawing/2014/main" id="{7ED5B82E-36BE-4555-8CA2-58A989EDD594}"/>
              </a:ext>
              <a:ext uri="{C183D7F6-B498-43B3-948B-1728B52AA6E4}">
                <adec:decorative xmlns:adec="http://schemas.microsoft.com/office/drawing/2017/decorative" val="1"/>
              </a:ext>
            </a:extLst>
          </p:cNvPr>
          <p:cNvSpPr/>
          <p:nvPr userDrawn="1"/>
        </p:nvSpPr>
        <p:spPr>
          <a:xfrm>
            <a:off x="-7000899" y="18616007"/>
            <a:ext cx="1511884" cy="201584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2159"/>
              </a:spcAft>
            </a:pPr>
            <a:r>
              <a:rPr lang="en-US" sz="8640" b="1">
                <a:solidFill>
                  <a:schemeClr val="bg1"/>
                </a:solidFill>
                <a:latin typeface="+mn-lt"/>
              </a:rPr>
              <a:t>!</a:t>
            </a:r>
          </a:p>
        </p:txBody>
      </p:sp>
    </p:spTree>
    <p:custDataLst>
      <p:tags r:id="rId1"/>
    </p:custDataLst>
    <p:extLst>
      <p:ext uri="{BB962C8B-B14F-4D97-AF65-F5344CB8AC3E}">
        <p14:creationId xmlns:p14="http://schemas.microsoft.com/office/powerpoint/2010/main" val="1288519755"/>
      </p:ext>
    </p:extLst>
  </p:cSld>
  <p:clrMapOvr>
    <a:masterClrMapping/>
  </p:clrMapOvr>
  <p:extLst>
    <p:ext uri="{DCECCB84-F9BA-43D5-87BE-67443E8EF086}">
      <p15:sldGuideLst xmlns:p15="http://schemas.microsoft.com/office/powerpoint/2012/main">
        <p15:guide id="1" pos="8709" userDrawn="1">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Alternativ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a:xfrm>
            <a:off x="1468757" y="5142483"/>
            <a:ext cx="10978516" cy="4431983"/>
          </a:xfrm>
        </p:spPr>
        <p:txBody>
          <a:bodyPr>
            <a:spAutoFit/>
          </a:bodyPr>
          <a:lstStyle>
            <a:lvl1pPr>
              <a:lnSpc>
                <a:spcPct val="100000"/>
              </a:lnSpc>
              <a:defRPr sz="14400"/>
            </a:lvl1pPr>
          </a:lstStyle>
          <a:p>
            <a:r>
              <a:rPr lang="en-US"/>
              <a:t>Click to enter title here</a:t>
            </a:r>
          </a:p>
        </p:txBody>
      </p:sp>
      <p:sp>
        <p:nvSpPr>
          <p:cNvPr id="4" name="Content Placeholder 3">
            <a:extLst>
              <a:ext uri="{FF2B5EF4-FFF2-40B4-BE49-F238E27FC236}">
                <a16:creationId xmlns:a16="http://schemas.microsoft.com/office/drawing/2014/main" id="{C2552EAD-E21A-4A83-A364-65FFC805340A}"/>
              </a:ext>
            </a:extLst>
          </p:cNvPr>
          <p:cNvSpPr>
            <a:spLocks noGrp="1"/>
          </p:cNvSpPr>
          <p:nvPr>
            <p:ph sz="quarter" idx="19" hasCustomPrompt="1"/>
          </p:nvPr>
        </p:nvSpPr>
        <p:spPr>
          <a:xfrm>
            <a:off x="13390245" y="5143499"/>
            <a:ext cx="29032204" cy="23984640"/>
          </a:xfrm>
        </p:spPr>
        <p:txBody>
          <a:bodyPr/>
          <a:lstStyle>
            <a:lvl1pPr>
              <a:lnSpc>
                <a:spcPct val="100000"/>
              </a:lnSpc>
              <a:defRPr/>
            </a:lvl1pPr>
            <a:lvl2pPr marL="1658904" indent="-829452">
              <a:lnSpc>
                <a:spcPct val="100000"/>
              </a:lnSpc>
              <a:defRPr lang="en-US" sz="8640" kern="1200" dirty="0">
                <a:solidFill>
                  <a:schemeClr val="tx1"/>
                </a:solidFill>
                <a:latin typeface="+mn-lt"/>
                <a:ea typeface="+mn-ea"/>
                <a:cs typeface="+mn-cs"/>
              </a:defRPr>
            </a:lvl2pPr>
            <a:lvl3pPr marL="2488359" indent="-829452">
              <a:lnSpc>
                <a:spcPct val="100000"/>
              </a:lnSpc>
              <a:defRPr lang="en-US" sz="7200" kern="1200" dirty="0">
                <a:solidFill>
                  <a:schemeClr val="tx1"/>
                </a:solidFill>
                <a:latin typeface="+mn-lt"/>
                <a:ea typeface="+mn-ea"/>
                <a:cs typeface="+mn-cs"/>
              </a:defRPr>
            </a:lvl3pPr>
            <a:lvl4pPr marL="3317811" indent="-829452">
              <a:lnSpc>
                <a:spcPct val="100000"/>
              </a:lnSpc>
              <a:defRPr lang="en-US" sz="7200" kern="1200" dirty="0">
                <a:solidFill>
                  <a:schemeClr val="tx1"/>
                </a:solidFill>
                <a:latin typeface="+mn-lt"/>
                <a:ea typeface="+mn-ea"/>
                <a:cs typeface="+mn-cs"/>
              </a:defRPr>
            </a:lvl4pPr>
            <a:lvl5pPr>
              <a:lnSpc>
                <a:spcPct val="100000"/>
              </a:lnSpc>
              <a:defRPr/>
            </a:lvl5pPr>
          </a:lstStyle>
          <a:p>
            <a:pPr lvl="0"/>
            <a:r>
              <a:rPr lang="en-GB"/>
              <a:t>Click to add text here. </a:t>
            </a:r>
            <a:br>
              <a:rPr lang="en-GB"/>
            </a:br>
            <a:r>
              <a:rPr lang="en-US"/>
              <a:t>When pasting copy from other slides, be sure to right-click and choose ‘Keep text only’.</a:t>
            </a:r>
            <a:br>
              <a:rPr lang="en-GB"/>
            </a:br>
            <a:r>
              <a:rPr lang="en-GB"/>
              <a:t>To increase bullet level, select your text and press Tab.</a:t>
            </a:r>
            <a:br>
              <a:rPr lang="en-GB"/>
            </a:br>
            <a:r>
              <a:rPr lang="en-GB"/>
              <a:t>To decrease bullet level, select your bullet text and press  Shift + Tab.</a:t>
            </a:r>
          </a:p>
          <a:p>
            <a:pPr lvl="1"/>
            <a:r>
              <a:rPr lang="en-GB"/>
              <a:t>Second level</a:t>
            </a:r>
          </a:p>
          <a:p>
            <a:pPr lvl="2"/>
            <a:r>
              <a:rPr lang="en-GB"/>
              <a:t>Third level</a:t>
            </a:r>
          </a:p>
          <a:p>
            <a:pPr lvl="3"/>
            <a:r>
              <a:rPr lang="en-GB"/>
              <a:t>Fourth level</a:t>
            </a:r>
          </a:p>
          <a:p>
            <a:pPr lvl="4"/>
            <a:r>
              <a:rPr lang="en-GB"/>
              <a:t>Fifth level</a:t>
            </a:r>
          </a:p>
        </p:txBody>
      </p:sp>
      <p:sp>
        <p:nvSpPr>
          <p:cNvPr id="8" name="Slide Number Placeholder 7">
            <a:extLst>
              <a:ext uri="{FF2B5EF4-FFF2-40B4-BE49-F238E27FC236}">
                <a16:creationId xmlns:a16="http://schemas.microsoft.com/office/drawing/2014/main" id="{8004BC3F-3250-41AA-B3F3-B5D6A729D269}"/>
              </a:ext>
              <a:ext uri="{C183D7F6-B498-43B3-948B-1728B52AA6E4}">
                <adec:decorative xmlns:adec="http://schemas.microsoft.com/office/drawing/2017/decorative" val="1"/>
              </a:ext>
            </a:extLst>
          </p:cNvPr>
          <p:cNvSpPr>
            <a:spLocks noGrp="1"/>
          </p:cNvSpPr>
          <p:nvPr>
            <p:ph type="sldNum" sz="quarter" idx="22"/>
          </p:nvPr>
        </p:nvSpPr>
        <p:spPr/>
        <p:txBody>
          <a:bodyPr/>
          <a:lstStyle>
            <a:lvl1pPr>
              <a:lnSpc>
                <a:spcPct val="100000"/>
              </a:lnSpc>
              <a:defRPr/>
            </a:lvl1pPr>
          </a:lstStyle>
          <a:p>
            <a:fld id="{F8E47D07-9D1E-4FE9-B31A-2F5863681021}" type="slidenum">
              <a:rPr lang="en-GB" smtClean="0"/>
              <a:pPr/>
              <a:t>‹#›</a:t>
            </a:fld>
            <a:endParaRPr lang="en-GB"/>
          </a:p>
        </p:txBody>
      </p:sp>
      <p:sp>
        <p:nvSpPr>
          <p:cNvPr id="10" name="Text Placeholder 96">
            <a:extLst>
              <a:ext uri="{FF2B5EF4-FFF2-40B4-BE49-F238E27FC236}">
                <a16:creationId xmlns:a16="http://schemas.microsoft.com/office/drawing/2014/main" id="{5E3BF5D9-8E40-4082-9AAD-60F44214B9DC}"/>
              </a:ext>
            </a:extLst>
          </p:cNvPr>
          <p:cNvSpPr>
            <a:spLocks noGrp="1"/>
          </p:cNvSpPr>
          <p:nvPr>
            <p:ph type="body" sz="quarter" idx="111" hasCustomPrompt="1"/>
          </p:nvPr>
        </p:nvSpPr>
        <p:spPr>
          <a:xfrm>
            <a:off x="1790933" y="30000728"/>
            <a:ext cx="34382880" cy="2693031"/>
          </a:xfrm>
        </p:spPr>
        <p:txBody>
          <a:bodyPr lIns="0" tIns="0" rIns="0" bIns="0" anchor="b" anchorCtr="0">
            <a:normAutofit/>
          </a:bodyPr>
          <a:lstStyle>
            <a:lvl1pPr marL="0" indent="0">
              <a:lnSpc>
                <a:spcPct val="100000"/>
              </a:lnSpc>
              <a:spcAft>
                <a:spcPts val="1080"/>
              </a:spcAft>
              <a:buNone/>
              <a:defRPr sz="2879"/>
            </a:lvl1pPr>
          </a:lstStyle>
          <a:p>
            <a:pPr lvl="0"/>
            <a:r>
              <a:rPr lang="en-US"/>
              <a:t>Footnotes</a:t>
            </a:r>
          </a:p>
        </p:txBody>
      </p:sp>
      <p:cxnSp>
        <p:nvCxnSpPr>
          <p:cNvPr id="9" name="Straight Connector 8">
            <a:extLst>
              <a:ext uri="{FF2B5EF4-FFF2-40B4-BE49-F238E27FC236}">
                <a16:creationId xmlns:a16="http://schemas.microsoft.com/office/drawing/2014/main" id="{21040238-DCC8-4532-9AE6-EB7C834F336E}"/>
              </a:ext>
              <a:ext uri="{C183D7F6-B498-43B3-948B-1728B52AA6E4}">
                <adec:decorative xmlns:adec="http://schemas.microsoft.com/office/drawing/2017/decorative" val="1"/>
              </a:ext>
            </a:extLst>
          </p:cNvPr>
          <p:cNvCxnSpPr>
            <a:cxnSpLocks/>
          </p:cNvCxnSpPr>
          <p:nvPr userDrawn="1"/>
        </p:nvCxnSpPr>
        <p:spPr>
          <a:xfrm>
            <a:off x="12744451" y="5142486"/>
            <a:ext cx="0" cy="2397899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Date Placeholder 5">
            <a:extLst>
              <a:ext uri="{FF2B5EF4-FFF2-40B4-BE49-F238E27FC236}">
                <a16:creationId xmlns:a16="http://schemas.microsoft.com/office/drawing/2014/main" id="{D86DE4FB-795F-484C-AD8A-2137F4F32907}"/>
              </a:ext>
              <a:ext uri="{C183D7F6-B498-43B3-948B-1728B52AA6E4}">
                <adec:decorative xmlns:adec="http://schemas.microsoft.com/office/drawing/2017/decorative" val="1"/>
              </a:ext>
            </a:extLst>
          </p:cNvPr>
          <p:cNvSpPr>
            <a:spLocks noGrp="1"/>
          </p:cNvSpPr>
          <p:nvPr>
            <p:ph type="dt" sz="half" idx="20"/>
          </p:nvPr>
        </p:nvSpPr>
        <p:spPr/>
        <p:txBody>
          <a:bodyPr/>
          <a:lstStyle>
            <a:lvl1pPr>
              <a:lnSpc>
                <a:spcPct val="100000"/>
              </a:lnSpc>
              <a:defRPr/>
            </a:lvl1pPr>
          </a:lstStyle>
          <a:p>
            <a:endParaRPr lang="en-GB"/>
          </a:p>
        </p:txBody>
      </p:sp>
    </p:spTree>
    <p:custDataLst>
      <p:tags r:id="rId1"/>
    </p:custDataLst>
    <p:extLst>
      <p:ext uri="{BB962C8B-B14F-4D97-AF65-F5344CB8AC3E}">
        <p14:creationId xmlns:p14="http://schemas.microsoft.com/office/powerpoint/2010/main" val="3056060868"/>
      </p:ext>
    </p:extLst>
  </p:cSld>
  <p:clrMapOvr>
    <a:masterClrMapping/>
  </p:clrMapOvr>
  <p:extLst>
    <p:ext uri="{DCECCB84-F9BA-43D5-87BE-67443E8EF086}">
      <p15:sldGuideLst xmlns:p15="http://schemas.microsoft.com/office/powerpoint/2012/main">
        <p15:guide id="1" pos="6472" userDrawn="1">
          <p15:clr>
            <a:srgbClr val="C35EA4"/>
          </p15:clr>
        </p15:guide>
        <p15:guide id="2" pos="6800" userDrawn="1">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67DB2-7332-41D7-A67F-6D389C81814F}"/>
              </a:ext>
            </a:extLst>
          </p:cNvPr>
          <p:cNvSpPr>
            <a:spLocks noGrp="1"/>
          </p:cNvSpPr>
          <p:nvPr>
            <p:ph type="title" hasCustomPrompt="1"/>
          </p:nvPr>
        </p:nvSpPr>
        <p:spPr/>
        <p:txBody>
          <a:bodyPr/>
          <a:lstStyle>
            <a:lvl1pPr>
              <a:lnSpc>
                <a:spcPct val="100000"/>
              </a:lnSpc>
              <a:defRPr/>
            </a:lvl1pPr>
          </a:lstStyle>
          <a:p>
            <a:r>
              <a:rPr lang="en-US"/>
              <a:t>Click to enter title here</a:t>
            </a:r>
          </a:p>
        </p:txBody>
      </p:sp>
      <p:sp>
        <p:nvSpPr>
          <p:cNvPr id="10" name="Heading 1">
            <a:extLst>
              <a:ext uri="{FF2B5EF4-FFF2-40B4-BE49-F238E27FC236}">
                <a16:creationId xmlns:a16="http://schemas.microsoft.com/office/drawing/2014/main" id="{070D82D0-2159-463E-AB3F-9F2BE51F89B0}"/>
              </a:ext>
            </a:extLst>
          </p:cNvPr>
          <p:cNvSpPr>
            <a:spLocks noGrp="1"/>
          </p:cNvSpPr>
          <p:nvPr>
            <p:ph type="body" sz="quarter" idx="13" hasCustomPrompt="1"/>
          </p:nvPr>
        </p:nvSpPr>
        <p:spPr>
          <a:xfrm>
            <a:off x="1468758" y="9997443"/>
            <a:ext cx="19831050" cy="2034542"/>
          </a:xfrm>
        </p:spPr>
        <p:txBody>
          <a:bodyPr anchor="b" anchorCtr="0"/>
          <a:lstStyle>
            <a:lvl1pPr marL="0" indent="0">
              <a:lnSpc>
                <a:spcPct val="100000"/>
              </a:lnSpc>
              <a:buNone/>
              <a:defRPr b="1">
                <a:solidFill>
                  <a:schemeClr val="accent1"/>
                </a:solidFill>
              </a:defRPr>
            </a:lvl1pPr>
          </a:lstStyle>
          <a:p>
            <a:pPr lvl="0"/>
            <a:r>
              <a:rPr lang="en-US"/>
              <a:t>Click to add heading</a:t>
            </a:r>
          </a:p>
        </p:txBody>
      </p:sp>
      <p:sp>
        <p:nvSpPr>
          <p:cNvPr id="16" name="Body 1">
            <a:extLst>
              <a:ext uri="{FF2B5EF4-FFF2-40B4-BE49-F238E27FC236}">
                <a16:creationId xmlns:a16="http://schemas.microsoft.com/office/drawing/2014/main" id="{8C2190C6-D818-4BFE-8D40-1D7A2A8ADF1C}"/>
              </a:ext>
            </a:extLst>
          </p:cNvPr>
          <p:cNvSpPr>
            <a:spLocks noGrp="1"/>
          </p:cNvSpPr>
          <p:nvPr>
            <p:ph sz="quarter" idx="14" hasCustomPrompt="1"/>
          </p:nvPr>
        </p:nvSpPr>
        <p:spPr>
          <a:xfrm>
            <a:off x="1468758" y="12336783"/>
            <a:ext cx="19831050" cy="16467839"/>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add content. When pasting copy from other slides, be sure to right-click and choose ‘Keep text only’.</a:t>
            </a:r>
          </a:p>
          <a:p>
            <a:pPr lvl="1"/>
            <a:r>
              <a:rPr lang="en-US"/>
              <a:t>Second level</a:t>
            </a:r>
          </a:p>
          <a:p>
            <a:pPr lvl="2"/>
            <a:r>
              <a:rPr lang="en-US"/>
              <a:t>Third level</a:t>
            </a:r>
          </a:p>
          <a:p>
            <a:pPr lvl="3"/>
            <a:r>
              <a:rPr lang="en-US"/>
              <a:t>Fourth level</a:t>
            </a:r>
          </a:p>
          <a:p>
            <a:pPr lvl="4"/>
            <a:r>
              <a:rPr lang="en-US"/>
              <a:t>Fifth level</a:t>
            </a:r>
          </a:p>
        </p:txBody>
      </p:sp>
      <p:sp>
        <p:nvSpPr>
          <p:cNvPr id="17" name="Heading 2">
            <a:extLst>
              <a:ext uri="{FF2B5EF4-FFF2-40B4-BE49-F238E27FC236}">
                <a16:creationId xmlns:a16="http://schemas.microsoft.com/office/drawing/2014/main" id="{24B2D424-3A88-43FD-9D45-46AC196CADF4}"/>
              </a:ext>
            </a:extLst>
          </p:cNvPr>
          <p:cNvSpPr>
            <a:spLocks noGrp="1"/>
          </p:cNvSpPr>
          <p:nvPr>
            <p:ph type="body" sz="quarter" idx="15" hasCustomPrompt="1"/>
          </p:nvPr>
        </p:nvSpPr>
        <p:spPr>
          <a:xfrm>
            <a:off x="22591400" y="9997443"/>
            <a:ext cx="19831050" cy="2034542"/>
          </a:xfrm>
        </p:spPr>
        <p:txBody>
          <a:bodyPr anchor="b" anchorCtr="0"/>
          <a:lstStyle>
            <a:lvl1pPr marL="0" indent="0">
              <a:lnSpc>
                <a:spcPct val="100000"/>
              </a:lnSpc>
              <a:buNone/>
              <a:defRPr b="1">
                <a:solidFill>
                  <a:schemeClr val="accent1"/>
                </a:solidFill>
              </a:defRPr>
            </a:lvl1pPr>
          </a:lstStyle>
          <a:p>
            <a:pPr lvl="0"/>
            <a:r>
              <a:rPr lang="en-US"/>
              <a:t>Click to add heading</a:t>
            </a:r>
          </a:p>
        </p:txBody>
      </p:sp>
      <p:sp>
        <p:nvSpPr>
          <p:cNvPr id="18" name="Body 2">
            <a:extLst>
              <a:ext uri="{FF2B5EF4-FFF2-40B4-BE49-F238E27FC236}">
                <a16:creationId xmlns:a16="http://schemas.microsoft.com/office/drawing/2014/main" id="{FB60ED6F-5297-42F6-9D9B-F6FF319D69CF}"/>
              </a:ext>
            </a:extLst>
          </p:cNvPr>
          <p:cNvSpPr>
            <a:spLocks noGrp="1"/>
          </p:cNvSpPr>
          <p:nvPr>
            <p:ph sz="quarter" idx="16" hasCustomPrompt="1"/>
          </p:nvPr>
        </p:nvSpPr>
        <p:spPr>
          <a:xfrm>
            <a:off x="22591403" y="12336783"/>
            <a:ext cx="19831050" cy="16467839"/>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add content. When pasting copy from other slides, be sure to right-click and choose ‘Keep text only’.</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DC50693F-359E-4A4C-B3F0-F900FA65CF94}"/>
              </a:ext>
              <a:ext uri="{C183D7F6-B498-43B3-948B-1728B52AA6E4}">
                <adec:decorative xmlns:adec="http://schemas.microsoft.com/office/drawing/2017/decorative" val="1"/>
              </a:ext>
            </a:extLst>
          </p:cNvPr>
          <p:cNvSpPr>
            <a:spLocks noGrp="1"/>
          </p:cNvSpPr>
          <p:nvPr>
            <p:ph type="sldNum" sz="quarter" idx="11"/>
          </p:nvPr>
        </p:nvSpPr>
        <p:spPr/>
        <p:txBody>
          <a:bodyPr/>
          <a:lstStyle>
            <a:lvl1pPr>
              <a:lnSpc>
                <a:spcPct val="100000"/>
              </a:lnSpc>
              <a:defRPr/>
            </a:lvl1pPr>
          </a:lstStyle>
          <a:p>
            <a:fld id="{F8E47D07-9D1E-4FE9-B31A-2F5863681021}" type="slidenum">
              <a:rPr lang="en-GB" smtClean="0"/>
              <a:pPr/>
              <a:t>‹#›</a:t>
            </a:fld>
            <a:endParaRPr lang="en-GB"/>
          </a:p>
        </p:txBody>
      </p:sp>
      <p:sp>
        <p:nvSpPr>
          <p:cNvPr id="11" name="Text Placeholder 96">
            <a:extLst>
              <a:ext uri="{FF2B5EF4-FFF2-40B4-BE49-F238E27FC236}">
                <a16:creationId xmlns:a16="http://schemas.microsoft.com/office/drawing/2014/main" id="{013D0F1F-6026-4F9D-886A-D6CB164FDC05}"/>
              </a:ext>
            </a:extLst>
          </p:cNvPr>
          <p:cNvSpPr>
            <a:spLocks noGrp="1"/>
          </p:cNvSpPr>
          <p:nvPr>
            <p:ph type="body" sz="quarter" idx="111" hasCustomPrompt="1"/>
          </p:nvPr>
        </p:nvSpPr>
        <p:spPr>
          <a:xfrm>
            <a:off x="1790933" y="30000728"/>
            <a:ext cx="34382880" cy="2693031"/>
          </a:xfrm>
        </p:spPr>
        <p:txBody>
          <a:bodyPr lIns="0" tIns="0" rIns="0" bIns="0" anchor="b" anchorCtr="0">
            <a:normAutofit/>
          </a:bodyPr>
          <a:lstStyle>
            <a:lvl1pPr marL="0" indent="0">
              <a:lnSpc>
                <a:spcPct val="100000"/>
              </a:lnSpc>
              <a:spcAft>
                <a:spcPts val="1080"/>
              </a:spcAft>
              <a:buNone/>
              <a:defRPr sz="2879"/>
            </a:lvl1pPr>
          </a:lstStyle>
          <a:p>
            <a:pPr lvl="0"/>
            <a:r>
              <a:rPr lang="en-US"/>
              <a:t>Footnotes</a:t>
            </a:r>
          </a:p>
        </p:txBody>
      </p:sp>
      <p:sp>
        <p:nvSpPr>
          <p:cNvPr id="3" name="Date Placeholder 2">
            <a:extLst>
              <a:ext uri="{FF2B5EF4-FFF2-40B4-BE49-F238E27FC236}">
                <a16:creationId xmlns:a16="http://schemas.microsoft.com/office/drawing/2014/main" id="{499DB923-50C2-4A46-BF6E-A2E97DBB25F6}"/>
              </a:ext>
              <a:ext uri="{C183D7F6-B498-43B3-948B-1728B52AA6E4}">
                <adec:decorative xmlns:adec="http://schemas.microsoft.com/office/drawing/2017/decorative" val="1"/>
              </a:ext>
            </a:extLst>
          </p:cNvPr>
          <p:cNvSpPr>
            <a:spLocks noGrp="1"/>
          </p:cNvSpPr>
          <p:nvPr>
            <p:ph type="dt" sz="half" idx="10"/>
          </p:nvPr>
        </p:nvSpPr>
        <p:spPr/>
        <p:txBody>
          <a:bodyPr/>
          <a:lstStyle>
            <a:lvl1pPr>
              <a:lnSpc>
                <a:spcPct val="100000"/>
              </a:lnSpc>
              <a:defRPr/>
            </a:lvl1pPr>
          </a:lstStyle>
          <a:p>
            <a:endParaRPr lang="en-GB"/>
          </a:p>
        </p:txBody>
      </p:sp>
      <p:cxnSp>
        <p:nvCxnSpPr>
          <p:cNvPr id="6" name="Straight Connector 5">
            <a:extLst>
              <a:ext uri="{FF2B5EF4-FFF2-40B4-BE49-F238E27FC236}">
                <a16:creationId xmlns:a16="http://schemas.microsoft.com/office/drawing/2014/main" id="{4249127B-3E4D-4AFD-8464-39A9871621B1}"/>
              </a:ext>
              <a:ext uri="{C183D7F6-B498-43B3-948B-1728B52AA6E4}">
                <adec:decorative xmlns:adec="http://schemas.microsoft.com/office/drawing/2017/decorative" val="1"/>
              </a:ext>
            </a:extLst>
          </p:cNvPr>
          <p:cNvCxnSpPr>
            <a:cxnSpLocks/>
          </p:cNvCxnSpPr>
          <p:nvPr userDrawn="1"/>
        </p:nvCxnSpPr>
        <p:spPr>
          <a:xfrm>
            <a:off x="21945601" y="8360226"/>
            <a:ext cx="0" cy="204433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60224573"/>
      </p:ext>
    </p:extLst>
  </p:cSld>
  <p:clrMapOvr>
    <a:masterClrMapping/>
  </p:clrMapOvr>
  <p:extLst>
    <p:ext uri="{DCECCB84-F9BA-43D5-87BE-67443E8EF086}">
      <p15:sldGuideLst xmlns:p15="http://schemas.microsoft.com/office/powerpoint/2012/main">
        <p15:guide id="1" orient="horz" pos="2741" userDrawn="1">
          <p15:clr>
            <a:srgbClr val="C35EA4"/>
          </p15:clr>
        </p15:guide>
        <p15:guide id="2" orient="horz" pos="3021" userDrawn="1">
          <p15:clr>
            <a:srgbClr val="C35EA4"/>
          </p15:clr>
        </p15:guide>
        <p15:guide id="3" pos="10816" userDrawn="1">
          <p15:clr>
            <a:srgbClr val="C35EA4"/>
          </p15:clr>
        </p15:guide>
        <p15:guide id="4" pos="11472" userDrawn="1">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p:txBody>
          <a:bodyPr/>
          <a:lstStyle>
            <a:lvl1pPr>
              <a:lnSpc>
                <a:spcPct val="100000"/>
              </a:lnSpc>
              <a:defRPr/>
            </a:lvl1pPr>
          </a:lstStyle>
          <a:p>
            <a:r>
              <a:rPr lang="en-US"/>
              <a:t>Click to enter title here</a:t>
            </a:r>
          </a:p>
        </p:txBody>
      </p:sp>
      <p:sp>
        <p:nvSpPr>
          <p:cNvPr id="21" name="Text Placeholder 9">
            <a:extLst>
              <a:ext uri="{FF2B5EF4-FFF2-40B4-BE49-F238E27FC236}">
                <a16:creationId xmlns:a16="http://schemas.microsoft.com/office/drawing/2014/main" id="{1A257A5E-3450-4EAA-9676-01FE18D22AFC}"/>
              </a:ext>
            </a:extLst>
          </p:cNvPr>
          <p:cNvSpPr>
            <a:spLocks noGrp="1"/>
          </p:cNvSpPr>
          <p:nvPr>
            <p:ph type="body" sz="quarter" idx="13" hasCustomPrompt="1"/>
          </p:nvPr>
        </p:nvSpPr>
        <p:spPr>
          <a:xfrm>
            <a:off x="1468757" y="9997443"/>
            <a:ext cx="12698734" cy="2034542"/>
          </a:xfrm>
        </p:spPr>
        <p:txBody>
          <a:bodyPr anchor="b" anchorCtr="0"/>
          <a:lstStyle>
            <a:lvl1pPr marL="0" indent="0">
              <a:lnSpc>
                <a:spcPct val="100000"/>
              </a:lnSpc>
              <a:buNone/>
              <a:defRPr b="1">
                <a:solidFill>
                  <a:schemeClr val="accent1"/>
                </a:solidFill>
              </a:defRPr>
            </a:lvl1pPr>
          </a:lstStyle>
          <a:p>
            <a:pPr lvl="0"/>
            <a:r>
              <a:rPr lang="en-US"/>
              <a:t>Click to add heading</a:t>
            </a:r>
          </a:p>
        </p:txBody>
      </p:sp>
      <p:sp>
        <p:nvSpPr>
          <p:cNvPr id="22" name="Content Placeholder 15">
            <a:extLst>
              <a:ext uri="{FF2B5EF4-FFF2-40B4-BE49-F238E27FC236}">
                <a16:creationId xmlns:a16="http://schemas.microsoft.com/office/drawing/2014/main" id="{AC128DA7-A1CD-4D7E-A165-98C855054735}"/>
              </a:ext>
            </a:extLst>
          </p:cNvPr>
          <p:cNvSpPr>
            <a:spLocks noGrp="1"/>
          </p:cNvSpPr>
          <p:nvPr>
            <p:ph sz="quarter" idx="14" hasCustomPrompt="1"/>
          </p:nvPr>
        </p:nvSpPr>
        <p:spPr>
          <a:xfrm>
            <a:off x="1468757" y="12336783"/>
            <a:ext cx="12698734" cy="16467839"/>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add content. When pasting copy from other slides, be sure to right-click and choose ‘Keep text only’.</a:t>
            </a:r>
          </a:p>
          <a:p>
            <a:pPr lvl="1"/>
            <a:r>
              <a:rPr lang="en-US"/>
              <a:t>Second level</a:t>
            </a:r>
          </a:p>
          <a:p>
            <a:pPr lvl="2"/>
            <a:r>
              <a:rPr lang="en-US"/>
              <a:t>Third level</a:t>
            </a:r>
          </a:p>
          <a:p>
            <a:pPr lvl="3"/>
            <a:r>
              <a:rPr lang="en-US"/>
              <a:t>Fourth level</a:t>
            </a:r>
          </a:p>
          <a:p>
            <a:pPr lvl="4"/>
            <a:r>
              <a:rPr lang="en-US"/>
              <a:t>Fifth level</a:t>
            </a:r>
          </a:p>
        </p:txBody>
      </p:sp>
      <p:sp>
        <p:nvSpPr>
          <p:cNvPr id="23" name="Text Placeholder 9">
            <a:extLst>
              <a:ext uri="{FF2B5EF4-FFF2-40B4-BE49-F238E27FC236}">
                <a16:creationId xmlns:a16="http://schemas.microsoft.com/office/drawing/2014/main" id="{6A7B7E24-E7D3-48A2-A374-DF6A8A555D5F}"/>
              </a:ext>
            </a:extLst>
          </p:cNvPr>
          <p:cNvSpPr>
            <a:spLocks noGrp="1"/>
          </p:cNvSpPr>
          <p:nvPr>
            <p:ph type="body" sz="quarter" idx="15" hasCustomPrompt="1"/>
          </p:nvPr>
        </p:nvSpPr>
        <p:spPr>
          <a:xfrm>
            <a:off x="15464801" y="9997443"/>
            <a:ext cx="12961601" cy="2034542"/>
          </a:xfrm>
        </p:spPr>
        <p:txBody>
          <a:bodyPr anchor="b" anchorCtr="0"/>
          <a:lstStyle>
            <a:lvl1pPr marL="0" indent="0">
              <a:lnSpc>
                <a:spcPct val="100000"/>
              </a:lnSpc>
              <a:buNone/>
              <a:defRPr b="1">
                <a:solidFill>
                  <a:schemeClr val="accent1"/>
                </a:solidFill>
              </a:defRPr>
            </a:lvl1pPr>
          </a:lstStyle>
          <a:p>
            <a:pPr lvl="0"/>
            <a:r>
              <a:rPr lang="en-US"/>
              <a:t>Click to add heading</a:t>
            </a:r>
          </a:p>
        </p:txBody>
      </p:sp>
      <p:sp>
        <p:nvSpPr>
          <p:cNvPr id="24" name="Content Placeholder 15">
            <a:extLst>
              <a:ext uri="{FF2B5EF4-FFF2-40B4-BE49-F238E27FC236}">
                <a16:creationId xmlns:a16="http://schemas.microsoft.com/office/drawing/2014/main" id="{4DFF8E89-1B64-4E2A-9B30-3844550AD3DD}"/>
              </a:ext>
            </a:extLst>
          </p:cNvPr>
          <p:cNvSpPr>
            <a:spLocks noGrp="1"/>
          </p:cNvSpPr>
          <p:nvPr>
            <p:ph sz="quarter" idx="16" hasCustomPrompt="1"/>
          </p:nvPr>
        </p:nvSpPr>
        <p:spPr>
          <a:xfrm>
            <a:off x="15464804" y="12336783"/>
            <a:ext cx="12961601" cy="16467839"/>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add content. When pasting copy from other slides, be sure to right-click and choose ‘Keep text only’.</a:t>
            </a:r>
          </a:p>
          <a:p>
            <a:pPr lvl="1"/>
            <a:r>
              <a:rPr lang="en-US"/>
              <a:t>Second level</a:t>
            </a:r>
          </a:p>
          <a:p>
            <a:pPr lvl="2"/>
            <a:r>
              <a:rPr lang="en-US"/>
              <a:t>Third level</a:t>
            </a:r>
          </a:p>
          <a:p>
            <a:pPr lvl="3"/>
            <a:r>
              <a:rPr lang="en-US"/>
              <a:t>Fourth level</a:t>
            </a:r>
          </a:p>
          <a:p>
            <a:pPr lvl="4"/>
            <a:r>
              <a:rPr lang="en-US"/>
              <a:t>Fifth level</a:t>
            </a:r>
          </a:p>
        </p:txBody>
      </p:sp>
      <p:sp>
        <p:nvSpPr>
          <p:cNvPr id="27" name="Text Placeholder 9">
            <a:extLst>
              <a:ext uri="{FF2B5EF4-FFF2-40B4-BE49-F238E27FC236}">
                <a16:creationId xmlns:a16="http://schemas.microsoft.com/office/drawing/2014/main" id="{6AAFFFBD-15E8-4574-972E-8DDFA341B650}"/>
              </a:ext>
            </a:extLst>
          </p:cNvPr>
          <p:cNvSpPr>
            <a:spLocks noGrp="1"/>
          </p:cNvSpPr>
          <p:nvPr>
            <p:ph type="body" sz="quarter" idx="24" hasCustomPrompt="1"/>
          </p:nvPr>
        </p:nvSpPr>
        <p:spPr>
          <a:xfrm>
            <a:off x="29723717" y="9997443"/>
            <a:ext cx="12698723" cy="2034542"/>
          </a:xfrm>
        </p:spPr>
        <p:txBody>
          <a:bodyPr anchor="b" anchorCtr="0"/>
          <a:lstStyle>
            <a:lvl1pPr marL="0" indent="0">
              <a:lnSpc>
                <a:spcPct val="100000"/>
              </a:lnSpc>
              <a:buNone/>
              <a:defRPr b="1">
                <a:solidFill>
                  <a:schemeClr val="accent1"/>
                </a:solidFill>
              </a:defRPr>
            </a:lvl1pPr>
          </a:lstStyle>
          <a:p>
            <a:pPr lvl="0"/>
            <a:r>
              <a:rPr lang="en-US"/>
              <a:t>Click to add heading</a:t>
            </a:r>
          </a:p>
        </p:txBody>
      </p:sp>
      <p:sp>
        <p:nvSpPr>
          <p:cNvPr id="28" name="Content Placeholder 15">
            <a:extLst>
              <a:ext uri="{FF2B5EF4-FFF2-40B4-BE49-F238E27FC236}">
                <a16:creationId xmlns:a16="http://schemas.microsoft.com/office/drawing/2014/main" id="{CF570F45-2E05-4895-9F02-11DAFD1730B1}"/>
              </a:ext>
            </a:extLst>
          </p:cNvPr>
          <p:cNvSpPr>
            <a:spLocks noGrp="1"/>
          </p:cNvSpPr>
          <p:nvPr>
            <p:ph sz="quarter" idx="25" hasCustomPrompt="1"/>
          </p:nvPr>
        </p:nvSpPr>
        <p:spPr>
          <a:xfrm>
            <a:off x="29723723" y="12336783"/>
            <a:ext cx="12698723" cy="16467839"/>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add content. When pasting copy from other slides, be sure to right-click and choose ‘Keep text only’.</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F69DE8D6-BF8D-46B6-A107-F9199421CE2B}"/>
              </a:ext>
              <a:ext uri="{C183D7F6-B498-43B3-948B-1728B52AA6E4}">
                <adec:decorative xmlns:adec="http://schemas.microsoft.com/office/drawing/2017/decorative" val="1"/>
              </a:ext>
            </a:extLst>
          </p:cNvPr>
          <p:cNvSpPr>
            <a:spLocks noGrp="1"/>
          </p:cNvSpPr>
          <p:nvPr>
            <p:ph type="sldNum" sz="quarter" idx="23"/>
          </p:nvPr>
        </p:nvSpPr>
        <p:spPr/>
        <p:txBody>
          <a:bodyPr/>
          <a:lstStyle>
            <a:lvl1pPr>
              <a:lnSpc>
                <a:spcPct val="100000"/>
              </a:lnSpc>
              <a:defRPr/>
            </a:lvl1pPr>
          </a:lstStyle>
          <a:p>
            <a:fld id="{F8E47D07-9D1E-4FE9-B31A-2F5863681021}" type="slidenum">
              <a:rPr lang="en-GB" smtClean="0"/>
              <a:pPr/>
              <a:t>‹#›</a:t>
            </a:fld>
            <a:endParaRPr lang="en-GB"/>
          </a:p>
        </p:txBody>
      </p:sp>
      <p:sp>
        <p:nvSpPr>
          <p:cNvPr id="14" name="Text Placeholder 96">
            <a:extLst>
              <a:ext uri="{FF2B5EF4-FFF2-40B4-BE49-F238E27FC236}">
                <a16:creationId xmlns:a16="http://schemas.microsoft.com/office/drawing/2014/main" id="{12B9530D-EF7B-47C9-A997-FA875C956E8F}"/>
              </a:ext>
            </a:extLst>
          </p:cNvPr>
          <p:cNvSpPr>
            <a:spLocks noGrp="1"/>
          </p:cNvSpPr>
          <p:nvPr>
            <p:ph type="body" sz="quarter" idx="111" hasCustomPrompt="1"/>
          </p:nvPr>
        </p:nvSpPr>
        <p:spPr>
          <a:xfrm>
            <a:off x="1790933" y="30000728"/>
            <a:ext cx="34382880" cy="2693031"/>
          </a:xfrm>
        </p:spPr>
        <p:txBody>
          <a:bodyPr lIns="0" tIns="0" rIns="0" bIns="0" anchor="b" anchorCtr="0">
            <a:normAutofit/>
          </a:bodyPr>
          <a:lstStyle>
            <a:lvl1pPr marL="0" indent="0">
              <a:lnSpc>
                <a:spcPct val="100000"/>
              </a:lnSpc>
              <a:spcAft>
                <a:spcPts val="1080"/>
              </a:spcAft>
              <a:buNone/>
              <a:defRPr sz="2879"/>
            </a:lvl1pPr>
          </a:lstStyle>
          <a:p>
            <a:pPr lvl="0"/>
            <a:r>
              <a:rPr lang="en-US"/>
              <a:t>Footnotes</a:t>
            </a:r>
          </a:p>
        </p:txBody>
      </p:sp>
      <p:sp>
        <p:nvSpPr>
          <p:cNvPr id="5" name="Date Placeholder 4">
            <a:extLst>
              <a:ext uri="{FF2B5EF4-FFF2-40B4-BE49-F238E27FC236}">
                <a16:creationId xmlns:a16="http://schemas.microsoft.com/office/drawing/2014/main" id="{A6A24A62-EC53-4EC3-A57F-B48D78D6753A}"/>
              </a:ext>
              <a:ext uri="{C183D7F6-B498-43B3-948B-1728B52AA6E4}">
                <adec:decorative xmlns:adec="http://schemas.microsoft.com/office/drawing/2017/decorative" val="1"/>
              </a:ext>
            </a:extLst>
          </p:cNvPr>
          <p:cNvSpPr>
            <a:spLocks noGrp="1"/>
          </p:cNvSpPr>
          <p:nvPr>
            <p:ph type="dt" sz="half" idx="21"/>
          </p:nvPr>
        </p:nvSpPr>
        <p:spPr/>
        <p:txBody>
          <a:bodyPr/>
          <a:lstStyle>
            <a:lvl1pPr>
              <a:lnSpc>
                <a:spcPct val="100000"/>
              </a:lnSpc>
              <a:defRPr/>
            </a:lvl1pPr>
          </a:lstStyle>
          <a:p>
            <a:endParaRPr lang="en-GB"/>
          </a:p>
        </p:txBody>
      </p:sp>
      <p:cxnSp>
        <p:nvCxnSpPr>
          <p:cNvPr id="10" name="Straight Connector 9">
            <a:extLst>
              <a:ext uri="{FF2B5EF4-FFF2-40B4-BE49-F238E27FC236}">
                <a16:creationId xmlns:a16="http://schemas.microsoft.com/office/drawing/2014/main" id="{BD8AB9BA-443A-4985-908B-268C192E8231}"/>
              </a:ext>
              <a:ext uri="{C183D7F6-B498-43B3-948B-1728B52AA6E4}">
                <adec:decorative xmlns:adec="http://schemas.microsoft.com/office/drawing/2017/decorative" val="1"/>
              </a:ext>
            </a:extLst>
          </p:cNvPr>
          <p:cNvCxnSpPr>
            <a:cxnSpLocks/>
          </p:cNvCxnSpPr>
          <p:nvPr userDrawn="1"/>
        </p:nvCxnSpPr>
        <p:spPr>
          <a:xfrm>
            <a:off x="14825300" y="8360226"/>
            <a:ext cx="0" cy="204433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7A7995C-40F8-42EE-BD46-96F566801178}"/>
              </a:ext>
              <a:ext uri="{C183D7F6-B498-43B3-948B-1728B52AA6E4}">
                <adec:decorative xmlns:adec="http://schemas.microsoft.com/office/drawing/2017/decorative" val="1"/>
              </a:ext>
            </a:extLst>
          </p:cNvPr>
          <p:cNvCxnSpPr>
            <a:cxnSpLocks/>
          </p:cNvCxnSpPr>
          <p:nvPr userDrawn="1"/>
        </p:nvCxnSpPr>
        <p:spPr>
          <a:xfrm>
            <a:off x="29075059" y="8360226"/>
            <a:ext cx="0" cy="204433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76216303"/>
      </p:ext>
    </p:extLst>
  </p:cSld>
  <p:clrMapOvr>
    <a:masterClrMapping/>
  </p:clrMapOvr>
  <p:extLst>
    <p:ext uri="{DCECCB84-F9BA-43D5-87BE-67443E8EF086}">
      <p15:sldGuideLst xmlns:p15="http://schemas.microsoft.com/office/powerpoint/2012/main">
        <p15:guide id="5" pos="7194" userDrawn="1">
          <p15:clr>
            <a:srgbClr val="A4A3A4"/>
          </p15:clr>
        </p15:guide>
        <p15:guide id="6" pos="7853" userDrawn="1">
          <p15:clr>
            <a:srgbClr val="A4A3A4"/>
          </p15:clr>
        </p15:guide>
        <p15:guide id="11" orient="horz" pos="2741" userDrawn="1">
          <p15:clr>
            <a:srgbClr val="C35EA4"/>
          </p15:clr>
        </p15:guide>
        <p15:guide id="12" orient="horz" pos="3021" userDrawn="1">
          <p15:clr>
            <a:srgbClr val="C35EA4"/>
          </p15:clr>
        </p15:guide>
        <p15:guide id="13" pos="15094" userDrawn="1">
          <p15:clr>
            <a:srgbClr val="A4A3A4"/>
          </p15:clr>
        </p15:guide>
        <p15:guide id="14" pos="14435" userDrawn="1">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p:txBody>
          <a:bodyPr/>
          <a:lstStyle>
            <a:lvl1pPr>
              <a:lnSpc>
                <a:spcPct val="100000"/>
              </a:lnSpc>
              <a:defRPr/>
            </a:lvl1pPr>
          </a:lstStyle>
          <a:p>
            <a:r>
              <a:rPr lang="en-US"/>
              <a:t>Click to enter title here</a:t>
            </a:r>
          </a:p>
        </p:txBody>
      </p:sp>
      <p:sp>
        <p:nvSpPr>
          <p:cNvPr id="12" name="Text Placeholder 11">
            <a:extLst>
              <a:ext uri="{FF2B5EF4-FFF2-40B4-BE49-F238E27FC236}">
                <a16:creationId xmlns:a16="http://schemas.microsoft.com/office/drawing/2014/main" id="{6F9CD076-13C6-4629-A44D-60CE2274E081}"/>
              </a:ext>
            </a:extLst>
          </p:cNvPr>
          <p:cNvSpPr>
            <a:spLocks noGrp="1"/>
          </p:cNvSpPr>
          <p:nvPr>
            <p:ph type="body" sz="quarter" idx="16" hasCustomPrompt="1"/>
          </p:nvPr>
        </p:nvSpPr>
        <p:spPr>
          <a:xfrm>
            <a:off x="1468754" y="9994354"/>
            <a:ext cx="9846948" cy="2038712"/>
          </a:xfrm>
          <a:prstGeom prst="rect">
            <a:avLst/>
          </a:prstGeom>
        </p:spPr>
        <p:txBody>
          <a:bodyPr wrap="square" anchor="b" anchorCtr="0">
            <a:noAutofit/>
          </a:bodyPr>
          <a:lstStyle>
            <a:lvl1pPr marL="0" indent="0">
              <a:lnSpc>
                <a:spcPct val="100000"/>
              </a:lnSpc>
              <a:buNone/>
              <a:defRPr b="1">
                <a:solidFill>
                  <a:schemeClr val="accent1"/>
                </a:solidFill>
              </a:defRPr>
            </a:lvl1pPr>
            <a:lvl2pPr marL="0" indent="0">
              <a:buNone/>
              <a:defRPr/>
            </a:lvl2pPr>
          </a:lstStyle>
          <a:p>
            <a:pPr lvl="0"/>
            <a:r>
              <a:rPr lang="en-US"/>
              <a:t>Click to add heading</a:t>
            </a:r>
          </a:p>
        </p:txBody>
      </p:sp>
      <p:sp>
        <p:nvSpPr>
          <p:cNvPr id="15" name="Content Placeholder 3">
            <a:extLst>
              <a:ext uri="{FF2B5EF4-FFF2-40B4-BE49-F238E27FC236}">
                <a16:creationId xmlns:a16="http://schemas.microsoft.com/office/drawing/2014/main" id="{56C5F394-5808-40FF-B6FD-65F716906911}"/>
              </a:ext>
            </a:extLst>
          </p:cNvPr>
          <p:cNvSpPr>
            <a:spLocks noGrp="1"/>
          </p:cNvSpPr>
          <p:nvPr>
            <p:ph sz="quarter" idx="20" hasCustomPrompt="1"/>
          </p:nvPr>
        </p:nvSpPr>
        <p:spPr>
          <a:xfrm>
            <a:off x="1468748" y="12336784"/>
            <a:ext cx="9849600" cy="17435520"/>
          </a:xfrm>
          <a:prstGeom prst="rect">
            <a:avLst/>
          </a:prstGeom>
        </p:spPr>
        <p:txBody>
          <a:bodyPr wrap="square">
            <a:noAutofit/>
          </a:bodyPr>
          <a:lstStyle>
            <a:lvl1pPr>
              <a:lnSpc>
                <a:spcPct val="100000"/>
              </a:lnSpc>
              <a:defRPr/>
            </a:lvl1pPr>
            <a:lvl2pPr marL="1658904" indent="-829452">
              <a:lnSpc>
                <a:spcPct val="100000"/>
              </a:lnSpc>
              <a:defRPr lang="en-US" sz="8640" kern="1200" dirty="0">
                <a:solidFill>
                  <a:schemeClr val="tx1"/>
                </a:solidFill>
                <a:latin typeface="+mn-lt"/>
                <a:ea typeface="+mn-ea"/>
                <a:cs typeface="+mn-cs"/>
              </a:defRPr>
            </a:lvl2pPr>
            <a:lvl3pPr marL="2488359" indent="-829452">
              <a:lnSpc>
                <a:spcPct val="100000"/>
              </a:lnSpc>
              <a:defRPr lang="en-US" sz="7200" kern="1200" dirty="0">
                <a:solidFill>
                  <a:schemeClr val="tx1"/>
                </a:solidFill>
                <a:latin typeface="+mn-lt"/>
                <a:ea typeface="+mn-ea"/>
                <a:cs typeface="+mn-cs"/>
              </a:defRPr>
            </a:lvl3pPr>
            <a:lvl4pPr marL="3317811" indent="-829452">
              <a:lnSpc>
                <a:spcPct val="100000"/>
              </a:lnSpc>
              <a:defRPr lang="en-US" sz="7200" kern="1200" dirty="0">
                <a:solidFill>
                  <a:schemeClr val="tx1"/>
                </a:solidFill>
                <a:latin typeface="+mn-lt"/>
                <a:ea typeface="+mn-ea"/>
                <a:cs typeface="+mn-cs"/>
              </a:defRPr>
            </a:lvl4pPr>
            <a:lvl5pPr>
              <a:lnSpc>
                <a:spcPct val="100000"/>
              </a:lnSpc>
              <a:defRPr/>
            </a:lvl5pPr>
          </a:lstStyle>
          <a:p>
            <a:pPr lvl="0"/>
            <a:r>
              <a:rPr lang="en-US"/>
              <a:t>Click to add content. When pasting copy from other slides, be sure to right-click and choose ‘Keep text only’</a:t>
            </a:r>
            <a:r>
              <a:rPr lang="en-GB"/>
              <a:t>.</a:t>
            </a:r>
          </a:p>
          <a:p>
            <a:pPr lvl="1"/>
            <a:r>
              <a:rPr lang="en-GB"/>
              <a:t>Second level</a:t>
            </a:r>
          </a:p>
          <a:p>
            <a:pPr lvl="2"/>
            <a:r>
              <a:rPr lang="en-GB"/>
              <a:t>Third level</a:t>
            </a:r>
          </a:p>
          <a:p>
            <a:pPr lvl="3"/>
            <a:r>
              <a:rPr lang="en-GB"/>
              <a:t>Fourth level</a:t>
            </a:r>
          </a:p>
          <a:p>
            <a:pPr lvl="4"/>
            <a:r>
              <a:rPr lang="en-GB"/>
              <a:t>Fifth level</a:t>
            </a:r>
          </a:p>
        </p:txBody>
      </p:sp>
      <p:sp>
        <p:nvSpPr>
          <p:cNvPr id="20" name="Text Placeholder 11">
            <a:extLst>
              <a:ext uri="{FF2B5EF4-FFF2-40B4-BE49-F238E27FC236}">
                <a16:creationId xmlns:a16="http://schemas.microsoft.com/office/drawing/2014/main" id="{A1E51E90-FD4F-4EA7-9FD6-A88EC3FEEDDC}"/>
              </a:ext>
            </a:extLst>
          </p:cNvPr>
          <p:cNvSpPr>
            <a:spLocks noGrp="1"/>
          </p:cNvSpPr>
          <p:nvPr>
            <p:ph type="body" sz="quarter" idx="24" hasCustomPrompt="1"/>
          </p:nvPr>
        </p:nvSpPr>
        <p:spPr>
          <a:xfrm>
            <a:off x="11830056" y="9994354"/>
            <a:ext cx="9846948" cy="2038712"/>
          </a:xfrm>
          <a:prstGeom prst="rect">
            <a:avLst/>
          </a:prstGeom>
        </p:spPr>
        <p:txBody>
          <a:bodyPr wrap="square" anchor="b" anchorCtr="0">
            <a:noAutofit/>
          </a:bodyPr>
          <a:lstStyle>
            <a:lvl1pPr marL="0" indent="0">
              <a:lnSpc>
                <a:spcPct val="100000"/>
              </a:lnSpc>
              <a:buNone/>
              <a:defRPr b="1">
                <a:solidFill>
                  <a:schemeClr val="accent1"/>
                </a:solidFill>
              </a:defRPr>
            </a:lvl1pPr>
            <a:lvl2pPr marL="0" indent="0">
              <a:buNone/>
              <a:defRPr/>
            </a:lvl2pPr>
          </a:lstStyle>
          <a:p>
            <a:pPr lvl="0"/>
            <a:r>
              <a:rPr lang="en-US"/>
              <a:t>Click to add heading</a:t>
            </a:r>
          </a:p>
        </p:txBody>
      </p:sp>
      <p:sp>
        <p:nvSpPr>
          <p:cNvPr id="21" name="Content Placeholder 3">
            <a:extLst>
              <a:ext uri="{FF2B5EF4-FFF2-40B4-BE49-F238E27FC236}">
                <a16:creationId xmlns:a16="http://schemas.microsoft.com/office/drawing/2014/main" id="{10106C56-60ED-41EC-BD2A-FDB9B53E1C18}"/>
              </a:ext>
            </a:extLst>
          </p:cNvPr>
          <p:cNvSpPr>
            <a:spLocks noGrp="1"/>
          </p:cNvSpPr>
          <p:nvPr>
            <p:ph sz="quarter" idx="25" hasCustomPrompt="1"/>
          </p:nvPr>
        </p:nvSpPr>
        <p:spPr>
          <a:xfrm>
            <a:off x="11824342" y="12336784"/>
            <a:ext cx="9849600" cy="17435520"/>
          </a:xfrm>
          <a:prstGeom prst="rect">
            <a:avLst/>
          </a:prstGeom>
        </p:spPr>
        <p:txBody>
          <a:bodyPr wrap="square">
            <a:noAutofit/>
          </a:bodyPr>
          <a:lstStyle>
            <a:lvl1pPr>
              <a:lnSpc>
                <a:spcPct val="100000"/>
              </a:lnSpc>
              <a:defRPr/>
            </a:lvl1pPr>
            <a:lvl2pPr marL="1658904" indent="-829452">
              <a:lnSpc>
                <a:spcPct val="100000"/>
              </a:lnSpc>
              <a:defRPr lang="en-US" sz="8640" kern="1200" dirty="0">
                <a:solidFill>
                  <a:schemeClr val="tx1"/>
                </a:solidFill>
                <a:latin typeface="+mn-lt"/>
                <a:ea typeface="+mn-ea"/>
                <a:cs typeface="+mn-cs"/>
              </a:defRPr>
            </a:lvl2pPr>
            <a:lvl3pPr marL="2488359" indent="-829452">
              <a:lnSpc>
                <a:spcPct val="100000"/>
              </a:lnSpc>
              <a:defRPr lang="en-US" sz="7200" kern="1200" dirty="0">
                <a:solidFill>
                  <a:schemeClr val="tx1"/>
                </a:solidFill>
                <a:latin typeface="+mn-lt"/>
                <a:ea typeface="+mn-ea"/>
                <a:cs typeface="+mn-cs"/>
              </a:defRPr>
            </a:lvl3pPr>
            <a:lvl4pPr marL="3317811" indent="-829452">
              <a:lnSpc>
                <a:spcPct val="100000"/>
              </a:lnSpc>
              <a:defRPr lang="en-US" sz="7200" kern="1200" dirty="0">
                <a:solidFill>
                  <a:schemeClr val="tx1"/>
                </a:solidFill>
                <a:latin typeface="+mn-lt"/>
                <a:ea typeface="+mn-ea"/>
                <a:cs typeface="+mn-cs"/>
              </a:defRPr>
            </a:lvl4pPr>
            <a:lvl5pPr>
              <a:lnSpc>
                <a:spcPct val="100000"/>
              </a:lnSpc>
              <a:defRPr/>
            </a:lvl5pPr>
          </a:lstStyle>
          <a:p>
            <a:pPr lvl="0"/>
            <a:r>
              <a:rPr lang="en-US"/>
              <a:t>Click to add content. When pasting copy from other slides, be sure to right-click and choose ‘Keep text only’</a:t>
            </a:r>
            <a:r>
              <a:rPr lang="en-GB"/>
              <a:t>.</a:t>
            </a:r>
          </a:p>
          <a:p>
            <a:pPr lvl="1"/>
            <a:r>
              <a:rPr lang="en-GB"/>
              <a:t>Second level</a:t>
            </a:r>
          </a:p>
          <a:p>
            <a:pPr lvl="2"/>
            <a:r>
              <a:rPr lang="en-GB"/>
              <a:t>Third level</a:t>
            </a:r>
          </a:p>
          <a:p>
            <a:pPr lvl="3"/>
            <a:r>
              <a:rPr lang="en-GB"/>
              <a:t>Fourth level</a:t>
            </a:r>
          </a:p>
          <a:p>
            <a:pPr lvl="4"/>
            <a:r>
              <a:rPr lang="en-GB"/>
              <a:t>Fifth level</a:t>
            </a:r>
          </a:p>
        </p:txBody>
      </p:sp>
      <p:sp>
        <p:nvSpPr>
          <p:cNvPr id="22" name="Text Placeholder 11">
            <a:extLst>
              <a:ext uri="{FF2B5EF4-FFF2-40B4-BE49-F238E27FC236}">
                <a16:creationId xmlns:a16="http://schemas.microsoft.com/office/drawing/2014/main" id="{217A7646-8B12-4AE5-9EDC-1F06A8CF8C4F}"/>
              </a:ext>
            </a:extLst>
          </p:cNvPr>
          <p:cNvSpPr>
            <a:spLocks noGrp="1"/>
          </p:cNvSpPr>
          <p:nvPr>
            <p:ph type="body" sz="quarter" idx="26" hasCustomPrompt="1"/>
          </p:nvPr>
        </p:nvSpPr>
        <p:spPr>
          <a:xfrm>
            <a:off x="22196854" y="9994354"/>
            <a:ext cx="9846948" cy="2038712"/>
          </a:xfrm>
          <a:prstGeom prst="rect">
            <a:avLst/>
          </a:prstGeom>
        </p:spPr>
        <p:txBody>
          <a:bodyPr wrap="square" anchor="b" anchorCtr="0">
            <a:noAutofit/>
          </a:bodyPr>
          <a:lstStyle>
            <a:lvl1pPr marL="0" indent="0">
              <a:lnSpc>
                <a:spcPct val="100000"/>
              </a:lnSpc>
              <a:buNone/>
              <a:defRPr b="1">
                <a:solidFill>
                  <a:schemeClr val="accent1"/>
                </a:solidFill>
              </a:defRPr>
            </a:lvl1pPr>
            <a:lvl2pPr marL="0" indent="0">
              <a:buNone/>
              <a:defRPr/>
            </a:lvl2pPr>
          </a:lstStyle>
          <a:p>
            <a:pPr lvl="0"/>
            <a:r>
              <a:rPr lang="en-US"/>
              <a:t>Click to add heading</a:t>
            </a:r>
          </a:p>
        </p:txBody>
      </p:sp>
      <p:sp>
        <p:nvSpPr>
          <p:cNvPr id="23" name="Content Placeholder 3">
            <a:extLst>
              <a:ext uri="{FF2B5EF4-FFF2-40B4-BE49-F238E27FC236}">
                <a16:creationId xmlns:a16="http://schemas.microsoft.com/office/drawing/2014/main" id="{33B9981B-E175-45D6-A51D-F0A0368267CF}"/>
              </a:ext>
            </a:extLst>
          </p:cNvPr>
          <p:cNvSpPr>
            <a:spLocks noGrp="1"/>
          </p:cNvSpPr>
          <p:nvPr>
            <p:ph sz="quarter" idx="27" hasCustomPrompt="1"/>
          </p:nvPr>
        </p:nvSpPr>
        <p:spPr>
          <a:xfrm>
            <a:off x="22191137" y="12336784"/>
            <a:ext cx="9849600" cy="17435520"/>
          </a:xfrm>
          <a:prstGeom prst="rect">
            <a:avLst/>
          </a:prstGeom>
        </p:spPr>
        <p:txBody>
          <a:bodyPr wrap="square">
            <a:noAutofit/>
          </a:bodyPr>
          <a:lstStyle>
            <a:lvl1pPr>
              <a:lnSpc>
                <a:spcPct val="100000"/>
              </a:lnSpc>
              <a:defRPr/>
            </a:lvl1pPr>
            <a:lvl2pPr marL="1658904" indent="-829452">
              <a:lnSpc>
                <a:spcPct val="100000"/>
              </a:lnSpc>
              <a:defRPr lang="en-US" sz="8640" kern="1200" dirty="0">
                <a:solidFill>
                  <a:schemeClr val="tx1"/>
                </a:solidFill>
                <a:latin typeface="+mn-lt"/>
                <a:ea typeface="+mn-ea"/>
                <a:cs typeface="+mn-cs"/>
              </a:defRPr>
            </a:lvl2pPr>
            <a:lvl3pPr marL="2488359" indent="-829452">
              <a:lnSpc>
                <a:spcPct val="100000"/>
              </a:lnSpc>
              <a:defRPr lang="en-US" sz="7200" kern="1200" dirty="0">
                <a:solidFill>
                  <a:schemeClr val="tx1"/>
                </a:solidFill>
                <a:latin typeface="+mn-lt"/>
                <a:ea typeface="+mn-ea"/>
                <a:cs typeface="+mn-cs"/>
              </a:defRPr>
            </a:lvl3pPr>
            <a:lvl4pPr marL="3317811" indent="-829452">
              <a:lnSpc>
                <a:spcPct val="100000"/>
              </a:lnSpc>
              <a:defRPr lang="en-US" sz="7200" kern="1200" dirty="0">
                <a:solidFill>
                  <a:schemeClr val="tx1"/>
                </a:solidFill>
                <a:latin typeface="+mn-lt"/>
                <a:ea typeface="+mn-ea"/>
                <a:cs typeface="+mn-cs"/>
              </a:defRPr>
            </a:lvl4pPr>
            <a:lvl5pPr>
              <a:lnSpc>
                <a:spcPct val="100000"/>
              </a:lnSpc>
              <a:defRPr/>
            </a:lvl5pPr>
          </a:lstStyle>
          <a:p>
            <a:pPr lvl="0"/>
            <a:r>
              <a:rPr lang="en-US"/>
              <a:t>Click to add content. When pasting copy from other slides, be sure to right-click and choose ‘Keep text only’</a:t>
            </a:r>
            <a:r>
              <a:rPr lang="en-GB"/>
              <a:t>.</a:t>
            </a:r>
          </a:p>
          <a:p>
            <a:pPr lvl="1"/>
            <a:r>
              <a:rPr lang="en-GB"/>
              <a:t>Second level</a:t>
            </a:r>
          </a:p>
          <a:p>
            <a:pPr lvl="2"/>
            <a:r>
              <a:rPr lang="en-GB"/>
              <a:t>Third level</a:t>
            </a:r>
          </a:p>
          <a:p>
            <a:pPr lvl="3"/>
            <a:r>
              <a:rPr lang="en-GB"/>
              <a:t>Fourth level</a:t>
            </a:r>
          </a:p>
          <a:p>
            <a:pPr lvl="4"/>
            <a:r>
              <a:rPr lang="en-GB"/>
              <a:t>Fifth level</a:t>
            </a:r>
          </a:p>
        </p:txBody>
      </p:sp>
      <p:sp>
        <p:nvSpPr>
          <p:cNvPr id="9" name="Slide Number Placeholder 8">
            <a:extLst>
              <a:ext uri="{FF2B5EF4-FFF2-40B4-BE49-F238E27FC236}">
                <a16:creationId xmlns:a16="http://schemas.microsoft.com/office/drawing/2014/main" id="{F69DE8D6-BF8D-46B6-A107-F9199421CE2B}"/>
              </a:ext>
              <a:ext uri="{C183D7F6-B498-43B3-948B-1728B52AA6E4}">
                <adec:decorative xmlns:adec="http://schemas.microsoft.com/office/drawing/2017/decorative" val="1"/>
              </a:ext>
            </a:extLst>
          </p:cNvPr>
          <p:cNvSpPr>
            <a:spLocks noGrp="1"/>
          </p:cNvSpPr>
          <p:nvPr>
            <p:ph type="sldNum" sz="quarter" idx="23"/>
          </p:nvPr>
        </p:nvSpPr>
        <p:spPr/>
        <p:txBody>
          <a:bodyPr/>
          <a:lstStyle>
            <a:lvl1pPr>
              <a:lnSpc>
                <a:spcPct val="100000"/>
              </a:lnSpc>
              <a:defRPr/>
            </a:lvl1pPr>
          </a:lstStyle>
          <a:p>
            <a:fld id="{F8E47D07-9D1E-4FE9-B31A-2F5863681021}" type="slidenum">
              <a:rPr lang="en-GB" smtClean="0"/>
              <a:pPr/>
              <a:t>‹#›</a:t>
            </a:fld>
            <a:endParaRPr lang="en-GB"/>
          </a:p>
        </p:txBody>
      </p:sp>
      <p:sp>
        <p:nvSpPr>
          <p:cNvPr id="24" name="Text Placeholder 11">
            <a:extLst>
              <a:ext uri="{FF2B5EF4-FFF2-40B4-BE49-F238E27FC236}">
                <a16:creationId xmlns:a16="http://schemas.microsoft.com/office/drawing/2014/main" id="{B83A3A7A-40FD-44D2-97D9-301EB15E7630}"/>
              </a:ext>
            </a:extLst>
          </p:cNvPr>
          <p:cNvSpPr>
            <a:spLocks noGrp="1"/>
          </p:cNvSpPr>
          <p:nvPr>
            <p:ph type="body" sz="quarter" idx="28" hasCustomPrompt="1"/>
          </p:nvPr>
        </p:nvSpPr>
        <p:spPr>
          <a:xfrm>
            <a:off x="32563649" y="9994354"/>
            <a:ext cx="9846948" cy="2038712"/>
          </a:xfrm>
          <a:prstGeom prst="rect">
            <a:avLst/>
          </a:prstGeom>
        </p:spPr>
        <p:txBody>
          <a:bodyPr wrap="square" anchor="b" anchorCtr="0">
            <a:noAutofit/>
          </a:bodyPr>
          <a:lstStyle>
            <a:lvl1pPr marL="0" indent="0">
              <a:lnSpc>
                <a:spcPct val="100000"/>
              </a:lnSpc>
              <a:buNone/>
              <a:defRPr b="1">
                <a:solidFill>
                  <a:schemeClr val="accent1"/>
                </a:solidFill>
              </a:defRPr>
            </a:lvl1pPr>
            <a:lvl2pPr marL="0" indent="0">
              <a:buNone/>
              <a:defRPr/>
            </a:lvl2pPr>
          </a:lstStyle>
          <a:p>
            <a:pPr lvl="0"/>
            <a:r>
              <a:rPr lang="en-US"/>
              <a:t>Click to add heading</a:t>
            </a:r>
          </a:p>
        </p:txBody>
      </p:sp>
      <p:sp>
        <p:nvSpPr>
          <p:cNvPr id="25" name="Content Placeholder 3">
            <a:extLst>
              <a:ext uri="{FF2B5EF4-FFF2-40B4-BE49-F238E27FC236}">
                <a16:creationId xmlns:a16="http://schemas.microsoft.com/office/drawing/2014/main" id="{1AD7E49F-D41B-42DC-925D-998AFB2BB412}"/>
              </a:ext>
            </a:extLst>
          </p:cNvPr>
          <p:cNvSpPr>
            <a:spLocks noGrp="1"/>
          </p:cNvSpPr>
          <p:nvPr>
            <p:ph sz="quarter" idx="29" hasCustomPrompt="1"/>
          </p:nvPr>
        </p:nvSpPr>
        <p:spPr>
          <a:xfrm>
            <a:off x="32557935" y="12336784"/>
            <a:ext cx="9849600" cy="17435520"/>
          </a:xfrm>
          <a:prstGeom prst="rect">
            <a:avLst/>
          </a:prstGeom>
        </p:spPr>
        <p:txBody>
          <a:bodyPr wrap="square">
            <a:noAutofit/>
          </a:bodyPr>
          <a:lstStyle>
            <a:lvl1pPr>
              <a:lnSpc>
                <a:spcPct val="100000"/>
              </a:lnSpc>
              <a:defRPr/>
            </a:lvl1pPr>
            <a:lvl2pPr marL="1658904" indent="-829452">
              <a:lnSpc>
                <a:spcPct val="100000"/>
              </a:lnSpc>
              <a:defRPr lang="en-US" sz="8640" kern="1200" dirty="0">
                <a:solidFill>
                  <a:schemeClr val="tx1"/>
                </a:solidFill>
                <a:latin typeface="+mn-lt"/>
                <a:ea typeface="+mn-ea"/>
                <a:cs typeface="+mn-cs"/>
              </a:defRPr>
            </a:lvl2pPr>
            <a:lvl3pPr marL="2488359" indent="-829452">
              <a:lnSpc>
                <a:spcPct val="100000"/>
              </a:lnSpc>
              <a:defRPr lang="en-US" sz="7200" kern="1200" dirty="0">
                <a:solidFill>
                  <a:schemeClr val="tx1"/>
                </a:solidFill>
                <a:latin typeface="+mn-lt"/>
                <a:ea typeface="+mn-ea"/>
                <a:cs typeface="+mn-cs"/>
              </a:defRPr>
            </a:lvl3pPr>
            <a:lvl4pPr marL="3317811" indent="-829452">
              <a:lnSpc>
                <a:spcPct val="100000"/>
              </a:lnSpc>
              <a:defRPr lang="en-US" sz="7200" kern="1200" dirty="0">
                <a:solidFill>
                  <a:schemeClr val="tx1"/>
                </a:solidFill>
                <a:latin typeface="+mn-lt"/>
                <a:ea typeface="+mn-ea"/>
                <a:cs typeface="+mn-cs"/>
              </a:defRPr>
            </a:lvl4pPr>
            <a:lvl5pPr>
              <a:lnSpc>
                <a:spcPct val="100000"/>
              </a:lnSpc>
              <a:defRPr/>
            </a:lvl5pPr>
          </a:lstStyle>
          <a:p>
            <a:pPr lvl="0"/>
            <a:r>
              <a:rPr lang="en-US"/>
              <a:t>Click to add content. When pasting copy from other slides, be sure to right-click and choose ‘Keep text only’</a:t>
            </a:r>
            <a:r>
              <a:rPr lang="en-GB"/>
              <a:t>.</a:t>
            </a:r>
          </a:p>
          <a:p>
            <a:pPr lvl="1"/>
            <a:r>
              <a:rPr lang="en-GB"/>
              <a:t>Second level</a:t>
            </a:r>
          </a:p>
          <a:p>
            <a:pPr lvl="2"/>
            <a:r>
              <a:rPr lang="en-GB"/>
              <a:t>Third level</a:t>
            </a:r>
          </a:p>
          <a:p>
            <a:pPr lvl="3"/>
            <a:r>
              <a:rPr lang="en-GB"/>
              <a:t>Fourth level</a:t>
            </a:r>
          </a:p>
          <a:p>
            <a:pPr lvl="4"/>
            <a:r>
              <a:rPr lang="en-GB"/>
              <a:t>Fifth level</a:t>
            </a:r>
          </a:p>
        </p:txBody>
      </p:sp>
      <p:sp>
        <p:nvSpPr>
          <p:cNvPr id="18" name="Text Placeholder 96">
            <a:extLst>
              <a:ext uri="{FF2B5EF4-FFF2-40B4-BE49-F238E27FC236}">
                <a16:creationId xmlns:a16="http://schemas.microsoft.com/office/drawing/2014/main" id="{D3E73C55-1C0C-4880-A0D4-FC480D06253C}"/>
              </a:ext>
            </a:extLst>
          </p:cNvPr>
          <p:cNvSpPr>
            <a:spLocks noGrp="1"/>
          </p:cNvSpPr>
          <p:nvPr>
            <p:ph type="body" sz="quarter" idx="111" hasCustomPrompt="1"/>
          </p:nvPr>
        </p:nvSpPr>
        <p:spPr>
          <a:xfrm>
            <a:off x="1790933" y="30000728"/>
            <a:ext cx="34382880" cy="2693031"/>
          </a:xfrm>
        </p:spPr>
        <p:txBody>
          <a:bodyPr lIns="0" tIns="0" rIns="0" bIns="0" anchor="b" anchorCtr="0">
            <a:normAutofit/>
          </a:bodyPr>
          <a:lstStyle>
            <a:lvl1pPr marL="0" indent="0">
              <a:lnSpc>
                <a:spcPct val="100000"/>
              </a:lnSpc>
              <a:spcAft>
                <a:spcPts val="1080"/>
              </a:spcAft>
              <a:buNone/>
              <a:defRPr sz="2879"/>
            </a:lvl1pPr>
          </a:lstStyle>
          <a:p>
            <a:pPr lvl="0"/>
            <a:r>
              <a:rPr lang="en-US"/>
              <a:t>Footnotes</a:t>
            </a:r>
          </a:p>
        </p:txBody>
      </p:sp>
      <p:sp>
        <p:nvSpPr>
          <p:cNvPr id="5" name="Date Placeholder 4">
            <a:extLst>
              <a:ext uri="{FF2B5EF4-FFF2-40B4-BE49-F238E27FC236}">
                <a16:creationId xmlns:a16="http://schemas.microsoft.com/office/drawing/2014/main" id="{A6A24A62-EC53-4EC3-A57F-B48D78D6753A}"/>
              </a:ext>
              <a:ext uri="{C183D7F6-B498-43B3-948B-1728B52AA6E4}">
                <adec:decorative xmlns:adec="http://schemas.microsoft.com/office/drawing/2017/decorative" val="1"/>
              </a:ext>
            </a:extLst>
          </p:cNvPr>
          <p:cNvSpPr>
            <a:spLocks noGrp="1"/>
          </p:cNvSpPr>
          <p:nvPr>
            <p:ph type="dt" sz="half" idx="21"/>
          </p:nvPr>
        </p:nvSpPr>
        <p:spPr/>
        <p:txBody>
          <a:bodyPr/>
          <a:lstStyle>
            <a:lvl1pPr>
              <a:lnSpc>
                <a:spcPct val="100000"/>
              </a:lnSpc>
              <a:defRPr/>
            </a:lvl1pPr>
          </a:lstStyle>
          <a:p>
            <a:endParaRPr lang="en-GB"/>
          </a:p>
        </p:txBody>
      </p:sp>
      <p:cxnSp>
        <p:nvCxnSpPr>
          <p:cNvPr id="10" name="Straight Connector 9">
            <a:extLst>
              <a:ext uri="{FF2B5EF4-FFF2-40B4-BE49-F238E27FC236}">
                <a16:creationId xmlns:a16="http://schemas.microsoft.com/office/drawing/2014/main" id="{BD8AB9BA-443A-4985-908B-268C192E8231}"/>
              </a:ext>
              <a:ext uri="{C183D7F6-B498-43B3-948B-1728B52AA6E4}">
                <adec:decorative xmlns:adec="http://schemas.microsoft.com/office/drawing/2017/decorative" val="1"/>
              </a:ext>
            </a:extLst>
          </p:cNvPr>
          <p:cNvCxnSpPr>
            <a:cxnSpLocks/>
          </p:cNvCxnSpPr>
          <p:nvPr userDrawn="1"/>
        </p:nvCxnSpPr>
        <p:spPr>
          <a:xfrm>
            <a:off x="11575733" y="8360226"/>
            <a:ext cx="0" cy="204433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7A7995C-40F8-42EE-BD46-96F566801178}"/>
              </a:ext>
              <a:ext uri="{C183D7F6-B498-43B3-948B-1728B52AA6E4}">
                <adec:decorative xmlns:adec="http://schemas.microsoft.com/office/drawing/2017/decorative" val="1"/>
              </a:ext>
            </a:extLst>
          </p:cNvPr>
          <p:cNvCxnSpPr>
            <a:cxnSpLocks/>
          </p:cNvCxnSpPr>
          <p:nvPr userDrawn="1"/>
        </p:nvCxnSpPr>
        <p:spPr>
          <a:xfrm>
            <a:off x="21948666" y="8360226"/>
            <a:ext cx="0" cy="204433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DA9C47E-839A-46E7-B955-073295D84F7F}"/>
              </a:ext>
              <a:ext uri="{C183D7F6-B498-43B3-948B-1728B52AA6E4}">
                <adec:decorative xmlns:adec="http://schemas.microsoft.com/office/drawing/2017/decorative" val="1"/>
              </a:ext>
            </a:extLst>
          </p:cNvPr>
          <p:cNvCxnSpPr>
            <a:cxnSpLocks/>
          </p:cNvCxnSpPr>
          <p:nvPr userDrawn="1"/>
        </p:nvCxnSpPr>
        <p:spPr>
          <a:xfrm>
            <a:off x="32315467" y="8360226"/>
            <a:ext cx="0" cy="204433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32642078"/>
      </p:ext>
    </p:extLst>
  </p:cSld>
  <p:clrMapOvr>
    <a:masterClrMapping/>
  </p:clrMapOvr>
  <p:extLst>
    <p:ext uri="{DCECCB84-F9BA-43D5-87BE-67443E8EF086}">
      <p15:sldGuideLst xmlns:p15="http://schemas.microsoft.com/office/powerpoint/2012/main">
        <p15:guide id="5" pos="5746" userDrawn="1">
          <p15:clr>
            <a:srgbClr val="A4A3A4"/>
          </p15:clr>
        </p15:guide>
        <p15:guide id="6" pos="6010" userDrawn="1">
          <p15:clr>
            <a:srgbClr val="A4A3A4"/>
          </p15:clr>
        </p15:guide>
        <p15:guide id="11" orient="horz" pos="2741" userDrawn="1">
          <p15:clr>
            <a:srgbClr val="C35EA4"/>
          </p15:clr>
        </p15:guide>
        <p15:guide id="12" orient="horz" pos="3021" userDrawn="1">
          <p15:clr>
            <a:srgbClr val="C35EA4"/>
          </p15:clr>
        </p15:guide>
        <p15:guide id="13" pos="16542" userDrawn="1">
          <p15:clr>
            <a:srgbClr val="A4A3A4"/>
          </p15:clr>
        </p15:guide>
        <p15:guide id="14" pos="16278" userDrawn="1">
          <p15:clr>
            <a:srgbClr val="A4A3A4"/>
          </p15:clr>
        </p15:guide>
        <p15:guide id="15" pos="11013" userDrawn="1">
          <p15:clr>
            <a:srgbClr val="A4A3A4"/>
          </p15:clr>
        </p15:guide>
        <p15:guide id="16" pos="11275" userDrawn="1">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3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p:txBody>
          <a:bodyPr/>
          <a:lstStyle>
            <a:lvl1pPr>
              <a:lnSpc>
                <a:spcPct val="100000"/>
              </a:lnSpc>
              <a:defRPr/>
            </a:lvl1pPr>
          </a:lstStyle>
          <a:p>
            <a:r>
              <a:rPr lang="en-US"/>
              <a:t>Click to enter title here</a:t>
            </a:r>
          </a:p>
        </p:txBody>
      </p:sp>
      <p:sp>
        <p:nvSpPr>
          <p:cNvPr id="12" name="Text Placeholder 11">
            <a:extLst>
              <a:ext uri="{FF2B5EF4-FFF2-40B4-BE49-F238E27FC236}">
                <a16:creationId xmlns:a16="http://schemas.microsoft.com/office/drawing/2014/main" id="{6F9CD076-13C6-4629-A44D-60CE2274E081}"/>
              </a:ext>
            </a:extLst>
          </p:cNvPr>
          <p:cNvSpPr>
            <a:spLocks noGrp="1"/>
          </p:cNvSpPr>
          <p:nvPr>
            <p:ph type="body" sz="quarter" idx="16" hasCustomPrompt="1"/>
          </p:nvPr>
        </p:nvSpPr>
        <p:spPr>
          <a:xfrm>
            <a:off x="1468758" y="9994354"/>
            <a:ext cx="26700483" cy="2038712"/>
          </a:xfrm>
          <a:prstGeom prst="rect">
            <a:avLst/>
          </a:prstGeom>
        </p:spPr>
        <p:txBody>
          <a:bodyPr wrap="square" anchor="b" anchorCtr="0">
            <a:noAutofit/>
          </a:bodyPr>
          <a:lstStyle>
            <a:lvl1pPr marL="0" indent="0">
              <a:lnSpc>
                <a:spcPct val="100000"/>
              </a:lnSpc>
              <a:buNone/>
              <a:defRPr b="1">
                <a:solidFill>
                  <a:schemeClr val="accent1"/>
                </a:solidFill>
              </a:defRPr>
            </a:lvl1pPr>
            <a:lvl2pPr marL="0" indent="0">
              <a:buNone/>
              <a:defRPr/>
            </a:lvl2pPr>
          </a:lstStyle>
          <a:p>
            <a:pPr lvl="0"/>
            <a:r>
              <a:rPr lang="en-US"/>
              <a:t>Click to add heading</a:t>
            </a:r>
          </a:p>
        </p:txBody>
      </p:sp>
      <p:sp>
        <p:nvSpPr>
          <p:cNvPr id="17" name="Content Placeholder 3">
            <a:extLst>
              <a:ext uri="{FF2B5EF4-FFF2-40B4-BE49-F238E27FC236}">
                <a16:creationId xmlns:a16="http://schemas.microsoft.com/office/drawing/2014/main" id="{F450BB10-EDA8-4244-8CBF-7F1645357D50}"/>
              </a:ext>
            </a:extLst>
          </p:cNvPr>
          <p:cNvSpPr>
            <a:spLocks noGrp="1"/>
          </p:cNvSpPr>
          <p:nvPr>
            <p:ph sz="quarter" idx="20" hasCustomPrompt="1"/>
          </p:nvPr>
        </p:nvSpPr>
        <p:spPr>
          <a:xfrm>
            <a:off x="1468756" y="12336777"/>
            <a:ext cx="26700488" cy="16502400"/>
          </a:xfrm>
          <a:prstGeom prst="rect">
            <a:avLst/>
          </a:prstGeom>
        </p:spPr>
        <p:txBody>
          <a:bodyPr wrap="square">
            <a:noAutofit/>
          </a:bodyPr>
          <a:lstStyle>
            <a:lvl1pPr>
              <a:lnSpc>
                <a:spcPct val="100000"/>
              </a:lnSpc>
              <a:defRPr/>
            </a:lvl1pPr>
            <a:lvl2pPr marL="1658904" indent="-829452">
              <a:lnSpc>
                <a:spcPct val="100000"/>
              </a:lnSpc>
              <a:defRPr lang="en-US" sz="8640" kern="1200" dirty="0">
                <a:solidFill>
                  <a:schemeClr val="tx1"/>
                </a:solidFill>
                <a:latin typeface="+mn-lt"/>
                <a:ea typeface="+mn-ea"/>
                <a:cs typeface="+mn-cs"/>
              </a:defRPr>
            </a:lvl2pPr>
            <a:lvl3pPr marL="2488359" indent="-829452">
              <a:lnSpc>
                <a:spcPct val="100000"/>
              </a:lnSpc>
              <a:defRPr lang="en-US" sz="7200" kern="1200" dirty="0">
                <a:solidFill>
                  <a:schemeClr val="tx1"/>
                </a:solidFill>
                <a:latin typeface="+mn-lt"/>
                <a:ea typeface="+mn-ea"/>
                <a:cs typeface="+mn-cs"/>
              </a:defRPr>
            </a:lvl3pPr>
            <a:lvl4pPr marL="3317811" indent="-829452">
              <a:lnSpc>
                <a:spcPct val="100000"/>
              </a:lnSpc>
              <a:defRPr lang="en-US" sz="7200" kern="1200" dirty="0">
                <a:solidFill>
                  <a:schemeClr val="tx1"/>
                </a:solidFill>
                <a:latin typeface="+mn-lt"/>
                <a:ea typeface="+mn-ea"/>
                <a:cs typeface="+mn-cs"/>
              </a:defRPr>
            </a:lvl4pPr>
            <a:lvl5pPr>
              <a:lnSpc>
                <a:spcPct val="100000"/>
              </a:lnSpc>
              <a:defRPr/>
            </a:lvl5pPr>
          </a:lstStyle>
          <a:p>
            <a:pPr lvl="0"/>
            <a:r>
              <a:rPr lang="en-US"/>
              <a:t>Click to add content. When pasting copy from other slides, be sure to right-click and choose ‘Keep text only’</a:t>
            </a:r>
            <a:r>
              <a:rPr lang="en-GB"/>
              <a:t>.</a:t>
            </a:r>
          </a:p>
          <a:p>
            <a:pPr lvl="1"/>
            <a:r>
              <a:rPr lang="en-GB"/>
              <a:t>Second level</a:t>
            </a:r>
          </a:p>
          <a:p>
            <a:pPr lvl="2"/>
            <a:r>
              <a:rPr lang="en-GB"/>
              <a:t>Third level</a:t>
            </a:r>
          </a:p>
          <a:p>
            <a:pPr lvl="3"/>
            <a:r>
              <a:rPr lang="en-GB"/>
              <a:t>Fourth level</a:t>
            </a:r>
          </a:p>
          <a:p>
            <a:pPr lvl="4"/>
            <a:r>
              <a:rPr lang="en-GB"/>
              <a:t>Fifth level</a:t>
            </a:r>
          </a:p>
        </p:txBody>
      </p:sp>
      <p:sp>
        <p:nvSpPr>
          <p:cNvPr id="14" name="Text Placeholder 11">
            <a:extLst>
              <a:ext uri="{FF2B5EF4-FFF2-40B4-BE49-F238E27FC236}">
                <a16:creationId xmlns:a16="http://schemas.microsoft.com/office/drawing/2014/main" id="{14A51F37-EAE8-4722-A437-30D09A72A9E9}"/>
              </a:ext>
            </a:extLst>
          </p:cNvPr>
          <p:cNvSpPr>
            <a:spLocks noGrp="1"/>
          </p:cNvSpPr>
          <p:nvPr>
            <p:ph type="body" sz="quarter" idx="18" hasCustomPrompt="1"/>
          </p:nvPr>
        </p:nvSpPr>
        <p:spPr>
          <a:xfrm>
            <a:off x="29489399" y="9994354"/>
            <a:ext cx="12904462" cy="2038712"/>
          </a:xfrm>
          <a:prstGeom prst="rect">
            <a:avLst/>
          </a:prstGeom>
        </p:spPr>
        <p:txBody>
          <a:bodyPr anchor="b" anchorCtr="0">
            <a:noAutofit/>
          </a:bodyPr>
          <a:lstStyle>
            <a:lvl1pPr marL="0" indent="0">
              <a:lnSpc>
                <a:spcPct val="100000"/>
              </a:lnSpc>
              <a:buNone/>
              <a:defRPr b="1">
                <a:solidFill>
                  <a:schemeClr val="accent1"/>
                </a:solidFill>
              </a:defRPr>
            </a:lvl1pPr>
            <a:lvl2pPr marL="0" indent="0">
              <a:buNone/>
              <a:defRPr/>
            </a:lvl2pPr>
          </a:lstStyle>
          <a:p>
            <a:pPr lvl="0"/>
            <a:r>
              <a:rPr lang="en-US"/>
              <a:t>Click to add heading</a:t>
            </a:r>
          </a:p>
        </p:txBody>
      </p:sp>
      <p:sp>
        <p:nvSpPr>
          <p:cNvPr id="16" name="Text Placeholder 11">
            <a:extLst>
              <a:ext uri="{FF2B5EF4-FFF2-40B4-BE49-F238E27FC236}">
                <a16:creationId xmlns:a16="http://schemas.microsoft.com/office/drawing/2014/main" id="{9358968C-3784-44E4-B50E-21ED78D9EB9D}"/>
              </a:ext>
            </a:extLst>
          </p:cNvPr>
          <p:cNvSpPr>
            <a:spLocks noGrp="1"/>
          </p:cNvSpPr>
          <p:nvPr>
            <p:ph type="body" sz="quarter" idx="17" hasCustomPrompt="1"/>
          </p:nvPr>
        </p:nvSpPr>
        <p:spPr>
          <a:xfrm>
            <a:off x="29489399" y="12337873"/>
            <a:ext cx="12904462" cy="1421928"/>
          </a:xfrm>
          <a:prstGeom prst="rect">
            <a:avLst/>
          </a:prstGeom>
        </p:spPr>
        <p:txBody>
          <a:bodyPr>
            <a:spAutoFit/>
          </a:bodyPr>
          <a:lstStyle>
            <a:lvl1pPr>
              <a:lnSpc>
                <a:spcPct val="100000"/>
              </a:lnSpc>
              <a:defRPr/>
            </a:lvl1pPr>
          </a:lstStyle>
          <a:p>
            <a:pPr lvl="0"/>
            <a:r>
              <a:rPr lang="en-US"/>
              <a:t>Click to add text. </a:t>
            </a:r>
          </a:p>
        </p:txBody>
      </p:sp>
      <p:sp>
        <p:nvSpPr>
          <p:cNvPr id="19" name="Text Placeholder 18">
            <a:extLst>
              <a:ext uri="{FF2B5EF4-FFF2-40B4-BE49-F238E27FC236}">
                <a16:creationId xmlns:a16="http://schemas.microsoft.com/office/drawing/2014/main" id="{3E4F4DDF-A4CE-45BB-8E5D-A5AB679089ED}"/>
              </a:ext>
            </a:extLst>
          </p:cNvPr>
          <p:cNvSpPr>
            <a:spLocks noGrp="1"/>
          </p:cNvSpPr>
          <p:nvPr>
            <p:ph type="body" sz="quarter" idx="22" hasCustomPrompt="1"/>
          </p:nvPr>
        </p:nvSpPr>
        <p:spPr>
          <a:xfrm>
            <a:off x="32319306" y="19180177"/>
            <a:ext cx="7244641" cy="9659520"/>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1"/>
          </a:solidFill>
        </p:spPr>
        <p:txBody>
          <a:bodyPr wrap="square" lIns="0" tIns="0" rIns="0" bIns="0" anchor="ctr" anchorCtr="0">
            <a:normAutofit/>
          </a:bodyPr>
          <a:lstStyle>
            <a:lvl1pPr marL="0" indent="0" algn="ctr">
              <a:lnSpc>
                <a:spcPct val="100000"/>
              </a:lnSpc>
              <a:buNone/>
              <a:defRPr>
                <a:solidFill>
                  <a:schemeClr val="bg1"/>
                </a:solidFill>
                <a:latin typeface="+mj-lt"/>
              </a:defRPr>
            </a:lvl1pPr>
          </a:lstStyle>
          <a:p>
            <a:pPr lvl="0"/>
            <a:r>
              <a:rPr lang="en-US"/>
              <a:t>Click to add callout or key figure</a:t>
            </a:r>
          </a:p>
        </p:txBody>
      </p:sp>
      <p:sp>
        <p:nvSpPr>
          <p:cNvPr id="8" name="Slide Number Placeholder 7">
            <a:extLst>
              <a:ext uri="{FF2B5EF4-FFF2-40B4-BE49-F238E27FC236}">
                <a16:creationId xmlns:a16="http://schemas.microsoft.com/office/drawing/2014/main" id="{B7FF9A92-5BDB-40F9-8C9E-94BECF288EF4}"/>
              </a:ext>
              <a:ext uri="{C183D7F6-B498-43B3-948B-1728B52AA6E4}">
                <adec:decorative xmlns:adec="http://schemas.microsoft.com/office/drawing/2017/decorative" val="1"/>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13" name="Text Placeholder 96">
            <a:extLst>
              <a:ext uri="{FF2B5EF4-FFF2-40B4-BE49-F238E27FC236}">
                <a16:creationId xmlns:a16="http://schemas.microsoft.com/office/drawing/2014/main" id="{C07CECA8-840E-4BBC-A94E-0D507EF6B6B9}"/>
              </a:ext>
            </a:extLst>
          </p:cNvPr>
          <p:cNvSpPr>
            <a:spLocks noGrp="1"/>
          </p:cNvSpPr>
          <p:nvPr>
            <p:ph type="body" sz="quarter" idx="111" hasCustomPrompt="1"/>
          </p:nvPr>
        </p:nvSpPr>
        <p:spPr>
          <a:xfrm>
            <a:off x="1790933" y="30000728"/>
            <a:ext cx="34382880" cy="2693031"/>
          </a:xfrm>
        </p:spPr>
        <p:txBody>
          <a:bodyPr lIns="0" tIns="0" rIns="0" bIns="0" anchor="b" anchorCtr="0">
            <a:normAutofit/>
          </a:bodyPr>
          <a:lstStyle>
            <a:lvl1pPr marL="0" indent="0">
              <a:lnSpc>
                <a:spcPct val="100000"/>
              </a:lnSpc>
              <a:spcAft>
                <a:spcPts val="1080"/>
              </a:spcAft>
              <a:buNone/>
              <a:defRPr sz="2879"/>
            </a:lvl1pPr>
          </a:lstStyle>
          <a:p>
            <a:pPr lvl="0"/>
            <a:r>
              <a:rPr lang="en-US"/>
              <a:t>Footnotes</a:t>
            </a:r>
          </a:p>
        </p:txBody>
      </p:sp>
      <p:sp>
        <p:nvSpPr>
          <p:cNvPr id="6" name="Date Placeholder 5">
            <a:extLst>
              <a:ext uri="{FF2B5EF4-FFF2-40B4-BE49-F238E27FC236}">
                <a16:creationId xmlns:a16="http://schemas.microsoft.com/office/drawing/2014/main" id="{98CF1364-95FC-4822-BD65-0519B5DD9BCE}"/>
              </a:ext>
              <a:ext uri="{C183D7F6-B498-43B3-948B-1728B52AA6E4}">
                <adec:decorative xmlns:adec="http://schemas.microsoft.com/office/drawing/2017/decorative" val="1"/>
              </a:ext>
            </a:extLst>
          </p:cNvPr>
          <p:cNvSpPr>
            <a:spLocks noGrp="1"/>
          </p:cNvSpPr>
          <p:nvPr>
            <p:ph type="dt" sz="half" idx="10"/>
          </p:nvPr>
        </p:nvSpPr>
        <p:spPr/>
        <p:txBody>
          <a:bodyPr/>
          <a:lstStyle>
            <a:lvl1pPr>
              <a:lnSpc>
                <a:spcPct val="100000"/>
              </a:lnSpc>
              <a:defRPr/>
            </a:lvl1pPr>
          </a:lstStyle>
          <a:p>
            <a:endParaRPr lang="en-GB"/>
          </a:p>
        </p:txBody>
      </p:sp>
      <p:cxnSp>
        <p:nvCxnSpPr>
          <p:cNvPr id="10" name="Straight Connector 9">
            <a:extLst>
              <a:ext uri="{FF2B5EF4-FFF2-40B4-BE49-F238E27FC236}">
                <a16:creationId xmlns:a16="http://schemas.microsoft.com/office/drawing/2014/main" id="{BD8AB9BA-443A-4985-908B-268C192E8231}"/>
              </a:ext>
              <a:ext uri="{C183D7F6-B498-43B3-948B-1728B52AA6E4}">
                <adec:decorative xmlns:adec="http://schemas.microsoft.com/office/drawing/2017/decorative" val="1"/>
              </a:ext>
            </a:extLst>
          </p:cNvPr>
          <p:cNvCxnSpPr>
            <a:cxnSpLocks/>
          </p:cNvCxnSpPr>
          <p:nvPr userDrawn="1"/>
        </p:nvCxnSpPr>
        <p:spPr>
          <a:xfrm>
            <a:off x="28803600" y="8360226"/>
            <a:ext cx="0" cy="2047946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951883444"/>
      </p:ext>
    </p:extLst>
  </p:cSld>
  <p:clrMapOvr>
    <a:masterClrMapping/>
  </p:clrMapOvr>
  <p:extLst>
    <p:ext uri="{DCECCB84-F9BA-43D5-87BE-67443E8EF086}">
      <p15:sldGuideLst xmlns:p15="http://schemas.microsoft.com/office/powerpoint/2012/main">
        <p15:guide id="7" pos="14304" userDrawn="1">
          <p15:clr>
            <a:srgbClr val="A4A3A4"/>
          </p15:clr>
        </p15:guide>
        <p15:guide id="8" pos="14960" userDrawn="1">
          <p15:clr>
            <a:srgbClr val="A4A3A4"/>
          </p15:clr>
        </p15:guide>
        <p15:guide id="11" orient="horz" pos="2741" userDrawn="1">
          <p15:clr>
            <a:srgbClr val="C35EA4"/>
          </p15:clr>
        </p15:guide>
        <p15:guide id="12" orient="horz" pos="3021" userDrawn="1">
          <p15:clr>
            <a:srgbClr val="C35E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3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a:xfrm>
            <a:off x="1468757" y="1943101"/>
            <a:ext cx="40953689" cy="4835649"/>
          </a:xfrm>
        </p:spPr>
        <p:txBody>
          <a:bodyPr/>
          <a:lstStyle>
            <a:lvl1pPr>
              <a:lnSpc>
                <a:spcPct val="100000"/>
              </a:lnSpc>
              <a:defRPr/>
            </a:lvl1pPr>
          </a:lstStyle>
          <a:p>
            <a:r>
              <a:rPr lang="en-US"/>
              <a:t>Click to enter title here</a:t>
            </a:r>
          </a:p>
        </p:txBody>
      </p:sp>
      <p:sp>
        <p:nvSpPr>
          <p:cNvPr id="14" name="Text Placeholder 11">
            <a:extLst>
              <a:ext uri="{FF2B5EF4-FFF2-40B4-BE49-F238E27FC236}">
                <a16:creationId xmlns:a16="http://schemas.microsoft.com/office/drawing/2014/main" id="{14A51F37-EAE8-4722-A437-30D09A72A9E9}"/>
              </a:ext>
            </a:extLst>
          </p:cNvPr>
          <p:cNvSpPr>
            <a:spLocks noGrp="1"/>
          </p:cNvSpPr>
          <p:nvPr>
            <p:ph type="body" sz="quarter" idx="18" hasCustomPrompt="1"/>
          </p:nvPr>
        </p:nvSpPr>
        <p:spPr>
          <a:xfrm>
            <a:off x="1468761" y="9994354"/>
            <a:ext cx="12830178" cy="2038712"/>
          </a:xfrm>
          <a:prstGeom prst="rect">
            <a:avLst/>
          </a:prstGeom>
        </p:spPr>
        <p:txBody>
          <a:bodyPr wrap="square" anchor="b" anchorCtr="0">
            <a:noAutofit/>
          </a:bodyPr>
          <a:lstStyle>
            <a:lvl1pPr marL="0" indent="0">
              <a:lnSpc>
                <a:spcPct val="100000"/>
              </a:lnSpc>
              <a:buNone/>
              <a:defRPr b="1">
                <a:solidFill>
                  <a:schemeClr val="accent1"/>
                </a:solidFill>
              </a:defRPr>
            </a:lvl1pPr>
            <a:lvl2pPr marL="0" indent="0">
              <a:buNone/>
              <a:defRPr/>
            </a:lvl2pPr>
          </a:lstStyle>
          <a:p>
            <a:pPr lvl="0"/>
            <a:r>
              <a:rPr lang="en-US"/>
              <a:t>Click to add heading</a:t>
            </a:r>
          </a:p>
        </p:txBody>
      </p:sp>
      <p:sp>
        <p:nvSpPr>
          <p:cNvPr id="13" name="Text Placeholder 11">
            <a:extLst>
              <a:ext uri="{FF2B5EF4-FFF2-40B4-BE49-F238E27FC236}">
                <a16:creationId xmlns:a16="http://schemas.microsoft.com/office/drawing/2014/main" id="{48D4EF0D-A9CE-4E45-B1B3-BB585A7CD1D9}"/>
              </a:ext>
            </a:extLst>
          </p:cNvPr>
          <p:cNvSpPr>
            <a:spLocks noGrp="1"/>
          </p:cNvSpPr>
          <p:nvPr>
            <p:ph type="body" sz="quarter" idx="17" hasCustomPrompt="1"/>
          </p:nvPr>
        </p:nvSpPr>
        <p:spPr>
          <a:xfrm>
            <a:off x="1468761" y="12337873"/>
            <a:ext cx="12830178" cy="1421928"/>
          </a:xfrm>
          <a:prstGeom prst="rect">
            <a:avLst/>
          </a:prstGeom>
        </p:spPr>
        <p:txBody>
          <a:bodyPr wrap="square">
            <a:spAutoFit/>
          </a:bodyPr>
          <a:lstStyle>
            <a:lvl1pPr>
              <a:lnSpc>
                <a:spcPct val="100000"/>
              </a:lnSpc>
              <a:defRPr/>
            </a:lvl1pPr>
          </a:lstStyle>
          <a:p>
            <a:pPr lvl="0"/>
            <a:r>
              <a:rPr lang="en-US"/>
              <a:t>Click to add text. </a:t>
            </a:r>
          </a:p>
        </p:txBody>
      </p:sp>
      <p:sp>
        <p:nvSpPr>
          <p:cNvPr id="15" name="Text Placeholder 14">
            <a:extLst>
              <a:ext uri="{FF2B5EF4-FFF2-40B4-BE49-F238E27FC236}">
                <a16:creationId xmlns:a16="http://schemas.microsoft.com/office/drawing/2014/main" id="{0B389EFA-BE5F-4B72-ACD5-3C006758495E}"/>
              </a:ext>
            </a:extLst>
          </p:cNvPr>
          <p:cNvSpPr>
            <a:spLocks noGrp="1"/>
          </p:cNvSpPr>
          <p:nvPr>
            <p:ph type="body" sz="quarter" idx="22" hasCustomPrompt="1"/>
          </p:nvPr>
        </p:nvSpPr>
        <p:spPr>
          <a:xfrm>
            <a:off x="4298661" y="19180177"/>
            <a:ext cx="7244641" cy="9659520"/>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1"/>
          </a:solidFill>
        </p:spPr>
        <p:txBody>
          <a:bodyPr wrap="square" lIns="0" tIns="0" rIns="0" bIns="0" anchor="ctr" anchorCtr="0">
            <a:normAutofit/>
          </a:bodyPr>
          <a:lstStyle>
            <a:lvl1pPr marL="0" indent="0" algn="ctr">
              <a:lnSpc>
                <a:spcPct val="100000"/>
              </a:lnSpc>
              <a:buNone/>
              <a:defRPr>
                <a:solidFill>
                  <a:schemeClr val="bg1"/>
                </a:solidFill>
                <a:latin typeface="+mj-lt"/>
              </a:defRPr>
            </a:lvl1pPr>
          </a:lstStyle>
          <a:p>
            <a:pPr lvl="0"/>
            <a:r>
              <a:rPr lang="en-US"/>
              <a:t>Click to add callout or key figure</a:t>
            </a:r>
          </a:p>
        </p:txBody>
      </p:sp>
      <p:sp>
        <p:nvSpPr>
          <p:cNvPr id="12" name="Text Placeholder 11">
            <a:extLst>
              <a:ext uri="{FF2B5EF4-FFF2-40B4-BE49-F238E27FC236}">
                <a16:creationId xmlns:a16="http://schemas.microsoft.com/office/drawing/2014/main" id="{6F9CD076-13C6-4629-A44D-60CE2274E081}"/>
              </a:ext>
            </a:extLst>
          </p:cNvPr>
          <p:cNvSpPr>
            <a:spLocks noGrp="1"/>
          </p:cNvSpPr>
          <p:nvPr>
            <p:ph type="body" sz="quarter" idx="16" hasCustomPrompt="1"/>
          </p:nvPr>
        </p:nvSpPr>
        <p:spPr>
          <a:xfrm>
            <a:off x="15607654" y="9994354"/>
            <a:ext cx="26786207" cy="2038712"/>
          </a:xfrm>
          <a:prstGeom prst="rect">
            <a:avLst/>
          </a:prstGeom>
        </p:spPr>
        <p:txBody>
          <a:bodyPr anchor="b" anchorCtr="0">
            <a:noAutofit/>
          </a:bodyPr>
          <a:lstStyle>
            <a:lvl1pPr marL="0" indent="0">
              <a:lnSpc>
                <a:spcPct val="100000"/>
              </a:lnSpc>
              <a:buNone/>
              <a:defRPr b="1">
                <a:solidFill>
                  <a:schemeClr val="accent1"/>
                </a:solidFill>
              </a:defRPr>
            </a:lvl1pPr>
            <a:lvl2pPr marL="0" indent="0">
              <a:buNone/>
              <a:defRPr/>
            </a:lvl2pPr>
          </a:lstStyle>
          <a:p>
            <a:pPr lvl="0"/>
            <a:r>
              <a:rPr lang="en-US"/>
              <a:t>Click to add heading</a:t>
            </a:r>
          </a:p>
        </p:txBody>
      </p:sp>
      <p:sp>
        <p:nvSpPr>
          <p:cNvPr id="17" name="Content Placeholder 3">
            <a:extLst>
              <a:ext uri="{FF2B5EF4-FFF2-40B4-BE49-F238E27FC236}">
                <a16:creationId xmlns:a16="http://schemas.microsoft.com/office/drawing/2014/main" id="{E9D64AEF-AC5B-4ACA-95B3-7DD2AC9A9709}"/>
              </a:ext>
            </a:extLst>
          </p:cNvPr>
          <p:cNvSpPr>
            <a:spLocks noGrp="1"/>
          </p:cNvSpPr>
          <p:nvPr>
            <p:ph sz="quarter" idx="20" hasCustomPrompt="1"/>
          </p:nvPr>
        </p:nvSpPr>
        <p:spPr>
          <a:xfrm>
            <a:off x="15607689" y="12336777"/>
            <a:ext cx="26786172" cy="16502400"/>
          </a:xfrm>
          <a:prstGeom prst="rect">
            <a:avLst/>
          </a:prstGeom>
        </p:spPr>
        <p:txBody>
          <a:bodyPr>
            <a:noAutofit/>
          </a:bodyPr>
          <a:lstStyle>
            <a:lvl1pPr>
              <a:lnSpc>
                <a:spcPct val="100000"/>
              </a:lnSpc>
              <a:defRPr/>
            </a:lvl1pPr>
            <a:lvl2pPr marL="1658904" indent="-829452">
              <a:lnSpc>
                <a:spcPct val="100000"/>
              </a:lnSpc>
              <a:defRPr lang="en-US" sz="8640" kern="1200" dirty="0">
                <a:solidFill>
                  <a:schemeClr val="tx1"/>
                </a:solidFill>
                <a:latin typeface="+mn-lt"/>
                <a:ea typeface="+mn-ea"/>
                <a:cs typeface="+mn-cs"/>
              </a:defRPr>
            </a:lvl2pPr>
            <a:lvl3pPr marL="2488359" indent="-829452">
              <a:lnSpc>
                <a:spcPct val="100000"/>
              </a:lnSpc>
              <a:defRPr lang="en-US" sz="7200" kern="1200" dirty="0">
                <a:solidFill>
                  <a:schemeClr val="tx1"/>
                </a:solidFill>
                <a:latin typeface="+mn-lt"/>
                <a:ea typeface="+mn-ea"/>
                <a:cs typeface="+mn-cs"/>
              </a:defRPr>
            </a:lvl3pPr>
            <a:lvl4pPr marL="3317811" indent="-829452">
              <a:lnSpc>
                <a:spcPct val="100000"/>
              </a:lnSpc>
              <a:defRPr lang="en-US" sz="7200" kern="1200" dirty="0">
                <a:solidFill>
                  <a:schemeClr val="tx1"/>
                </a:solidFill>
                <a:latin typeface="+mn-lt"/>
                <a:ea typeface="+mn-ea"/>
                <a:cs typeface="+mn-cs"/>
              </a:defRPr>
            </a:lvl4pPr>
            <a:lvl5pPr>
              <a:lnSpc>
                <a:spcPct val="100000"/>
              </a:lnSpc>
              <a:defRPr/>
            </a:lvl5pPr>
          </a:lstStyle>
          <a:p>
            <a:pPr lvl="0"/>
            <a:r>
              <a:rPr lang="en-US"/>
              <a:t>Click to add content. When pasting copy from other slides, be sure to right-click and choose ‘Keep text only’</a:t>
            </a:r>
            <a:r>
              <a:rPr lang="en-GB"/>
              <a:t>.</a:t>
            </a:r>
          </a:p>
          <a:p>
            <a:pPr lvl="1"/>
            <a:r>
              <a:rPr lang="en-GB"/>
              <a:t>Second level</a:t>
            </a:r>
          </a:p>
          <a:p>
            <a:pPr lvl="2"/>
            <a:r>
              <a:rPr lang="en-GB"/>
              <a:t>Third level</a:t>
            </a:r>
          </a:p>
          <a:p>
            <a:pPr lvl="3"/>
            <a:r>
              <a:rPr lang="en-GB"/>
              <a:t>Fourth level</a:t>
            </a:r>
          </a:p>
          <a:p>
            <a:pPr lvl="4"/>
            <a:r>
              <a:rPr lang="en-GB"/>
              <a:t>Fifth level</a:t>
            </a:r>
          </a:p>
        </p:txBody>
      </p:sp>
      <p:sp>
        <p:nvSpPr>
          <p:cNvPr id="8" name="Slide Number Placeholder 7">
            <a:extLst>
              <a:ext uri="{FF2B5EF4-FFF2-40B4-BE49-F238E27FC236}">
                <a16:creationId xmlns:a16="http://schemas.microsoft.com/office/drawing/2014/main" id="{B7FF9A92-5BDB-40F9-8C9E-94BECF288EF4}"/>
              </a:ext>
              <a:ext uri="{C183D7F6-B498-43B3-948B-1728B52AA6E4}">
                <adec:decorative xmlns:adec="http://schemas.microsoft.com/office/drawing/2017/decorative" val="1"/>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16" name="Text Placeholder 96">
            <a:extLst>
              <a:ext uri="{FF2B5EF4-FFF2-40B4-BE49-F238E27FC236}">
                <a16:creationId xmlns:a16="http://schemas.microsoft.com/office/drawing/2014/main" id="{778D2AE8-C71F-4A8C-8D51-3B3AAAF70E51}"/>
              </a:ext>
            </a:extLst>
          </p:cNvPr>
          <p:cNvSpPr>
            <a:spLocks noGrp="1"/>
          </p:cNvSpPr>
          <p:nvPr>
            <p:ph type="body" sz="quarter" idx="111" hasCustomPrompt="1"/>
          </p:nvPr>
        </p:nvSpPr>
        <p:spPr>
          <a:xfrm>
            <a:off x="1790933" y="30000728"/>
            <a:ext cx="34382880" cy="2693031"/>
          </a:xfrm>
        </p:spPr>
        <p:txBody>
          <a:bodyPr lIns="0" tIns="0" rIns="0" bIns="0" anchor="b" anchorCtr="0">
            <a:normAutofit/>
          </a:bodyPr>
          <a:lstStyle>
            <a:lvl1pPr marL="0" indent="0">
              <a:lnSpc>
                <a:spcPct val="100000"/>
              </a:lnSpc>
              <a:spcAft>
                <a:spcPts val="1080"/>
              </a:spcAft>
              <a:buNone/>
              <a:defRPr sz="2879"/>
            </a:lvl1pPr>
          </a:lstStyle>
          <a:p>
            <a:pPr lvl="0"/>
            <a:r>
              <a:rPr lang="en-US"/>
              <a:t>Footnotes</a:t>
            </a:r>
          </a:p>
        </p:txBody>
      </p:sp>
      <p:sp>
        <p:nvSpPr>
          <p:cNvPr id="6" name="Date Placeholder 5">
            <a:extLst>
              <a:ext uri="{FF2B5EF4-FFF2-40B4-BE49-F238E27FC236}">
                <a16:creationId xmlns:a16="http://schemas.microsoft.com/office/drawing/2014/main" id="{98CF1364-95FC-4822-BD65-0519B5DD9BCE}"/>
              </a:ext>
              <a:ext uri="{C183D7F6-B498-43B3-948B-1728B52AA6E4}">
                <adec:decorative xmlns:adec="http://schemas.microsoft.com/office/drawing/2017/decorative" val="1"/>
              </a:ext>
            </a:extLst>
          </p:cNvPr>
          <p:cNvSpPr>
            <a:spLocks noGrp="1"/>
          </p:cNvSpPr>
          <p:nvPr>
            <p:ph type="dt" sz="half" idx="10"/>
          </p:nvPr>
        </p:nvSpPr>
        <p:spPr/>
        <p:txBody>
          <a:bodyPr/>
          <a:lstStyle>
            <a:lvl1pPr>
              <a:lnSpc>
                <a:spcPct val="100000"/>
              </a:lnSpc>
              <a:defRPr/>
            </a:lvl1pPr>
          </a:lstStyle>
          <a:p>
            <a:endParaRPr lang="en-GB"/>
          </a:p>
        </p:txBody>
      </p:sp>
      <p:cxnSp>
        <p:nvCxnSpPr>
          <p:cNvPr id="10" name="Straight Connector 9">
            <a:extLst>
              <a:ext uri="{FF2B5EF4-FFF2-40B4-BE49-F238E27FC236}">
                <a16:creationId xmlns:a16="http://schemas.microsoft.com/office/drawing/2014/main" id="{BD8AB9BA-443A-4985-908B-268C192E8231}"/>
              </a:ext>
              <a:ext uri="{C183D7F6-B498-43B3-948B-1728B52AA6E4}">
                <adec:decorative xmlns:adec="http://schemas.microsoft.com/office/drawing/2017/decorative" val="1"/>
              </a:ext>
            </a:extLst>
          </p:cNvPr>
          <p:cNvCxnSpPr>
            <a:cxnSpLocks/>
          </p:cNvCxnSpPr>
          <p:nvPr userDrawn="1"/>
        </p:nvCxnSpPr>
        <p:spPr>
          <a:xfrm>
            <a:off x="14944726" y="8396330"/>
            <a:ext cx="0" cy="2044336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774929975"/>
      </p:ext>
    </p:extLst>
  </p:cSld>
  <p:clrMapOvr>
    <a:masterClrMapping/>
  </p:clrMapOvr>
  <p:extLst>
    <p:ext uri="{DCECCB84-F9BA-43D5-87BE-67443E8EF086}">
      <p15:sldGuideLst xmlns:p15="http://schemas.microsoft.com/office/powerpoint/2012/main">
        <p15:guide id="3" pos="7261" userDrawn="1">
          <p15:clr>
            <a:srgbClr val="A4A3A4"/>
          </p15:clr>
        </p15:guide>
        <p15:guide id="4" pos="7920" userDrawn="1">
          <p15:clr>
            <a:srgbClr val="A4A3A4"/>
          </p15:clr>
        </p15:guide>
        <p15:guide id="11" orient="horz" pos="2741" userDrawn="1">
          <p15:clr>
            <a:srgbClr val="C35EA4"/>
          </p15:clr>
        </p15:guide>
        <p15:guide id="12" orient="horz" pos="3021" userDrawn="1">
          <p15:clr>
            <a:srgbClr val="C35E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 Column Heading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49400-E757-4904-B6B0-89D775990C58}"/>
              </a:ext>
            </a:extLst>
          </p:cNvPr>
          <p:cNvSpPr>
            <a:spLocks noGrp="1"/>
          </p:cNvSpPr>
          <p:nvPr>
            <p:ph type="title" hasCustomPrompt="1"/>
          </p:nvPr>
        </p:nvSpPr>
        <p:spPr/>
        <p:txBody>
          <a:bodyPr/>
          <a:lstStyle>
            <a:lvl1pPr>
              <a:lnSpc>
                <a:spcPct val="100000"/>
              </a:lnSpc>
              <a:defRPr/>
            </a:lvl1pPr>
          </a:lstStyle>
          <a:p>
            <a:r>
              <a:rPr lang="en-US"/>
              <a:t>Click to enter title here</a:t>
            </a:r>
          </a:p>
        </p:txBody>
      </p:sp>
      <p:sp>
        <p:nvSpPr>
          <p:cNvPr id="15" name="Text Placeholder 14">
            <a:extLst>
              <a:ext uri="{FF2B5EF4-FFF2-40B4-BE49-F238E27FC236}">
                <a16:creationId xmlns:a16="http://schemas.microsoft.com/office/drawing/2014/main" id="{2CAD35DC-4ECF-4C00-A17E-91E10762897F}"/>
              </a:ext>
            </a:extLst>
          </p:cNvPr>
          <p:cNvSpPr>
            <a:spLocks noGrp="1"/>
          </p:cNvSpPr>
          <p:nvPr>
            <p:ph type="body" sz="quarter" idx="13" hasCustomPrompt="1"/>
          </p:nvPr>
        </p:nvSpPr>
        <p:spPr>
          <a:xfrm>
            <a:off x="1471460" y="8360231"/>
            <a:ext cx="40953692" cy="3922559"/>
          </a:xfrm>
          <a:solidFill>
            <a:schemeClr val="accent1"/>
          </a:solidFill>
          <a:ln>
            <a:solidFill>
              <a:schemeClr val="accent1"/>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a:t>Click to add heading</a:t>
            </a:r>
          </a:p>
        </p:txBody>
      </p:sp>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p:nvPr>
        </p:nvSpPr>
        <p:spPr>
          <a:xfrm>
            <a:off x="1468755" y="12283438"/>
            <a:ext cx="40953692" cy="13807441"/>
          </a:xfrm>
          <a:noFill/>
          <a:ln>
            <a:solidFill>
              <a:schemeClr val="accent1"/>
            </a:solidFill>
          </a:ln>
        </p:spPr>
        <p:txBody>
          <a:bodyPr lIns="180000" tIns="180000" rIns="180000" bIns="180000">
            <a:noAutofit/>
          </a:bodyPr>
          <a:lstStyle>
            <a:lvl1pPr>
              <a:lnSpc>
                <a:spcPct val="100000"/>
              </a:lnSpc>
              <a:defRPr/>
            </a:lvl1pPr>
            <a:lvl2pPr marL="1658904" indent="-829452">
              <a:lnSpc>
                <a:spcPct val="100000"/>
              </a:lnSpc>
              <a:defRPr lang="en-US" sz="8640" kern="1200" dirty="0">
                <a:solidFill>
                  <a:schemeClr val="tx1"/>
                </a:solidFill>
                <a:latin typeface="+mn-lt"/>
                <a:ea typeface="+mn-ea"/>
                <a:cs typeface="+mn-cs"/>
              </a:defRPr>
            </a:lvl2pPr>
            <a:lvl3pPr marL="2488359" indent="-829452">
              <a:lnSpc>
                <a:spcPct val="100000"/>
              </a:lnSpc>
              <a:defRPr lang="en-US" sz="7200" kern="1200" dirty="0">
                <a:solidFill>
                  <a:schemeClr val="tx1"/>
                </a:solidFill>
                <a:latin typeface="+mn-lt"/>
                <a:ea typeface="+mn-ea"/>
                <a:cs typeface="+mn-cs"/>
              </a:defRPr>
            </a:lvl3pPr>
            <a:lvl4pPr marL="3317811" indent="-829452">
              <a:lnSpc>
                <a:spcPct val="100000"/>
              </a:lnSpc>
              <a:defRPr lang="en-US" sz="7200" kern="1200" dirty="0">
                <a:solidFill>
                  <a:schemeClr val="tx1"/>
                </a:solidFill>
                <a:latin typeface="+mn-lt"/>
                <a:ea typeface="+mn-ea"/>
                <a:cs typeface="+mn-cs"/>
              </a:defRPr>
            </a:lvl4pPr>
            <a:lvl5pPr>
              <a:lnSpc>
                <a:spcPct val="100000"/>
              </a:lnSpc>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Slide Number Placeholder 9">
            <a:extLst>
              <a:ext uri="{FF2B5EF4-FFF2-40B4-BE49-F238E27FC236}">
                <a16:creationId xmlns:a16="http://schemas.microsoft.com/office/drawing/2014/main" id="{D62F3963-DA4D-4494-BBE3-B9E276AB4C0D}"/>
              </a:ext>
              <a:ext uri="{C183D7F6-B498-43B3-948B-1728B52AA6E4}">
                <adec:decorative xmlns:adec="http://schemas.microsoft.com/office/drawing/2017/decorative" val="1"/>
              </a:ext>
            </a:extLst>
          </p:cNvPr>
          <p:cNvSpPr>
            <a:spLocks noGrp="1"/>
          </p:cNvSpPr>
          <p:nvPr>
            <p:ph type="sldNum" sz="quarter" idx="18"/>
          </p:nvPr>
        </p:nvSpPr>
        <p:spPr/>
        <p:txBody>
          <a:bodyPr/>
          <a:lstStyle>
            <a:lvl1pPr>
              <a:lnSpc>
                <a:spcPct val="100000"/>
              </a:lnSpc>
              <a:defRPr/>
            </a:lvl1pPr>
          </a:lstStyle>
          <a:p>
            <a:fld id="{F8E47D07-9D1E-4FE9-B31A-2F5863681021}" type="slidenum">
              <a:rPr lang="en-GB" smtClean="0"/>
              <a:pPr/>
              <a:t>‹#›</a:t>
            </a:fld>
            <a:endParaRPr lang="en-GB"/>
          </a:p>
        </p:txBody>
      </p:sp>
      <p:sp>
        <p:nvSpPr>
          <p:cNvPr id="8" name="Text Placeholder 96">
            <a:extLst>
              <a:ext uri="{FF2B5EF4-FFF2-40B4-BE49-F238E27FC236}">
                <a16:creationId xmlns:a16="http://schemas.microsoft.com/office/drawing/2014/main" id="{ADE2FC00-C8CB-4E19-BA1A-C2DF3D5D8C10}"/>
              </a:ext>
            </a:extLst>
          </p:cNvPr>
          <p:cNvSpPr>
            <a:spLocks noGrp="1"/>
          </p:cNvSpPr>
          <p:nvPr>
            <p:ph type="body" sz="quarter" idx="111" hasCustomPrompt="1"/>
          </p:nvPr>
        </p:nvSpPr>
        <p:spPr>
          <a:xfrm>
            <a:off x="1790933" y="30000728"/>
            <a:ext cx="34382880" cy="2693031"/>
          </a:xfrm>
        </p:spPr>
        <p:txBody>
          <a:bodyPr lIns="0" tIns="0" rIns="0" bIns="0" anchor="b" anchorCtr="0">
            <a:normAutofit/>
          </a:bodyPr>
          <a:lstStyle>
            <a:lvl1pPr marL="0" indent="0">
              <a:lnSpc>
                <a:spcPct val="100000"/>
              </a:lnSpc>
              <a:spcAft>
                <a:spcPts val="1080"/>
              </a:spcAft>
              <a:buNone/>
              <a:defRPr sz="2879"/>
            </a:lvl1pPr>
          </a:lstStyle>
          <a:p>
            <a:pPr lvl="0"/>
            <a:r>
              <a:rPr lang="en-US"/>
              <a:t>Footnotes</a:t>
            </a:r>
          </a:p>
        </p:txBody>
      </p:sp>
      <p:sp>
        <p:nvSpPr>
          <p:cNvPr id="6" name="Date Placeholder 5">
            <a:extLst>
              <a:ext uri="{FF2B5EF4-FFF2-40B4-BE49-F238E27FC236}">
                <a16:creationId xmlns:a16="http://schemas.microsoft.com/office/drawing/2014/main" id="{9013136D-000F-468E-82F7-78627545D641}"/>
              </a:ext>
              <a:ext uri="{C183D7F6-B498-43B3-948B-1728B52AA6E4}">
                <adec:decorative xmlns:adec="http://schemas.microsoft.com/office/drawing/2017/decorative" val="1"/>
              </a:ext>
            </a:extLst>
          </p:cNvPr>
          <p:cNvSpPr>
            <a:spLocks noGrp="1"/>
          </p:cNvSpPr>
          <p:nvPr>
            <p:ph type="dt" sz="half" idx="16"/>
          </p:nvPr>
        </p:nvSpPr>
        <p:spPr/>
        <p:txBody>
          <a:bodyPr/>
          <a:lstStyle>
            <a:lvl1pPr>
              <a:lnSpc>
                <a:spcPct val="100000"/>
              </a:lnSpc>
              <a:defRPr/>
            </a:lvl1pPr>
          </a:lstStyle>
          <a:p>
            <a:endParaRPr lang="en-GB"/>
          </a:p>
        </p:txBody>
      </p:sp>
    </p:spTree>
    <p:custDataLst>
      <p:tags r:id="rId1"/>
    </p:custDataLst>
    <p:extLst>
      <p:ext uri="{BB962C8B-B14F-4D97-AF65-F5344CB8AC3E}">
        <p14:creationId xmlns:p14="http://schemas.microsoft.com/office/powerpoint/2010/main" val="3084289703"/>
      </p:ext>
    </p:extLst>
  </p:cSld>
  <p:clrMapOvr>
    <a:masterClrMapping/>
  </p:clrMapOvr>
  <p:extLst>
    <p:ext uri="{DCECCB84-F9BA-43D5-87BE-67443E8EF086}">
      <p15:sldGuideLst xmlns:p15="http://schemas.microsoft.com/office/powerpoint/2012/main">
        <p15:guide id="1" orient="horz" pos="2741" userDrawn="1">
          <p15:clr>
            <a:srgbClr val="C35EA4"/>
          </p15:clr>
        </p15:guide>
        <p15:guide id="2" orient="horz" pos="3021" userDrawn="1">
          <p15:clr>
            <a:srgbClr val="C35E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 Heading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49400-E757-4904-B6B0-89D775990C58}"/>
              </a:ext>
            </a:extLst>
          </p:cNvPr>
          <p:cNvSpPr>
            <a:spLocks noGrp="1"/>
          </p:cNvSpPr>
          <p:nvPr>
            <p:ph type="title" hasCustomPrompt="1"/>
          </p:nvPr>
        </p:nvSpPr>
        <p:spPr/>
        <p:txBody>
          <a:bodyPr/>
          <a:lstStyle>
            <a:lvl1pPr>
              <a:lnSpc>
                <a:spcPct val="100000"/>
              </a:lnSpc>
              <a:defRPr/>
            </a:lvl1pPr>
          </a:lstStyle>
          <a:p>
            <a:r>
              <a:rPr lang="en-US"/>
              <a:t>Click to enter title here</a:t>
            </a:r>
          </a:p>
        </p:txBody>
      </p:sp>
      <p:sp>
        <p:nvSpPr>
          <p:cNvPr id="15" name="Text Placeholder 14">
            <a:extLst>
              <a:ext uri="{FF2B5EF4-FFF2-40B4-BE49-F238E27FC236}">
                <a16:creationId xmlns:a16="http://schemas.microsoft.com/office/drawing/2014/main" id="{2CAD35DC-4ECF-4C00-A17E-91E10762897F}"/>
              </a:ext>
            </a:extLst>
          </p:cNvPr>
          <p:cNvSpPr>
            <a:spLocks noGrp="1"/>
          </p:cNvSpPr>
          <p:nvPr>
            <p:ph type="body" sz="quarter" idx="13" hasCustomPrompt="1"/>
          </p:nvPr>
        </p:nvSpPr>
        <p:spPr>
          <a:xfrm>
            <a:off x="1471459" y="8360231"/>
            <a:ext cx="20085518" cy="3922559"/>
          </a:xfrm>
          <a:solidFill>
            <a:schemeClr val="accent1"/>
          </a:solidFill>
          <a:ln>
            <a:solidFill>
              <a:schemeClr val="accent1"/>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a:t>Click to add heading</a:t>
            </a:r>
          </a:p>
        </p:txBody>
      </p:sp>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p:nvPr>
        </p:nvSpPr>
        <p:spPr>
          <a:xfrm>
            <a:off x="1468757" y="12283438"/>
            <a:ext cx="20085518" cy="13807441"/>
          </a:xfrm>
          <a:noFill/>
          <a:ln>
            <a:solidFill>
              <a:schemeClr val="accent1"/>
            </a:solidFill>
          </a:ln>
        </p:spPr>
        <p:txBody>
          <a:bodyPr lIns="180000" tIns="180000" rIns="180000" bIns="180000">
            <a:noAutofit/>
          </a:bodyPr>
          <a:lstStyle>
            <a:lvl1pPr>
              <a:lnSpc>
                <a:spcPct val="100000"/>
              </a:lnSpc>
              <a:defRPr/>
            </a:lvl1pPr>
            <a:lvl2pPr marL="1658904" indent="-829452">
              <a:lnSpc>
                <a:spcPct val="100000"/>
              </a:lnSpc>
              <a:defRPr lang="en-US" sz="8640" kern="1200" dirty="0">
                <a:solidFill>
                  <a:schemeClr val="tx1"/>
                </a:solidFill>
                <a:latin typeface="+mn-lt"/>
                <a:ea typeface="+mn-ea"/>
                <a:cs typeface="+mn-cs"/>
              </a:defRPr>
            </a:lvl2pPr>
            <a:lvl3pPr marL="2488359" indent="-829452">
              <a:lnSpc>
                <a:spcPct val="100000"/>
              </a:lnSpc>
              <a:defRPr lang="en-US" sz="7200" kern="1200" dirty="0">
                <a:solidFill>
                  <a:schemeClr val="tx1"/>
                </a:solidFill>
                <a:latin typeface="+mn-lt"/>
                <a:ea typeface="+mn-ea"/>
                <a:cs typeface="+mn-cs"/>
              </a:defRPr>
            </a:lvl3pPr>
            <a:lvl4pPr marL="3317811" indent="-829452">
              <a:lnSpc>
                <a:spcPct val="100000"/>
              </a:lnSpc>
              <a:defRPr lang="en-US" sz="7200" kern="1200" dirty="0">
                <a:solidFill>
                  <a:schemeClr val="tx1"/>
                </a:solidFill>
                <a:latin typeface="+mn-lt"/>
                <a:ea typeface="+mn-ea"/>
                <a:cs typeface="+mn-cs"/>
              </a:defRPr>
            </a:lvl4pPr>
            <a:lvl5pPr>
              <a:lnSpc>
                <a:spcPct val="100000"/>
              </a:lnSpc>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0" name="Text Placeholder 14">
            <a:extLst>
              <a:ext uri="{FF2B5EF4-FFF2-40B4-BE49-F238E27FC236}">
                <a16:creationId xmlns:a16="http://schemas.microsoft.com/office/drawing/2014/main" id="{A536223E-63F7-4E44-BC93-B6626BCFEB33}"/>
              </a:ext>
            </a:extLst>
          </p:cNvPr>
          <p:cNvSpPr>
            <a:spLocks noGrp="1"/>
          </p:cNvSpPr>
          <p:nvPr>
            <p:ph type="body" sz="quarter" idx="17" hasCustomPrompt="1"/>
          </p:nvPr>
        </p:nvSpPr>
        <p:spPr>
          <a:xfrm>
            <a:off x="22334231" y="8360231"/>
            <a:ext cx="20089009" cy="3922559"/>
          </a:xfrm>
          <a:solidFill>
            <a:schemeClr val="tx2"/>
          </a:solidFill>
          <a:ln>
            <a:solidFill>
              <a:schemeClr val="tx2"/>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a:t>Click to add heading</a:t>
            </a:r>
          </a:p>
        </p:txBody>
      </p:sp>
      <p:sp>
        <p:nvSpPr>
          <p:cNvPr id="19" name="Text Placeholder 17">
            <a:extLst>
              <a:ext uri="{FF2B5EF4-FFF2-40B4-BE49-F238E27FC236}">
                <a16:creationId xmlns:a16="http://schemas.microsoft.com/office/drawing/2014/main" id="{10B4C999-11DB-49A6-8AB3-B2F9DC1BC18C}"/>
              </a:ext>
            </a:extLst>
          </p:cNvPr>
          <p:cNvSpPr>
            <a:spLocks noGrp="1"/>
          </p:cNvSpPr>
          <p:nvPr>
            <p:ph type="body" sz="quarter" idx="16"/>
          </p:nvPr>
        </p:nvSpPr>
        <p:spPr>
          <a:xfrm>
            <a:off x="22331526" y="12283438"/>
            <a:ext cx="20089009" cy="13807441"/>
          </a:xfrm>
          <a:noFill/>
          <a:ln>
            <a:solidFill>
              <a:schemeClr val="tx2"/>
            </a:solidFill>
          </a:ln>
        </p:spPr>
        <p:txBody>
          <a:bodyPr lIns="180000" tIns="180000" rIns="180000" bIns="180000">
            <a:noAutofit/>
          </a:bodyPr>
          <a:lstStyle>
            <a:lvl1pPr>
              <a:lnSpc>
                <a:spcPct val="100000"/>
              </a:lnSpc>
              <a:defRPr/>
            </a:lvl1pPr>
            <a:lvl2pPr marL="1658904" indent="-829452">
              <a:lnSpc>
                <a:spcPct val="100000"/>
              </a:lnSpc>
              <a:defRPr lang="en-US" sz="8640" kern="1200" dirty="0">
                <a:solidFill>
                  <a:schemeClr val="tx1"/>
                </a:solidFill>
                <a:latin typeface="+mn-lt"/>
                <a:ea typeface="+mn-ea"/>
                <a:cs typeface="+mn-cs"/>
              </a:defRPr>
            </a:lvl2pPr>
            <a:lvl3pPr marL="2488359" indent="-829452">
              <a:lnSpc>
                <a:spcPct val="100000"/>
              </a:lnSpc>
              <a:defRPr lang="en-US" sz="7200" kern="1200" dirty="0">
                <a:solidFill>
                  <a:schemeClr val="tx1"/>
                </a:solidFill>
                <a:latin typeface="+mn-lt"/>
                <a:ea typeface="+mn-ea"/>
                <a:cs typeface="+mn-cs"/>
              </a:defRPr>
            </a:lvl3pPr>
            <a:lvl4pPr marL="3317811" indent="-829452">
              <a:lnSpc>
                <a:spcPct val="100000"/>
              </a:lnSpc>
              <a:defRPr lang="en-US" sz="7200" kern="1200" dirty="0">
                <a:solidFill>
                  <a:schemeClr val="tx1"/>
                </a:solidFill>
                <a:latin typeface="+mn-lt"/>
                <a:ea typeface="+mn-ea"/>
                <a:cs typeface="+mn-cs"/>
              </a:defRPr>
            </a:lvl4pPr>
            <a:lvl5pPr>
              <a:lnSpc>
                <a:spcPct val="100000"/>
              </a:lnSpc>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Slide Number Placeholder 4">
            <a:extLst>
              <a:ext uri="{FF2B5EF4-FFF2-40B4-BE49-F238E27FC236}">
                <a16:creationId xmlns:a16="http://schemas.microsoft.com/office/drawing/2014/main" id="{F8382FB9-7D18-4174-9B0A-336A77C9A80A}"/>
              </a:ext>
              <a:ext uri="{C183D7F6-B498-43B3-948B-1728B52AA6E4}">
                <adec:decorative xmlns:adec="http://schemas.microsoft.com/office/drawing/2017/decorative" val="1"/>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10" name="Text Placeholder 96">
            <a:extLst>
              <a:ext uri="{FF2B5EF4-FFF2-40B4-BE49-F238E27FC236}">
                <a16:creationId xmlns:a16="http://schemas.microsoft.com/office/drawing/2014/main" id="{2637D735-30A5-485A-99EE-308975B4856D}"/>
              </a:ext>
            </a:extLst>
          </p:cNvPr>
          <p:cNvSpPr>
            <a:spLocks noGrp="1"/>
          </p:cNvSpPr>
          <p:nvPr>
            <p:ph type="body" sz="quarter" idx="111" hasCustomPrompt="1"/>
          </p:nvPr>
        </p:nvSpPr>
        <p:spPr>
          <a:xfrm>
            <a:off x="1790933" y="30000728"/>
            <a:ext cx="34382880" cy="2693031"/>
          </a:xfrm>
        </p:spPr>
        <p:txBody>
          <a:bodyPr lIns="0" tIns="0" rIns="0" bIns="0" anchor="b" anchorCtr="0">
            <a:normAutofit/>
          </a:bodyPr>
          <a:lstStyle>
            <a:lvl1pPr marL="0" indent="0">
              <a:lnSpc>
                <a:spcPct val="100000"/>
              </a:lnSpc>
              <a:spcAft>
                <a:spcPts val="1080"/>
              </a:spcAft>
              <a:buNone/>
              <a:defRPr sz="2879"/>
            </a:lvl1pPr>
          </a:lstStyle>
          <a:p>
            <a:pPr lvl="0"/>
            <a:r>
              <a:rPr lang="en-US"/>
              <a:t>Footnotes</a:t>
            </a:r>
          </a:p>
        </p:txBody>
      </p:sp>
      <p:sp>
        <p:nvSpPr>
          <p:cNvPr id="3" name="Date Placeholder 2">
            <a:extLst>
              <a:ext uri="{FF2B5EF4-FFF2-40B4-BE49-F238E27FC236}">
                <a16:creationId xmlns:a16="http://schemas.microsoft.com/office/drawing/2014/main" id="{7CD3461D-2D14-40AF-A11E-E32A29AD5DDA}"/>
              </a:ext>
              <a:ext uri="{C183D7F6-B498-43B3-948B-1728B52AA6E4}">
                <adec:decorative xmlns:adec="http://schemas.microsoft.com/office/drawing/2017/decorative" val="1"/>
              </a:ext>
            </a:extLst>
          </p:cNvPr>
          <p:cNvSpPr>
            <a:spLocks noGrp="1"/>
          </p:cNvSpPr>
          <p:nvPr>
            <p:ph type="dt" sz="half" idx="10"/>
          </p:nvPr>
        </p:nvSpPr>
        <p:spPr/>
        <p:txBody>
          <a:bodyPr/>
          <a:lstStyle>
            <a:lvl1pPr>
              <a:lnSpc>
                <a:spcPct val="100000"/>
              </a:lnSpc>
              <a:defRPr/>
            </a:lvl1pPr>
          </a:lstStyle>
          <a:p>
            <a:endParaRPr lang="en-GB"/>
          </a:p>
        </p:txBody>
      </p:sp>
    </p:spTree>
    <p:custDataLst>
      <p:tags r:id="rId1"/>
    </p:custDataLst>
    <p:extLst>
      <p:ext uri="{BB962C8B-B14F-4D97-AF65-F5344CB8AC3E}">
        <p14:creationId xmlns:p14="http://schemas.microsoft.com/office/powerpoint/2010/main" val="3144089879"/>
      </p:ext>
    </p:extLst>
  </p:cSld>
  <p:clrMapOvr>
    <a:masterClrMapping/>
  </p:clrMapOvr>
  <p:extLst>
    <p:ext uri="{DCECCB84-F9BA-43D5-87BE-67443E8EF086}">
      <p15:sldGuideLst xmlns:p15="http://schemas.microsoft.com/office/powerpoint/2012/main">
        <p15:guide id="1" orient="horz" pos="2741" userDrawn="1">
          <p15:clr>
            <a:srgbClr val="C35EA4"/>
          </p15:clr>
        </p15:guide>
        <p15:guide id="2" orient="horz" pos="3021" userDrawn="1">
          <p15:clr>
            <a:srgbClr val="C35EA4"/>
          </p15:clr>
        </p15:guide>
        <p15:guide id="3" pos="10947" userDrawn="1">
          <p15:clr>
            <a:srgbClr val="A4A3A4"/>
          </p15:clr>
        </p15:guide>
        <p15:guide id="4" pos="11341" userDrawn="1">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Heading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49400-E757-4904-B6B0-89D775990C58}"/>
              </a:ext>
            </a:extLst>
          </p:cNvPr>
          <p:cNvSpPr>
            <a:spLocks noGrp="1"/>
          </p:cNvSpPr>
          <p:nvPr>
            <p:ph type="title" hasCustomPrompt="1"/>
          </p:nvPr>
        </p:nvSpPr>
        <p:spPr/>
        <p:txBody>
          <a:bodyPr/>
          <a:lstStyle>
            <a:lvl1pPr>
              <a:lnSpc>
                <a:spcPct val="100000"/>
              </a:lnSpc>
              <a:defRPr/>
            </a:lvl1pPr>
          </a:lstStyle>
          <a:p>
            <a:r>
              <a:rPr lang="en-US"/>
              <a:t>Click to enter title here</a:t>
            </a:r>
          </a:p>
        </p:txBody>
      </p:sp>
      <p:sp>
        <p:nvSpPr>
          <p:cNvPr id="15" name="Text Placeholder 14">
            <a:extLst>
              <a:ext uri="{FF2B5EF4-FFF2-40B4-BE49-F238E27FC236}">
                <a16:creationId xmlns:a16="http://schemas.microsoft.com/office/drawing/2014/main" id="{2CAD35DC-4ECF-4C00-A17E-91E10762897F}"/>
              </a:ext>
            </a:extLst>
          </p:cNvPr>
          <p:cNvSpPr>
            <a:spLocks noGrp="1"/>
          </p:cNvSpPr>
          <p:nvPr>
            <p:ph type="body" sz="quarter" idx="13" hasCustomPrompt="1"/>
          </p:nvPr>
        </p:nvSpPr>
        <p:spPr>
          <a:xfrm>
            <a:off x="1471463" y="8360231"/>
            <a:ext cx="13347535" cy="3922559"/>
          </a:xfrm>
          <a:solidFill>
            <a:schemeClr val="accent1"/>
          </a:solidFill>
          <a:ln>
            <a:solidFill>
              <a:schemeClr val="accent1"/>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a:t>Click to add heading</a:t>
            </a:r>
          </a:p>
        </p:txBody>
      </p:sp>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p:nvPr>
        </p:nvSpPr>
        <p:spPr>
          <a:xfrm>
            <a:off x="1468764" y="12283438"/>
            <a:ext cx="13347535" cy="13807441"/>
          </a:xfrm>
          <a:noFill/>
          <a:ln>
            <a:solidFill>
              <a:schemeClr val="accent1"/>
            </a:solidFill>
          </a:ln>
        </p:spPr>
        <p:txBody>
          <a:bodyPr lIns="180000" tIns="180000" rIns="180000" bIns="180000">
            <a:noAutofit/>
          </a:bodyPr>
          <a:lstStyle>
            <a:lvl1pPr>
              <a:lnSpc>
                <a:spcPct val="100000"/>
              </a:lnSpc>
              <a:defRPr/>
            </a:lvl1pPr>
            <a:lvl2pPr marL="1658904" indent="-829452">
              <a:lnSpc>
                <a:spcPct val="100000"/>
              </a:lnSpc>
              <a:defRPr lang="en-US" sz="8640" kern="1200" dirty="0">
                <a:solidFill>
                  <a:schemeClr val="tx1"/>
                </a:solidFill>
                <a:latin typeface="+mn-lt"/>
                <a:ea typeface="+mn-ea"/>
                <a:cs typeface="+mn-cs"/>
              </a:defRPr>
            </a:lvl2pPr>
            <a:lvl3pPr marL="2488359" indent="-829452">
              <a:lnSpc>
                <a:spcPct val="100000"/>
              </a:lnSpc>
              <a:defRPr lang="en-US" sz="7200" kern="1200" dirty="0">
                <a:solidFill>
                  <a:schemeClr val="tx1"/>
                </a:solidFill>
                <a:latin typeface="+mn-lt"/>
                <a:ea typeface="+mn-ea"/>
                <a:cs typeface="+mn-cs"/>
              </a:defRPr>
            </a:lvl3pPr>
            <a:lvl4pPr marL="3317811" indent="-829452">
              <a:lnSpc>
                <a:spcPct val="100000"/>
              </a:lnSpc>
              <a:defRPr lang="en-US" sz="7200" kern="1200" dirty="0">
                <a:solidFill>
                  <a:schemeClr val="tx1"/>
                </a:solidFill>
                <a:latin typeface="+mn-lt"/>
                <a:ea typeface="+mn-ea"/>
                <a:cs typeface="+mn-cs"/>
              </a:defRPr>
            </a:lvl4pPr>
            <a:lvl5pPr>
              <a:lnSpc>
                <a:spcPct val="100000"/>
              </a:lnSpc>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0" name="Text Placeholder 14">
            <a:extLst>
              <a:ext uri="{FF2B5EF4-FFF2-40B4-BE49-F238E27FC236}">
                <a16:creationId xmlns:a16="http://schemas.microsoft.com/office/drawing/2014/main" id="{A536223E-63F7-4E44-BC93-B6626BCFEB33}"/>
              </a:ext>
            </a:extLst>
          </p:cNvPr>
          <p:cNvSpPr>
            <a:spLocks noGrp="1"/>
          </p:cNvSpPr>
          <p:nvPr>
            <p:ph type="body" sz="quarter" idx="17" hasCustomPrompt="1"/>
          </p:nvPr>
        </p:nvSpPr>
        <p:spPr>
          <a:xfrm>
            <a:off x="15207620" y="8360231"/>
            <a:ext cx="13475969" cy="3922559"/>
          </a:xfrm>
          <a:solidFill>
            <a:schemeClr val="tx2"/>
          </a:solidFill>
          <a:ln>
            <a:solidFill>
              <a:schemeClr val="tx2"/>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a:t>Click to add heading</a:t>
            </a:r>
          </a:p>
        </p:txBody>
      </p:sp>
      <p:sp>
        <p:nvSpPr>
          <p:cNvPr id="19" name="Text Placeholder 17">
            <a:extLst>
              <a:ext uri="{FF2B5EF4-FFF2-40B4-BE49-F238E27FC236}">
                <a16:creationId xmlns:a16="http://schemas.microsoft.com/office/drawing/2014/main" id="{10B4C999-11DB-49A6-8AB3-B2F9DC1BC18C}"/>
              </a:ext>
            </a:extLst>
          </p:cNvPr>
          <p:cNvSpPr>
            <a:spLocks noGrp="1"/>
          </p:cNvSpPr>
          <p:nvPr>
            <p:ph type="body" sz="quarter" idx="16"/>
          </p:nvPr>
        </p:nvSpPr>
        <p:spPr>
          <a:xfrm>
            <a:off x="15204915" y="12283438"/>
            <a:ext cx="13475969" cy="13807441"/>
          </a:xfrm>
          <a:noFill/>
          <a:ln>
            <a:solidFill>
              <a:schemeClr val="tx2"/>
            </a:solidFill>
          </a:ln>
        </p:spPr>
        <p:txBody>
          <a:bodyPr lIns="180000" tIns="180000" rIns="180000" bIns="180000">
            <a:noAutofit/>
          </a:bodyPr>
          <a:lstStyle>
            <a:lvl1pPr>
              <a:lnSpc>
                <a:spcPct val="100000"/>
              </a:lnSpc>
              <a:defRPr/>
            </a:lvl1pPr>
            <a:lvl2pPr marL="1658904" indent="-829452">
              <a:lnSpc>
                <a:spcPct val="100000"/>
              </a:lnSpc>
              <a:defRPr lang="en-US" sz="8640" kern="1200" dirty="0">
                <a:solidFill>
                  <a:schemeClr val="tx1"/>
                </a:solidFill>
                <a:latin typeface="+mn-lt"/>
                <a:ea typeface="+mn-ea"/>
                <a:cs typeface="+mn-cs"/>
              </a:defRPr>
            </a:lvl2pPr>
            <a:lvl3pPr marL="2488359" indent="-829452">
              <a:lnSpc>
                <a:spcPct val="100000"/>
              </a:lnSpc>
              <a:defRPr lang="en-US" sz="7200" kern="1200" dirty="0">
                <a:solidFill>
                  <a:schemeClr val="tx1"/>
                </a:solidFill>
                <a:latin typeface="+mn-lt"/>
                <a:ea typeface="+mn-ea"/>
                <a:cs typeface="+mn-cs"/>
              </a:defRPr>
            </a:lvl3pPr>
            <a:lvl4pPr marL="3317811" indent="-829452">
              <a:lnSpc>
                <a:spcPct val="100000"/>
              </a:lnSpc>
              <a:defRPr lang="en-US" sz="7200" kern="1200" dirty="0">
                <a:solidFill>
                  <a:schemeClr val="tx1"/>
                </a:solidFill>
                <a:latin typeface="+mn-lt"/>
                <a:ea typeface="+mn-ea"/>
                <a:cs typeface="+mn-cs"/>
              </a:defRPr>
            </a:lvl4pPr>
            <a:lvl5pPr>
              <a:lnSpc>
                <a:spcPct val="100000"/>
              </a:lnSpc>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2" name="Text Placeholder 14">
            <a:extLst>
              <a:ext uri="{FF2B5EF4-FFF2-40B4-BE49-F238E27FC236}">
                <a16:creationId xmlns:a16="http://schemas.microsoft.com/office/drawing/2014/main" id="{489FFBF6-0D3D-4034-B412-EABCE7228008}"/>
              </a:ext>
            </a:extLst>
          </p:cNvPr>
          <p:cNvSpPr>
            <a:spLocks noGrp="1"/>
          </p:cNvSpPr>
          <p:nvPr>
            <p:ph type="body" sz="quarter" idx="19" hasCustomPrompt="1"/>
          </p:nvPr>
        </p:nvSpPr>
        <p:spPr>
          <a:xfrm>
            <a:off x="29072209" y="8360231"/>
            <a:ext cx="13352936" cy="3922559"/>
          </a:xfrm>
          <a:solidFill>
            <a:schemeClr val="accent6"/>
          </a:solidFill>
          <a:ln>
            <a:solidFill>
              <a:schemeClr val="accent6"/>
            </a:solidFill>
          </a:ln>
        </p:spPr>
        <p:txBody>
          <a:bodyPr lIns="180000" rIns="180000" anchor="ctr" anchorCtr="0">
            <a:noAutofit/>
          </a:bodyPr>
          <a:lstStyle>
            <a:lvl1pPr marL="0" indent="0">
              <a:lnSpc>
                <a:spcPct val="100000"/>
              </a:lnSpc>
              <a:buNone/>
              <a:defRPr b="1">
                <a:solidFill>
                  <a:schemeClr val="tx1"/>
                </a:solidFill>
              </a:defRPr>
            </a:lvl1pPr>
            <a:lvl2pPr marL="0" indent="0">
              <a:buNone/>
              <a:defRPr/>
            </a:lvl2pPr>
          </a:lstStyle>
          <a:p>
            <a:pPr lvl="0"/>
            <a:r>
              <a:rPr lang="en-US"/>
              <a:t>Click to add heading</a:t>
            </a:r>
          </a:p>
        </p:txBody>
      </p:sp>
      <p:sp>
        <p:nvSpPr>
          <p:cNvPr id="21" name="Text Placeholder 17">
            <a:extLst>
              <a:ext uri="{FF2B5EF4-FFF2-40B4-BE49-F238E27FC236}">
                <a16:creationId xmlns:a16="http://schemas.microsoft.com/office/drawing/2014/main" id="{B8A0AAAB-DFCF-4F8D-90DA-DBD02013396C}"/>
              </a:ext>
            </a:extLst>
          </p:cNvPr>
          <p:cNvSpPr>
            <a:spLocks noGrp="1"/>
          </p:cNvSpPr>
          <p:nvPr>
            <p:ph type="body" sz="quarter" idx="18"/>
          </p:nvPr>
        </p:nvSpPr>
        <p:spPr>
          <a:xfrm>
            <a:off x="29069504" y="12283438"/>
            <a:ext cx="13352936" cy="13807441"/>
          </a:xfrm>
          <a:noFill/>
          <a:ln>
            <a:solidFill>
              <a:schemeClr val="accent6"/>
            </a:solidFill>
          </a:ln>
        </p:spPr>
        <p:txBody>
          <a:bodyPr lIns="180000" tIns="180000" rIns="180000" bIns="180000">
            <a:noAutofit/>
          </a:bodyPr>
          <a:lstStyle>
            <a:lvl1pPr>
              <a:lnSpc>
                <a:spcPct val="100000"/>
              </a:lnSpc>
              <a:defRPr>
                <a:solidFill>
                  <a:schemeClr val="tx1"/>
                </a:solidFill>
              </a:defRPr>
            </a:lvl1pPr>
            <a:lvl2pPr marL="1658904" indent="-829452">
              <a:lnSpc>
                <a:spcPct val="100000"/>
              </a:lnSpc>
              <a:defRPr lang="en-US" sz="8640" kern="1200" dirty="0">
                <a:solidFill>
                  <a:schemeClr val="tx1"/>
                </a:solidFill>
                <a:latin typeface="+mn-lt"/>
                <a:ea typeface="+mn-ea"/>
                <a:cs typeface="+mn-cs"/>
              </a:defRPr>
            </a:lvl2pPr>
            <a:lvl3pPr marL="2488359" indent="-829452">
              <a:lnSpc>
                <a:spcPct val="100000"/>
              </a:lnSpc>
              <a:defRPr lang="en-US" sz="7200" kern="1200" dirty="0">
                <a:solidFill>
                  <a:schemeClr val="tx1"/>
                </a:solidFill>
                <a:latin typeface="+mn-lt"/>
                <a:ea typeface="+mn-ea"/>
                <a:cs typeface="+mn-cs"/>
              </a:defRPr>
            </a:lvl3pPr>
            <a:lvl4pPr marL="3317811" indent="-829452">
              <a:lnSpc>
                <a:spcPct val="100000"/>
              </a:lnSpc>
              <a:defRPr lang="en-US" sz="7200" kern="1200" dirty="0">
                <a:solidFill>
                  <a:schemeClr val="tx1"/>
                </a:solidFill>
                <a:latin typeface="+mn-lt"/>
                <a:ea typeface="+mn-ea"/>
                <a:cs typeface="+mn-cs"/>
              </a:defRPr>
            </a:lvl4pPr>
            <a:lvl5pPr>
              <a:lnSpc>
                <a:spcPct val="100000"/>
              </a:lnSpc>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Slide Number Placeholder 7">
            <a:extLst>
              <a:ext uri="{FF2B5EF4-FFF2-40B4-BE49-F238E27FC236}">
                <a16:creationId xmlns:a16="http://schemas.microsoft.com/office/drawing/2014/main" id="{879911E2-3D79-4D57-A4A5-99B310315A3A}"/>
              </a:ext>
              <a:ext uri="{C183D7F6-B498-43B3-948B-1728B52AA6E4}">
                <adec:decorative xmlns:adec="http://schemas.microsoft.com/office/drawing/2017/decorative" val="1"/>
              </a:ext>
            </a:extLst>
          </p:cNvPr>
          <p:cNvSpPr>
            <a:spLocks noGrp="1"/>
          </p:cNvSpPr>
          <p:nvPr>
            <p:ph type="sldNum" sz="quarter" idx="22"/>
          </p:nvPr>
        </p:nvSpPr>
        <p:spPr/>
        <p:txBody>
          <a:bodyPr/>
          <a:lstStyle>
            <a:lvl1pPr>
              <a:lnSpc>
                <a:spcPct val="100000"/>
              </a:lnSpc>
              <a:defRPr/>
            </a:lvl1pPr>
          </a:lstStyle>
          <a:p>
            <a:fld id="{F8E47D07-9D1E-4FE9-B31A-2F5863681021}" type="slidenum">
              <a:rPr lang="en-GB" smtClean="0"/>
              <a:pPr/>
              <a:t>‹#›</a:t>
            </a:fld>
            <a:endParaRPr lang="en-GB"/>
          </a:p>
        </p:txBody>
      </p:sp>
      <p:sp>
        <p:nvSpPr>
          <p:cNvPr id="12" name="Text Placeholder 96">
            <a:extLst>
              <a:ext uri="{FF2B5EF4-FFF2-40B4-BE49-F238E27FC236}">
                <a16:creationId xmlns:a16="http://schemas.microsoft.com/office/drawing/2014/main" id="{3693997A-5C93-43A3-8084-D3D97075252B}"/>
              </a:ext>
            </a:extLst>
          </p:cNvPr>
          <p:cNvSpPr>
            <a:spLocks noGrp="1"/>
          </p:cNvSpPr>
          <p:nvPr>
            <p:ph type="body" sz="quarter" idx="111" hasCustomPrompt="1"/>
          </p:nvPr>
        </p:nvSpPr>
        <p:spPr>
          <a:xfrm>
            <a:off x="1790933" y="30000728"/>
            <a:ext cx="34382880" cy="2693031"/>
          </a:xfrm>
        </p:spPr>
        <p:txBody>
          <a:bodyPr lIns="0" tIns="0" rIns="0" bIns="0" anchor="b" anchorCtr="0">
            <a:normAutofit/>
          </a:bodyPr>
          <a:lstStyle>
            <a:lvl1pPr marL="0" indent="0">
              <a:lnSpc>
                <a:spcPct val="100000"/>
              </a:lnSpc>
              <a:spcAft>
                <a:spcPts val="1080"/>
              </a:spcAft>
              <a:buNone/>
              <a:defRPr sz="2879"/>
            </a:lvl1pPr>
          </a:lstStyle>
          <a:p>
            <a:pPr lvl="0"/>
            <a:r>
              <a:rPr lang="en-US"/>
              <a:t>Footnotes</a:t>
            </a:r>
          </a:p>
        </p:txBody>
      </p:sp>
      <p:sp>
        <p:nvSpPr>
          <p:cNvPr id="6" name="Date Placeholder 5">
            <a:extLst>
              <a:ext uri="{FF2B5EF4-FFF2-40B4-BE49-F238E27FC236}">
                <a16:creationId xmlns:a16="http://schemas.microsoft.com/office/drawing/2014/main" id="{2004B821-BCFE-4694-8F07-82AA247F72F5}"/>
              </a:ext>
              <a:ext uri="{C183D7F6-B498-43B3-948B-1728B52AA6E4}">
                <adec:decorative xmlns:adec="http://schemas.microsoft.com/office/drawing/2017/decorative" val="1"/>
              </a:ext>
            </a:extLst>
          </p:cNvPr>
          <p:cNvSpPr>
            <a:spLocks noGrp="1"/>
          </p:cNvSpPr>
          <p:nvPr>
            <p:ph type="dt" sz="half" idx="20"/>
          </p:nvPr>
        </p:nvSpPr>
        <p:spPr/>
        <p:txBody>
          <a:bodyPr/>
          <a:lstStyle>
            <a:lvl1pPr>
              <a:lnSpc>
                <a:spcPct val="100000"/>
              </a:lnSpc>
              <a:defRPr/>
            </a:lvl1pPr>
          </a:lstStyle>
          <a:p>
            <a:endParaRPr lang="en-GB"/>
          </a:p>
        </p:txBody>
      </p:sp>
    </p:spTree>
    <p:custDataLst>
      <p:tags r:id="rId1"/>
    </p:custDataLst>
    <p:extLst>
      <p:ext uri="{BB962C8B-B14F-4D97-AF65-F5344CB8AC3E}">
        <p14:creationId xmlns:p14="http://schemas.microsoft.com/office/powerpoint/2010/main" val="1180382359"/>
      </p:ext>
    </p:extLst>
  </p:cSld>
  <p:clrMapOvr>
    <a:masterClrMapping/>
  </p:clrMapOvr>
  <p:extLst>
    <p:ext uri="{DCECCB84-F9BA-43D5-87BE-67443E8EF086}">
      <p15:sldGuideLst xmlns:p15="http://schemas.microsoft.com/office/powerpoint/2012/main">
        <p15:guide id="1" orient="horz" pos="2741" userDrawn="1">
          <p15:clr>
            <a:srgbClr val="C35EA4"/>
          </p15:clr>
        </p15:guide>
        <p15:guide id="2" orient="horz" pos="3021" userDrawn="1">
          <p15:clr>
            <a:srgbClr val="C35EA4"/>
          </p15:clr>
        </p15:guide>
        <p15:guide id="3" pos="7525" userDrawn="1">
          <p15:clr>
            <a:srgbClr val="A4A3A4"/>
          </p15:clr>
        </p15:guide>
        <p15:guide id="4" pos="7722" userDrawn="1">
          <p15:clr>
            <a:srgbClr val="A4A3A4"/>
          </p15:clr>
        </p15:guide>
        <p15:guide id="5" pos="14565" userDrawn="1">
          <p15:clr>
            <a:srgbClr val="A4A3A4"/>
          </p15:clr>
        </p15:guide>
        <p15:guide id="6" pos="14763" userDrawn="1">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 Heading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49400-E757-4904-B6B0-89D775990C58}"/>
              </a:ext>
            </a:extLst>
          </p:cNvPr>
          <p:cNvSpPr>
            <a:spLocks noGrp="1"/>
          </p:cNvSpPr>
          <p:nvPr>
            <p:ph type="title" hasCustomPrompt="1"/>
          </p:nvPr>
        </p:nvSpPr>
        <p:spPr/>
        <p:txBody>
          <a:bodyPr/>
          <a:lstStyle>
            <a:lvl1pPr>
              <a:lnSpc>
                <a:spcPct val="100000"/>
              </a:lnSpc>
              <a:defRPr/>
            </a:lvl1pPr>
          </a:lstStyle>
          <a:p>
            <a:r>
              <a:rPr lang="en-US"/>
              <a:t>Click to enter title here</a:t>
            </a:r>
          </a:p>
        </p:txBody>
      </p:sp>
      <p:sp>
        <p:nvSpPr>
          <p:cNvPr id="15" name="Text Placeholder 14">
            <a:extLst>
              <a:ext uri="{FF2B5EF4-FFF2-40B4-BE49-F238E27FC236}">
                <a16:creationId xmlns:a16="http://schemas.microsoft.com/office/drawing/2014/main" id="{2CAD35DC-4ECF-4C00-A17E-91E10762897F}"/>
              </a:ext>
            </a:extLst>
          </p:cNvPr>
          <p:cNvSpPr>
            <a:spLocks noGrp="1"/>
          </p:cNvSpPr>
          <p:nvPr>
            <p:ph type="body" sz="quarter" idx="13" hasCustomPrompt="1"/>
          </p:nvPr>
        </p:nvSpPr>
        <p:spPr>
          <a:xfrm>
            <a:off x="1471469" y="8360231"/>
            <a:ext cx="9975687" cy="3922559"/>
          </a:xfrm>
          <a:solidFill>
            <a:schemeClr val="accent1"/>
          </a:solidFill>
          <a:ln>
            <a:solidFill>
              <a:schemeClr val="accent1"/>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a:t>Click to add heading</a:t>
            </a:r>
          </a:p>
        </p:txBody>
      </p:sp>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p:nvPr>
        </p:nvSpPr>
        <p:spPr>
          <a:xfrm>
            <a:off x="1468764" y="12283438"/>
            <a:ext cx="9975687" cy="13807441"/>
          </a:xfrm>
          <a:noFill/>
          <a:ln>
            <a:solidFill>
              <a:schemeClr val="accent1"/>
            </a:solidFill>
          </a:ln>
        </p:spPr>
        <p:txBody>
          <a:bodyPr lIns="180000" tIns="180000" rIns="180000" bIns="180000">
            <a:noAutofit/>
          </a:bodyPr>
          <a:lstStyle>
            <a:lvl1pPr>
              <a:lnSpc>
                <a:spcPct val="100000"/>
              </a:lnSpc>
              <a:defRPr/>
            </a:lvl1pPr>
            <a:lvl2pPr marL="1658904" indent="-829452">
              <a:lnSpc>
                <a:spcPct val="100000"/>
              </a:lnSpc>
              <a:defRPr lang="en-US" sz="8640" kern="1200" dirty="0">
                <a:solidFill>
                  <a:schemeClr val="tx1"/>
                </a:solidFill>
                <a:latin typeface="+mn-lt"/>
                <a:ea typeface="+mn-ea"/>
                <a:cs typeface="+mn-cs"/>
              </a:defRPr>
            </a:lvl2pPr>
            <a:lvl3pPr marL="2488359" indent="-829452">
              <a:lnSpc>
                <a:spcPct val="100000"/>
              </a:lnSpc>
              <a:defRPr lang="en-US" sz="7200" kern="1200" dirty="0">
                <a:solidFill>
                  <a:schemeClr val="tx1"/>
                </a:solidFill>
                <a:latin typeface="+mn-lt"/>
                <a:ea typeface="+mn-ea"/>
                <a:cs typeface="+mn-cs"/>
              </a:defRPr>
            </a:lvl3pPr>
            <a:lvl4pPr marL="3317811" indent="-829452">
              <a:lnSpc>
                <a:spcPct val="100000"/>
              </a:lnSpc>
              <a:defRPr lang="en-US" sz="7200" kern="1200" dirty="0">
                <a:solidFill>
                  <a:schemeClr val="tx1"/>
                </a:solidFill>
                <a:latin typeface="+mn-lt"/>
                <a:ea typeface="+mn-ea"/>
                <a:cs typeface="+mn-cs"/>
              </a:defRPr>
            </a:lvl4pPr>
            <a:lvl5pPr>
              <a:lnSpc>
                <a:spcPct val="100000"/>
              </a:lnSpc>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0" name="Text Placeholder 14">
            <a:extLst>
              <a:ext uri="{FF2B5EF4-FFF2-40B4-BE49-F238E27FC236}">
                <a16:creationId xmlns:a16="http://schemas.microsoft.com/office/drawing/2014/main" id="{A536223E-63F7-4E44-BC93-B6626BCFEB33}"/>
              </a:ext>
            </a:extLst>
          </p:cNvPr>
          <p:cNvSpPr>
            <a:spLocks noGrp="1"/>
          </p:cNvSpPr>
          <p:nvPr>
            <p:ph type="body" sz="quarter" idx="17" hasCustomPrompt="1"/>
          </p:nvPr>
        </p:nvSpPr>
        <p:spPr>
          <a:xfrm>
            <a:off x="11835771" y="8360231"/>
            <a:ext cx="9975687" cy="3922559"/>
          </a:xfrm>
          <a:solidFill>
            <a:schemeClr val="tx2"/>
          </a:solidFill>
          <a:ln>
            <a:solidFill>
              <a:schemeClr val="tx2"/>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a:t>Click to add heading</a:t>
            </a:r>
          </a:p>
        </p:txBody>
      </p:sp>
      <p:sp>
        <p:nvSpPr>
          <p:cNvPr id="19" name="Text Placeholder 17">
            <a:extLst>
              <a:ext uri="{FF2B5EF4-FFF2-40B4-BE49-F238E27FC236}">
                <a16:creationId xmlns:a16="http://schemas.microsoft.com/office/drawing/2014/main" id="{10B4C999-11DB-49A6-8AB3-B2F9DC1BC18C}"/>
              </a:ext>
            </a:extLst>
          </p:cNvPr>
          <p:cNvSpPr>
            <a:spLocks noGrp="1"/>
          </p:cNvSpPr>
          <p:nvPr>
            <p:ph type="body" sz="quarter" idx="16"/>
          </p:nvPr>
        </p:nvSpPr>
        <p:spPr>
          <a:xfrm>
            <a:off x="11833066" y="12283438"/>
            <a:ext cx="9975687" cy="13807441"/>
          </a:xfrm>
          <a:noFill/>
          <a:ln>
            <a:solidFill>
              <a:schemeClr val="tx2"/>
            </a:solidFill>
          </a:ln>
        </p:spPr>
        <p:txBody>
          <a:bodyPr lIns="180000" tIns="180000" rIns="180000" bIns="180000">
            <a:noAutofit/>
          </a:bodyPr>
          <a:lstStyle>
            <a:lvl1pPr>
              <a:lnSpc>
                <a:spcPct val="100000"/>
              </a:lnSpc>
              <a:defRPr/>
            </a:lvl1pPr>
            <a:lvl2pPr marL="1658904" indent="-829452">
              <a:lnSpc>
                <a:spcPct val="100000"/>
              </a:lnSpc>
              <a:defRPr lang="en-US" sz="8640" kern="1200" dirty="0">
                <a:solidFill>
                  <a:schemeClr val="tx1"/>
                </a:solidFill>
                <a:latin typeface="+mn-lt"/>
                <a:ea typeface="+mn-ea"/>
                <a:cs typeface="+mn-cs"/>
              </a:defRPr>
            </a:lvl2pPr>
            <a:lvl3pPr marL="2488359" indent="-829452">
              <a:lnSpc>
                <a:spcPct val="100000"/>
              </a:lnSpc>
              <a:defRPr lang="en-US" sz="7200" kern="1200" dirty="0">
                <a:solidFill>
                  <a:schemeClr val="tx1"/>
                </a:solidFill>
                <a:latin typeface="+mn-lt"/>
                <a:ea typeface="+mn-ea"/>
                <a:cs typeface="+mn-cs"/>
              </a:defRPr>
            </a:lvl3pPr>
            <a:lvl4pPr marL="3317811" indent="-829452">
              <a:lnSpc>
                <a:spcPct val="100000"/>
              </a:lnSpc>
              <a:defRPr lang="en-US" sz="7200" kern="1200" dirty="0">
                <a:solidFill>
                  <a:schemeClr val="tx1"/>
                </a:solidFill>
                <a:latin typeface="+mn-lt"/>
                <a:ea typeface="+mn-ea"/>
                <a:cs typeface="+mn-cs"/>
              </a:defRPr>
            </a:lvl4pPr>
            <a:lvl5pPr>
              <a:lnSpc>
                <a:spcPct val="100000"/>
              </a:lnSpc>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2" name="Text Placeholder 14">
            <a:extLst>
              <a:ext uri="{FF2B5EF4-FFF2-40B4-BE49-F238E27FC236}">
                <a16:creationId xmlns:a16="http://schemas.microsoft.com/office/drawing/2014/main" id="{489FFBF6-0D3D-4034-B412-EABCE7228008}"/>
              </a:ext>
            </a:extLst>
          </p:cNvPr>
          <p:cNvSpPr>
            <a:spLocks noGrp="1"/>
          </p:cNvSpPr>
          <p:nvPr>
            <p:ph type="body" sz="quarter" idx="19" hasCustomPrompt="1"/>
          </p:nvPr>
        </p:nvSpPr>
        <p:spPr>
          <a:xfrm>
            <a:off x="22079761" y="8360231"/>
            <a:ext cx="9975678" cy="3922559"/>
          </a:xfrm>
          <a:solidFill>
            <a:schemeClr val="accent6"/>
          </a:solidFill>
          <a:ln>
            <a:solidFill>
              <a:schemeClr val="accent6"/>
            </a:solidFill>
          </a:ln>
        </p:spPr>
        <p:txBody>
          <a:bodyPr lIns="180000" rIns="180000" anchor="ctr" anchorCtr="0">
            <a:noAutofit/>
          </a:bodyPr>
          <a:lstStyle>
            <a:lvl1pPr marL="0" indent="0">
              <a:lnSpc>
                <a:spcPct val="100000"/>
              </a:lnSpc>
              <a:buNone/>
              <a:defRPr b="1">
                <a:solidFill>
                  <a:schemeClr val="tx1"/>
                </a:solidFill>
              </a:defRPr>
            </a:lvl1pPr>
            <a:lvl2pPr marL="0" indent="0">
              <a:buNone/>
              <a:defRPr/>
            </a:lvl2pPr>
          </a:lstStyle>
          <a:p>
            <a:pPr lvl="0"/>
            <a:r>
              <a:rPr lang="en-US"/>
              <a:t>Click to add heading</a:t>
            </a:r>
          </a:p>
        </p:txBody>
      </p:sp>
      <p:sp>
        <p:nvSpPr>
          <p:cNvPr id="21" name="Text Placeholder 17">
            <a:extLst>
              <a:ext uri="{FF2B5EF4-FFF2-40B4-BE49-F238E27FC236}">
                <a16:creationId xmlns:a16="http://schemas.microsoft.com/office/drawing/2014/main" id="{B8A0AAAB-DFCF-4F8D-90DA-DBD02013396C}"/>
              </a:ext>
            </a:extLst>
          </p:cNvPr>
          <p:cNvSpPr>
            <a:spLocks noGrp="1"/>
          </p:cNvSpPr>
          <p:nvPr>
            <p:ph type="body" sz="quarter" idx="18"/>
          </p:nvPr>
        </p:nvSpPr>
        <p:spPr>
          <a:xfrm>
            <a:off x="22077059" y="12283438"/>
            <a:ext cx="9975678" cy="13807441"/>
          </a:xfrm>
          <a:noFill/>
          <a:ln>
            <a:solidFill>
              <a:schemeClr val="accent6"/>
            </a:solidFill>
          </a:ln>
        </p:spPr>
        <p:txBody>
          <a:bodyPr lIns="180000" tIns="180000" rIns="180000" bIns="180000">
            <a:noAutofit/>
          </a:bodyPr>
          <a:lstStyle>
            <a:lvl1pPr>
              <a:lnSpc>
                <a:spcPct val="100000"/>
              </a:lnSpc>
              <a:defRPr>
                <a:solidFill>
                  <a:schemeClr val="tx1"/>
                </a:solidFill>
              </a:defRPr>
            </a:lvl1pPr>
            <a:lvl2pPr marL="1658904" indent="-829452">
              <a:lnSpc>
                <a:spcPct val="100000"/>
              </a:lnSpc>
              <a:defRPr lang="en-US" sz="8640" kern="1200" dirty="0">
                <a:solidFill>
                  <a:schemeClr val="tx1"/>
                </a:solidFill>
                <a:latin typeface="+mn-lt"/>
                <a:ea typeface="+mn-ea"/>
                <a:cs typeface="+mn-cs"/>
              </a:defRPr>
            </a:lvl2pPr>
            <a:lvl3pPr marL="2488359" indent="-829452">
              <a:lnSpc>
                <a:spcPct val="100000"/>
              </a:lnSpc>
              <a:defRPr lang="en-US" sz="7200" kern="1200" dirty="0">
                <a:solidFill>
                  <a:schemeClr val="tx1"/>
                </a:solidFill>
                <a:latin typeface="+mn-lt"/>
                <a:ea typeface="+mn-ea"/>
                <a:cs typeface="+mn-cs"/>
              </a:defRPr>
            </a:lvl3pPr>
            <a:lvl4pPr marL="3317811" indent="-829452">
              <a:lnSpc>
                <a:spcPct val="100000"/>
              </a:lnSpc>
              <a:defRPr lang="en-US" sz="7200" kern="1200" dirty="0">
                <a:solidFill>
                  <a:schemeClr val="tx1"/>
                </a:solidFill>
                <a:latin typeface="+mn-lt"/>
                <a:ea typeface="+mn-ea"/>
                <a:cs typeface="+mn-cs"/>
              </a:defRPr>
            </a:lvl4pPr>
            <a:lvl5pPr>
              <a:lnSpc>
                <a:spcPct val="100000"/>
              </a:lnSpc>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4" name="Text Placeholder 14">
            <a:extLst>
              <a:ext uri="{FF2B5EF4-FFF2-40B4-BE49-F238E27FC236}">
                <a16:creationId xmlns:a16="http://schemas.microsoft.com/office/drawing/2014/main" id="{794F06B4-05CB-4425-B43C-90CDB77D4DCD}"/>
              </a:ext>
            </a:extLst>
          </p:cNvPr>
          <p:cNvSpPr>
            <a:spLocks noGrp="1"/>
          </p:cNvSpPr>
          <p:nvPr>
            <p:ph type="body" sz="quarter" idx="21" hasCustomPrompt="1"/>
          </p:nvPr>
        </p:nvSpPr>
        <p:spPr>
          <a:xfrm>
            <a:off x="32444055" y="8360231"/>
            <a:ext cx="9975684" cy="3922559"/>
          </a:xfrm>
          <a:solidFill>
            <a:schemeClr val="accent5"/>
          </a:solidFill>
          <a:ln>
            <a:solidFill>
              <a:schemeClr val="accent5"/>
            </a:solidFill>
          </a:ln>
        </p:spPr>
        <p:txBody>
          <a:bodyPr lIns="180000" rIns="180000" anchor="ctr" anchorCtr="0">
            <a:noAutofit/>
          </a:bodyPr>
          <a:lstStyle>
            <a:lvl1pPr marL="0" indent="0">
              <a:lnSpc>
                <a:spcPct val="100000"/>
              </a:lnSpc>
              <a:buNone/>
              <a:defRPr b="1">
                <a:solidFill>
                  <a:schemeClr val="tx1"/>
                </a:solidFill>
              </a:defRPr>
            </a:lvl1pPr>
            <a:lvl2pPr marL="0" indent="0">
              <a:buNone/>
              <a:defRPr/>
            </a:lvl2pPr>
          </a:lstStyle>
          <a:p>
            <a:pPr lvl="0"/>
            <a:r>
              <a:rPr lang="en-US"/>
              <a:t>Click to add heading</a:t>
            </a:r>
          </a:p>
        </p:txBody>
      </p:sp>
      <p:sp>
        <p:nvSpPr>
          <p:cNvPr id="23" name="Text Placeholder 17">
            <a:extLst>
              <a:ext uri="{FF2B5EF4-FFF2-40B4-BE49-F238E27FC236}">
                <a16:creationId xmlns:a16="http://schemas.microsoft.com/office/drawing/2014/main" id="{07483DBB-6AB3-44E8-B476-D691A6DD7796}"/>
              </a:ext>
            </a:extLst>
          </p:cNvPr>
          <p:cNvSpPr>
            <a:spLocks noGrp="1"/>
          </p:cNvSpPr>
          <p:nvPr>
            <p:ph type="body" sz="quarter" idx="20"/>
          </p:nvPr>
        </p:nvSpPr>
        <p:spPr>
          <a:xfrm>
            <a:off x="32441350" y="12283438"/>
            <a:ext cx="9975684" cy="13807441"/>
          </a:xfrm>
          <a:noFill/>
          <a:ln>
            <a:solidFill>
              <a:schemeClr val="accent5"/>
            </a:solidFill>
          </a:ln>
        </p:spPr>
        <p:txBody>
          <a:bodyPr lIns="180000" tIns="180000" rIns="180000" bIns="180000">
            <a:noAutofit/>
          </a:bodyPr>
          <a:lstStyle>
            <a:lvl1pPr>
              <a:lnSpc>
                <a:spcPct val="100000"/>
              </a:lnSpc>
              <a:defRPr>
                <a:solidFill>
                  <a:schemeClr val="tx1"/>
                </a:solidFill>
              </a:defRPr>
            </a:lvl1pPr>
            <a:lvl2pPr marL="1658904" indent="-829452">
              <a:lnSpc>
                <a:spcPct val="100000"/>
              </a:lnSpc>
              <a:defRPr lang="en-US" sz="8640" kern="1200" dirty="0">
                <a:solidFill>
                  <a:schemeClr val="tx1"/>
                </a:solidFill>
                <a:latin typeface="+mn-lt"/>
                <a:ea typeface="+mn-ea"/>
                <a:cs typeface="+mn-cs"/>
              </a:defRPr>
            </a:lvl2pPr>
            <a:lvl3pPr marL="2488359" indent="-829452">
              <a:lnSpc>
                <a:spcPct val="100000"/>
              </a:lnSpc>
              <a:defRPr lang="en-US" sz="7200" kern="1200" dirty="0">
                <a:solidFill>
                  <a:schemeClr val="tx1"/>
                </a:solidFill>
                <a:latin typeface="+mn-lt"/>
                <a:ea typeface="+mn-ea"/>
                <a:cs typeface="+mn-cs"/>
              </a:defRPr>
            </a:lvl3pPr>
            <a:lvl4pPr marL="3317811" indent="-829452">
              <a:lnSpc>
                <a:spcPct val="100000"/>
              </a:lnSpc>
              <a:defRPr lang="en-US" sz="7200" kern="1200" dirty="0">
                <a:solidFill>
                  <a:schemeClr val="tx1"/>
                </a:solidFill>
                <a:latin typeface="+mn-lt"/>
                <a:ea typeface="+mn-ea"/>
                <a:cs typeface="+mn-cs"/>
              </a:defRPr>
            </a:lvl4pPr>
            <a:lvl5pPr>
              <a:lnSpc>
                <a:spcPct val="100000"/>
              </a:lnSpc>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Slide Number Placeholder 9">
            <a:extLst>
              <a:ext uri="{FF2B5EF4-FFF2-40B4-BE49-F238E27FC236}">
                <a16:creationId xmlns:a16="http://schemas.microsoft.com/office/drawing/2014/main" id="{507ABD0A-0B79-498A-8135-71083AB527F3}"/>
              </a:ext>
              <a:ext uri="{C183D7F6-B498-43B3-948B-1728B52AA6E4}">
                <adec:decorative xmlns:adec="http://schemas.microsoft.com/office/drawing/2017/decorative" val="1"/>
              </a:ext>
            </a:extLst>
          </p:cNvPr>
          <p:cNvSpPr>
            <a:spLocks noGrp="1"/>
          </p:cNvSpPr>
          <p:nvPr>
            <p:ph type="sldNum" sz="quarter" idx="24"/>
          </p:nvPr>
        </p:nvSpPr>
        <p:spPr/>
        <p:txBody>
          <a:bodyPr/>
          <a:lstStyle>
            <a:lvl1pPr>
              <a:lnSpc>
                <a:spcPct val="100000"/>
              </a:lnSpc>
              <a:defRPr/>
            </a:lvl1pPr>
          </a:lstStyle>
          <a:p>
            <a:fld id="{F8E47D07-9D1E-4FE9-B31A-2F5863681021}" type="slidenum">
              <a:rPr lang="en-GB" smtClean="0"/>
              <a:pPr/>
              <a:t>‹#›</a:t>
            </a:fld>
            <a:endParaRPr lang="en-GB"/>
          </a:p>
        </p:txBody>
      </p:sp>
      <p:sp>
        <p:nvSpPr>
          <p:cNvPr id="14" name="Text Placeholder 96">
            <a:extLst>
              <a:ext uri="{FF2B5EF4-FFF2-40B4-BE49-F238E27FC236}">
                <a16:creationId xmlns:a16="http://schemas.microsoft.com/office/drawing/2014/main" id="{C19B5F97-DA6F-4D23-91EB-F783A1590A4A}"/>
              </a:ext>
            </a:extLst>
          </p:cNvPr>
          <p:cNvSpPr>
            <a:spLocks noGrp="1"/>
          </p:cNvSpPr>
          <p:nvPr>
            <p:ph type="body" sz="quarter" idx="111" hasCustomPrompt="1"/>
          </p:nvPr>
        </p:nvSpPr>
        <p:spPr>
          <a:xfrm>
            <a:off x="1790933" y="30000728"/>
            <a:ext cx="34382880" cy="2693031"/>
          </a:xfrm>
        </p:spPr>
        <p:txBody>
          <a:bodyPr lIns="0" tIns="0" rIns="0" bIns="0" anchor="b" anchorCtr="0">
            <a:normAutofit/>
          </a:bodyPr>
          <a:lstStyle>
            <a:lvl1pPr marL="0" indent="0">
              <a:lnSpc>
                <a:spcPct val="100000"/>
              </a:lnSpc>
              <a:spcAft>
                <a:spcPts val="1080"/>
              </a:spcAft>
              <a:buNone/>
              <a:defRPr sz="2879"/>
            </a:lvl1pPr>
          </a:lstStyle>
          <a:p>
            <a:pPr lvl="0"/>
            <a:r>
              <a:rPr lang="en-US"/>
              <a:t>Footnotes</a:t>
            </a:r>
          </a:p>
        </p:txBody>
      </p:sp>
      <p:sp>
        <p:nvSpPr>
          <p:cNvPr id="8" name="Date Placeholder 7">
            <a:extLst>
              <a:ext uri="{FF2B5EF4-FFF2-40B4-BE49-F238E27FC236}">
                <a16:creationId xmlns:a16="http://schemas.microsoft.com/office/drawing/2014/main" id="{5FDF1C59-75D3-4D44-AA6A-CE846344781C}"/>
              </a:ext>
              <a:ext uri="{C183D7F6-B498-43B3-948B-1728B52AA6E4}">
                <adec:decorative xmlns:adec="http://schemas.microsoft.com/office/drawing/2017/decorative" val="1"/>
              </a:ext>
            </a:extLst>
          </p:cNvPr>
          <p:cNvSpPr>
            <a:spLocks noGrp="1"/>
          </p:cNvSpPr>
          <p:nvPr>
            <p:ph type="dt" sz="half" idx="22"/>
          </p:nvPr>
        </p:nvSpPr>
        <p:spPr/>
        <p:txBody>
          <a:bodyPr/>
          <a:lstStyle>
            <a:lvl1pPr>
              <a:lnSpc>
                <a:spcPct val="100000"/>
              </a:lnSpc>
              <a:defRPr/>
            </a:lvl1pPr>
          </a:lstStyle>
          <a:p>
            <a:endParaRPr lang="en-GB"/>
          </a:p>
        </p:txBody>
      </p:sp>
    </p:spTree>
    <p:custDataLst>
      <p:tags r:id="rId1"/>
    </p:custDataLst>
    <p:extLst>
      <p:ext uri="{BB962C8B-B14F-4D97-AF65-F5344CB8AC3E}">
        <p14:creationId xmlns:p14="http://schemas.microsoft.com/office/powerpoint/2010/main" val="456500554"/>
      </p:ext>
    </p:extLst>
  </p:cSld>
  <p:clrMapOvr>
    <a:masterClrMapping/>
  </p:clrMapOvr>
  <p:extLst>
    <p:ext uri="{DCECCB84-F9BA-43D5-87BE-67443E8EF086}">
      <p15:sldGuideLst xmlns:p15="http://schemas.microsoft.com/office/powerpoint/2012/main">
        <p15:guide id="1" orient="horz" pos="2741" userDrawn="1">
          <p15:clr>
            <a:srgbClr val="C35EA4"/>
          </p15:clr>
        </p15:guide>
        <p15:guide id="2" orient="horz" pos="3021" userDrawn="1">
          <p15:clr>
            <a:srgbClr val="C35EA4"/>
          </p15:clr>
        </p15:guide>
        <p15:guide id="3" pos="5813" userDrawn="1">
          <p15:clr>
            <a:srgbClr val="A4A3A4"/>
          </p15:clr>
        </p15:guide>
        <p15:guide id="4" pos="6010" userDrawn="1">
          <p15:clr>
            <a:srgbClr val="A4A3A4"/>
          </p15:clr>
        </p15:guide>
        <p15:guide id="5" pos="16475" userDrawn="1">
          <p15:clr>
            <a:srgbClr val="A4A3A4"/>
          </p15:clr>
        </p15:guide>
        <p15:guide id="6" pos="16278" userDrawn="1">
          <p15:clr>
            <a:srgbClr val="A4A3A4"/>
          </p15:clr>
        </p15:guide>
        <p15:guide id="7" pos="11077" userDrawn="1">
          <p15:clr>
            <a:srgbClr val="A4A3A4"/>
          </p15:clr>
        </p15:guide>
        <p15:guide id="8" pos="11211" userDrawn="1">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p:txBody>
          <a:bodyPr/>
          <a:lstStyle>
            <a:lvl1pPr>
              <a:lnSpc>
                <a:spcPct val="100000"/>
              </a:lnSpc>
              <a:defRPr>
                <a:solidFill>
                  <a:schemeClr val="tx1"/>
                </a:solidFill>
              </a:defRPr>
            </a:lvl1pPr>
          </a:lstStyle>
          <a:p>
            <a:r>
              <a:rPr lang="en-US"/>
              <a:t>Click to enter title here</a:t>
            </a:r>
          </a:p>
        </p:txBody>
      </p:sp>
      <p:sp>
        <p:nvSpPr>
          <p:cNvPr id="8" name="Content Placeholder 7">
            <a:extLst>
              <a:ext uri="{FF2B5EF4-FFF2-40B4-BE49-F238E27FC236}">
                <a16:creationId xmlns:a16="http://schemas.microsoft.com/office/drawing/2014/main" id="{91E4B5EC-9E53-45C3-B765-C1C483A070D0}"/>
              </a:ext>
            </a:extLst>
          </p:cNvPr>
          <p:cNvSpPr>
            <a:spLocks noGrp="1"/>
          </p:cNvSpPr>
          <p:nvPr>
            <p:ph sz="quarter" idx="19" hasCustomPrompt="1"/>
          </p:nvPr>
        </p:nvSpPr>
        <p:spPr>
          <a:xfrm>
            <a:off x="1468761" y="7525516"/>
            <a:ext cx="40953686" cy="22249129"/>
          </a:xfrm>
        </p:spPr>
        <p:txBody>
          <a:bodyPr>
            <a:noAutofit/>
          </a:bodyPr>
          <a:lstStyle>
            <a:lvl1pPr>
              <a:lnSpc>
                <a:spcPct val="100000"/>
              </a:lnSpc>
              <a:spcBef>
                <a:spcPts val="2159"/>
              </a:spcBef>
              <a:spcAft>
                <a:spcPts val="2159"/>
              </a:spcAft>
              <a:defRPr/>
            </a:lvl1pPr>
            <a:lvl2pPr marL="1658904" indent="-822972">
              <a:lnSpc>
                <a:spcPct val="100000"/>
              </a:lnSpc>
              <a:defRPr/>
            </a:lvl2pPr>
            <a:lvl3pPr>
              <a:lnSpc>
                <a:spcPct val="100000"/>
              </a:lnSpc>
              <a:defRPr/>
            </a:lvl3pPr>
            <a:lvl4pPr>
              <a:lnSpc>
                <a:spcPct val="100000"/>
              </a:lnSpc>
              <a:defRPr/>
            </a:lvl4pPr>
            <a:lvl5pPr>
              <a:lnSpc>
                <a:spcPct val="100000"/>
              </a:lnSpc>
              <a:defRPr/>
            </a:lvl5pPr>
          </a:lstStyle>
          <a:p>
            <a:pPr lvl="0"/>
            <a:r>
              <a:rPr lang="en-US"/>
              <a:t>Click to add text here. </a:t>
            </a:r>
            <a:br>
              <a:rPr lang="en-US"/>
            </a:br>
            <a:r>
              <a:rPr lang="en-US"/>
              <a:t>When pasting copy from other slides, be sure to right-click and choose ‘Keep text only’.</a:t>
            </a:r>
            <a:br>
              <a:rPr lang="en-US"/>
            </a:br>
            <a:r>
              <a:rPr lang="en-US"/>
              <a:t>To increase bullet level, select your text and press Tab.</a:t>
            </a:r>
            <a:br>
              <a:rPr lang="en-US"/>
            </a:br>
            <a:r>
              <a:rPr lang="en-US"/>
              <a:t>To decrease bullet level, select your bullet text and press Shift + Tab.</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7E938F29-84D5-4449-9358-343332B4BEF7}"/>
              </a:ext>
              <a:ext uri="{C183D7F6-B498-43B3-948B-1728B52AA6E4}">
                <adec:decorative xmlns:adec="http://schemas.microsoft.com/office/drawing/2017/decorative" val="1"/>
              </a:ext>
            </a:extLst>
          </p:cNvPr>
          <p:cNvSpPr>
            <a:spLocks noGrp="1"/>
          </p:cNvSpPr>
          <p:nvPr>
            <p:ph type="sldNum" sz="quarter" idx="22"/>
          </p:nvPr>
        </p:nvSpPr>
        <p:spPr/>
        <p:txBody>
          <a:bodyPr/>
          <a:lstStyle>
            <a:lvl1pPr>
              <a:lnSpc>
                <a:spcPct val="100000"/>
              </a:lnSpc>
              <a:defRPr/>
            </a:lvl1pPr>
          </a:lstStyle>
          <a:p>
            <a:fld id="{F8E47D07-9D1E-4FE9-B31A-2F5863681021}" type="slidenum">
              <a:rPr lang="en-GB" smtClean="0"/>
              <a:pPr/>
              <a:t>‹#›</a:t>
            </a:fld>
            <a:endParaRPr lang="en-GB"/>
          </a:p>
        </p:txBody>
      </p:sp>
      <p:sp>
        <p:nvSpPr>
          <p:cNvPr id="11" name="Text Placeholder 96">
            <a:extLst>
              <a:ext uri="{FF2B5EF4-FFF2-40B4-BE49-F238E27FC236}">
                <a16:creationId xmlns:a16="http://schemas.microsoft.com/office/drawing/2014/main" id="{C949FF72-87ED-4607-89DB-176C532FA3A0}"/>
              </a:ext>
            </a:extLst>
          </p:cNvPr>
          <p:cNvSpPr>
            <a:spLocks noGrp="1"/>
          </p:cNvSpPr>
          <p:nvPr>
            <p:ph type="body" sz="quarter" idx="111" hasCustomPrompt="1"/>
          </p:nvPr>
        </p:nvSpPr>
        <p:spPr>
          <a:xfrm>
            <a:off x="1790933" y="30000728"/>
            <a:ext cx="34382880" cy="2693031"/>
          </a:xfrm>
        </p:spPr>
        <p:txBody>
          <a:bodyPr lIns="0" tIns="0" rIns="0" bIns="0" anchor="b" anchorCtr="0">
            <a:noAutofit/>
          </a:bodyPr>
          <a:lstStyle>
            <a:lvl1pPr marL="0" indent="0">
              <a:lnSpc>
                <a:spcPct val="100000"/>
              </a:lnSpc>
              <a:spcAft>
                <a:spcPts val="1080"/>
              </a:spcAft>
              <a:buNone/>
              <a:defRPr sz="2879">
                <a:solidFill>
                  <a:schemeClr val="tx1"/>
                </a:solidFill>
              </a:defRPr>
            </a:lvl1pPr>
          </a:lstStyle>
          <a:p>
            <a:pPr lvl="0"/>
            <a:r>
              <a:rPr lang="en-US"/>
              <a:t>Footnotes</a:t>
            </a:r>
          </a:p>
        </p:txBody>
      </p:sp>
      <p:sp>
        <p:nvSpPr>
          <p:cNvPr id="7" name="Date Placeholder 6">
            <a:extLst>
              <a:ext uri="{FF2B5EF4-FFF2-40B4-BE49-F238E27FC236}">
                <a16:creationId xmlns:a16="http://schemas.microsoft.com/office/drawing/2014/main" id="{F002CC1A-50FF-4A50-8660-D325E3429D98}"/>
              </a:ext>
              <a:ext uri="{C183D7F6-B498-43B3-948B-1728B52AA6E4}">
                <adec:decorative xmlns:adec="http://schemas.microsoft.com/office/drawing/2017/decorative" val="1"/>
              </a:ext>
            </a:extLst>
          </p:cNvPr>
          <p:cNvSpPr>
            <a:spLocks noGrp="1"/>
          </p:cNvSpPr>
          <p:nvPr>
            <p:ph type="dt" sz="half" idx="20"/>
          </p:nvPr>
        </p:nvSpPr>
        <p:spPr/>
        <p:txBody>
          <a:bodyPr/>
          <a:lstStyle>
            <a:lvl1pPr>
              <a:lnSpc>
                <a:spcPct val="100000"/>
              </a:lnSpc>
              <a:defRPr/>
            </a:lvl1pPr>
          </a:lstStyle>
          <a:p>
            <a:endParaRPr lang="en-GB"/>
          </a:p>
        </p:txBody>
      </p:sp>
    </p:spTree>
    <p:custDataLst>
      <p:tags r:id="rId1"/>
    </p:custDataLst>
    <p:extLst>
      <p:ext uri="{BB962C8B-B14F-4D97-AF65-F5344CB8AC3E}">
        <p14:creationId xmlns:p14="http://schemas.microsoft.com/office/powerpoint/2010/main" val="8870365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4037" userDrawn="1">
          <p15:clr>
            <a:srgbClr val="A4A3A4"/>
          </p15:clr>
        </p15:guide>
        <p15:guide id="2" pos="4246" userDrawn="1">
          <p15:clr>
            <a:srgbClr val="A4A3A4"/>
          </p15:clr>
        </p15:guide>
        <p15:guide id="3" pos="7540" userDrawn="1">
          <p15:clr>
            <a:srgbClr val="A4A3A4"/>
          </p15:clr>
        </p15:guide>
        <p15:guide id="4" pos="7746" userDrawn="1">
          <p15:clr>
            <a:srgbClr val="A4A3A4"/>
          </p15:clr>
        </p15:guide>
        <p15:guide id="5" pos="11039" userDrawn="1">
          <p15:clr>
            <a:srgbClr val="A4A3A4"/>
          </p15:clr>
        </p15:guide>
        <p15:guide id="6" pos="11248" userDrawn="1">
          <p15:clr>
            <a:srgbClr val="A4A3A4"/>
          </p15:clr>
        </p15:guide>
        <p15:guide id="7" pos="14536" userDrawn="1">
          <p15:clr>
            <a:srgbClr val="A4A3A4"/>
          </p15:clr>
        </p15:guide>
        <p15:guide id="8" pos="14748" userDrawn="1">
          <p15:clr>
            <a:srgbClr val="A4A3A4"/>
          </p15:clr>
        </p15:guide>
        <p15:guide id="9" pos="18036" userDrawn="1">
          <p15:clr>
            <a:srgbClr val="A4A3A4"/>
          </p15:clr>
        </p15:guide>
        <p15:guide id="10" pos="18248" userDrawn="1">
          <p15:clr>
            <a:srgbClr val="A4A3A4"/>
          </p15:clr>
        </p15:guide>
        <p15:guide id="11" orient="horz" pos="2741" userDrawn="1">
          <p15:clr>
            <a:srgbClr val="C35EA4"/>
          </p15:clr>
        </p15:guide>
        <p15:guide id="12" orient="horz" pos="3021" userDrawn="1">
          <p15:clr>
            <a:srgbClr val="C35E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p:txBody>
          <a:bodyPr/>
          <a:lstStyle>
            <a:lvl1pPr>
              <a:lnSpc>
                <a:spcPct val="100000"/>
              </a:lnSpc>
              <a:defRPr>
                <a:solidFill>
                  <a:schemeClr val="tx1"/>
                </a:solidFill>
              </a:defRPr>
            </a:lvl1pPr>
          </a:lstStyle>
          <a:p>
            <a:r>
              <a:rPr lang="en-US"/>
              <a:t>Click to enter title here</a:t>
            </a:r>
          </a:p>
        </p:txBody>
      </p:sp>
      <p:sp>
        <p:nvSpPr>
          <p:cNvPr id="11" name="Slide Number Placeholder 10">
            <a:extLst>
              <a:ext uri="{FF2B5EF4-FFF2-40B4-BE49-F238E27FC236}">
                <a16:creationId xmlns:a16="http://schemas.microsoft.com/office/drawing/2014/main" id="{A7BF9FC5-73CA-47D5-891A-42CBDE79952C}"/>
              </a:ext>
              <a:ext uri="{C183D7F6-B498-43B3-948B-1728B52AA6E4}">
                <adec:decorative xmlns:adec="http://schemas.microsoft.com/office/drawing/2017/decorative" val="1"/>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6" name="Text Placeholder 96">
            <a:extLst>
              <a:ext uri="{FF2B5EF4-FFF2-40B4-BE49-F238E27FC236}">
                <a16:creationId xmlns:a16="http://schemas.microsoft.com/office/drawing/2014/main" id="{462FAF15-0CB5-418E-A59C-EA8FADE526AE}"/>
              </a:ext>
            </a:extLst>
          </p:cNvPr>
          <p:cNvSpPr>
            <a:spLocks noGrp="1"/>
          </p:cNvSpPr>
          <p:nvPr>
            <p:ph type="body" sz="quarter" idx="111" hasCustomPrompt="1"/>
          </p:nvPr>
        </p:nvSpPr>
        <p:spPr>
          <a:xfrm>
            <a:off x="1790933" y="30000728"/>
            <a:ext cx="34382880" cy="2693031"/>
          </a:xfrm>
        </p:spPr>
        <p:txBody>
          <a:bodyPr lIns="0" tIns="0" rIns="0" bIns="0" anchor="b" anchorCtr="0">
            <a:normAutofit/>
          </a:bodyPr>
          <a:lstStyle>
            <a:lvl1pPr marL="0" indent="0">
              <a:lnSpc>
                <a:spcPct val="100000"/>
              </a:lnSpc>
              <a:spcAft>
                <a:spcPts val="1080"/>
              </a:spcAft>
              <a:buNone/>
              <a:defRPr sz="2879"/>
            </a:lvl1pPr>
          </a:lstStyle>
          <a:p>
            <a:pPr lvl="0"/>
            <a:r>
              <a:rPr lang="en-US"/>
              <a:t>Footnotes</a:t>
            </a:r>
          </a:p>
        </p:txBody>
      </p:sp>
      <p:sp>
        <p:nvSpPr>
          <p:cNvPr id="8" name="Date Placeholder 7">
            <a:extLst>
              <a:ext uri="{FF2B5EF4-FFF2-40B4-BE49-F238E27FC236}">
                <a16:creationId xmlns:a16="http://schemas.microsoft.com/office/drawing/2014/main" id="{11075AA4-1FA9-4704-A587-D8E88C1D1EF9}"/>
              </a:ext>
              <a:ext uri="{C183D7F6-B498-43B3-948B-1728B52AA6E4}">
                <adec:decorative xmlns:adec="http://schemas.microsoft.com/office/drawing/2017/decorative" val="1"/>
              </a:ext>
            </a:extLst>
          </p:cNvPr>
          <p:cNvSpPr>
            <a:spLocks noGrp="1"/>
          </p:cNvSpPr>
          <p:nvPr>
            <p:ph type="dt" sz="half" idx="10"/>
          </p:nvPr>
        </p:nvSpPr>
        <p:spPr/>
        <p:txBody>
          <a:bodyPr/>
          <a:lstStyle>
            <a:lvl1pPr>
              <a:lnSpc>
                <a:spcPct val="100000"/>
              </a:lnSpc>
              <a:defRPr/>
            </a:lvl1pPr>
          </a:lstStyle>
          <a:p>
            <a:endParaRPr lang="en-GB"/>
          </a:p>
        </p:txBody>
      </p:sp>
    </p:spTree>
    <p:custDataLst>
      <p:tags r:id="rId1"/>
    </p:custDataLst>
    <p:extLst>
      <p:ext uri="{BB962C8B-B14F-4D97-AF65-F5344CB8AC3E}">
        <p14:creationId xmlns:p14="http://schemas.microsoft.com/office/powerpoint/2010/main" val="20096052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4037" userDrawn="1">
          <p15:clr>
            <a:srgbClr val="A4A3A4"/>
          </p15:clr>
        </p15:guide>
        <p15:guide id="2" pos="4246" userDrawn="1">
          <p15:clr>
            <a:srgbClr val="A4A3A4"/>
          </p15:clr>
        </p15:guide>
        <p15:guide id="3" pos="7540" userDrawn="1">
          <p15:clr>
            <a:srgbClr val="A4A3A4"/>
          </p15:clr>
        </p15:guide>
        <p15:guide id="4" pos="7746" userDrawn="1">
          <p15:clr>
            <a:srgbClr val="A4A3A4"/>
          </p15:clr>
        </p15:guide>
        <p15:guide id="5" pos="11039" userDrawn="1">
          <p15:clr>
            <a:srgbClr val="A4A3A4"/>
          </p15:clr>
        </p15:guide>
        <p15:guide id="6" pos="11248" userDrawn="1">
          <p15:clr>
            <a:srgbClr val="A4A3A4"/>
          </p15:clr>
        </p15:guide>
        <p15:guide id="7" pos="14536" userDrawn="1">
          <p15:clr>
            <a:srgbClr val="A4A3A4"/>
          </p15:clr>
        </p15:guide>
        <p15:guide id="8" pos="14748" userDrawn="1">
          <p15:clr>
            <a:srgbClr val="A4A3A4"/>
          </p15:clr>
        </p15:guide>
        <p15:guide id="9" pos="18036" userDrawn="1">
          <p15:clr>
            <a:srgbClr val="A4A3A4"/>
          </p15:clr>
        </p15:guide>
        <p15:guide id="10" pos="18248" userDrawn="1">
          <p15:clr>
            <a:srgbClr val="A4A3A4"/>
          </p15:clr>
        </p15:guide>
        <p15:guide id="11" orient="horz" pos="2741" userDrawn="1">
          <p15:clr>
            <a:srgbClr val="C35EA4"/>
          </p15:clr>
        </p15:guide>
        <p15:guide id="12" orient="horz" pos="3021" userDrawn="1">
          <p15:clr>
            <a:srgbClr val="C35E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Mulberry)">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p:txBody>
          <a:bodyPr/>
          <a:lstStyle>
            <a:lvl1pPr>
              <a:lnSpc>
                <a:spcPct val="100000"/>
              </a:lnSpc>
              <a:defRPr>
                <a:solidFill>
                  <a:schemeClr val="tx1"/>
                </a:solidFill>
              </a:defRPr>
            </a:lvl1pPr>
          </a:lstStyle>
          <a:p>
            <a:r>
              <a:rPr lang="en-US"/>
              <a:t>Click to enter title here</a:t>
            </a:r>
          </a:p>
        </p:txBody>
      </p:sp>
      <p:sp>
        <p:nvSpPr>
          <p:cNvPr id="8" name="Content Placeholder 7">
            <a:extLst>
              <a:ext uri="{FF2B5EF4-FFF2-40B4-BE49-F238E27FC236}">
                <a16:creationId xmlns:a16="http://schemas.microsoft.com/office/drawing/2014/main" id="{91E4B5EC-9E53-45C3-B765-C1C483A070D0}"/>
              </a:ext>
            </a:extLst>
          </p:cNvPr>
          <p:cNvSpPr>
            <a:spLocks noGrp="1"/>
          </p:cNvSpPr>
          <p:nvPr>
            <p:ph sz="quarter" idx="19" hasCustomPrompt="1"/>
          </p:nvPr>
        </p:nvSpPr>
        <p:spPr>
          <a:xfrm>
            <a:off x="1468761" y="7525516"/>
            <a:ext cx="40953686" cy="22249129"/>
          </a:xfrm>
        </p:spPr>
        <p:txBody>
          <a:bodyPr>
            <a:noAutofit/>
          </a:bodyPr>
          <a:lstStyle>
            <a:lvl1pPr>
              <a:lnSpc>
                <a:spcPct val="100000"/>
              </a:lnSpc>
              <a:spcBef>
                <a:spcPts val="2159"/>
              </a:spcBef>
              <a:spcAft>
                <a:spcPts val="2159"/>
              </a:spcAft>
              <a:defRPr/>
            </a:lvl1pPr>
            <a:lvl2pPr marL="1658904" indent="-822972">
              <a:lnSpc>
                <a:spcPct val="100000"/>
              </a:lnSpc>
              <a:defRPr/>
            </a:lvl2pPr>
            <a:lvl3pPr>
              <a:lnSpc>
                <a:spcPct val="100000"/>
              </a:lnSpc>
              <a:defRPr/>
            </a:lvl3pPr>
            <a:lvl4pPr>
              <a:lnSpc>
                <a:spcPct val="100000"/>
              </a:lnSpc>
              <a:defRPr/>
            </a:lvl4pPr>
            <a:lvl5pPr>
              <a:lnSpc>
                <a:spcPct val="100000"/>
              </a:lnSpc>
              <a:defRPr/>
            </a:lvl5pPr>
          </a:lstStyle>
          <a:p>
            <a:pPr lvl="0"/>
            <a:r>
              <a:rPr lang="en-US"/>
              <a:t>Click to add text here. </a:t>
            </a:r>
            <a:br>
              <a:rPr lang="en-US"/>
            </a:br>
            <a:r>
              <a:rPr lang="en-US"/>
              <a:t>When pasting copy from other slides, be sure to right-click and choose ‘Keep text only’.</a:t>
            </a:r>
            <a:br>
              <a:rPr lang="en-US"/>
            </a:br>
            <a:r>
              <a:rPr lang="en-US"/>
              <a:t>To increase bullet level, select your text and press Tab.</a:t>
            </a:r>
            <a:br>
              <a:rPr lang="en-US"/>
            </a:br>
            <a:r>
              <a:rPr lang="en-US"/>
              <a:t>To decrease bullet level, select your bullet text and press Shift + Tab.</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7E938F29-84D5-4449-9358-343332B4BEF7}"/>
              </a:ext>
              <a:ext uri="{C183D7F6-B498-43B3-948B-1728B52AA6E4}">
                <adec:decorative xmlns:adec="http://schemas.microsoft.com/office/drawing/2017/decorative" val="1"/>
              </a:ext>
            </a:extLst>
          </p:cNvPr>
          <p:cNvSpPr>
            <a:spLocks noGrp="1"/>
          </p:cNvSpPr>
          <p:nvPr>
            <p:ph type="sldNum" sz="quarter" idx="22"/>
          </p:nvPr>
        </p:nvSpPr>
        <p:spPr/>
        <p:txBody>
          <a:bodyPr/>
          <a:lstStyle>
            <a:lvl1pPr>
              <a:lnSpc>
                <a:spcPct val="100000"/>
              </a:lnSpc>
              <a:defRPr/>
            </a:lvl1pPr>
          </a:lstStyle>
          <a:p>
            <a:fld id="{F8E47D07-9D1E-4FE9-B31A-2F5863681021}" type="slidenum">
              <a:rPr lang="en-GB" smtClean="0"/>
              <a:pPr/>
              <a:t>‹#›</a:t>
            </a:fld>
            <a:endParaRPr lang="en-GB"/>
          </a:p>
        </p:txBody>
      </p:sp>
      <p:sp>
        <p:nvSpPr>
          <p:cNvPr id="11" name="Text Placeholder 96">
            <a:extLst>
              <a:ext uri="{FF2B5EF4-FFF2-40B4-BE49-F238E27FC236}">
                <a16:creationId xmlns:a16="http://schemas.microsoft.com/office/drawing/2014/main" id="{C949FF72-87ED-4607-89DB-176C532FA3A0}"/>
              </a:ext>
            </a:extLst>
          </p:cNvPr>
          <p:cNvSpPr>
            <a:spLocks noGrp="1"/>
          </p:cNvSpPr>
          <p:nvPr>
            <p:ph type="body" sz="quarter" idx="111" hasCustomPrompt="1"/>
          </p:nvPr>
        </p:nvSpPr>
        <p:spPr>
          <a:xfrm>
            <a:off x="1790933" y="30000728"/>
            <a:ext cx="34382880" cy="2693031"/>
          </a:xfrm>
        </p:spPr>
        <p:txBody>
          <a:bodyPr lIns="0" tIns="0" rIns="0" bIns="0" anchor="b" anchorCtr="0">
            <a:noAutofit/>
          </a:bodyPr>
          <a:lstStyle>
            <a:lvl1pPr marL="0" indent="0">
              <a:lnSpc>
                <a:spcPct val="100000"/>
              </a:lnSpc>
              <a:spcAft>
                <a:spcPts val="1080"/>
              </a:spcAft>
              <a:buNone/>
              <a:defRPr sz="2879">
                <a:solidFill>
                  <a:schemeClr val="tx1"/>
                </a:solidFill>
              </a:defRPr>
            </a:lvl1pPr>
          </a:lstStyle>
          <a:p>
            <a:pPr lvl="0"/>
            <a:r>
              <a:rPr lang="en-US"/>
              <a:t>Footnotes</a:t>
            </a:r>
          </a:p>
        </p:txBody>
      </p:sp>
      <p:sp>
        <p:nvSpPr>
          <p:cNvPr id="7" name="Date Placeholder 6">
            <a:extLst>
              <a:ext uri="{FF2B5EF4-FFF2-40B4-BE49-F238E27FC236}">
                <a16:creationId xmlns:a16="http://schemas.microsoft.com/office/drawing/2014/main" id="{F002CC1A-50FF-4A50-8660-D325E3429D98}"/>
              </a:ext>
              <a:ext uri="{C183D7F6-B498-43B3-948B-1728B52AA6E4}">
                <adec:decorative xmlns:adec="http://schemas.microsoft.com/office/drawing/2017/decorative" val="1"/>
              </a:ext>
            </a:extLst>
          </p:cNvPr>
          <p:cNvSpPr>
            <a:spLocks noGrp="1"/>
          </p:cNvSpPr>
          <p:nvPr>
            <p:ph type="dt" sz="half" idx="20"/>
          </p:nvPr>
        </p:nvSpPr>
        <p:spPr/>
        <p:txBody>
          <a:bodyPr/>
          <a:lstStyle>
            <a:lvl1pPr>
              <a:lnSpc>
                <a:spcPct val="100000"/>
              </a:lnSpc>
              <a:defRPr/>
            </a:lvl1pPr>
          </a:lstStyle>
          <a:p>
            <a:endParaRPr lang="en-GB"/>
          </a:p>
        </p:txBody>
      </p:sp>
    </p:spTree>
    <p:custDataLst>
      <p:tags r:id="rId1"/>
    </p:custDataLst>
    <p:extLst>
      <p:ext uri="{BB962C8B-B14F-4D97-AF65-F5344CB8AC3E}">
        <p14:creationId xmlns:p14="http://schemas.microsoft.com/office/powerpoint/2010/main" val="25855493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4037" userDrawn="1">
          <p15:clr>
            <a:srgbClr val="A4A3A4"/>
          </p15:clr>
        </p15:guide>
        <p15:guide id="2" pos="4246" userDrawn="1">
          <p15:clr>
            <a:srgbClr val="A4A3A4"/>
          </p15:clr>
        </p15:guide>
        <p15:guide id="3" pos="7540" userDrawn="1">
          <p15:clr>
            <a:srgbClr val="A4A3A4"/>
          </p15:clr>
        </p15:guide>
        <p15:guide id="4" pos="7746" userDrawn="1">
          <p15:clr>
            <a:srgbClr val="A4A3A4"/>
          </p15:clr>
        </p15:guide>
        <p15:guide id="5" pos="11039" userDrawn="1">
          <p15:clr>
            <a:srgbClr val="A4A3A4"/>
          </p15:clr>
        </p15:guide>
        <p15:guide id="6" pos="11248" userDrawn="1">
          <p15:clr>
            <a:srgbClr val="A4A3A4"/>
          </p15:clr>
        </p15:guide>
        <p15:guide id="7" pos="14536" userDrawn="1">
          <p15:clr>
            <a:srgbClr val="A4A3A4"/>
          </p15:clr>
        </p15:guide>
        <p15:guide id="8" pos="14748" userDrawn="1">
          <p15:clr>
            <a:srgbClr val="A4A3A4"/>
          </p15:clr>
        </p15:guide>
        <p15:guide id="9" pos="18036" userDrawn="1">
          <p15:clr>
            <a:srgbClr val="A4A3A4"/>
          </p15:clr>
        </p15:guide>
        <p15:guide id="10" pos="18248" userDrawn="1">
          <p15:clr>
            <a:srgbClr val="A4A3A4"/>
          </p15:clr>
        </p15:guide>
        <p15:guide id="11" orient="horz" pos="2741" userDrawn="1">
          <p15:clr>
            <a:srgbClr val="C35EA4"/>
          </p15:clr>
        </p15:guide>
        <p15:guide id="12" orient="horz" pos="3021" userDrawn="1">
          <p15:clr>
            <a:srgbClr val="C35E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Mulberry)">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p:txBody>
          <a:bodyPr/>
          <a:lstStyle>
            <a:lvl1pPr>
              <a:lnSpc>
                <a:spcPct val="100000"/>
              </a:lnSpc>
              <a:defRPr>
                <a:solidFill>
                  <a:schemeClr val="tx1"/>
                </a:solidFill>
              </a:defRPr>
            </a:lvl1pPr>
          </a:lstStyle>
          <a:p>
            <a:r>
              <a:rPr lang="en-US"/>
              <a:t>Click to enter title here</a:t>
            </a:r>
          </a:p>
        </p:txBody>
      </p:sp>
      <p:sp>
        <p:nvSpPr>
          <p:cNvPr id="11" name="Slide Number Placeholder 10">
            <a:extLst>
              <a:ext uri="{FF2B5EF4-FFF2-40B4-BE49-F238E27FC236}">
                <a16:creationId xmlns:a16="http://schemas.microsoft.com/office/drawing/2014/main" id="{A7BF9FC5-73CA-47D5-891A-42CBDE79952C}"/>
              </a:ext>
              <a:ext uri="{C183D7F6-B498-43B3-948B-1728B52AA6E4}">
                <adec:decorative xmlns:adec="http://schemas.microsoft.com/office/drawing/2017/decorative" val="1"/>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6" name="Text Placeholder 96">
            <a:extLst>
              <a:ext uri="{FF2B5EF4-FFF2-40B4-BE49-F238E27FC236}">
                <a16:creationId xmlns:a16="http://schemas.microsoft.com/office/drawing/2014/main" id="{462FAF15-0CB5-418E-A59C-EA8FADE526AE}"/>
              </a:ext>
            </a:extLst>
          </p:cNvPr>
          <p:cNvSpPr>
            <a:spLocks noGrp="1"/>
          </p:cNvSpPr>
          <p:nvPr>
            <p:ph type="body" sz="quarter" idx="111" hasCustomPrompt="1"/>
          </p:nvPr>
        </p:nvSpPr>
        <p:spPr>
          <a:xfrm>
            <a:off x="1790933" y="30000728"/>
            <a:ext cx="34382880" cy="2693031"/>
          </a:xfrm>
        </p:spPr>
        <p:txBody>
          <a:bodyPr lIns="0" tIns="0" rIns="0" bIns="0" anchor="b" anchorCtr="0">
            <a:normAutofit/>
          </a:bodyPr>
          <a:lstStyle>
            <a:lvl1pPr marL="0" indent="0">
              <a:lnSpc>
                <a:spcPct val="100000"/>
              </a:lnSpc>
              <a:spcAft>
                <a:spcPts val="1080"/>
              </a:spcAft>
              <a:buNone/>
              <a:defRPr sz="2879"/>
            </a:lvl1pPr>
          </a:lstStyle>
          <a:p>
            <a:pPr lvl="0"/>
            <a:r>
              <a:rPr lang="en-US"/>
              <a:t>Footnotes</a:t>
            </a:r>
          </a:p>
        </p:txBody>
      </p:sp>
      <p:sp>
        <p:nvSpPr>
          <p:cNvPr id="8" name="Date Placeholder 7">
            <a:extLst>
              <a:ext uri="{FF2B5EF4-FFF2-40B4-BE49-F238E27FC236}">
                <a16:creationId xmlns:a16="http://schemas.microsoft.com/office/drawing/2014/main" id="{11075AA4-1FA9-4704-A587-D8E88C1D1EF9}"/>
              </a:ext>
              <a:ext uri="{C183D7F6-B498-43B3-948B-1728B52AA6E4}">
                <adec:decorative xmlns:adec="http://schemas.microsoft.com/office/drawing/2017/decorative" val="1"/>
              </a:ext>
            </a:extLst>
          </p:cNvPr>
          <p:cNvSpPr>
            <a:spLocks noGrp="1"/>
          </p:cNvSpPr>
          <p:nvPr>
            <p:ph type="dt" sz="half" idx="10"/>
          </p:nvPr>
        </p:nvSpPr>
        <p:spPr/>
        <p:txBody>
          <a:bodyPr/>
          <a:lstStyle>
            <a:lvl1pPr>
              <a:lnSpc>
                <a:spcPct val="100000"/>
              </a:lnSpc>
              <a:defRPr/>
            </a:lvl1pPr>
          </a:lstStyle>
          <a:p>
            <a:endParaRPr lang="en-GB"/>
          </a:p>
        </p:txBody>
      </p:sp>
    </p:spTree>
    <p:custDataLst>
      <p:tags r:id="rId1"/>
    </p:custDataLst>
    <p:extLst>
      <p:ext uri="{BB962C8B-B14F-4D97-AF65-F5344CB8AC3E}">
        <p14:creationId xmlns:p14="http://schemas.microsoft.com/office/powerpoint/2010/main" val="296710597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4037" userDrawn="1">
          <p15:clr>
            <a:srgbClr val="A4A3A4"/>
          </p15:clr>
        </p15:guide>
        <p15:guide id="2" pos="4246" userDrawn="1">
          <p15:clr>
            <a:srgbClr val="A4A3A4"/>
          </p15:clr>
        </p15:guide>
        <p15:guide id="3" pos="7540" userDrawn="1">
          <p15:clr>
            <a:srgbClr val="A4A3A4"/>
          </p15:clr>
        </p15:guide>
        <p15:guide id="4" pos="7746" userDrawn="1">
          <p15:clr>
            <a:srgbClr val="A4A3A4"/>
          </p15:clr>
        </p15:guide>
        <p15:guide id="5" pos="11039" userDrawn="1">
          <p15:clr>
            <a:srgbClr val="A4A3A4"/>
          </p15:clr>
        </p15:guide>
        <p15:guide id="6" pos="11248" userDrawn="1">
          <p15:clr>
            <a:srgbClr val="A4A3A4"/>
          </p15:clr>
        </p15:guide>
        <p15:guide id="7" pos="14536" userDrawn="1">
          <p15:clr>
            <a:srgbClr val="A4A3A4"/>
          </p15:clr>
        </p15:guide>
        <p15:guide id="8" pos="14748" userDrawn="1">
          <p15:clr>
            <a:srgbClr val="A4A3A4"/>
          </p15:clr>
        </p15:guide>
        <p15:guide id="9" pos="18036" userDrawn="1">
          <p15:clr>
            <a:srgbClr val="A4A3A4"/>
          </p15:clr>
        </p15:guide>
        <p15:guide id="10" pos="18248" userDrawn="1">
          <p15:clr>
            <a:srgbClr val="A4A3A4"/>
          </p15:clr>
        </p15:guide>
        <p15:guide id="11" orient="horz" pos="2741" userDrawn="1">
          <p15:clr>
            <a:srgbClr val="C35EA4"/>
          </p15:clr>
        </p15:guide>
        <p15:guide id="12" orient="horz" pos="3021" userDrawn="1">
          <p15:clr>
            <a:srgbClr val="C35E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Value Points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p:txBody>
          <a:bodyPr/>
          <a:lstStyle>
            <a:lvl1pPr>
              <a:lnSpc>
                <a:spcPct val="100000"/>
              </a:lnSpc>
              <a:defRPr/>
            </a:lvl1pPr>
          </a:lstStyle>
          <a:p>
            <a:r>
              <a:rPr lang="en-US"/>
              <a:t>Click to enter title here</a:t>
            </a:r>
          </a:p>
        </p:txBody>
      </p:sp>
      <p:sp>
        <p:nvSpPr>
          <p:cNvPr id="23" name="Text Placeholder 18">
            <a:extLst>
              <a:ext uri="{FF2B5EF4-FFF2-40B4-BE49-F238E27FC236}">
                <a16:creationId xmlns:a16="http://schemas.microsoft.com/office/drawing/2014/main" id="{908774E5-6317-0685-60C2-4C482EE1C82E}"/>
              </a:ext>
            </a:extLst>
          </p:cNvPr>
          <p:cNvSpPr>
            <a:spLocks noGrp="1"/>
          </p:cNvSpPr>
          <p:nvPr>
            <p:ph type="body" sz="quarter" idx="112" hasCustomPrompt="1"/>
          </p:nvPr>
        </p:nvSpPr>
        <p:spPr>
          <a:xfrm>
            <a:off x="4102195" y="8985463"/>
            <a:ext cx="8109584" cy="10805159"/>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1"/>
          </a:solidFill>
        </p:spPr>
        <p:txBody>
          <a:bodyPr wrap="square" lIns="0" tIns="0" rIns="0" bIns="0" anchor="ctr" anchorCtr="0">
            <a:normAutofit/>
          </a:bodyPr>
          <a:lstStyle>
            <a:lvl1pPr marL="0" indent="0" algn="ctr">
              <a:lnSpc>
                <a:spcPct val="100000"/>
              </a:lnSpc>
              <a:buNone/>
              <a:defRPr>
                <a:solidFill>
                  <a:schemeClr val="bg1"/>
                </a:solidFill>
                <a:latin typeface="+mj-lt"/>
              </a:defRPr>
            </a:lvl1pPr>
          </a:lstStyle>
          <a:p>
            <a:pPr lvl="0"/>
            <a:r>
              <a:rPr lang="en-US"/>
              <a:t>Click to add callout or key figure</a:t>
            </a:r>
          </a:p>
        </p:txBody>
      </p:sp>
      <p:sp>
        <p:nvSpPr>
          <p:cNvPr id="24" name="Text Placeholder 9">
            <a:extLst>
              <a:ext uri="{FF2B5EF4-FFF2-40B4-BE49-F238E27FC236}">
                <a16:creationId xmlns:a16="http://schemas.microsoft.com/office/drawing/2014/main" id="{7E1E7FE7-76AF-85F1-4FBC-8E527FBEC9D3}"/>
              </a:ext>
            </a:extLst>
          </p:cNvPr>
          <p:cNvSpPr>
            <a:spLocks noGrp="1"/>
          </p:cNvSpPr>
          <p:nvPr>
            <p:ph type="body" sz="quarter" idx="18" hasCustomPrompt="1"/>
          </p:nvPr>
        </p:nvSpPr>
        <p:spPr>
          <a:xfrm>
            <a:off x="1468760" y="20223481"/>
            <a:ext cx="12830169" cy="8294400"/>
          </a:xfrm>
        </p:spPr>
        <p:txBody>
          <a:bodyPr/>
          <a:lstStyle>
            <a:lvl1pPr marL="0" indent="0" algn="ctr">
              <a:lnSpc>
                <a:spcPct val="100000"/>
              </a:lnSpc>
              <a:buNone/>
              <a:defRPr/>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25" name="Text Placeholder 18">
            <a:extLst>
              <a:ext uri="{FF2B5EF4-FFF2-40B4-BE49-F238E27FC236}">
                <a16:creationId xmlns:a16="http://schemas.microsoft.com/office/drawing/2014/main" id="{3C3D6D1C-EA2A-BC93-1142-0AF07D344827}"/>
              </a:ext>
            </a:extLst>
          </p:cNvPr>
          <p:cNvSpPr>
            <a:spLocks noGrp="1"/>
          </p:cNvSpPr>
          <p:nvPr>
            <p:ph type="body" sz="quarter" idx="113" hasCustomPrompt="1"/>
          </p:nvPr>
        </p:nvSpPr>
        <p:spPr>
          <a:xfrm>
            <a:off x="17887951" y="8985463"/>
            <a:ext cx="8109584" cy="10805159"/>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6"/>
          </a:solidFill>
        </p:spPr>
        <p:txBody>
          <a:bodyPr wrap="square" lIns="0" tIns="0" rIns="0" bIns="0" anchor="ctr" anchorCtr="0">
            <a:normAutofit/>
          </a:bodyPr>
          <a:lstStyle>
            <a:lvl1pPr marL="0" indent="0" algn="ctr">
              <a:lnSpc>
                <a:spcPct val="100000"/>
              </a:lnSpc>
              <a:buNone/>
              <a:defRPr>
                <a:solidFill>
                  <a:schemeClr val="tx1"/>
                </a:solidFill>
                <a:latin typeface="+mj-lt"/>
              </a:defRPr>
            </a:lvl1pPr>
          </a:lstStyle>
          <a:p>
            <a:pPr lvl="0"/>
            <a:r>
              <a:rPr lang="en-US"/>
              <a:t>Click to add callout or key figure</a:t>
            </a:r>
          </a:p>
        </p:txBody>
      </p:sp>
      <p:sp>
        <p:nvSpPr>
          <p:cNvPr id="26" name="Text Placeholder 9">
            <a:extLst>
              <a:ext uri="{FF2B5EF4-FFF2-40B4-BE49-F238E27FC236}">
                <a16:creationId xmlns:a16="http://schemas.microsoft.com/office/drawing/2014/main" id="{CAE97067-E054-F240-2C74-3C276BE7E5AC}"/>
              </a:ext>
            </a:extLst>
          </p:cNvPr>
          <p:cNvSpPr>
            <a:spLocks noGrp="1"/>
          </p:cNvSpPr>
          <p:nvPr>
            <p:ph type="body" sz="quarter" idx="27" hasCustomPrompt="1"/>
          </p:nvPr>
        </p:nvSpPr>
        <p:spPr>
          <a:xfrm>
            <a:off x="15530517" y="20223481"/>
            <a:ext cx="12830169" cy="8294400"/>
          </a:xfrm>
        </p:spPr>
        <p:txBody>
          <a:bodyPr/>
          <a:lstStyle>
            <a:lvl1pPr marL="0" indent="0" algn="ctr">
              <a:lnSpc>
                <a:spcPct val="100000"/>
              </a:lnSpc>
              <a:buNone/>
              <a:defRPr/>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27" name="Text Placeholder 18">
            <a:extLst>
              <a:ext uri="{FF2B5EF4-FFF2-40B4-BE49-F238E27FC236}">
                <a16:creationId xmlns:a16="http://schemas.microsoft.com/office/drawing/2014/main" id="{7FE1B641-0CB5-ADC0-4697-B06992037923}"/>
              </a:ext>
            </a:extLst>
          </p:cNvPr>
          <p:cNvSpPr>
            <a:spLocks noGrp="1"/>
          </p:cNvSpPr>
          <p:nvPr>
            <p:ph type="body" sz="quarter" idx="114" hasCustomPrompt="1"/>
          </p:nvPr>
        </p:nvSpPr>
        <p:spPr>
          <a:xfrm>
            <a:off x="31678246" y="8985463"/>
            <a:ext cx="8109584" cy="10805159"/>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5"/>
          </a:solidFill>
        </p:spPr>
        <p:txBody>
          <a:bodyPr wrap="square" lIns="0" tIns="0" rIns="0" bIns="0" anchor="ctr" anchorCtr="0">
            <a:normAutofit/>
          </a:bodyPr>
          <a:lstStyle>
            <a:lvl1pPr marL="0" indent="0" algn="ctr">
              <a:lnSpc>
                <a:spcPct val="100000"/>
              </a:lnSpc>
              <a:buNone/>
              <a:defRPr>
                <a:solidFill>
                  <a:schemeClr val="tx1"/>
                </a:solidFill>
                <a:latin typeface="+mj-lt"/>
              </a:defRPr>
            </a:lvl1pPr>
          </a:lstStyle>
          <a:p>
            <a:pPr lvl="0"/>
            <a:r>
              <a:rPr lang="en-US"/>
              <a:t>Click to add callout or key figure</a:t>
            </a:r>
          </a:p>
        </p:txBody>
      </p:sp>
      <p:sp>
        <p:nvSpPr>
          <p:cNvPr id="28" name="Text Placeholder 9">
            <a:extLst>
              <a:ext uri="{FF2B5EF4-FFF2-40B4-BE49-F238E27FC236}">
                <a16:creationId xmlns:a16="http://schemas.microsoft.com/office/drawing/2014/main" id="{57559BB0-B9E5-D570-8CCA-20334B1AC503}"/>
              </a:ext>
            </a:extLst>
          </p:cNvPr>
          <p:cNvSpPr>
            <a:spLocks noGrp="1"/>
          </p:cNvSpPr>
          <p:nvPr>
            <p:ph type="body" sz="quarter" idx="28" hasCustomPrompt="1"/>
          </p:nvPr>
        </p:nvSpPr>
        <p:spPr>
          <a:xfrm>
            <a:off x="29592271" y="20223481"/>
            <a:ext cx="12830169" cy="8294400"/>
          </a:xfrm>
        </p:spPr>
        <p:txBody>
          <a:bodyPr/>
          <a:lstStyle>
            <a:lvl1pPr marL="0" indent="0" algn="ctr">
              <a:lnSpc>
                <a:spcPct val="100000"/>
              </a:lnSpc>
              <a:buNone/>
              <a:defRPr/>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7" name="Slide Number Placeholder 6">
            <a:extLst>
              <a:ext uri="{FF2B5EF4-FFF2-40B4-BE49-F238E27FC236}">
                <a16:creationId xmlns:a16="http://schemas.microsoft.com/office/drawing/2014/main" id="{A183F930-38D6-455D-84C2-DD9D1E30FD41}"/>
              </a:ext>
              <a:ext uri="{C183D7F6-B498-43B3-948B-1728B52AA6E4}">
                <adec:decorative xmlns:adec="http://schemas.microsoft.com/office/drawing/2017/decorative" val="1"/>
              </a:ext>
            </a:extLst>
          </p:cNvPr>
          <p:cNvSpPr>
            <a:spLocks noGrp="1"/>
          </p:cNvSpPr>
          <p:nvPr>
            <p:ph type="sldNum" sz="quarter" idx="26"/>
          </p:nvPr>
        </p:nvSpPr>
        <p:spPr/>
        <p:txBody>
          <a:bodyPr/>
          <a:lstStyle>
            <a:lvl1pPr>
              <a:lnSpc>
                <a:spcPct val="100000"/>
              </a:lnSpc>
              <a:defRPr/>
            </a:lvl1pPr>
          </a:lstStyle>
          <a:p>
            <a:fld id="{F8E47D07-9D1E-4FE9-B31A-2F5863681021}" type="slidenum">
              <a:rPr lang="en-GB" smtClean="0"/>
              <a:pPr/>
              <a:t>‹#›</a:t>
            </a:fld>
            <a:endParaRPr lang="en-GB"/>
          </a:p>
        </p:txBody>
      </p:sp>
      <p:sp>
        <p:nvSpPr>
          <p:cNvPr id="14" name="Text Placeholder 96">
            <a:extLst>
              <a:ext uri="{FF2B5EF4-FFF2-40B4-BE49-F238E27FC236}">
                <a16:creationId xmlns:a16="http://schemas.microsoft.com/office/drawing/2014/main" id="{AA42A745-9907-45EF-9B18-E061ED71F0DB}"/>
              </a:ext>
            </a:extLst>
          </p:cNvPr>
          <p:cNvSpPr>
            <a:spLocks noGrp="1"/>
          </p:cNvSpPr>
          <p:nvPr>
            <p:ph type="body" sz="quarter" idx="111" hasCustomPrompt="1"/>
          </p:nvPr>
        </p:nvSpPr>
        <p:spPr>
          <a:xfrm>
            <a:off x="1790933" y="30000728"/>
            <a:ext cx="34382880" cy="2693031"/>
          </a:xfrm>
        </p:spPr>
        <p:txBody>
          <a:bodyPr lIns="0" tIns="0" rIns="0" bIns="0" anchor="b" anchorCtr="0">
            <a:normAutofit/>
          </a:bodyPr>
          <a:lstStyle>
            <a:lvl1pPr marL="0" indent="0">
              <a:lnSpc>
                <a:spcPct val="100000"/>
              </a:lnSpc>
              <a:spcAft>
                <a:spcPts val="1080"/>
              </a:spcAft>
              <a:buNone/>
              <a:defRPr sz="2879"/>
            </a:lvl1pPr>
          </a:lstStyle>
          <a:p>
            <a:pPr lvl="0"/>
            <a:r>
              <a:rPr lang="en-US"/>
              <a:t>Footnotes</a:t>
            </a:r>
          </a:p>
        </p:txBody>
      </p:sp>
      <p:sp>
        <p:nvSpPr>
          <p:cNvPr id="4" name="Date Placeholder 3">
            <a:extLst>
              <a:ext uri="{FF2B5EF4-FFF2-40B4-BE49-F238E27FC236}">
                <a16:creationId xmlns:a16="http://schemas.microsoft.com/office/drawing/2014/main" id="{C645BA28-9268-48CE-8962-39F56ADB8E1B}"/>
              </a:ext>
              <a:ext uri="{C183D7F6-B498-43B3-948B-1728B52AA6E4}">
                <adec:decorative xmlns:adec="http://schemas.microsoft.com/office/drawing/2017/decorative" val="1"/>
              </a:ext>
            </a:extLst>
          </p:cNvPr>
          <p:cNvSpPr>
            <a:spLocks noGrp="1"/>
          </p:cNvSpPr>
          <p:nvPr>
            <p:ph type="dt" sz="half" idx="24"/>
          </p:nvPr>
        </p:nvSpPr>
        <p:spPr/>
        <p:txBody>
          <a:bodyPr/>
          <a:lstStyle>
            <a:lvl1pPr>
              <a:lnSpc>
                <a:spcPct val="100000"/>
              </a:lnSpc>
              <a:defRPr/>
            </a:lvl1pPr>
          </a:lstStyle>
          <a:p>
            <a:endParaRPr lang="en-GB"/>
          </a:p>
        </p:txBody>
      </p:sp>
    </p:spTree>
    <p:custDataLst>
      <p:tags r:id="rId1"/>
    </p:custDataLst>
    <p:extLst>
      <p:ext uri="{BB962C8B-B14F-4D97-AF65-F5344CB8AC3E}">
        <p14:creationId xmlns:p14="http://schemas.microsoft.com/office/powerpoint/2010/main" val="2339888895"/>
      </p:ext>
    </p:extLst>
  </p:cSld>
  <p:clrMapOvr>
    <a:masterClrMapping/>
  </p:clrMapOvr>
  <p:extLst>
    <p:ext uri="{DCECCB84-F9BA-43D5-87BE-67443E8EF086}">
      <p15:sldGuideLst xmlns:p15="http://schemas.microsoft.com/office/powerpoint/2012/main">
        <p15:guide id="3" pos="7261" userDrawn="1">
          <p15:clr>
            <a:srgbClr val="A4A3A4"/>
          </p15:clr>
        </p15:guide>
        <p15:guide id="4" pos="7853" userDrawn="1">
          <p15:clr>
            <a:srgbClr val="A4A3A4"/>
          </p15:clr>
        </p15:guide>
        <p15:guide id="7" pos="14435" userDrawn="1">
          <p15:clr>
            <a:srgbClr val="A4A3A4"/>
          </p15:clr>
        </p15:guide>
        <p15:guide id="8" pos="15027" userDrawn="1">
          <p15:clr>
            <a:srgbClr val="A4A3A4"/>
          </p15:clr>
        </p15:guide>
        <p15:guide id="11" orient="horz" pos="2741" userDrawn="1">
          <p15:clr>
            <a:srgbClr val="C35EA4"/>
          </p15:clr>
        </p15:guide>
        <p15:guide id="12" orient="horz" pos="3021" userDrawn="1">
          <p15:clr>
            <a:srgbClr val="C35E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 Value Points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p:txBody>
          <a:bodyPr/>
          <a:lstStyle>
            <a:lvl1pPr>
              <a:lnSpc>
                <a:spcPct val="100000"/>
              </a:lnSpc>
              <a:defRPr/>
            </a:lvl1pPr>
          </a:lstStyle>
          <a:p>
            <a:r>
              <a:rPr lang="en-US"/>
              <a:t>Click to enter title here</a:t>
            </a:r>
          </a:p>
        </p:txBody>
      </p:sp>
      <p:sp>
        <p:nvSpPr>
          <p:cNvPr id="29" name="Text Placeholder 18">
            <a:extLst>
              <a:ext uri="{FF2B5EF4-FFF2-40B4-BE49-F238E27FC236}">
                <a16:creationId xmlns:a16="http://schemas.microsoft.com/office/drawing/2014/main" id="{1A29A185-838B-41FF-C98E-2BFDAEBD8434}"/>
              </a:ext>
            </a:extLst>
          </p:cNvPr>
          <p:cNvSpPr>
            <a:spLocks noGrp="1"/>
          </p:cNvSpPr>
          <p:nvPr>
            <p:ph type="body" sz="quarter" idx="112" hasCustomPrompt="1"/>
          </p:nvPr>
        </p:nvSpPr>
        <p:spPr>
          <a:xfrm>
            <a:off x="2047168" y="8985463"/>
            <a:ext cx="8109584" cy="10805159"/>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1"/>
          </a:solidFill>
        </p:spPr>
        <p:txBody>
          <a:bodyPr wrap="square" lIns="0" tIns="0" rIns="0" bIns="0" anchor="ctr" anchorCtr="0">
            <a:normAutofit/>
          </a:bodyPr>
          <a:lstStyle>
            <a:lvl1pPr marL="0" indent="0" algn="ctr">
              <a:lnSpc>
                <a:spcPct val="100000"/>
              </a:lnSpc>
              <a:buNone/>
              <a:defRPr>
                <a:solidFill>
                  <a:schemeClr val="bg1"/>
                </a:solidFill>
                <a:latin typeface="+mj-lt"/>
              </a:defRPr>
            </a:lvl1pPr>
          </a:lstStyle>
          <a:p>
            <a:pPr lvl="0"/>
            <a:r>
              <a:rPr lang="en-US"/>
              <a:t>Click to add callout or key figure</a:t>
            </a:r>
          </a:p>
        </p:txBody>
      </p:sp>
      <p:sp>
        <p:nvSpPr>
          <p:cNvPr id="30" name="Text Placeholder 9">
            <a:extLst>
              <a:ext uri="{FF2B5EF4-FFF2-40B4-BE49-F238E27FC236}">
                <a16:creationId xmlns:a16="http://schemas.microsoft.com/office/drawing/2014/main" id="{8CC9D214-CAF4-F003-7DEA-8CB09B222F10}"/>
              </a:ext>
            </a:extLst>
          </p:cNvPr>
          <p:cNvSpPr>
            <a:spLocks noGrp="1"/>
          </p:cNvSpPr>
          <p:nvPr>
            <p:ph type="body" sz="quarter" idx="18" hasCustomPrompt="1"/>
          </p:nvPr>
        </p:nvSpPr>
        <p:spPr>
          <a:xfrm>
            <a:off x="1468764" y="20223489"/>
            <a:ext cx="9332588" cy="8420765"/>
          </a:xfrm>
        </p:spPr>
        <p:txBody>
          <a:bodyPr/>
          <a:lstStyle>
            <a:lvl1pPr marL="0" indent="0" algn="ctr">
              <a:lnSpc>
                <a:spcPct val="100000"/>
              </a:lnSpc>
              <a:buNone/>
              <a:defRPr sz="7200"/>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31" name="Text Placeholder 18">
            <a:extLst>
              <a:ext uri="{FF2B5EF4-FFF2-40B4-BE49-F238E27FC236}">
                <a16:creationId xmlns:a16="http://schemas.microsoft.com/office/drawing/2014/main" id="{ACD01662-D7D4-E679-4DA0-FAC63A1FDBFA}"/>
              </a:ext>
            </a:extLst>
          </p:cNvPr>
          <p:cNvSpPr>
            <a:spLocks noGrp="1"/>
          </p:cNvSpPr>
          <p:nvPr>
            <p:ph type="body" sz="quarter" idx="113" hasCustomPrompt="1"/>
          </p:nvPr>
        </p:nvSpPr>
        <p:spPr>
          <a:xfrm>
            <a:off x="12609598" y="8985463"/>
            <a:ext cx="8109584" cy="10805159"/>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6"/>
          </a:solidFill>
        </p:spPr>
        <p:txBody>
          <a:bodyPr wrap="square" lIns="0" tIns="0" rIns="0" bIns="0" anchor="ctr" anchorCtr="0">
            <a:normAutofit/>
          </a:bodyPr>
          <a:lstStyle>
            <a:lvl1pPr marL="0" indent="0" algn="ctr">
              <a:lnSpc>
                <a:spcPct val="100000"/>
              </a:lnSpc>
              <a:buNone/>
              <a:defRPr>
                <a:solidFill>
                  <a:schemeClr val="tx1"/>
                </a:solidFill>
                <a:latin typeface="+mj-lt"/>
              </a:defRPr>
            </a:lvl1pPr>
          </a:lstStyle>
          <a:p>
            <a:pPr lvl="0"/>
            <a:r>
              <a:rPr lang="en-US"/>
              <a:t>Click to add callout or key figure</a:t>
            </a:r>
          </a:p>
        </p:txBody>
      </p:sp>
      <p:sp>
        <p:nvSpPr>
          <p:cNvPr id="32" name="Text Placeholder 9">
            <a:extLst>
              <a:ext uri="{FF2B5EF4-FFF2-40B4-BE49-F238E27FC236}">
                <a16:creationId xmlns:a16="http://schemas.microsoft.com/office/drawing/2014/main" id="{5E7F3C01-9811-E089-2F05-62240D09F64F}"/>
              </a:ext>
            </a:extLst>
          </p:cNvPr>
          <p:cNvSpPr>
            <a:spLocks noGrp="1"/>
          </p:cNvSpPr>
          <p:nvPr>
            <p:ph type="body" sz="quarter" idx="30" hasCustomPrompt="1"/>
          </p:nvPr>
        </p:nvSpPr>
        <p:spPr>
          <a:xfrm>
            <a:off x="12020160" y="20223489"/>
            <a:ext cx="9332588" cy="8420765"/>
          </a:xfrm>
        </p:spPr>
        <p:txBody>
          <a:bodyPr/>
          <a:lstStyle>
            <a:lvl1pPr marL="0" indent="0" algn="ctr">
              <a:lnSpc>
                <a:spcPct val="100000"/>
              </a:lnSpc>
              <a:buNone/>
              <a:defRPr sz="7200"/>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33" name="Text Placeholder 18">
            <a:extLst>
              <a:ext uri="{FF2B5EF4-FFF2-40B4-BE49-F238E27FC236}">
                <a16:creationId xmlns:a16="http://schemas.microsoft.com/office/drawing/2014/main" id="{AE29663C-8BFD-0CD5-3803-048743082A1D}"/>
              </a:ext>
            </a:extLst>
          </p:cNvPr>
          <p:cNvSpPr>
            <a:spLocks noGrp="1"/>
          </p:cNvSpPr>
          <p:nvPr>
            <p:ph type="body" sz="quarter" idx="114" hasCustomPrompt="1"/>
          </p:nvPr>
        </p:nvSpPr>
        <p:spPr>
          <a:xfrm>
            <a:off x="23172027" y="8985463"/>
            <a:ext cx="8109584" cy="10805159"/>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5"/>
          </a:solidFill>
        </p:spPr>
        <p:txBody>
          <a:bodyPr wrap="square" lIns="0" tIns="0" rIns="0" bIns="0" anchor="ctr" anchorCtr="0">
            <a:normAutofit/>
          </a:bodyPr>
          <a:lstStyle>
            <a:lvl1pPr marL="0" indent="0" algn="ctr">
              <a:lnSpc>
                <a:spcPct val="100000"/>
              </a:lnSpc>
              <a:buNone/>
              <a:defRPr>
                <a:solidFill>
                  <a:schemeClr val="tx1"/>
                </a:solidFill>
                <a:latin typeface="+mj-lt"/>
              </a:defRPr>
            </a:lvl1pPr>
          </a:lstStyle>
          <a:p>
            <a:pPr lvl="0"/>
            <a:r>
              <a:rPr lang="en-US"/>
              <a:t>Click to add callout or key figure</a:t>
            </a:r>
          </a:p>
        </p:txBody>
      </p:sp>
      <p:sp>
        <p:nvSpPr>
          <p:cNvPr id="34" name="Text Placeholder 9">
            <a:extLst>
              <a:ext uri="{FF2B5EF4-FFF2-40B4-BE49-F238E27FC236}">
                <a16:creationId xmlns:a16="http://schemas.microsoft.com/office/drawing/2014/main" id="{BF905CDA-C0A2-1E33-ABD8-291F764868DA}"/>
              </a:ext>
            </a:extLst>
          </p:cNvPr>
          <p:cNvSpPr>
            <a:spLocks noGrp="1"/>
          </p:cNvSpPr>
          <p:nvPr>
            <p:ph type="body" sz="quarter" idx="31" hasCustomPrompt="1"/>
          </p:nvPr>
        </p:nvSpPr>
        <p:spPr>
          <a:xfrm>
            <a:off x="22571562" y="20223489"/>
            <a:ext cx="9332588" cy="8420765"/>
          </a:xfrm>
        </p:spPr>
        <p:txBody>
          <a:bodyPr/>
          <a:lstStyle>
            <a:lvl1pPr marL="0" indent="0" algn="ctr">
              <a:lnSpc>
                <a:spcPct val="100000"/>
              </a:lnSpc>
              <a:buNone/>
              <a:defRPr sz="7200"/>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35" name="Text Placeholder 18">
            <a:extLst>
              <a:ext uri="{FF2B5EF4-FFF2-40B4-BE49-F238E27FC236}">
                <a16:creationId xmlns:a16="http://schemas.microsoft.com/office/drawing/2014/main" id="{CE640007-E9BE-2277-AD9A-AE01C100C4CA}"/>
              </a:ext>
            </a:extLst>
          </p:cNvPr>
          <p:cNvSpPr>
            <a:spLocks noGrp="1"/>
          </p:cNvSpPr>
          <p:nvPr>
            <p:ph type="body" sz="quarter" idx="115" hasCustomPrompt="1"/>
          </p:nvPr>
        </p:nvSpPr>
        <p:spPr>
          <a:xfrm>
            <a:off x="33734454" y="8985463"/>
            <a:ext cx="8109584" cy="10805159"/>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tx2"/>
          </a:solidFill>
        </p:spPr>
        <p:txBody>
          <a:bodyPr wrap="square" lIns="0" tIns="0" rIns="0" bIns="0" anchor="ctr" anchorCtr="0">
            <a:normAutofit/>
          </a:bodyPr>
          <a:lstStyle>
            <a:lvl1pPr marL="0" indent="0" algn="ctr">
              <a:lnSpc>
                <a:spcPct val="100000"/>
              </a:lnSpc>
              <a:buNone/>
              <a:defRPr>
                <a:solidFill>
                  <a:schemeClr val="bg1"/>
                </a:solidFill>
                <a:latin typeface="+mj-lt"/>
              </a:defRPr>
            </a:lvl1pPr>
          </a:lstStyle>
          <a:p>
            <a:pPr lvl="0"/>
            <a:r>
              <a:rPr lang="en-US"/>
              <a:t>Click to add callout or key figure</a:t>
            </a:r>
          </a:p>
        </p:txBody>
      </p:sp>
      <p:sp>
        <p:nvSpPr>
          <p:cNvPr id="36" name="Text Placeholder 9">
            <a:extLst>
              <a:ext uri="{FF2B5EF4-FFF2-40B4-BE49-F238E27FC236}">
                <a16:creationId xmlns:a16="http://schemas.microsoft.com/office/drawing/2014/main" id="{FEAAFD62-B4F1-9834-F672-1BB07FEDBDBF}"/>
              </a:ext>
            </a:extLst>
          </p:cNvPr>
          <p:cNvSpPr>
            <a:spLocks noGrp="1"/>
          </p:cNvSpPr>
          <p:nvPr>
            <p:ph type="body" sz="quarter" idx="32" hasCustomPrompt="1"/>
          </p:nvPr>
        </p:nvSpPr>
        <p:spPr>
          <a:xfrm>
            <a:off x="33122957" y="20223489"/>
            <a:ext cx="9332588" cy="8420765"/>
          </a:xfrm>
        </p:spPr>
        <p:txBody>
          <a:bodyPr/>
          <a:lstStyle>
            <a:lvl1pPr marL="0" indent="0" algn="ctr">
              <a:lnSpc>
                <a:spcPct val="100000"/>
              </a:lnSpc>
              <a:buNone/>
              <a:defRPr sz="7200"/>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8" name="Slide Number Placeholder 7">
            <a:extLst>
              <a:ext uri="{FF2B5EF4-FFF2-40B4-BE49-F238E27FC236}">
                <a16:creationId xmlns:a16="http://schemas.microsoft.com/office/drawing/2014/main" id="{B7FF9A92-5BDB-40F9-8C9E-94BECF288EF4}"/>
              </a:ext>
              <a:ext uri="{C183D7F6-B498-43B3-948B-1728B52AA6E4}">
                <adec:decorative xmlns:adec="http://schemas.microsoft.com/office/drawing/2017/decorative" val="1"/>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18" name="Text Placeholder 96">
            <a:extLst>
              <a:ext uri="{FF2B5EF4-FFF2-40B4-BE49-F238E27FC236}">
                <a16:creationId xmlns:a16="http://schemas.microsoft.com/office/drawing/2014/main" id="{6F65E95C-9C1A-45B9-A2D2-B58B0FB5236B}"/>
              </a:ext>
            </a:extLst>
          </p:cNvPr>
          <p:cNvSpPr>
            <a:spLocks noGrp="1"/>
          </p:cNvSpPr>
          <p:nvPr>
            <p:ph type="body" sz="quarter" idx="111" hasCustomPrompt="1"/>
          </p:nvPr>
        </p:nvSpPr>
        <p:spPr>
          <a:xfrm>
            <a:off x="1790933" y="30000728"/>
            <a:ext cx="34382880" cy="2693031"/>
          </a:xfrm>
        </p:spPr>
        <p:txBody>
          <a:bodyPr lIns="0" tIns="0" rIns="0" bIns="0" anchor="b" anchorCtr="0">
            <a:normAutofit/>
          </a:bodyPr>
          <a:lstStyle>
            <a:lvl1pPr marL="0" indent="0">
              <a:lnSpc>
                <a:spcPct val="100000"/>
              </a:lnSpc>
              <a:spcAft>
                <a:spcPts val="1080"/>
              </a:spcAft>
              <a:buNone/>
              <a:defRPr sz="2879"/>
            </a:lvl1pPr>
          </a:lstStyle>
          <a:p>
            <a:pPr lvl="0"/>
            <a:r>
              <a:rPr lang="en-US"/>
              <a:t>Footnotes</a:t>
            </a:r>
          </a:p>
        </p:txBody>
      </p:sp>
      <p:sp>
        <p:nvSpPr>
          <p:cNvPr id="6" name="Date Placeholder 5">
            <a:extLst>
              <a:ext uri="{FF2B5EF4-FFF2-40B4-BE49-F238E27FC236}">
                <a16:creationId xmlns:a16="http://schemas.microsoft.com/office/drawing/2014/main" id="{98CF1364-95FC-4822-BD65-0519B5DD9BCE}"/>
              </a:ext>
              <a:ext uri="{C183D7F6-B498-43B3-948B-1728B52AA6E4}">
                <adec:decorative xmlns:adec="http://schemas.microsoft.com/office/drawing/2017/decorative" val="1"/>
              </a:ext>
            </a:extLst>
          </p:cNvPr>
          <p:cNvSpPr>
            <a:spLocks noGrp="1"/>
          </p:cNvSpPr>
          <p:nvPr>
            <p:ph type="dt" sz="half" idx="10"/>
          </p:nvPr>
        </p:nvSpPr>
        <p:spPr/>
        <p:txBody>
          <a:bodyPr/>
          <a:lstStyle>
            <a:lvl1pPr>
              <a:lnSpc>
                <a:spcPct val="100000"/>
              </a:lnSpc>
              <a:defRPr/>
            </a:lvl1pPr>
          </a:lstStyle>
          <a:p>
            <a:endParaRPr lang="en-GB"/>
          </a:p>
        </p:txBody>
      </p:sp>
    </p:spTree>
    <p:custDataLst>
      <p:tags r:id="rId1"/>
    </p:custDataLst>
    <p:extLst>
      <p:ext uri="{BB962C8B-B14F-4D97-AF65-F5344CB8AC3E}">
        <p14:creationId xmlns:p14="http://schemas.microsoft.com/office/powerpoint/2010/main" val="2547853036"/>
      </p:ext>
    </p:extLst>
  </p:cSld>
  <p:clrMapOvr>
    <a:masterClrMapping/>
  </p:clrMapOvr>
  <p:extLst>
    <p:ext uri="{DCECCB84-F9BA-43D5-87BE-67443E8EF086}">
      <p15:sldGuideLst xmlns:p15="http://schemas.microsoft.com/office/powerpoint/2012/main">
        <p15:guide id="3" pos="5485" userDrawn="1">
          <p15:clr>
            <a:srgbClr val="A4A3A4"/>
          </p15:clr>
        </p15:guide>
        <p15:guide id="4" pos="6077" userDrawn="1">
          <p15:clr>
            <a:srgbClr val="A4A3A4"/>
          </p15:clr>
        </p15:guide>
        <p15:guide id="5" pos="10816" userDrawn="1">
          <p15:clr>
            <a:srgbClr val="A4A3A4"/>
          </p15:clr>
        </p15:guide>
        <p15:guide id="6" pos="11472" userDrawn="1">
          <p15:clr>
            <a:srgbClr val="A4A3A4"/>
          </p15:clr>
        </p15:guide>
        <p15:guide id="9" pos="16211" userDrawn="1">
          <p15:clr>
            <a:srgbClr val="A4A3A4"/>
          </p15:clr>
        </p15:guide>
        <p15:guide id="10" pos="16803" userDrawn="1">
          <p15:clr>
            <a:srgbClr val="A4A3A4"/>
          </p15:clr>
        </p15:guide>
        <p15:guide id="11" orient="horz" pos="2741" userDrawn="1">
          <p15:clr>
            <a:srgbClr val="C35EA4"/>
          </p15:clr>
        </p15:guide>
        <p15:guide id="12" orient="horz" pos="3021" userDrawn="1">
          <p15:clr>
            <a:srgbClr val="C35E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 Value Points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p:txBody>
          <a:bodyPr/>
          <a:lstStyle>
            <a:lvl1pPr>
              <a:lnSpc>
                <a:spcPct val="100000"/>
              </a:lnSpc>
              <a:defRPr/>
            </a:lvl1pPr>
          </a:lstStyle>
          <a:p>
            <a:r>
              <a:rPr lang="en-US"/>
              <a:t>Click to enter title here</a:t>
            </a:r>
          </a:p>
        </p:txBody>
      </p:sp>
      <p:sp>
        <p:nvSpPr>
          <p:cNvPr id="33" name="Text Placeholder 18">
            <a:extLst>
              <a:ext uri="{FF2B5EF4-FFF2-40B4-BE49-F238E27FC236}">
                <a16:creationId xmlns:a16="http://schemas.microsoft.com/office/drawing/2014/main" id="{FA36CDD2-8C9C-EA14-5271-A8D9555989E5}"/>
              </a:ext>
            </a:extLst>
          </p:cNvPr>
          <p:cNvSpPr>
            <a:spLocks noGrp="1"/>
          </p:cNvSpPr>
          <p:nvPr>
            <p:ph type="body" sz="quarter" idx="112" hasCustomPrompt="1"/>
          </p:nvPr>
        </p:nvSpPr>
        <p:spPr>
          <a:xfrm>
            <a:off x="1985834" y="8985467"/>
            <a:ext cx="6532731" cy="8704177"/>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1"/>
          </a:solidFill>
        </p:spPr>
        <p:txBody>
          <a:bodyPr wrap="square" lIns="0" tIns="0" rIns="0" bIns="0" anchor="ctr" anchorCtr="0">
            <a:normAutofit/>
          </a:bodyPr>
          <a:lstStyle>
            <a:lvl1pPr marL="0" indent="0" algn="ctr">
              <a:lnSpc>
                <a:spcPct val="100000"/>
              </a:lnSpc>
              <a:buNone/>
              <a:defRPr sz="7200">
                <a:solidFill>
                  <a:schemeClr val="bg1"/>
                </a:solidFill>
                <a:latin typeface="+mj-lt"/>
              </a:defRPr>
            </a:lvl1pPr>
          </a:lstStyle>
          <a:p>
            <a:pPr lvl="0"/>
            <a:r>
              <a:rPr lang="en-US"/>
              <a:t>Click to add callout or key figure</a:t>
            </a:r>
          </a:p>
        </p:txBody>
      </p:sp>
      <p:sp>
        <p:nvSpPr>
          <p:cNvPr id="34" name="Text Placeholder 9">
            <a:extLst>
              <a:ext uri="{FF2B5EF4-FFF2-40B4-BE49-F238E27FC236}">
                <a16:creationId xmlns:a16="http://schemas.microsoft.com/office/drawing/2014/main" id="{0E0FE2D6-35F4-8E1A-31AA-6F312886C7B5}"/>
              </a:ext>
            </a:extLst>
          </p:cNvPr>
          <p:cNvSpPr>
            <a:spLocks noGrp="1"/>
          </p:cNvSpPr>
          <p:nvPr>
            <p:ph type="body" sz="quarter" idx="18" hasCustomPrompt="1"/>
          </p:nvPr>
        </p:nvSpPr>
        <p:spPr>
          <a:xfrm>
            <a:off x="1468767" y="18852843"/>
            <a:ext cx="7646667" cy="10022399"/>
          </a:xfrm>
        </p:spPr>
        <p:txBody>
          <a:bodyPr/>
          <a:lstStyle>
            <a:lvl1pPr marL="0" indent="0" algn="ctr">
              <a:lnSpc>
                <a:spcPct val="100000"/>
              </a:lnSpc>
              <a:buNone/>
              <a:defRPr sz="7200"/>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35" name="Text Placeholder 18">
            <a:extLst>
              <a:ext uri="{FF2B5EF4-FFF2-40B4-BE49-F238E27FC236}">
                <a16:creationId xmlns:a16="http://schemas.microsoft.com/office/drawing/2014/main" id="{A330BAED-E9CF-2E69-A2F4-772911766C62}"/>
              </a:ext>
            </a:extLst>
          </p:cNvPr>
          <p:cNvSpPr>
            <a:spLocks noGrp="1"/>
          </p:cNvSpPr>
          <p:nvPr>
            <p:ph type="body" sz="quarter" idx="113" hasCustomPrompt="1"/>
          </p:nvPr>
        </p:nvSpPr>
        <p:spPr>
          <a:xfrm>
            <a:off x="10332535" y="8985467"/>
            <a:ext cx="6532731" cy="8704177"/>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6"/>
          </a:solidFill>
        </p:spPr>
        <p:txBody>
          <a:bodyPr wrap="square" lIns="0" tIns="0" rIns="0" bIns="0" anchor="ctr" anchorCtr="0">
            <a:normAutofit/>
          </a:bodyPr>
          <a:lstStyle>
            <a:lvl1pPr marL="0" indent="0" algn="ctr">
              <a:lnSpc>
                <a:spcPct val="100000"/>
              </a:lnSpc>
              <a:buNone/>
              <a:defRPr sz="7200">
                <a:solidFill>
                  <a:schemeClr val="tx1"/>
                </a:solidFill>
                <a:latin typeface="+mj-lt"/>
              </a:defRPr>
            </a:lvl1pPr>
          </a:lstStyle>
          <a:p>
            <a:pPr lvl="0"/>
            <a:r>
              <a:rPr lang="en-US"/>
              <a:t>Click to add callout or key figure</a:t>
            </a:r>
          </a:p>
        </p:txBody>
      </p:sp>
      <p:sp>
        <p:nvSpPr>
          <p:cNvPr id="36" name="Text Placeholder 9">
            <a:extLst>
              <a:ext uri="{FF2B5EF4-FFF2-40B4-BE49-F238E27FC236}">
                <a16:creationId xmlns:a16="http://schemas.microsoft.com/office/drawing/2014/main" id="{5B9BE5D8-0413-0ACA-741E-13DEE93FF747}"/>
              </a:ext>
            </a:extLst>
          </p:cNvPr>
          <p:cNvSpPr>
            <a:spLocks noGrp="1"/>
          </p:cNvSpPr>
          <p:nvPr>
            <p:ph type="body" sz="quarter" idx="32" hasCustomPrompt="1"/>
          </p:nvPr>
        </p:nvSpPr>
        <p:spPr>
          <a:xfrm>
            <a:off x="9761228" y="18852843"/>
            <a:ext cx="7646667" cy="10022399"/>
          </a:xfrm>
        </p:spPr>
        <p:txBody>
          <a:bodyPr/>
          <a:lstStyle>
            <a:lvl1pPr marL="0" indent="0" algn="ctr">
              <a:lnSpc>
                <a:spcPct val="100000"/>
              </a:lnSpc>
              <a:buNone/>
              <a:defRPr sz="7200"/>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37" name="Text Placeholder 18">
            <a:extLst>
              <a:ext uri="{FF2B5EF4-FFF2-40B4-BE49-F238E27FC236}">
                <a16:creationId xmlns:a16="http://schemas.microsoft.com/office/drawing/2014/main" id="{6B2F2730-F6F9-0FE9-1E9E-8DF9F5395AE5}"/>
              </a:ext>
            </a:extLst>
          </p:cNvPr>
          <p:cNvSpPr>
            <a:spLocks noGrp="1"/>
          </p:cNvSpPr>
          <p:nvPr>
            <p:ph type="body" sz="quarter" idx="114" hasCustomPrompt="1"/>
          </p:nvPr>
        </p:nvSpPr>
        <p:spPr>
          <a:xfrm>
            <a:off x="18679239" y="8985467"/>
            <a:ext cx="6532731" cy="8704177"/>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5"/>
          </a:solidFill>
        </p:spPr>
        <p:txBody>
          <a:bodyPr wrap="square" lIns="0" tIns="0" rIns="0" bIns="0" anchor="ctr" anchorCtr="0">
            <a:normAutofit/>
          </a:bodyPr>
          <a:lstStyle>
            <a:lvl1pPr marL="0" indent="0" algn="ctr">
              <a:lnSpc>
                <a:spcPct val="100000"/>
              </a:lnSpc>
              <a:buNone/>
              <a:defRPr sz="7200">
                <a:solidFill>
                  <a:schemeClr val="tx1"/>
                </a:solidFill>
                <a:latin typeface="+mj-lt"/>
              </a:defRPr>
            </a:lvl1pPr>
          </a:lstStyle>
          <a:p>
            <a:pPr lvl="0"/>
            <a:r>
              <a:rPr lang="en-US"/>
              <a:t>Click to add callout or key figure</a:t>
            </a:r>
          </a:p>
        </p:txBody>
      </p:sp>
      <p:sp>
        <p:nvSpPr>
          <p:cNvPr id="38" name="Text Placeholder 9">
            <a:extLst>
              <a:ext uri="{FF2B5EF4-FFF2-40B4-BE49-F238E27FC236}">
                <a16:creationId xmlns:a16="http://schemas.microsoft.com/office/drawing/2014/main" id="{A28559BD-35F7-45E2-9625-26A01CA62766}"/>
              </a:ext>
            </a:extLst>
          </p:cNvPr>
          <p:cNvSpPr>
            <a:spLocks noGrp="1"/>
          </p:cNvSpPr>
          <p:nvPr>
            <p:ph type="body" sz="quarter" idx="33" hasCustomPrompt="1"/>
          </p:nvPr>
        </p:nvSpPr>
        <p:spPr>
          <a:xfrm>
            <a:off x="18059403" y="18852843"/>
            <a:ext cx="7772396" cy="10022399"/>
          </a:xfrm>
        </p:spPr>
        <p:txBody>
          <a:bodyPr/>
          <a:lstStyle>
            <a:lvl1pPr marL="0" indent="0" algn="ctr">
              <a:lnSpc>
                <a:spcPct val="100000"/>
              </a:lnSpc>
              <a:buNone/>
              <a:defRPr sz="7200"/>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39" name="Text Placeholder 18">
            <a:extLst>
              <a:ext uri="{FF2B5EF4-FFF2-40B4-BE49-F238E27FC236}">
                <a16:creationId xmlns:a16="http://schemas.microsoft.com/office/drawing/2014/main" id="{FF5D1043-80F8-B0C9-61D2-7DBB499435FB}"/>
              </a:ext>
            </a:extLst>
          </p:cNvPr>
          <p:cNvSpPr>
            <a:spLocks noGrp="1"/>
          </p:cNvSpPr>
          <p:nvPr>
            <p:ph type="body" sz="quarter" idx="116" hasCustomPrompt="1"/>
          </p:nvPr>
        </p:nvSpPr>
        <p:spPr>
          <a:xfrm>
            <a:off x="27040282" y="8985467"/>
            <a:ext cx="6532731" cy="8704177"/>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3"/>
          </a:solidFill>
        </p:spPr>
        <p:txBody>
          <a:bodyPr wrap="square" lIns="0" tIns="0" rIns="0" bIns="0" anchor="ctr" anchorCtr="0">
            <a:normAutofit/>
          </a:bodyPr>
          <a:lstStyle>
            <a:lvl1pPr marL="0" indent="0" algn="ctr">
              <a:lnSpc>
                <a:spcPct val="100000"/>
              </a:lnSpc>
              <a:buNone/>
              <a:defRPr sz="7200">
                <a:solidFill>
                  <a:schemeClr val="bg1"/>
                </a:solidFill>
                <a:latin typeface="+mj-lt"/>
              </a:defRPr>
            </a:lvl1pPr>
          </a:lstStyle>
          <a:p>
            <a:pPr lvl="0"/>
            <a:r>
              <a:rPr lang="en-US"/>
              <a:t>Click to add callout or key figure</a:t>
            </a:r>
          </a:p>
        </p:txBody>
      </p:sp>
      <p:sp>
        <p:nvSpPr>
          <p:cNvPr id="40" name="Text Placeholder 9">
            <a:extLst>
              <a:ext uri="{FF2B5EF4-FFF2-40B4-BE49-F238E27FC236}">
                <a16:creationId xmlns:a16="http://schemas.microsoft.com/office/drawing/2014/main" id="{3EC2CEFC-763B-BBF7-0BB9-E9FD3626F383}"/>
              </a:ext>
            </a:extLst>
          </p:cNvPr>
          <p:cNvSpPr>
            <a:spLocks noGrp="1"/>
          </p:cNvSpPr>
          <p:nvPr>
            <p:ph type="body" sz="quarter" idx="34" hasCustomPrompt="1"/>
          </p:nvPr>
        </p:nvSpPr>
        <p:spPr>
          <a:xfrm>
            <a:off x="26483314" y="18852843"/>
            <a:ext cx="7646667" cy="10022399"/>
          </a:xfrm>
        </p:spPr>
        <p:txBody>
          <a:bodyPr/>
          <a:lstStyle>
            <a:lvl1pPr marL="0" indent="0" algn="ctr">
              <a:lnSpc>
                <a:spcPct val="100000"/>
              </a:lnSpc>
              <a:buNone/>
              <a:defRPr sz="7200"/>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41" name="Text Placeholder 18">
            <a:extLst>
              <a:ext uri="{FF2B5EF4-FFF2-40B4-BE49-F238E27FC236}">
                <a16:creationId xmlns:a16="http://schemas.microsoft.com/office/drawing/2014/main" id="{6D7A5137-A4E7-91D5-97A1-83F3228C8EA2}"/>
              </a:ext>
            </a:extLst>
          </p:cNvPr>
          <p:cNvSpPr>
            <a:spLocks noGrp="1"/>
          </p:cNvSpPr>
          <p:nvPr>
            <p:ph type="body" sz="quarter" idx="115" hasCustomPrompt="1"/>
          </p:nvPr>
        </p:nvSpPr>
        <p:spPr>
          <a:xfrm>
            <a:off x="35332746" y="8985467"/>
            <a:ext cx="6532731" cy="8704177"/>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tx2"/>
          </a:solidFill>
        </p:spPr>
        <p:txBody>
          <a:bodyPr wrap="square" lIns="0" tIns="0" rIns="0" bIns="0" anchor="ctr" anchorCtr="0">
            <a:normAutofit/>
          </a:bodyPr>
          <a:lstStyle>
            <a:lvl1pPr marL="0" indent="0" algn="ctr">
              <a:lnSpc>
                <a:spcPct val="100000"/>
              </a:lnSpc>
              <a:buNone/>
              <a:defRPr sz="7200">
                <a:solidFill>
                  <a:schemeClr val="bg1"/>
                </a:solidFill>
                <a:latin typeface="+mj-lt"/>
              </a:defRPr>
            </a:lvl1pPr>
          </a:lstStyle>
          <a:p>
            <a:pPr lvl="0"/>
            <a:r>
              <a:rPr lang="en-US"/>
              <a:t>Click to add callout or key figure</a:t>
            </a:r>
          </a:p>
        </p:txBody>
      </p:sp>
      <p:sp>
        <p:nvSpPr>
          <p:cNvPr id="42" name="Text Placeholder 9">
            <a:extLst>
              <a:ext uri="{FF2B5EF4-FFF2-40B4-BE49-F238E27FC236}">
                <a16:creationId xmlns:a16="http://schemas.microsoft.com/office/drawing/2014/main" id="{95A1032C-67B8-5D48-FBF7-47CA8F6DF40F}"/>
              </a:ext>
            </a:extLst>
          </p:cNvPr>
          <p:cNvSpPr>
            <a:spLocks noGrp="1"/>
          </p:cNvSpPr>
          <p:nvPr>
            <p:ph type="body" sz="quarter" idx="35" hasCustomPrompt="1"/>
          </p:nvPr>
        </p:nvSpPr>
        <p:spPr>
          <a:xfrm>
            <a:off x="34775778" y="18852843"/>
            <a:ext cx="7646667" cy="10022399"/>
          </a:xfrm>
        </p:spPr>
        <p:txBody>
          <a:bodyPr/>
          <a:lstStyle>
            <a:lvl1pPr marL="0" indent="0" algn="ctr">
              <a:lnSpc>
                <a:spcPct val="100000"/>
              </a:lnSpc>
              <a:buNone/>
              <a:defRPr sz="7200"/>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8" name="Slide Number Placeholder 7">
            <a:extLst>
              <a:ext uri="{FF2B5EF4-FFF2-40B4-BE49-F238E27FC236}">
                <a16:creationId xmlns:a16="http://schemas.microsoft.com/office/drawing/2014/main" id="{B7FF9A92-5BDB-40F9-8C9E-94BECF288EF4}"/>
              </a:ext>
              <a:ext uri="{C183D7F6-B498-43B3-948B-1728B52AA6E4}">
                <adec:decorative xmlns:adec="http://schemas.microsoft.com/office/drawing/2017/decorative" val="1"/>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17" name="Text Placeholder 96">
            <a:extLst>
              <a:ext uri="{FF2B5EF4-FFF2-40B4-BE49-F238E27FC236}">
                <a16:creationId xmlns:a16="http://schemas.microsoft.com/office/drawing/2014/main" id="{E55FEA9E-88F1-4D2F-9402-729ADDB70C5C}"/>
              </a:ext>
            </a:extLst>
          </p:cNvPr>
          <p:cNvSpPr>
            <a:spLocks noGrp="1"/>
          </p:cNvSpPr>
          <p:nvPr>
            <p:ph type="body" sz="quarter" idx="111" hasCustomPrompt="1"/>
          </p:nvPr>
        </p:nvSpPr>
        <p:spPr>
          <a:xfrm>
            <a:off x="1790933" y="30000728"/>
            <a:ext cx="34382880" cy="2693031"/>
          </a:xfrm>
        </p:spPr>
        <p:txBody>
          <a:bodyPr lIns="0" tIns="0" rIns="0" bIns="0" anchor="b" anchorCtr="0">
            <a:normAutofit/>
          </a:bodyPr>
          <a:lstStyle>
            <a:lvl1pPr marL="0" indent="0">
              <a:lnSpc>
                <a:spcPct val="100000"/>
              </a:lnSpc>
              <a:spcAft>
                <a:spcPts val="1080"/>
              </a:spcAft>
              <a:buNone/>
              <a:defRPr sz="2879"/>
            </a:lvl1pPr>
          </a:lstStyle>
          <a:p>
            <a:pPr lvl="0"/>
            <a:r>
              <a:rPr lang="en-US"/>
              <a:t>Footnotes</a:t>
            </a:r>
          </a:p>
        </p:txBody>
      </p:sp>
      <p:sp>
        <p:nvSpPr>
          <p:cNvPr id="6" name="Date Placeholder 5">
            <a:extLst>
              <a:ext uri="{FF2B5EF4-FFF2-40B4-BE49-F238E27FC236}">
                <a16:creationId xmlns:a16="http://schemas.microsoft.com/office/drawing/2014/main" id="{98CF1364-95FC-4822-BD65-0519B5DD9BCE}"/>
              </a:ext>
              <a:ext uri="{C183D7F6-B498-43B3-948B-1728B52AA6E4}">
                <adec:decorative xmlns:adec="http://schemas.microsoft.com/office/drawing/2017/decorative" val="1"/>
              </a:ext>
            </a:extLst>
          </p:cNvPr>
          <p:cNvSpPr>
            <a:spLocks noGrp="1"/>
          </p:cNvSpPr>
          <p:nvPr>
            <p:ph type="dt" sz="half" idx="10"/>
          </p:nvPr>
        </p:nvSpPr>
        <p:spPr/>
        <p:txBody>
          <a:bodyPr/>
          <a:lstStyle>
            <a:lvl1pPr>
              <a:lnSpc>
                <a:spcPct val="100000"/>
              </a:lnSpc>
              <a:defRPr/>
            </a:lvl1pPr>
          </a:lstStyle>
          <a:p>
            <a:endParaRPr lang="en-GB"/>
          </a:p>
        </p:txBody>
      </p:sp>
    </p:spTree>
    <p:custDataLst>
      <p:tags r:id="rId1"/>
    </p:custDataLst>
    <p:extLst>
      <p:ext uri="{BB962C8B-B14F-4D97-AF65-F5344CB8AC3E}">
        <p14:creationId xmlns:p14="http://schemas.microsoft.com/office/powerpoint/2010/main" val="708676476"/>
      </p:ext>
    </p:extLst>
  </p:cSld>
  <p:clrMapOvr>
    <a:masterClrMapping/>
  </p:clrMapOvr>
  <p:extLst>
    <p:ext uri="{DCECCB84-F9BA-43D5-87BE-67443E8EF086}">
      <p15:sldGuideLst xmlns:p15="http://schemas.microsoft.com/office/powerpoint/2012/main">
        <p15:guide id="1" pos="4629" userDrawn="1">
          <p15:clr>
            <a:srgbClr val="A4A3A4"/>
          </p15:clr>
        </p15:guide>
        <p15:guide id="2" pos="4957" userDrawn="1">
          <p15:clr>
            <a:srgbClr val="A4A3A4"/>
          </p15:clr>
        </p15:guide>
        <p15:guide id="3" pos="8840" userDrawn="1">
          <p15:clr>
            <a:srgbClr val="A4A3A4"/>
          </p15:clr>
        </p15:guide>
        <p15:guide id="4" pos="9171" userDrawn="1">
          <p15:clr>
            <a:srgbClr val="A4A3A4"/>
          </p15:clr>
        </p15:guide>
        <p15:guide id="5" pos="13117" userDrawn="1">
          <p15:clr>
            <a:srgbClr val="A4A3A4"/>
          </p15:clr>
        </p15:guide>
        <p15:guide id="6" pos="13448" userDrawn="1">
          <p15:clr>
            <a:srgbClr val="A4A3A4"/>
          </p15:clr>
        </p15:guide>
        <p15:guide id="9" pos="17331" userDrawn="1">
          <p15:clr>
            <a:srgbClr val="A4A3A4"/>
          </p15:clr>
        </p15:guide>
        <p15:guide id="10" pos="17659" userDrawn="1">
          <p15:clr>
            <a:srgbClr val="A4A3A4"/>
          </p15:clr>
        </p15:guide>
        <p15:guide id="11" orient="horz" pos="2741" userDrawn="1">
          <p15:clr>
            <a:srgbClr val="C35EA4"/>
          </p15:clr>
        </p15:guide>
        <p15:guide id="12" orient="horz" pos="3021" userDrawn="1">
          <p15:clr>
            <a:srgbClr val="C35E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4526298" y="3695095"/>
            <a:ext cx="34838618" cy="19146523"/>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pPr>
              <a:lnSpc>
                <a:spcPct val="90000"/>
              </a:lnSpc>
            </a:pPr>
            <a:r>
              <a:rPr lang="en-US" sz="34561"/>
              <a:t>Do not use layouts</a:t>
            </a:r>
            <a:br>
              <a:rPr lang="en-US" sz="34561"/>
            </a:br>
            <a:r>
              <a:rPr lang="en-US" sz="34561"/>
              <a:t>in this section appearing after this point. </a:t>
            </a:r>
          </a:p>
        </p:txBody>
      </p:sp>
      <p:sp>
        <p:nvSpPr>
          <p:cNvPr id="4" name="DO NOT DELETE (BRANDIN)">
            <a:extLst>
              <a:ext uri="{FF2B5EF4-FFF2-40B4-BE49-F238E27FC236}">
                <a16:creationId xmlns:a16="http://schemas.microsoft.com/office/drawing/2014/main" id="{4FE5B898-DD8A-1B42-B5C8-50EEAD84123B}"/>
              </a:ext>
            </a:extLst>
          </p:cNvPr>
          <p:cNvSpPr/>
          <p:nvPr userDrawn="1"/>
        </p:nvSpPr>
        <p:spPr>
          <a:xfrm>
            <a:off x="548639" y="731519"/>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20000"/>
              </a:lnSpc>
              <a:spcAft>
                <a:spcPts val="2159"/>
              </a:spcAft>
            </a:pPr>
            <a:endParaRPr lang="en-US" sz="10079" err="1"/>
          </a:p>
        </p:txBody>
      </p:sp>
    </p:spTree>
    <p:custDataLst>
      <p:custData r:id="rId1"/>
      <p:tags r:id="rId2"/>
    </p:custDataLst>
    <p:extLst>
      <p:ext uri="{BB962C8B-B14F-4D97-AF65-F5344CB8AC3E}">
        <p14:creationId xmlns:p14="http://schemas.microsoft.com/office/powerpoint/2010/main" val="372632105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26" Type="http://schemas.openxmlformats.org/officeDocument/2006/relationships/image" Target="../media/image1.emf"/><Relationship Id="rId3" Type="http://schemas.openxmlformats.org/officeDocument/2006/relationships/slideLayout" Target="../slideLayouts/slideLayout4.xml"/><Relationship Id="rId21" Type="http://schemas.openxmlformats.org/officeDocument/2006/relationships/slideLayout" Target="../slideLayouts/slideLayout22.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5" Type="http://schemas.openxmlformats.org/officeDocument/2006/relationships/oleObject" Target="../embeddings/oleObject1.bin"/><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slideLayout" Target="../slideLayouts/slideLayout21.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24" Type="http://schemas.openxmlformats.org/officeDocument/2006/relationships/tags" Target="../tags/tag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23" Type="http://schemas.openxmlformats.org/officeDocument/2006/relationships/tags" Target="../tags/tag1.xml"/><Relationship Id="rId28" Type="http://schemas.openxmlformats.org/officeDocument/2006/relationships/image" Target="../media/image3.svg"/><Relationship Id="rId10" Type="http://schemas.openxmlformats.org/officeDocument/2006/relationships/slideLayout" Target="../slideLayouts/slideLayout11.xml"/><Relationship Id="rId19" Type="http://schemas.openxmlformats.org/officeDocument/2006/relationships/slideLayout" Target="../slideLayouts/slideLayout20.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theme" Target="../theme/theme2.xml"/><Relationship Id="rId2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5332996"/>
      </p:ext>
    </p:extLst>
  </p:cSld>
  <p:clrMap bg1="lt1" tx1="dk1" bg2="lt2" tx2="dk2" accent1="accent1" accent2="accent2" accent3="accent3" accent4="accent4" accent5="accent5" accent6="accent6" hlink="hlink" folHlink="folHlink"/>
  <p:sldLayoutIdLst>
    <p:sldLayoutId id="2147483707" r:id="rId1"/>
  </p:sldLayoutIdLst>
  <p:hf hdr="0" ftr="0" dt="0"/>
  <p:txStyles>
    <p:titleStyle>
      <a:lvl1pPr algn="ctr" defTabSz="2075045" rtl="0" eaLnBrk="1" latinLnBrk="0" hangingPunct="1">
        <a:spcBef>
          <a:spcPct val="0"/>
        </a:spcBef>
        <a:buNone/>
        <a:defRPr sz="20024" kern="1200">
          <a:solidFill>
            <a:schemeClr val="tx1"/>
          </a:solidFill>
          <a:latin typeface="+mj-lt"/>
          <a:ea typeface="+mj-ea"/>
          <a:cs typeface="+mj-cs"/>
        </a:defRPr>
      </a:lvl1pPr>
    </p:titleStyle>
    <p:bodyStyle>
      <a:lvl1pPr marL="1556283" indent="-1556283" algn="l" defTabSz="2075045" rtl="0" eaLnBrk="1" latinLnBrk="0" hangingPunct="1">
        <a:spcBef>
          <a:spcPct val="20000"/>
        </a:spcBef>
        <a:buFont typeface="Arial"/>
        <a:buChar char="•"/>
        <a:defRPr sz="14510" kern="1200">
          <a:solidFill>
            <a:schemeClr val="tx1"/>
          </a:solidFill>
          <a:latin typeface="+mn-lt"/>
          <a:ea typeface="+mn-ea"/>
          <a:cs typeface="+mn-cs"/>
        </a:defRPr>
      </a:lvl1pPr>
      <a:lvl2pPr marL="3371950" indent="-1296902" algn="l" defTabSz="2075045" rtl="0" eaLnBrk="1" latinLnBrk="0" hangingPunct="1">
        <a:spcBef>
          <a:spcPct val="20000"/>
        </a:spcBef>
        <a:buFont typeface="Arial"/>
        <a:buChar char="–"/>
        <a:defRPr sz="12769" kern="1200">
          <a:solidFill>
            <a:schemeClr val="tx1"/>
          </a:solidFill>
          <a:latin typeface="+mn-lt"/>
          <a:ea typeface="+mn-ea"/>
          <a:cs typeface="+mn-cs"/>
        </a:defRPr>
      </a:lvl2pPr>
      <a:lvl3pPr marL="5187614" indent="-1037524" algn="l" defTabSz="2075045" rtl="0" eaLnBrk="1" latinLnBrk="0" hangingPunct="1">
        <a:spcBef>
          <a:spcPct val="20000"/>
        </a:spcBef>
        <a:buFont typeface="Arial"/>
        <a:buChar char="•"/>
        <a:defRPr sz="11028" kern="1200">
          <a:solidFill>
            <a:schemeClr val="tx1"/>
          </a:solidFill>
          <a:latin typeface="+mn-lt"/>
          <a:ea typeface="+mn-ea"/>
          <a:cs typeface="+mn-cs"/>
        </a:defRPr>
      </a:lvl3pPr>
      <a:lvl4pPr marL="7262659" indent="-1037524" algn="l" defTabSz="2075045" rtl="0" eaLnBrk="1" latinLnBrk="0" hangingPunct="1">
        <a:spcBef>
          <a:spcPct val="20000"/>
        </a:spcBef>
        <a:buFont typeface="Arial"/>
        <a:buChar char="–"/>
        <a:defRPr sz="8997" kern="1200">
          <a:solidFill>
            <a:schemeClr val="tx1"/>
          </a:solidFill>
          <a:latin typeface="+mn-lt"/>
          <a:ea typeface="+mn-ea"/>
          <a:cs typeface="+mn-cs"/>
        </a:defRPr>
      </a:lvl4pPr>
      <a:lvl5pPr marL="9337704" indent="-1037524" algn="l" defTabSz="2075045" rtl="0" eaLnBrk="1" latinLnBrk="0" hangingPunct="1">
        <a:spcBef>
          <a:spcPct val="20000"/>
        </a:spcBef>
        <a:buFont typeface="Arial"/>
        <a:buChar char="»"/>
        <a:defRPr sz="8997" kern="1200">
          <a:solidFill>
            <a:schemeClr val="tx1"/>
          </a:solidFill>
          <a:latin typeface="+mn-lt"/>
          <a:ea typeface="+mn-ea"/>
          <a:cs typeface="+mn-cs"/>
        </a:defRPr>
      </a:lvl5pPr>
      <a:lvl6pPr marL="11412749" indent="-1037524" algn="l" defTabSz="2075045" rtl="0" eaLnBrk="1" latinLnBrk="0" hangingPunct="1">
        <a:spcBef>
          <a:spcPct val="20000"/>
        </a:spcBef>
        <a:buFont typeface="Arial"/>
        <a:buChar char="•"/>
        <a:defRPr sz="8997" kern="1200">
          <a:solidFill>
            <a:schemeClr val="tx1"/>
          </a:solidFill>
          <a:latin typeface="+mn-lt"/>
          <a:ea typeface="+mn-ea"/>
          <a:cs typeface="+mn-cs"/>
        </a:defRPr>
      </a:lvl6pPr>
      <a:lvl7pPr marL="13487794" indent="-1037524" algn="l" defTabSz="2075045" rtl="0" eaLnBrk="1" latinLnBrk="0" hangingPunct="1">
        <a:spcBef>
          <a:spcPct val="20000"/>
        </a:spcBef>
        <a:buFont typeface="Arial"/>
        <a:buChar char="•"/>
        <a:defRPr sz="8997" kern="1200">
          <a:solidFill>
            <a:schemeClr val="tx1"/>
          </a:solidFill>
          <a:latin typeface="+mn-lt"/>
          <a:ea typeface="+mn-ea"/>
          <a:cs typeface="+mn-cs"/>
        </a:defRPr>
      </a:lvl7pPr>
      <a:lvl8pPr marL="15562839" indent="-1037524" algn="l" defTabSz="2075045" rtl="0" eaLnBrk="1" latinLnBrk="0" hangingPunct="1">
        <a:spcBef>
          <a:spcPct val="20000"/>
        </a:spcBef>
        <a:buFont typeface="Arial"/>
        <a:buChar char="•"/>
        <a:defRPr sz="8997" kern="1200">
          <a:solidFill>
            <a:schemeClr val="tx1"/>
          </a:solidFill>
          <a:latin typeface="+mn-lt"/>
          <a:ea typeface="+mn-ea"/>
          <a:cs typeface="+mn-cs"/>
        </a:defRPr>
      </a:lvl8pPr>
      <a:lvl9pPr marL="17637884" indent="-1037524" algn="l" defTabSz="2075045" rtl="0" eaLnBrk="1" latinLnBrk="0" hangingPunct="1">
        <a:spcBef>
          <a:spcPct val="20000"/>
        </a:spcBef>
        <a:buFont typeface="Arial"/>
        <a:buChar char="•"/>
        <a:defRPr sz="8997" kern="1200">
          <a:solidFill>
            <a:schemeClr val="tx1"/>
          </a:solidFill>
          <a:latin typeface="+mn-lt"/>
          <a:ea typeface="+mn-ea"/>
          <a:cs typeface="+mn-cs"/>
        </a:defRPr>
      </a:lvl9pPr>
    </p:bodyStyle>
    <p:otherStyle>
      <a:defPPr>
        <a:defRPr lang="en-US"/>
      </a:defPPr>
      <a:lvl1pPr marL="0" algn="l" defTabSz="2075045" rtl="0" eaLnBrk="1" latinLnBrk="0" hangingPunct="1">
        <a:defRPr sz="8126" kern="1200">
          <a:solidFill>
            <a:schemeClr val="tx1"/>
          </a:solidFill>
          <a:latin typeface="+mn-lt"/>
          <a:ea typeface="+mn-ea"/>
          <a:cs typeface="+mn-cs"/>
        </a:defRPr>
      </a:lvl1pPr>
      <a:lvl2pPr marL="2075045" algn="l" defTabSz="2075045" rtl="0" eaLnBrk="1" latinLnBrk="0" hangingPunct="1">
        <a:defRPr sz="8126" kern="1200">
          <a:solidFill>
            <a:schemeClr val="tx1"/>
          </a:solidFill>
          <a:latin typeface="+mn-lt"/>
          <a:ea typeface="+mn-ea"/>
          <a:cs typeface="+mn-cs"/>
        </a:defRPr>
      </a:lvl2pPr>
      <a:lvl3pPr marL="4150090" algn="l" defTabSz="2075045" rtl="0" eaLnBrk="1" latinLnBrk="0" hangingPunct="1">
        <a:defRPr sz="8126" kern="1200">
          <a:solidFill>
            <a:schemeClr val="tx1"/>
          </a:solidFill>
          <a:latin typeface="+mn-lt"/>
          <a:ea typeface="+mn-ea"/>
          <a:cs typeface="+mn-cs"/>
        </a:defRPr>
      </a:lvl3pPr>
      <a:lvl4pPr marL="6225135" algn="l" defTabSz="2075045" rtl="0" eaLnBrk="1" latinLnBrk="0" hangingPunct="1">
        <a:defRPr sz="8126" kern="1200">
          <a:solidFill>
            <a:schemeClr val="tx1"/>
          </a:solidFill>
          <a:latin typeface="+mn-lt"/>
          <a:ea typeface="+mn-ea"/>
          <a:cs typeface="+mn-cs"/>
        </a:defRPr>
      </a:lvl4pPr>
      <a:lvl5pPr marL="8300180" algn="l" defTabSz="2075045" rtl="0" eaLnBrk="1" latinLnBrk="0" hangingPunct="1">
        <a:defRPr sz="8126" kern="1200">
          <a:solidFill>
            <a:schemeClr val="tx1"/>
          </a:solidFill>
          <a:latin typeface="+mn-lt"/>
          <a:ea typeface="+mn-ea"/>
          <a:cs typeface="+mn-cs"/>
        </a:defRPr>
      </a:lvl5pPr>
      <a:lvl6pPr marL="10375225" algn="l" defTabSz="2075045" rtl="0" eaLnBrk="1" latinLnBrk="0" hangingPunct="1">
        <a:defRPr sz="8126" kern="1200">
          <a:solidFill>
            <a:schemeClr val="tx1"/>
          </a:solidFill>
          <a:latin typeface="+mn-lt"/>
          <a:ea typeface="+mn-ea"/>
          <a:cs typeface="+mn-cs"/>
        </a:defRPr>
      </a:lvl6pPr>
      <a:lvl7pPr marL="12450270" algn="l" defTabSz="2075045" rtl="0" eaLnBrk="1" latinLnBrk="0" hangingPunct="1">
        <a:defRPr sz="8126" kern="1200">
          <a:solidFill>
            <a:schemeClr val="tx1"/>
          </a:solidFill>
          <a:latin typeface="+mn-lt"/>
          <a:ea typeface="+mn-ea"/>
          <a:cs typeface="+mn-cs"/>
        </a:defRPr>
      </a:lvl7pPr>
      <a:lvl8pPr marL="14525318" algn="l" defTabSz="2075045" rtl="0" eaLnBrk="1" latinLnBrk="0" hangingPunct="1">
        <a:defRPr sz="8126" kern="1200">
          <a:solidFill>
            <a:schemeClr val="tx1"/>
          </a:solidFill>
          <a:latin typeface="+mn-lt"/>
          <a:ea typeface="+mn-ea"/>
          <a:cs typeface="+mn-cs"/>
        </a:defRPr>
      </a:lvl8pPr>
      <a:lvl9pPr marL="16600363" algn="l" defTabSz="2075045" rtl="0" eaLnBrk="1" latinLnBrk="0" hangingPunct="1">
        <a:defRPr sz="8126"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CFC7A38-C020-17B6-17CB-E1C4D5842BBF}"/>
              </a:ext>
            </a:extLst>
          </p:cNvPr>
          <p:cNvGraphicFramePr>
            <a:graphicFrameLocks noChangeAspect="1"/>
          </p:cNvGraphicFramePr>
          <p:nvPr userDrawn="1">
            <p:custDataLst>
              <p:tags r:id="rId24"/>
            </p:custDataLst>
            <p:extLst>
              <p:ext uri="{D42A27DB-BD31-4B8C-83A1-F6EECF244321}">
                <p14:modId xmlns:p14="http://schemas.microsoft.com/office/powerpoint/2010/main" val="282370500"/>
              </p:ext>
            </p:extLst>
          </p:nvPr>
        </p:nvGraphicFramePr>
        <p:xfrm>
          <a:off x="5717" y="7627"/>
          <a:ext cx="5717" cy="7622"/>
        </p:xfrm>
        <a:graphic>
          <a:graphicData uri="http://schemas.openxmlformats.org/presentationml/2006/ole">
            <mc:AlternateContent xmlns:mc="http://schemas.openxmlformats.org/markup-compatibility/2006">
              <mc:Choice xmlns:v="urn:schemas-microsoft-com:vml" Requires="v">
                <p:oleObj name="think-cell Slide" r:id="rId25" imgW="395" imgH="396" progId="TCLayout.ActiveDocument.1">
                  <p:embed/>
                </p:oleObj>
              </mc:Choice>
              <mc:Fallback>
                <p:oleObj name="think-cell Slide" r:id="rId25" imgW="395" imgH="396" progId="TCLayout.ActiveDocument.1">
                  <p:embed/>
                  <p:pic>
                    <p:nvPicPr>
                      <p:cNvPr id="5" name="Object 4" hidden="1">
                        <a:extLst>
                          <a:ext uri="{FF2B5EF4-FFF2-40B4-BE49-F238E27FC236}">
                            <a16:creationId xmlns:a16="http://schemas.microsoft.com/office/drawing/2014/main" id="{0CFC7A38-C020-17B6-17CB-E1C4D5842BBF}"/>
                          </a:ext>
                        </a:extLst>
                      </p:cNvPr>
                      <p:cNvPicPr/>
                      <p:nvPr/>
                    </p:nvPicPr>
                    <p:blipFill>
                      <a:blip r:embed="rId26"/>
                      <a:stretch>
                        <a:fillRect/>
                      </a:stretch>
                    </p:blipFill>
                    <p:spPr>
                      <a:xfrm>
                        <a:off x="5717" y="7627"/>
                        <a:ext cx="5717" cy="7622"/>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1468757" y="1943101"/>
            <a:ext cx="40953689" cy="4835649"/>
          </a:xfrm>
          <a:prstGeom prst="rect">
            <a:avLst/>
          </a:prstGeom>
        </p:spPr>
        <p:txBody>
          <a:bodyPr vert="horz" lIns="0" tIns="0" rIns="0" bIns="0" rtlCol="0" anchor="t">
            <a:normAutofit/>
          </a:bodyPr>
          <a:lstStyle/>
          <a:p>
            <a:r>
              <a:rPr lang="en-US"/>
              <a:t>Click to enter title here</a:t>
            </a:r>
            <a:endParaRPr lang="en-GB"/>
          </a:p>
        </p:txBody>
      </p:sp>
      <p:sp>
        <p:nvSpPr>
          <p:cNvPr id="4" name="Date Placeholder 3">
            <a:extLst>
              <a:ext uri="{FF2B5EF4-FFF2-40B4-BE49-F238E27FC236}">
                <a16:creationId xmlns:a16="http://schemas.microsoft.com/office/drawing/2014/main" id="{FD78F6B2-FAF9-4D08-B8BD-F2646AEF396C}"/>
              </a:ext>
              <a:ext uri="{C183D7F6-B498-43B3-948B-1728B52AA6E4}">
                <adec:decorative xmlns:adec="http://schemas.microsoft.com/office/drawing/2017/decorative" val="1"/>
              </a:ext>
            </a:extLst>
          </p:cNvPr>
          <p:cNvSpPr>
            <a:spLocks noGrp="1"/>
          </p:cNvSpPr>
          <p:nvPr>
            <p:ph type="dt" sz="half" idx="2"/>
          </p:nvPr>
        </p:nvSpPr>
        <p:spPr>
          <a:xfrm>
            <a:off x="36495595" y="30983049"/>
            <a:ext cx="4605689" cy="1483897"/>
          </a:xfrm>
          <a:prstGeom prst="rect">
            <a:avLst/>
          </a:prstGeom>
        </p:spPr>
        <p:txBody>
          <a:bodyPr vert="horz" lIns="91440" tIns="45720" rIns="91440" bIns="72000" rtlCol="0" anchor="b" anchorCtr="0">
            <a:noAutofit/>
          </a:bodyPr>
          <a:lstStyle>
            <a:lvl1pPr algn="r">
              <a:lnSpc>
                <a:spcPct val="100000"/>
              </a:lnSpc>
              <a:spcBef>
                <a:spcPts val="0"/>
              </a:spcBef>
              <a:spcAft>
                <a:spcPts val="0"/>
              </a:spcAft>
              <a:defRPr sz="3781">
                <a:solidFill>
                  <a:schemeClr val="tx1"/>
                </a:solidFill>
              </a:defRPr>
            </a:lvl1pPr>
          </a:lstStyle>
          <a:p>
            <a:endParaRPr lang="en-GB"/>
          </a:p>
        </p:txBody>
      </p:sp>
      <p:sp>
        <p:nvSpPr>
          <p:cNvPr id="6" name="Slide Number Placeholder 5">
            <a:extLst>
              <a:ext uri="{FF2B5EF4-FFF2-40B4-BE49-F238E27FC236}">
                <a16:creationId xmlns:a16="http://schemas.microsoft.com/office/drawing/2014/main" id="{6410E024-D0BA-4349-981A-F74D8D6124B4}"/>
              </a:ext>
              <a:ext uri="{C183D7F6-B498-43B3-948B-1728B52AA6E4}">
                <adec:decorative xmlns:adec="http://schemas.microsoft.com/office/drawing/2017/decorative" val="1"/>
              </a:ext>
            </a:extLst>
          </p:cNvPr>
          <p:cNvSpPr>
            <a:spLocks noGrp="1"/>
          </p:cNvSpPr>
          <p:nvPr>
            <p:ph type="sldNum" sz="quarter" idx="4"/>
          </p:nvPr>
        </p:nvSpPr>
        <p:spPr>
          <a:xfrm>
            <a:off x="3" y="30983049"/>
            <a:ext cx="1468754" cy="1483897"/>
          </a:xfrm>
          <a:prstGeom prst="rect">
            <a:avLst/>
          </a:prstGeom>
        </p:spPr>
        <p:txBody>
          <a:bodyPr vert="horz" lIns="0" tIns="0" rIns="0" bIns="72000" rtlCol="0" anchor="b" anchorCtr="0">
            <a:noAutofit/>
          </a:bodyPr>
          <a:lstStyle>
            <a:lvl1pPr algn="r">
              <a:lnSpc>
                <a:spcPct val="100000"/>
              </a:lnSpc>
              <a:spcBef>
                <a:spcPts val="0"/>
              </a:spcBef>
              <a:spcAft>
                <a:spcPts val="0"/>
              </a:spcAft>
              <a:defRPr sz="3781">
                <a:solidFill>
                  <a:schemeClr val="tx1"/>
                </a:solidFill>
              </a:defRPr>
            </a:lvl1pPr>
          </a:lstStyle>
          <a:p>
            <a:fld id="{F8E47D07-9D1E-4FE9-B31A-2F5863681021}" type="slidenum">
              <a:rPr lang="en-GB" smtClean="0"/>
              <a:pPr/>
              <a:t>‹#›</a:t>
            </a:fld>
            <a:endParaRPr lang="en-GB"/>
          </a:p>
        </p:txBody>
      </p:sp>
      <p:sp>
        <p:nvSpPr>
          <p:cNvPr id="20" name="Text Placeholder 30">
            <a:extLst>
              <a:ext uri="{FF2B5EF4-FFF2-40B4-BE49-F238E27FC236}">
                <a16:creationId xmlns:a16="http://schemas.microsoft.com/office/drawing/2014/main" id="{611C7859-08D9-4DAD-BB25-DD22F6761BE3}"/>
              </a:ext>
              <a:ext uri="{C183D7F6-B498-43B3-948B-1728B52AA6E4}">
                <adec:decorative xmlns:adec="http://schemas.microsoft.com/office/drawing/2017/decorative" val="1"/>
              </a:ext>
            </a:extLst>
          </p:cNvPr>
          <p:cNvSpPr txBox="1">
            <a:spLocks/>
          </p:cNvSpPr>
          <p:nvPr/>
        </p:nvSpPr>
        <p:spPr>
          <a:xfrm>
            <a:off x="41749748" y="30259201"/>
            <a:ext cx="1061324" cy="1704470"/>
          </a:xfrm>
          <a:prstGeom prst="rect">
            <a:avLst/>
          </a:prstGeom>
          <a:blipFill>
            <a:blip r:embed="rId27">
              <a:extLst>
                <a:ext uri="{96DAC541-7B7A-43D3-8B79-37D633B846F1}">
                  <asvg:svgBlip xmlns:asvg="http://schemas.microsoft.com/office/drawing/2016/SVG/main" r:embed="rId28"/>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sz="5761"/>
              <a:t> </a:t>
            </a:r>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1468757" y="7525502"/>
            <a:ext cx="40953689" cy="22256641"/>
          </a:xfrm>
          <a:prstGeom prst="rect">
            <a:avLst/>
          </a:prstGeom>
        </p:spPr>
        <p:txBody>
          <a:bodyPr vert="horz" lIns="91440" tIns="45720" rIns="91440" bIns="45720" rtlCol="0">
            <a:noAutofit/>
          </a:bodyPr>
          <a:lstStyle/>
          <a:p>
            <a:pPr lvl="0"/>
            <a:r>
              <a:rPr lang="en-US"/>
              <a:t>Click to add text here. </a:t>
            </a:r>
            <a:br>
              <a:rPr lang="en-US"/>
            </a:br>
            <a:r>
              <a:rPr lang="en-US"/>
              <a:t>When pasting copy from other slides, be sure to use the Paste and Match Formatting shortcut (</a:t>
            </a:r>
            <a:r>
              <a:rPr lang="en-US" err="1"/>
              <a:t>Cmd</a:t>
            </a:r>
            <a:r>
              <a:rPr lang="en-US"/>
              <a:t> + Option + Shift + V).</a:t>
            </a:r>
            <a:br>
              <a:rPr lang="en-US"/>
            </a:br>
            <a:r>
              <a:rPr lang="en-US"/>
              <a:t>To increase bullet level, select your text and press Tab.</a:t>
            </a:r>
            <a:br>
              <a:rPr lang="en-US"/>
            </a:br>
            <a:r>
              <a:rPr lang="en-US"/>
              <a:t>To decrease bullet level, select your bullet text and press Shift + Tab.</a:t>
            </a:r>
          </a:p>
          <a:p>
            <a:pPr lvl="1"/>
            <a:r>
              <a:rPr lang="en-US"/>
              <a:t>Second level</a:t>
            </a:r>
          </a:p>
          <a:p>
            <a:pPr lvl="2"/>
            <a:r>
              <a:rPr lang="en-US"/>
              <a:t>Third level</a:t>
            </a:r>
          </a:p>
          <a:p>
            <a:pPr lvl="3"/>
            <a:r>
              <a:rPr lang="en-US"/>
              <a:t>Fourth level</a:t>
            </a:r>
          </a:p>
          <a:p>
            <a:pPr lvl="4"/>
            <a:r>
              <a:rPr lang="en-US"/>
              <a:t>Fifth level</a:t>
            </a:r>
          </a:p>
        </p:txBody>
      </p:sp>
    </p:spTree>
    <p:custDataLst>
      <p:tags r:id="rId23"/>
    </p:custDataLst>
    <p:extLst>
      <p:ext uri="{BB962C8B-B14F-4D97-AF65-F5344CB8AC3E}">
        <p14:creationId xmlns:p14="http://schemas.microsoft.com/office/powerpoint/2010/main" val="80495357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 id="2147483728" r:id="rId20"/>
    <p:sldLayoutId id="2147483729" r:id="rId21"/>
  </p:sldLayoutIdLst>
  <p:hf hdr="0" ftr="0"/>
  <p:txStyles>
    <p:titleStyle>
      <a:lvl1pPr algn="l" defTabSz="3291890" rtl="0" eaLnBrk="1" latinLnBrk="0" hangingPunct="1">
        <a:lnSpc>
          <a:spcPct val="100000"/>
        </a:lnSpc>
        <a:spcBef>
          <a:spcPct val="0"/>
        </a:spcBef>
        <a:buNone/>
        <a:defRPr sz="12961" kern="1200">
          <a:solidFill>
            <a:schemeClr val="accent1"/>
          </a:solidFill>
          <a:latin typeface="+mj-lt"/>
          <a:ea typeface="+mj-ea"/>
          <a:cs typeface="+mj-cs"/>
        </a:defRPr>
      </a:lvl1pPr>
    </p:titleStyle>
    <p:bodyStyle>
      <a:lvl1pPr marL="822972" indent="-822972" algn="l" defTabSz="3291890" rtl="0" eaLnBrk="1" latinLnBrk="0" hangingPunct="1">
        <a:lnSpc>
          <a:spcPct val="100000"/>
        </a:lnSpc>
        <a:spcBef>
          <a:spcPts val="2159"/>
        </a:spcBef>
        <a:spcAft>
          <a:spcPts val="2159"/>
        </a:spcAft>
        <a:buFont typeface="Arial" panose="020B0604020202020204" pitchFamily="34" charset="0"/>
        <a:buChar char="•"/>
        <a:defRPr sz="8640" kern="1200">
          <a:solidFill>
            <a:schemeClr val="tx1"/>
          </a:solidFill>
          <a:latin typeface="+mn-lt"/>
          <a:ea typeface="+mn-ea"/>
          <a:cs typeface="+mn-cs"/>
        </a:defRPr>
      </a:lvl1pPr>
      <a:lvl2pPr marL="1658904" marR="0" indent="-829452" algn="l" defTabSz="3291890" rtl="0" eaLnBrk="1" fontAlgn="auto" latinLnBrk="0" hangingPunct="1">
        <a:lnSpc>
          <a:spcPct val="100000"/>
        </a:lnSpc>
        <a:spcBef>
          <a:spcPts val="0"/>
        </a:spcBef>
        <a:spcAft>
          <a:spcPts val="2879"/>
        </a:spcAft>
        <a:buClrTx/>
        <a:buSzPct val="100000"/>
        <a:buFont typeface="Arial" panose="020B0604020202020204" pitchFamily="34" charset="0"/>
        <a:buChar char="•"/>
        <a:tabLst/>
        <a:defRPr lang="en-US" sz="8640" kern="1200" dirty="0">
          <a:solidFill>
            <a:schemeClr val="tx1"/>
          </a:solidFill>
          <a:latin typeface="+mn-lt"/>
          <a:ea typeface="+mn-ea"/>
          <a:cs typeface="+mn-cs"/>
        </a:defRPr>
      </a:lvl2pPr>
      <a:lvl3pPr marL="2488359" indent="-829452" algn="l" defTabSz="3291890" rtl="0" eaLnBrk="1" latinLnBrk="0" hangingPunct="1">
        <a:lnSpc>
          <a:spcPct val="100000"/>
        </a:lnSpc>
        <a:spcBef>
          <a:spcPts val="0"/>
        </a:spcBef>
        <a:spcAft>
          <a:spcPts val="2879"/>
        </a:spcAft>
        <a:buClrTx/>
        <a:buSzPct val="100000"/>
        <a:buFont typeface="Arial" panose="020B0604020202020204" pitchFamily="34" charset="0"/>
        <a:buChar char="•"/>
        <a:defRPr lang="en-US" sz="7200" kern="1200" dirty="0">
          <a:solidFill>
            <a:schemeClr val="tx1"/>
          </a:solidFill>
          <a:latin typeface="+mn-lt"/>
          <a:ea typeface="+mn-ea"/>
          <a:cs typeface="+mn-cs"/>
        </a:defRPr>
      </a:lvl3pPr>
      <a:lvl4pPr marL="3317811" indent="-829452" algn="l" defTabSz="3291890" rtl="0" eaLnBrk="1" latinLnBrk="0" hangingPunct="1">
        <a:lnSpc>
          <a:spcPct val="100000"/>
        </a:lnSpc>
        <a:spcBef>
          <a:spcPts val="0"/>
        </a:spcBef>
        <a:spcAft>
          <a:spcPts val="2879"/>
        </a:spcAft>
        <a:buClrTx/>
        <a:buSzPct val="100000"/>
        <a:buFont typeface="Arial" panose="020B0604020202020204" pitchFamily="34" charset="0"/>
        <a:buChar char="•"/>
        <a:defRPr lang="en-US" sz="7200" kern="1200" dirty="0">
          <a:solidFill>
            <a:schemeClr val="tx1"/>
          </a:solidFill>
          <a:latin typeface="+mn-lt"/>
          <a:ea typeface="+mn-ea"/>
          <a:cs typeface="+mn-cs"/>
        </a:defRPr>
      </a:lvl4pPr>
      <a:lvl5pPr marL="4147263" indent="-822972" algn="l" defTabSz="3291890" rtl="0" eaLnBrk="1" latinLnBrk="0" hangingPunct="1">
        <a:lnSpc>
          <a:spcPct val="100000"/>
        </a:lnSpc>
        <a:spcBef>
          <a:spcPts val="0"/>
        </a:spcBef>
        <a:spcAft>
          <a:spcPts val="2879"/>
        </a:spcAft>
        <a:buClrTx/>
        <a:buSzPct val="100000"/>
        <a:buFont typeface="Arial" panose="020B0604020202020204" pitchFamily="34" charset="0"/>
        <a:buChar char="•"/>
        <a:defRPr sz="7200" kern="1200">
          <a:solidFill>
            <a:schemeClr val="tx1"/>
          </a:solidFill>
          <a:latin typeface="+mn-lt"/>
          <a:ea typeface="+mn-ea"/>
          <a:cs typeface="+mn-cs"/>
        </a:defRPr>
      </a:lvl5pPr>
      <a:lvl6pPr marL="9052698" indent="-822972" algn="l" defTabSz="3291890" rtl="0" eaLnBrk="1" latinLnBrk="0" hangingPunct="1">
        <a:lnSpc>
          <a:spcPct val="90000"/>
        </a:lnSpc>
        <a:spcBef>
          <a:spcPts val="1799"/>
        </a:spcBef>
        <a:buFont typeface="Arial" panose="020B0604020202020204" pitchFamily="34" charset="0"/>
        <a:buChar char="•"/>
        <a:defRPr sz="6480" kern="1200">
          <a:solidFill>
            <a:schemeClr val="tx1"/>
          </a:solidFill>
          <a:latin typeface="+mn-lt"/>
          <a:ea typeface="+mn-ea"/>
          <a:cs typeface="+mn-cs"/>
        </a:defRPr>
      </a:lvl6pPr>
      <a:lvl7pPr marL="10698644" indent="-822972" algn="l" defTabSz="3291890" rtl="0" eaLnBrk="1" latinLnBrk="0" hangingPunct="1">
        <a:lnSpc>
          <a:spcPct val="90000"/>
        </a:lnSpc>
        <a:spcBef>
          <a:spcPts val="1799"/>
        </a:spcBef>
        <a:buFont typeface="Arial" panose="020B0604020202020204" pitchFamily="34" charset="0"/>
        <a:buChar char="•"/>
        <a:defRPr sz="6480" kern="1200">
          <a:solidFill>
            <a:schemeClr val="tx1"/>
          </a:solidFill>
          <a:latin typeface="+mn-lt"/>
          <a:ea typeface="+mn-ea"/>
          <a:cs typeface="+mn-cs"/>
        </a:defRPr>
      </a:lvl7pPr>
      <a:lvl8pPr marL="12344590" indent="-822972" algn="l" defTabSz="3291890" rtl="0" eaLnBrk="1" latinLnBrk="0" hangingPunct="1">
        <a:lnSpc>
          <a:spcPct val="90000"/>
        </a:lnSpc>
        <a:spcBef>
          <a:spcPts val="1799"/>
        </a:spcBef>
        <a:buFont typeface="Arial" panose="020B0604020202020204" pitchFamily="34" charset="0"/>
        <a:buChar char="•"/>
        <a:defRPr sz="6480" kern="1200">
          <a:solidFill>
            <a:schemeClr val="tx1"/>
          </a:solidFill>
          <a:latin typeface="+mn-lt"/>
          <a:ea typeface="+mn-ea"/>
          <a:cs typeface="+mn-cs"/>
        </a:defRPr>
      </a:lvl8pPr>
      <a:lvl9pPr marL="13990534" indent="-822972" algn="l" defTabSz="3291890" rtl="0" eaLnBrk="1" latinLnBrk="0" hangingPunct="1">
        <a:lnSpc>
          <a:spcPct val="90000"/>
        </a:lnSpc>
        <a:spcBef>
          <a:spcPts val="1799"/>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90" rtl="0" eaLnBrk="1" latinLnBrk="0" hangingPunct="1">
        <a:defRPr sz="6480" kern="1200">
          <a:solidFill>
            <a:schemeClr val="tx1"/>
          </a:solidFill>
          <a:latin typeface="+mn-lt"/>
          <a:ea typeface="+mn-ea"/>
          <a:cs typeface="+mn-cs"/>
        </a:defRPr>
      </a:lvl1pPr>
      <a:lvl2pPr marL="1645946" algn="l" defTabSz="3291890" rtl="0" eaLnBrk="1" latinLnBrk="0" hangingPunct="1">
        <a:defRPr sz="6480" kern="1200">
          <a:solidFill>
            <a:schemeClr val="tx1"/>
          </a:solidFill>
          <a:latin typeface="+mn-lt"/>
          <a:ea typeface="+mn-ea"/>
          <a:cs typeface="+mn-cs"/>
        </a:defRPr>
      </a:lvl2pPr>
      <a:lvl3pPr marL="3291890" algn="l" defTabSz="3291890" rtl="0" eaLnBrk="1" latinLnBrk="0" hangingPunct="1">
        <a:defRPr sz="6480" kern="1200">
          <a:solidFill>
            <a:schemeClr val="tx1"/>
          </a:solidFill>
          <a:latin typeface="+mn-lt"/>
          <a:ea typeface="+mn-ea"/>
          <a:cs typeface="+mn-cs"/>
        </a:defRPr>
      </a:lvl3pPr>
      <a:lvl4pPr marL="4937836" algn="l" defTabSz="3291890" rtl="0" eaLnBrk="1" latinLnBrk="0" hangingPunct="1">
        <a:defRPr sz="6480" kern="1200">
          <a:solidFill>
            <a:schemeClr val="tx1"/>
          </a:solidFill>
          <a:latin typeface="+mn-lt"/>
          <a:ea typeface="+mn-ea"/>
          <a:cs typeface="+mn-cs"/>
        </a:defRPr>
      </a:lvl4pPr>
      <a:lvl5pPr marL="6583780" algn="l" defTabSz="3291890" rtl="0" eaLnBrk="1" latinLnBrk="0" hangingPunct="1">
        <a:defRPr sz="6480" kern="1200">
          <a:solidFill>
            <a:schemeClr val="tx1"/>
          </a:solidFill>
          <a:latin typeface="+mn-lt"/>
          <a:ea typeface="+mn-ea"/>
          <a:cs typeface="+mn-cs"/>
        </a:defRPr>
      </a:lvl5pPr>
      <a:lvl6pPr marL="8229726" algn="l" defTabSz="3291890" rtl="0" eaLnBrk="1" latinLnBrk="0" hangingPunct="1">
        <a:defRPr sz="6480" kern="1200">
          <a:solidFill>
            <a:schemeClr val="tx1"/>
          </a:solidFill>
          <a:latin typeface="+mn-lt"/>
          <a:ea typeface="+mn-ea"/>
          <a:cs typeface="+mn-cs"/>
        </a:defRPr>
      </a:lvl6pPr>
      <a:lvl7pPr marL="9875672" algn="l" defTabSz="3291890" rtl="0" eaLnBrk="1" latinLnBrk="0" hangingPunct="1">
        <a:defRPr sz="6480" kern="1200">
          <a:solidFill>
            <a:schemeClr val="tx1"/>
          </a:solidFill>
          <a:latin typeface="+mn-lt"/>
          <a:ea typeface="+mn-ea"/>
          <a:cs typeface="+mn-cs"/>
        </a:defRPr>
      </a:lvl7pPr>
      <a:lvl8pPr marL="11521616" algn="l" defTabSz="3291890" rtl="0" eaLnBrk="1" latinLnBrk="0" hangingPunct="1">
        <a:defRPr sz="6480" kern="1200">
          <a:solidFill>
            <a:schemeClr val="tx1"/>
          </a:solidFill>
          <a:latin typeface="+mn-lt"/>
          <a:ea typeface="+mn-ea"/>
          <a:cs typeface="+mn-cs"/>
        </a:defRPr>
      </a:lvl8pPr>
      <a:lvl9pPr marL="13167562" algn="l" defTabSz="3291890" rtl="0" eaLnBrk="1" latinLnBrk="0" hangingPunct="1">
        <a:defRPr sz="648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46" userDrawn="1">
          <p15:clr>
            <a:srgbClr val="C35EA4"/>
          </p15:clr>
        </p15:guide>
        <p15:guide id="2" pos="21542" userDrawn="1">
          <p15:clr>
            <a:srgbClr val="C35EA4"/>
          </p15:clr>
        </p15:guide>
        <p15:guide id="3" orient="horz" pos="12030" userDrawn="1">
          <p15:clr>
            <a:srgbClr val="C35EA4"/>
          </p15:clr>
        </p15:guide>
        <p15:guide id="4" orient="horz" pos="785" userDrawn="1">
          <p15:clr>
            <a:srgbClr val="C35E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8.emf"/><Relationship Id="rId13" Type="http://schemas.openxmlformats.org/officeDocument/2006/relationships/image" Target="../media/image11.emf"/><Relationship Id="rId3" Type="http://schemas.openxmlformats.org/officeDocument/2006/relationships/image" Target="../media/image5.emf"/><Relationship Id="rId7" Type="http://schemas.openxmlformats.org/officeDocument/2006/relationships/oleObject" Target="../embeddings/oleObject3.bin"/><Relationship Id="rId12" Type="http://schemas.openxmlformats.org/officeDocument/2006/relationships/image" Target="../media/image10.emf"/><Relationship Id="rId17" Type="http://schemas.openxmlformats.org/officeDocument/2006/relationships/image" Target="../media/image14.emf"/><Relationship Id="rId2" Type="http://schemas.openxmlformats.org/officeDocument/2006/relationships/notesSlide" Target="../notesSlides/notesSlide1.xml"/><Relationship Id="rId16" Type="http://schemas.openxmlformats.org/officeDocument/2006/relationships/oleObject" Target="../embeddings/oleObject6.bin"/><Relationship Id="rId1" Type="http://schemas.openxmlformats.org/officeDocument/2006/relationships/slideLayout" Target="../slideLayouts/slideLayout1.xml"/><Relationship Id="rId6" Type="http://schemas.openxmlformats.org/officeDocument/2006/relationships/image" Target="../media/image7.e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image" Target="../media/image13.png"/><Relationship Id="rId10" Type="http://schemas.openxmlformats.org/officeDocument/2006/relationships/image" Target="../media/image9.emf"/><Relationship Id="rId4" Type="http://schemas.openxmlformats.org/officeDocument/2006/relationships/image" Target="../media/image6.png"/><Relationship Id="rId9" Type="http://schemas.openxmlformats.org/officeDocument/2006/relationships/oleObject" Target="../embeddings/oleObject4.bin"/><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EEDC1-B7F2-CC8B-2C33-3333D1C1DB6E}"/>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927045D4-EF66-E2FF-2A75-659A242603C2}"/>
              </a:ext>
            </a:extLst>
          </p:cNvPr>
          <p:cNvSpPr/>
          <p:nvPr/>
        </p:nvSpPr>
        <p:spPr>
          <a:xfrm>
            <a:off x="1422082" y="17948735"/>
            <a:ext cx="13034762" cy="4061296"/>
          </a:xfrm>
          <a:prstGeom prst="rect">
            <a:avLst/>
          </a:prstGeom>
          <a:solidFill>
            <a:srgbClr val="DDC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172">
              <a:latin typeface="+mj-lt"/>
            </a:endParaRPr>
          </a:p>
        </p:txBody>
      </p:sp>
      <p:sp>
        <p:nvSpPr>
          <p:cNvPr id="4" name="Rectangle 3">
            <a:extLst>
              <a:ext uri="{FF2B5EF4-FFF2-40B4-BE49-F238E27FC236}">
                <a16:creationId xmlns:a16="http://schemas.microsoft.com/office/drawing/2014/main" id="{636AE5FE-891E-3AD6-0C46-EC42167B85C3}"/>
              </a:ext>
            </a:extLst>
          </p:cNvPr>
          <p:cNvSpPr/>
          <p:nvPr/>
        </p:nvSpPr>
        <p:spPr>
          <a:xfrm>
            <a:off x="32536758" y="17855700"/>
            <a:ext cx="10614603" cy="8706073"/>
          </a:xfrm>
          <a:prstGeom prst="rect">
            <a:avLst/>
          </a:prstGeom>
          <a:solidFill>
            <a:srgbClr val="E4CCDB"/>
          </a:solidFill>
          <a:ln>
            <a:noFill/>
          </a:ln>
          <a:effectLst/>
        </p:spPr>
        <p:style>
          <a:lnRef idx="1">
            <a:schemeClr val="accent1"/>
          </a:lnRef>
          <a:fillRef idx="3">
            <a:schemeClr val="accent1"/>
          </a:fillRef>
          <a:effectRef idx="2">
            <a:schemeClr val="accent1"/>
          </a:effectRef>
          <a:fontRef idx="minor">
            <a:schemeClr val="lt1"/>
          </a:fontRef>
        </p:style>
        <p:txBody>
          <a:bodyPr lIns="208949" tIns="208949" rIns="208949" bIns="208949" rtlCol="0" anchor="t"/>
          <a:lstStyle/>
          <a:p>
            <a:pPr marL="342900" marR="0" lvl="0" indent="-342900">
              <a:lnSpc>
                <a:spcPct val="115000"/>
              </a:lnSpc>
              <a:spcAft>
                <a:spcPts val="800"/>
              </a:spcAft>
              <a:buSzPts val="1000"/>
              <a:buFont typeface="Symbol" panose="05050102010706020507" pitchFamily="18" charset="2"/>
              <a:buChar char=""/>
              <a:tabLst>
                <a:tab pos="457200" algn="l"/>
              </a:tabLst>
            </a:pPr>
            <a:r>
              <a:rPr lang="en-US" sz="2400" b="1" kern="100" dirty="0">
                <a:solidFill>
                  <a:sysClr val="windowText" lastClr="000000"/>
                </a:solidFill>
                <a:effectLst/>
                <a:latin typeface="+mj-lt"/>
                <a:ea typeface="Aptos" panose="020B0004020202020204" pitchFamily="34" charset="0"/>
                <a:cs typeface="Times New Roman" panose="02020603050405020304" pitchFamily="18" charset="0"/>
              </a:rPr>
              <a:t>Affinity capture during SPTFF is feasible and stable across operating ranges</a:t>
            </a:r>
            <a:r>
              <a:rPr lang="en-US" sz="2400" kern="100" dirty="0">
                <a:solidFill>
                  <a:sysClr val="windowText" lastClr="000000"/>
                </a:solidFill>
                <a:effectLst/>
                <a:latin typeface="+mj-lt"/>
                <a:ea typeface="Aptos" panose="020B0004020202020204" pitchFamily="34" charset="0"/>
                <a:cs typeface="Times New Roman" panose="02020603050405020304" pitchFamily="18" charset="0"/>
              </a:rPr>
              <a:t>: Affinity reagent with IgG1 enabled low, controlled TMP. At 2.5 g/L and 5× VCF, TMP stayed below limits; runs reached 50 HVs.</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400" b="1" kern="100" dirty="0">
                <a:solidFill>
                  <a:sysClr val="windowText" lastClr="000000"/>
                </a:solidFill>
                <a:effectLst/>
                <a:latin typeface="+mj-lt"/>
                <a:ea typeface="Aptos" panose="020B0004020202020204" pitchFamily="34" charset="0"/>
                <a:cs typeface="Times New Roman" panose="02020603050405020304" pitchFamily="18" charset="0"/>
              </a:rPr>
              <a:t>Small scale screening sharply reduced TFF development cycles</a:t>
            </a:r>
            <a:r>
              <a:rPr lang="en-US" sz="2400" kern="100" dirty="0">
                <a:solidFill>
                  <a:sysClr val="windowText" lastClr="000000"/>
                </a:solidFill>
                <a:effectLst/>
                <a:latin typeface="+mj-lt"/>
                <a:ea typeface="Aptos" panose="020B0004020202020204" pitchFamily="34" charset="0"/>
                <a:cs typeface="Times New Roman" panose="02020603050405020304" pitchFamily="18" charset="0"/>
              </a:rPr>
              <a:t>: Benchtop screening set </a:t>
            </a:r>
            <a:r>
              <a:rPr lang="en-US" sz="2400" kern="100" dirty="0" err="1">
                <a:solidFill>
                  <a:sysClr val="windowText" lastClr="000000"/>
                </a:solidFill>
                <a:effectLst/>
                <a:latin typeface="+mj-lt"/>
                <a:ea typeface="Aptos" panose="020B0004020202020204" pitchFamily="34" charset="0"/>
                <a:cs typeface="Times New Roman" panose="02020603050405020304" pitchFamily="18" charset="0"/>
              </a:rPr>
              <a:t>mAb</a:t>
            </a:r>
            <a:r>
              <a:rPr lang="en-US" sz="2400" kern="100" dirty="0">
                <a:solidFill>
                  <a:sysClr val="windowText" lastClr="000000"/>
                </a:solidFill>
                <a:effectLst/>
                <a:latin typeface="+mj-lt"/>
                <a:ea typeface="Aptos" panose="020B0004020202020204" pitchFamily="34" charset="0"/>
                <a:cs typeface="Times New Roman" panose="02020603050405020304" pitchFamily="18" charset="0"/>
              </a:rPr>
              <a:t> A:reagent ratio, washes, and precipitation, making TFF confirmatory and cutting experiments, materials, and time.</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400" b="1" kern="100" dirty="0" err="1">
                <a:solidFill>
                  <a:sysClr val="windowText" lastClr="000000"/>
                </a:solidFill>
                <a:effectLst/>
                <a:latin typeface="+mj-lt"/>
                <a:ea typeface="Aptos" panose="020B0004020202020204" pitchFamily="34" charset="0"/>
                <a:cs typeface="Times New Roman" panose="02020603050405020304" pitchFamily="18" charset="0"/>
              </a:rPr>
              <a:t>mAb</a:t>
            </a:r>
            <a:r>
              <a:rPr lang="en-US" sz="2400" b="1" kern="100" dirty="0">
                <a:solidFill>
                  <a:sysClr val="windowText" lastClr="000000"/>
                </a:solidFill>
                <a:effectLst/>
                <a:latin typeface="+mj-lt"/>
                <a:ea typeface="Aptos" panose="020B0004020202020204" pitchFamily="34" charset="0"/>
                <a:cs typeface="Times New Roman" panose="02020603050405020304" pitchFamily="18" charset="0"/>
              </a:rPr>
              <a:t>/reagent ratio is a critical lever for recovery and cost of goods</a:t>
            </a:r>
            <a:r>
              <a:rPr lang="en-US" sz="2400" kern="100" dirty="0">
                <a:solidFill>
                  <a:sysClr val="windowText" lastClr="000000"/>
                </a:solidFill>
                <a:effectLst/>
                <a:latin typeface="+mj-lt"/>
                <a:ea typeface="Aptos" panose="020B0004020202020204" pitchFamily="34" charset="0"/>
                <a:cs typeface="Times New Roman" panose="02020603050405020304" pitchFamily="18" charset="0"/>
              </a:rPr>
              <a:t>: 5:1 at 2.5 g/L had high permeate loss; 10:1 improved recovery and reduced reagent, lowering COGs.</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400" b="1" kern="100" dirty="0">
                <a:solidFill>
                  <a:sysClr val="windowText" lastClr="000000"/>
                </a:solidFill>
                <a:effectLst/>
                <a:latin typeface="+mj-lt"/>
                <a:ea typeface="Aptos" panose="020B0004020202020204" pitchFamily="34" charset="0"/>
                <a:cs typeface="Times New Roman" panose="02020603050405020304" pitchFamily="18" charset="0"/>
              </a:rPr>
              <a:t>Concentration effects drive performance differences</a:t>
            </a:r>
            <a:r>
              <a:rPr lang="en-US" sz="2400" kern="100" dirty="0">
                <a:solidFill>
                  <a:sysClr val="windowText" lastClr="000000"/>
                </a:solidFill>
                <a:effectLst/>
                <a:latin typeface="+mj-lt"/>
                <a:ea typeface="Aptos" panose="020B0004020202020204" pitchFamily="34" charset="0"/>
                <a:cs typeface="Times New Roman" panose="02020603050405020304" pitchFamily="18" charset="0"/>
              </a:rPr>
              <a:t>: At 10 g/L and 5:1, over-pressurized at 5× VCF; at 2.5 g/L, TMP &lt;1 psi to 10× VCF, showing feed concentration impact.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400" b="1" kern="100" dirty="0">
                <a:solidFill>
                  <a:sysClr val="windowText" lastClr="000000"/>
                </a:solidFill>
                <a:effectLst/>
                <a:latin typeface="+mj-lt"/>
                <a:ea typeface="Aptos" panose="020B0004020202020204" pitchFamily="34" charset="0"/>
                <a:cs typeface="Times New Roman" panose="02020603050405020304" pitchFamily="18" charset="0"/>
              </a:rPr>
              <a:t>Process intensification via membrane selection enables 3× productivity increase</a:t>
            </a:r>
            <a:r>
              <a:rPr lang="en-US" sz="2400" kern="100" dirty="0">
                <a:solidFill>
                  <a:sysClr val="windowText" lastClr="000000"/>
                </a:solidFill>
                <a:effectLst/>
                <a:latin typeface="+mj-lt"/>
                <a:ea typeface="Aptos" panose="020B0004020202020204" pitchFamily="34" charset="0"/>
                <a:cs typeface="Times New Roman" panose="02020603050405020304" pitchFamily="18" charset="0"/>
              </a:rPr>
              <a:t>: 0.2 µm vs 0.1 µm raised flux 20→60 LMH at 5× VCF with TMP and yield maintained, as predicted.</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400" b="1" kern="100" dirty="0">
                <a:solidFill>
                  <a:sysClr val="windowText" lastClr="000000"/>
                </a:solidFill>
                <a:effectLst/>
                <a:latin typeface="+mj-lt"/>
                <a:ea typeface="Aptos" panose="020B0004020202020204" pitchFamily="34" charset="0"/>
                <a:cs typeface="Times New Roman" panose="02020603050405020304" pitchFamily="18" charset="0"/>
              </a:rPr>
              <a:t>Performance is consistent across feed types</a:t>
            </a:r>
            <a:r>
              <a:rPr lang="en-US" sz="2400" kern="100" dirty="0">
                <a:solidFill>
                  <a:sysClr val="windowText" lastClr="000000"/>
                </a:solidFill>
                <a:effectLst/>
                <a:latin typeface="+mj-lt"/>
                <a:ea typeface="Aptos" panose="020B0004020202020204" pitchFamily="34" charset="0"/>
                <a:cs typeface="Times New Roman" panose="02020603050405020304" pitchFamily="18" charset="0"/>
              </a:rPr>
              <a:t>: Similar TMP, ~3.3% precipitate, and ≈10–13% permeate losses for purified </a:t>
            </a:r>
            <a:r>
              <a:rPr lang="en-US" sz="2400" kern="100" dirty="0" err="1">
                <a:solidFill>
                  <a:sysClr val="windowText" lastClr="000000"/>
                </a:solidFill>
                <a:effectLst/>
                <a:latin typeface="+mj-lt"/>
                <a:ea typeface="Aptos" panose="020B0004020202020204" pitchFamily="34" charset="0"/>
                <a:cs typeface="Times New Roman" panose="02020603050405020304" pitchFamily="18" charset="0"/>
              </a:rPr>
              <a:t>mAb</a:t>
            </a:r>
            <a:r>
              <a:rPr lang="en-US" sz="2400" kern="100" dirty="0">
                <a:solidFill>
                  <a:sysClr val="windowText" lastClr="000000"/>
                </a:solidFill>
                <a:effectLst/>
                <a:latin typeface="+mj-lt"/>
                <a:ea typeface="Aptos" panose="020B0004020202020204" pitchFamily="34" charset="0"/>
                <a:cs typeface="Times New Roman" panose="02020603050405020304" pitchFamily="18" charset="0"/>
              </a:rPr>
              <a:t> and conditioned media at 60 LMH on 0.2 µm.</a:t>
            </a:r>
          </a:p>
          <a:p>
            <a:pPr marR="0" lvl="0">
              <a:lnSpc>
                <a:spcPct val="115000"/>
              </a:lnSpc>
              <a:spcAft>
                <a:spcPts val="800"/>
              </a:spcAft>
              <a:buSzPts val="1000"/>
              <a:tabLst>
                <a:tab pos="457200" algn="l"/>
              </a:tabLst>
            </a:pPr>
            <a:r>
              <a:rPr lang="en-US" sz="2400" kern="100" dirty="0">
                <a:solidFill>
                  <a:sysClr val="windowText" lastClr="000000"/>
                </a:solidFill>
                <a:effectLst/>
                <a:latin typeface="+mj-lt"/>
                <a:ea typeface="Aptos" panose="020B0004020202020204" pitchFamily="34" charset="0"/>
                <a:cs typeface="Times New Roman" panose="02020603050405020304" pitchFamily="18" charset="0"/>
              </a:rPr>
              <a:t>.</a:t>
            </a:r>
          </a:p>
        </p:txBody>
      </p:sp>
      <p:sp>
        <p:nvSpPr>
          <p:cNvPr id="57" name="Rectangle 56">
            <a:extLst>
              <a:ext uri="{FF2B5EF4-FFF2-40B4-BE49-F238E27FC236}">
                <a16:creationId xmlns:a16="http://schemas.microsoft.com/office/drawing/2014/main" id="{D9AA4487-3ED2-0302-708A-8B6259A71D91}"/>
              </a:ext>
            </a:extLst>
          </p:cNvPr>
          <p:cNvSpPr/>
          <p:nvPr/>
        </p:nvSpPr>
        <p:spPr>
          <a:xfrm>
            <a:off x="14925678" y="24070394"/>
            <a:ext cx="4238958" cy="574184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172">
              <a:latin typeface="+mj-lt"/>
            </a:endParaRPr>
          </a:p>
        </p:txBody>
      </p:sp>
      <p:sp>
        <p:nvSpPr>
          <p:cNvPr id="32" name="Rectangle 31">
            <a:extLst>
              <a:ext uri="{FF2B5EF4-FFF2-40B4-BE49-F238E27FC236}">
                <a16:creationId xmlns:a16="http://schemas.microsoft.com/office/drawing/2014/main" id="{B7C00A7E-6CAA-EA80-8629-CAF4F2F39D97}"/>
              </a:ext>
            </a:extLst>
          </p:cNvPr>
          <p:cNvSpPr/>
          <p:nvPr/>
        </p:nvSpPr>
        <p:spPr>
          <a:xfrm>
            <a:off x="14925678" y="6688620"/>
            <a:ext cx="10080280" cy="91390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172">
              <a:latin typeface="+mj-lt"/>
            </a:endParaRPr>
          </a:p>
        </p:txBody>
      </p:sp>
      <p:sp>
        <p:nvSpPr>
          <p:cNvPr id="28" name="Rectangle 27">
            <a:extLst>
              <a:ext uri="{FF2B5EF4-FFF2-40B4-BE49-F238E27FC236}">
                <a16:creationId xmlns:a16="http://schemas.microsoft.com/office/drawing/2014/main" id="{40CAA7EC-7015-AEEE-3F4A-C0B39537C2F0}"/>
              </a:ext>
            </a:extLst>
          </p:cNvPr>
          <p:cNvSpPr/>
          <p:nvPr/>
        </p:nvSpPr>
        <p:spPr>
          <a:xfrm>
            <a:off x="1437398" y="5081833"/>
            <a:ext cx="41659114" cy="607528"/>
          </a:xfrm>
          <a:prstGeom prst="rect">
            <a:avLst/>
          </a:prstGeom>
          <a:solidFill>
            <a:srgbClr val="AD4D8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65365" tIns="132683" rIns="265365" bIns="132683" numCol="1" spcCol="0" rtlCol="0" fromWordArt="0" anchor="ctr" anchorCtr="0" forceAA="0" compatLnSpc="1">
            <a:prstTxWarp prst="textNoShape">
              <a:avLst/>
            </a:prstTxWarp>
            <a:noAutofit/>
          </a:bodyPr>
          <a:lstStyle/>
          <a:p>
            <a:pPr algn="ctr"/>
            <a:endParaRPr lang="en-US" sz="24172">
              <a:solidFill>
                <a:schemeClr val="tx1"/>
              </a:solidFill>
              <a:latin typeface="+mj-lt"/>
            </a:endParaRPr>
          </a:p>
        </p:txBody>
      </p:sp>
      <p:sp>
        <p:nvSpPr>
          <p:cNvPr id="37" name="TextBox 36">
            <a:extLst>
              <a:ext uri="{FF2B5EF4-FFF2-40B4-BE49-F238E27FC236}">
                <a16:creationId xmlns:a16="http://schemas.microsoft.com/office/drawing/2014/main" id="{CEB02EBD-3EC4-3AF6-4748-521BF751F671}"/>
              </a:ext>
            </a:extLst>
          </p:cNvPr>
          <p:cNvSpPr txBox="1"/>
          <p:nvPr/>
        </p:nvSpPr>
        <p:spPr>
          <a:xfrm>
            <a:off x="1390959" y="1471686"/>
            <a:ext cx="41760402" cy="1828193"/>
          </a:xfrm>
          <a:prstGeom prst="rect">
            <a:avLst/>
          </a:prstGeom>
          <a:noFill/>
        </p:spPr>
        <p:txBody>
          <a:bodyPr wrap="square" lIns="0" tIns="0" rIns="0" bIns="0" rtlCol="0" anchor="t">
            <a:spAutoFit/>
          </a:bodyPr>
          <a:lstStyle/>
          <a:p>
            <a:pPr>
              <a:lnSpc>
                <a:spcPct val="90000"/>
              </a:lnSpc>
            </a:pPr>
            <a:r>
              <a:rPr lang="en-US" sz="6600" b="1" dirty="0"/>
              <a:t>Screening Affinity Reagents in Automated Membrane SKID to Monitor and Control Column-Free Purification </a:t>
            </a:r>
            <a:endParaRPr lang="en-US" sz="6600" b="1" dirty="0">
              <a:latin typeface="+mj-lt"/>
              <a:cs typeface="Arial"/>
            </a:endParaRPr>
          </a:p>
        </p:txBody>
      </p:sp>
      <p:sp>
        <p:nvSpPr>
          <p:cNvPr id="38" name="TextBox 37">
            <a:extLst>
              <a:ext uri="{FF2B5EF4-FFF2-40B4-BE49-F238E27FC236}">
                <a16:creationId xmlns:a16="http://schemas.microsoft.com/office/drawing/2014/main" id="{69FD55AD-9C64-7704-3997-05D3993CB3D5}"/>
              </a:ext>
            </a:extLst>
          </p:cNvPr>
          <p:cNvSpPr txBox="1"/>
          <p:nvPr/>
        </p:nvSpPr>
        <p:spPr>
          <a:xfrm>
            <a:off x="1453068" y="3709048"/>
            <a:ext cx="38445024" cy="602857"/>
          </a:xfrm>
          <a:prstGeom prst="rect">
            <a:avLst/>
          </a:prstGeom>
          <a:noFill/>
        </p:spPr>
        <p:txBody>
          <a:bodyPr wrap="square" lIns="0" tIns="0" rIns="0" bIns="0" rtlCol="0" anchor="t">
            <a:spAutoFit/>
          </a:bodyPr>
          <a:lstStyle/>
          <a:p>
            <a:pPr>
              <a:lnSpc>
                <a:spcPct val="90000"/>
              </a:lnSpc>
            </a:pPr>
            <a:r>
              <a:rPr lang="en-US" sz="4353" b="1" u="sng" dirty="0">
                <a:latin typeface="+mj-lt"/>
                <a:cs typeface="Arial"/>
              </a:rPr>
              <a:t>Keith Morgan</a:t>
            </a:r>
            <a:r>
              <a:rPr lang="en-US" sz="4353" b="1" baseline="30000" dirty="0">
                <a:latin typeface="+mj-lt"/>
                <a:cs typeface="Arial"/>
              </a:rPr>
              <a:t>1</a:t>
            </a:r>
            <a:r>
              <a:rPr lang="en-US" sz="4353" b="1" dirty="0">
                <a:latin typeface="+mj-lt"/>
                <a:cs typeface="Arial"/>
              </a:rPr>
              <a:t>, Ujwal Patil</a:t>
            </a:r>
            <a:r>
              <a:rPr lang="en-US" sz="4353" b="1" baseline="30000" dirty="0">
                <a:latin typeface="+mj-lt"/>
                <a:cs typeface="Arial"/>
              </a:rPr>
              <a:t>1</a:t>
            </a:r>
            <a:r>
              <a:rPr lang="en-US" sz="4353" b="1" dirty="0">
                <a:latin typeface="+mj-lt"/>
                <a:cs typeface="Arial"/>
              </a:rPr>
              <a:t>, Irina Ramos</a:t>
            </a:r>
            <a:r>
              <a:rPr lang="en-US" sz="4353" b="1" baseline="30000" dirty="0">
                <a:latin typeface="+mj-lt"/>
                <a:cs typeface="Arial"/>
              </a:rPr>
              <a:t>2</a:t>
            </a:r>
            <a:r>
              <a:rPr lang="en-US" sz="4353" b="1" dirty="0">
                <a:latin typeface="+mj-lt"/>
                <a:cs typeface="Arial"/>
              </a:rPr>
              <a:t>, Jon Coffman</a:t>
            </a:r>
            <a:r>
              <a:rPr lang="en-US" sz="4353" b="1" baseline="30000" dirty="0">
                <a:latin typeface="+mj-lt"/>
                <a:cs typeface="Arial"/>
              </a:rPr>
              <a:t>1</a:t>
            </a:r>
            <a:r>
              <a:rPr lang="en-US" sz="4353" b="1" dirty="0">
                <a:latin typeface="+mj-lt"/>
                <a:cs typeface="Arial"/>
              </a:rPr>
              <a:t> </a:t>
            </a:r>
            <a:endParaRPr lang="en-US" sz="4353" b="1" baseline="30000" dirty="0">
              <a:latin typeface="+mj-lt"/>
              <a:cs typeface="Arial"/>
            </a:endParaRPr>
          </a:p>
        </p:txBody>
      </p:sp>
      <p:sp>
        <p:nvSpPr>
          <p:cNvPr id="39" name="TextBox 38">
            <a:extLst>
              <a:ext uri="{FF2B5EF4-FFF2-40B4-BE49-F238E27FC236}">
                <a16:creationId xmlns:a16="http://schemas.microsoft.com/office/drawing/2014/main" id="{D5A5026D-CE5D-D902-16DC-25E2BF115E59}"/>
              </a:ext>
            </a:extLst>
          </p:cNvPr>
          <p:cNvSpPr txBox="1"/>
          <p:nvPr/>
        </p:nvSpPr>
        <p:spPr>
          <a:xfrm>
            <a:off x="1422069" y="4488897"/>
            <a:ext cx="42074730" cy="442109"/>
          </a:xfrm>
          <a:prstGeom prst="rect">
            <a:avLst/>
          </a:prstGeom>
          <a:noFill/>
        </p:spPr>
        <p:txBody>
          <a:bodyPr wrap="square" lIns="0" tIns="0" rIns="0" bIns="0" rtlCol="0" anchor="t">
            <a:spAutoFit/>
          </a:bodyPr>
          <a:lstStyle/>
          <a:p>
            <a:pPr>
              <a:lnSpc>
                <a:spcPct val="90000"/>
              </a:lnSpc>
            </a:pPr>
            <a:r>
              <a:rPr lang="en-US" sz="3192" baseline="30000" dirty="0">
                <a:latin typeface="+mj-lt"/>
                <a:cs typeface="Arial"/>
              </a:rPr>
              <a:t>1 </a:t>
            </a:r>
            <a:r>
              <a:rPr lang="en-US" sz="3192" dirty="0">
                <a:latin typeface="+mj-lt"/>
                <a:cs typeface="Arial"/>
              </a:rPr>
              <a:t>Bioprocess Technologies and Engineering,  Biopharmaceutical Development, AstraZeneca, Gaithersburg, MD, USA  </a:t>
            </a:r>
            <a:r>
              <a:rPr lang="en-US" sz="3192" baseline="30000" dirty="0">
                <a:latin typeface="+mj-lt"/>
                <a:cs typeface="Arial"/>
              </a:rPr>
              <a:t>2</a:t>
            </a:r>
            <a:r>
              <a:rPr lang="en-US" sz="3192" dirty="0">
                <a:latin typeface="+mj-lt"/>
                <a:cs typeface="Arial"/>
              </a:rPr>
              <a:t>Therapeutics Development &amp; Supply, Johnson and Johnson, Malvern, PA  </a:t>
            </a:r>
            <a:endParaRPr lang="en-US" sz="3192" baseline="30000" dirty="0">
              <a:latin typeface="+mj-lt"/>
              <a:cs typeface="Arial"/>
            </a:endParaRPr>
          </a:p>
        </p:txBody>
      </p:sp>
      <p:sp>
        <p:nvSpPr>
          <p:cNvPr id="45" name="Rectangle 44">
            <a:extLst>
              <a:ext uri="{FF2B5EF4-FFF2-40B4-BE49-F238E27FC236}">
                <a16:creationId xmlns:a16="http://schemas.microsoft.com/office/drawing/2014/main" id="{3B3F182E-C1E0-687D-7B5F-2A64DDEAD592}"/>
              </a:ext>
            </a:extLst>
          </p:cNvPr>
          <p:cNvSpPr/>
          <p:nvPr/>
        </p:nvSpPr>
        <p:spPr>
          <a:xfrm>
            <a:off x="1437411" y="5949695"/>
            <a:ext cx="12973001" cy="663413"/>
          </a:xfrm>
          <a:prstGeom prst="rect">
            <a:avLst/>
          </a:prstGeom>
          <a:solidFill>
            <a:srgbClr val="AD4D85"/>
          </a:solidFill>
          <a:ln>
            <a:noFill/>
          </a:ln>
          <a:effectLst/>
        </p:spPr>
        <p:style>
          <a:lnRef idx="1">
            <a:schemeClr val="accent1"/>
          </a:lnRef>
          <a:fillRef idx="3">
            <a:schemeClr val="accent1"/>
          </a:fillRef>
          <a:effectRef idx="2">
            <a:schemeClr val="accent1"/>
          </a:effectRef>
          <a:fontRef idx="minor">
            <a:schemeClr val="lt1"/>
          </a:fontRef>
        </p:style>
        <p:txBody>
          <a:bodyPr lIns="208949" tIns="0" rIns="208949" bIns="52237" rtlCol="0" anchor="ctr"/>
          <a:lstStyle/>
          <a:p>
            <a:r>
              <a:rPr lang="en-US" sz="3483" b="1">
                <a:solidFill>
                  <a:schemeClr val="bg1"/>
                </a:solidFill>
                <a:latin typeface="+mj-lt"/>
                <a:cs typeface="Arial"/>
              </a:rPr>
              <a:t>Introduction</a:t>
            </a:r>
          </a:p>
        </p:txBody>
      </p:sp>
      <p:sp>
        <p:nvSpPr>
          <p:cNvPr id="44" name="Rectangle 43">
            <a:extLst>
              <a:ext uri="{FF2B5EF4-FFF2-40B4-BE49-F238E27FC236}">
                <a16:creationId xmlns:a16="http://schemas.microsoft.com/office/drawing/2014/main" id="{6AC8D3E5-DA01-F45F-D2AA-3C2C88732268}"/>
              </a:ext>
            </a:extLst>
          </p:cNvPr>
          <p:cNvSpPr/>
          <p:nvPr/>
        </p:nvSpPr>
        <p:spPr>
          <a:xfrm>
            <a:off x="14980975" y="5949695"/>
            <a:ext cx="28092774" cy="663413"/>
          </a:xfrm>
          <a:prstGeom prst="rect">
            <a:avLst/>
          </a:prstGeom>
          <a:solidFill>
            <a:srgbClr val="AD4D85"/>
          </a:solidFill>
          <a:ln>
            <a:noFill/>
          </a:ln>
          <a:effectLst/>
        </p:spPr>
        <p:style>
          <a:lnRef idx="1">
            <a:schemeClr val="accent1"/>
          </a:lnRef>
          <a:fillRef idx="3">
            <a:schemeClr val="accent1"/>
          </a:fillRef>
          <a:effectRef idx="2">
            <a:schemeClr val="accent1"/>
          </a:effectRef>
          <a:fontRef idx="minor">
            <a:schemeClr val="lt1"/>
          </a:fontRef>
        </p:style>
        <p:txBody>
          <a:bodyPr lIns="208949" tIns="0" rIns="208949" bIns="52237" rtlCol="0" anchor="ctr"/>
          <a:lstStyle/>
          <a:p>
            <a:r>
              <a:rPr lang="en-GB" sz="3483" b="1" dirty="0">
                <a:solidFill>
                  <a:schemeClr val="bg1"/>
                </a:solidFill>
                <a:latin typeface="+mj-lt"/>
                <a:cs typeface="Arial"/>
              </a:rPr>
              <a:t>Screening for Suitable Conditions</a:t>
            </a:r>
            <a:endParaRPr lang="en-US" sz="3483" b="1" dirty="0">
              <a:solidFill>
                <a:schemeClr val="bg1"/>
              </a:solidFill>
              <a:latin typeface="+mj-lt"/>
              <a:cs typeface="Arial"/>
            </a:endParaRPr>
          </a:p>
        </p:txBody>
      </p:sp>
      <p:cxnSp>
        <p:nvCxnSpPr>
          <p:cNvPr id="66" name="Straight Connector 65">
            <a:extLst>
              <a:ext uri="{FF2B5EF4-FFF2-40B4-BE49-F238E27FC236}">
                <a16:creationId xmlns:a16="http://schemas.microsoft.com/office/drawing/2014/main" id="{36610167-DB53-65CB-3E16-5E67F627E0F6}"/>
              </a:ext>
            </a:extLst>
          </p:cNvPr>
          <p:cNvCxnSpPr>
            <a:cxnSpLocks/>
          </p:cNvCxnSpPr>
          <p:nvPr/>
        </p:nvCxnSpPr>
        <p:spPr>
          <a:xfrm>
            <a:off x="1462640" y="30523784"/>
            <a:ext cx="41587433" cy="136374"/>
          </a:xfrm>
          <a:prstGeom prst="line">
            <a:avLst/>
          </a:prstGeom>
          <a:ln w="3175"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CEB60B8E-A5BF-90A3-1D44-8608C57593F2}"/>
              </a:ext>
            </a:extLst>
          </p:cNvPr>
          <p:cNvSpPr/>
          <p:nvPr/>
        </p:nvSpPr>
        <p:spPr>
          <a:xfrm>
            <a:off x="32536758" y="27877252"/>
            <a:ext cx="10614603" cy="26465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r>
              <a:rPr lang="en-US" sz="2322" b="1" dirty="0">
                <a:solidFill>
                  <a:schemeClr val="tx1"/>
                </a:solidFill>
                <a:latin typeface="+mj-lt"/>
                <a:cs typeface="Arial"/>
              </a:rPr>
              <a:t>References</a:t>
            </a:r>
          </a:p>
          <a:p>
            <a:pPr marL="417902" indent="-417902">
              <a:buFontTx/>
              <a:buAutoNum type="arabicPeriod"/>
            </a:pPr>
            <a:r>
              <a:rPr lang="en-US" sz="2322" dirty="0">
                <a:solidFill>
                  <a:schemeClr val="tx1"/>
                </a:solidFill>
                <a:latin typeface="+mj-lt"/>
                <a:cs typeface="Arial"/>
              </a:rPr>
              <a:t>Systems and methods for end-to-end continuous downstream processing, Jon Coffman </a:t>
            </a:r>
            <a:r>
              <a:rPr lang="en-US" sz="2322" i="1" dirty="0">
                <a:solidFill>
                  <a:schemeClr val="tx1"/>
                </a:solidFill>
                <a:latin typeface="+mj-lt"/>
                <a:cs typeface="Arial"/>
              </a:rPr>
              <a:t>et al. </a:t>
            </a:r>
            <a:r>
              <a:rPr lang="en-US" sz="2322" dirty="0">
                <a:solidFill>
                  <a:schemeClr val="tx1"/>
                </a:solidFill>
                <a:latin typeface="+mj-lt"/>
                <a:cs typeface="Arial"/>
              </a:rPr>
              <a:t>June 2023, Patent Filed</a:t>
            </a:r>
          </a:p>
          <a:p>
            <a:pPr marL="417902" indent="-417902">
              <a:buFontTx/>
              <a:buAutoNum type="arabicPeriod"/>
            </a:pPr>
            <a:r>
              <a:rPr lang="en-US" sz="2322" dirty="0">
                <a:solidFill>
                  <a:schemeClr val="tx1"/>
                </a:solidFill>
                <a:latin typeface="+mj-lt"/>
                <a:cs typeface="Arial"/>
              </a:rPr>
              <a:t>Jabra, M. Lipinski, S. </a:t>
            </a:r>
            <a:r>
              <a:rPr lang="en-US" sz="2322" dirty="0" err="1">
                <a:solidFill>
                  <a:schemeClr val="tx1"/>
                </a:solidFill>
                <a:latin typeface="+mj-lt"/>
                <a:cs typeface="Arial"/>
              </a:rPr>
              <a:t>Zydney</a:t>
            </a:r>
            <a:r>
              <a:rPr lang="en-US" sz="2322" dirty="0">
                <a:solidFill>
                  <a:schemeClr val="tx1"/>
                </a:solidFill>
                <a:latin typeface="+mj-lt"/>
                <a:cs typeface="Arial"/>
              </a:rPr>
              <a:t>, A. (2021). Journal of Membrane Science, 637, 119606.</a:t>
            </a:r>
          </a:p>
          <a:p>
            <a:pPr marL="417902" indent="-417902">
              <a:buFontTx/>
              <a:buAutoNum type="arabicPeriod"/>
            </a:pPr>
            <a:r>
              <a:rPr lang="en-US" sz="2322" dirty="0">
                <a:solidFill>
                  <a:schemeClr val="tx1"/>
                </a:solidFill>
                <a:latin typeface="+mj-lt"/>
                <a:cs typeface="Arial"/>
              </a:rPr>
              <a:t>Pires, I. S., &amp; Palmer, A. F. (2021). Journal of Membrane Science, 618, 118712.</a:t>
            </a:r>
          </a:p>
          <a:p>
            <a:endParaRPr lang="en-US" sz="2322" dirty="0">
              <a:solidFill>
                <a:schemeClr val="tx1"/>
              </a:solidFill>
              <a:latin typeface="+mj-lt"/>
              <a:cs typeface="Arial"/>
            </a:endParaRPr>
          </a:p>
          <a:p>
            <a:pPr marL="417902" indent="-417902">
              <a:buAutoNum type="arabicPeriod"/>
            </a:pPr>
            <a:endParaRPr lang="en-US" sz="2322" dirty="0">
              <a:solidFill>
                <a:schemeClr val="tx1"/>
              </a:solidFill>
              <a:latin typeface="+mj-lt"/>
              <a:cs typeface="Arial"/>
            </a:endParaRPr>
          </a:p>
        </p:txBody>
      </p:sp>
      <p:grpSp>
        <p:nvGrpSpPr>
          <p:cNvPr id="8" name="Group 7">
            <a:extLst>
              <a:ext uri="{FF2B5EF4-FFF2-40B4-BE49-F238E27FC236}">
                <a16:creationId xmlns:a16="http://schemas.microsoft.com/office/drawing/2014/main" id="{99A7286E-1CE7-09BF-A2CA-41C31527ACC7}"/>
              </a:ext>
            </a:extLst>
          </p:cNvPr>
          <p:cNvGrpSpPr/>
          <p:nvPr/>
        </p:nvGrpSpPr>
        <p:grpSpPr>
          <a:xfrm>
            <a:off x="32536770" y="26810013"/>
            <a:ext cx="10521711" cy="1853983"/>
            <a:chOff x="11225102" y="8352252"/>
            <a:chExt cx="3625591" cy="776431"/>
          </a:xfrm>
        </p:grpSpPr>
        <p:sp>
          <p:nvSpPr>
            <p:cNvPr id="76" name="Rectangle 75">
              <a:extLst>
                <a:ext uri="{FF2B5EF4-FFF2-40B4-BE49-F238E27FC236}">
                  <a16:creationId xmlns:a16="http://schemas.microsoft.com/office/drawing/2014/main" id="{BFB20724-B41D-39DD-6E59-C9BDC60472B3}"/>
                </a:ext>
              </a:extLst>
            </p:cNvPr>
            <p:cNvSpPr/>
            <p:nvPr/>
          </p:nvSpPr>
          <p:spPr>
            <a:xfrm>
              <a:off x="11257110" y="8352252"/>
              <a:ext cx="3593583" cy="7764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r>
                <a:rPr lang="en-US" sz="2031" b="1" dirty="0">
                  <a:solidFill>
                    <a:schemeClr val="tx1"/>
                  </a:solidFill>
                  <a:latin typeface="+mj-lt"/>
                  <a:cs typeface="Arial"/>
                </a:rPr>
                <a:t>Acknowledgments</a:t>
              </a:r>
              <a:r>
                <a:rPr lang="en-US" sz="2031" dirty="0">
                  <a:solidFill>
                    <a:schemeClr val="tx1"/>
                  </a:solidFill>
                  <a:latin typeface="+mj-lt"/>
                  <a:cs typeface="Arial"/>
                </a:rPr>
                <a:t> </a:t>
              </a:r>
            </a:p>
            <a:p>
              <a:r>
                <a:rPr lang="en-US" sz="2031" i="1" dirty="0">
                  <a:solidFill>
                    <a:schemeClr val="tx1"/>
                  </a:solidFill>
                  <a:latin typeface="+mj-lt"/>
                  <a:cs typeface="Arial"/>
                </a:rPr>
                <a:t>Joel Graham and Taylor Bloom for developing affinity reagent and affinity reagent analytical methods </a:t>
              </a:r>
            </a:p>
          </p:txBody>
        </p:sp>
        <p:cxnSp>
          <p:nvCxnSpPr>
            <p:cNvPr id="77" name="Straight Connector 76">
              <a:extLst>
                <a:ext uri="{FF2B5EF4-FFF2-40B4-BE49-F238E27FC236}">
                  <a16:creationId xmlns:a16="http://schemas.microsoft.com/office/drawing/2014/main" id="{F2D75AD1-14D1-72E4-BE25-A09EF3D44DB7}"/>
                </a:ext>
              </a:extLst>
            </p:cNvPr>
            <p:cNvCxnSpPr>
              <a:cxnSpLocks/>
            </p:cNvCxnSpPr>
            <p:nvPr/>
          </p:nvCxnSpPr>
          <p:spPr>
            <a:xfrm>
              <a:off x="11240692" y="8352252"/>
              <a:ext cx="3603239" cy="0"/>
            </a:xfrm>
            <a:prstGeom prst="line">
              <a:avLst/>
            </a:prstGeom>
            <a:ln w="3175"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9F47C7FB-EE6F-224E-9CF8-590CA52688A0}"/>
                </a:ext>
              </a:extLst>
            </p:cNvPr>
            <p:cNvCxnSpPr>
              <a:cxnSpLocks/>
            </p:cNvCxnSpPr>
            <p:nvPr/>
          </p:nvCxnSpPr>
          <p:spPr>
            <a:xfrm flipV="1">
              <a:off x="11225102" y="8740467"/>
              <a:ext cx="3593583" cy="2643"/>
            </a:xfrm>
            <a:prstGeom prst="line">
              <a:avLst/>
            </a:prstGeom>
            <a:ln w="3175" cmpd="sng">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40" name="Rectangle 39">
            <a:extLst>
              <a:ext uri="{FF2B5EF4-FFF2-40B4-BE49-F238E27FC236}">
                <a16:creationId xmlns:a16="http://schemas.microsoft.com/office/drawing/2014/main" id="{A1262D5C-A572-E8C9-9CDD-78B7D55C1F55}"/>
              </a:ext>
            </a:extLst>
          </p:cNvPr>
          <p:cNvSpPr/>
          <p:nvPr/>
        </p:nvSpPr>
        <p:spPr>
          <a:xfrm>
            <a:off x="1455823" y="31068183"/>
            <a:ext cx="2089489" cy="74763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r>
              <a:rPr lang="en-US" sz="2031" i="1">
                <a:solidFill>
                  <a:schemeClr val="tx1"/>
                </a:solidFill>
                <a:latin typeface="+mj-lt"/>
                <a:cs typeface="Arial"/>
              </a:rPr>
              <a:t>Supported by</a:t>
            </a:r>
          </a:p>
        </p:txBody>
      </p:sp>
      <p:sp>
        <p:nvSpPr>
          <p:cNvPr id="41" name="Rectangle 40">
            <a:extLst>
              <a:ext uri="{FF2B5EF4-FFF2-40B4-BE49-F238E27FC236}">
                <a16:creationId xmlns:a16="http://schemas.microsoft.com/office/drawing/2014/main" id="{2A538890-A6B1-F2EA-2152-3E9DE41CF866}"/>
              </a:ext>
            </a:extLst>
          </p:cNvPr>
          <p:cNvSpPr/>
          <p:nvPr/>
        </p:nvSpPr>
        <p:spPr>
          <a:xfrm>
            <a:off x="11833941" y="31068183"/>
            <a:ext cx="20214472" cy="74763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pPr algn="ctr"/>
            <a:r>
              <a:rPr lang="en-US" sz="2031" i="1" dirty="0">
                <a:solidFill>
                  <a:schemeClr val="tx1"/>
                </a:solidFill>
                <a:latin typeface="+mj-lt"/>
                <a:cs typeface="Arial"/>
              </a:rPr>
              <a:t>Presented at the ACS Spring 2026 Meeting ​</a:t>
            </a:r>
          </a:p>
          <a:p>
            <a:pPr algn="ctr"/>
            <a:r>
              <a:rPr lang="en-US" sz="2031" i="1" dirty="0">
                <a:solidFill>
                  <a:schemeClr val="tx1"/>
                </a:solidFill>
                <a:latin typeface="+mj-lt"/>
                <a:cs typeface="Arial"/>
              </a:rPr>
              <a:t>March 22-26, 2026, at the Georgia World Congress Center, Atlanta, GA</a:t>
            </a:r>
          </a:p>
        </p:txBody>
      </p:sp>
      <p:pic>
        <p:nvPicPr>
          <p:cNvPr id="7" name="Picture 6">
            <a:extLst>
              <a:ext uri="{FF2B5EF4-FFF2-40B4-BE49-F238E27FC236}">
                <a16:creationId xmlns:a16="http://schemas.microsoft.com/office/drawing/2014/main" id="{B23F5537-9435-0F35-E36B-E61FE0C5E668}"/>
              </a:ext>
            </a:extLst>
          </p:cNvPr>
          <p:cNvPicPr>
            <a:picLocks noChangeAspect="1"/>
          </p:cNvPicPr>
          <p:nvPr/>
        </p:nvPicPr>
        <p:blipFill>
          <a:blip r:embed="rId3"/>
          <a:stretch>
            <a:fillRect/>
          </a:stretch>
        </p:blipFill>
        <p:spPr>
          <a:xfrm>
            <a:off x="3729605" y="30791761"/>
            <a:ext cx="2248232" cy="552844"/>
          </a:xfrm>
          <a:prstGeom prst="rect">
            <a:avLst/>
          </a:prstGeom>
        </p:spPr>
      </p:pic>
      <p:sp>
        <p:nvSpPr>
          <p:cNvPr id="9" name="Rectangle 8">
            <a:extLst>
              <a:ext uri="{FF2B5EF4-FFF2-40B4-BE49-F238E27FC236}">
                <a16:creationId xmlns:a16="http://schemas.microsoft.com/office/drawing/2014/main" id="{E140A2F5-CC7B-591B-FDC1-EFA0776F8F5E}"/>
              </a:ext>
            </a:extLst>
          </p:cNvPr>
          <p:cNvSpPr/>
          <p:nvPr/>
        </p:nvSpPr>
        <p:spPr>
          <a:xfrm>
            <a:off x="1437398" y="22286964"/>
            <a:ext cx="13019437" cy="663413"/>
          </a:xfrm>
          <a:prstGeom prst="rect">
            <a:avLst/>
          </a:prstGeom>
          <a:solidFill>
            <a:srgbClr val="AD4D85"/>
          </a:solidFill>
          <a:ln>
            <a:noFill/>
          </a:ln>
          <a:effectLst/>
        </p:spPr>
        <p:style>
          <a:lnRef idx="1">
            <a:schemeClr val="accent1"/>
          </a:lnRef>
          <a:fillRef idx="3">
            <a:schemeClr val="accent1"/>
          </a:fillRef>
          <a:effectRef idx="2">
            <a:schemeClr val="accent1"/>
          </a:effectRef>
          <a:fontRef idx="minor">
            <a:schemeClr val="lt1"/>
          </a:fontRef>
        </p:style>
        <p:txBody>
          <a:bodyPr lIns="208949" tIns="0" rIns="208949" bIns="52237" rtlCol="0" anchor="ctr"/>
          <a:lstStyle/>
          <a:p>
            <a:r>
              <a:rPr lang="en-US" sz="3483" b="1" dirty="0">
                <a:solidFill>
                  <a:schemeClr val="bg1"/>
                </a:solidFill>
                <a:latin typeface="+mj-lt"/>
                <a:cs typeface="Arial"/>
              </a:rPr>
              <a:t>Small Scale Screening Methods</a:t>
            </a:r>
          </a:p>
        </p:txBody>
      </p:sp>
      <p:sp>
        <p:nvSpPr>
          <p:cNvPr id="52" name="Rectangle 51">
            <a:extLst>
              <a:ext uri="{FF2B5EF4-FFF2-40B4-BE49-F238E27FC236}">
                <a16:creationId xmlns:a16="http://schemas.microsoft.com/office/drawing/2014/main" id="{D28A9D76-430D-9B11-1955-A3857AE9E5DB}"/>
              </a:ext>
            </a:extLst>
          </p:cNvPr>
          <p:cNvSpPr/>
          <p:nvPr/>
        </p:nvSpPr>
        <p:spPr>
          <a:xfrm>
            <a:off x="1422069" y="28899625"/>
            <a:ext cx="12988326" cy="11254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r>
              <a:rPr lang="en-US" sz="2322" b="1" dirty="0">
                <a:solidFill>
                  <a:sysClr val="windowText" lastClr="000000"/>
                </a:solidFill>
                <a:latin typeface="+mj-lt"/>
                <a:cs typeface="Arial"/>
              </a:rPr>
              <a:t>Figure 2. </a:t>
            </a:r>
            <a:r>
              <a:rPr lang="en-US" sz="2322" dirty="0">
                <a:solidFill>
                  <a:sysClr val="windowText" lastClr="000000"/>
                </a:solidFill>
                <a:latin typeface="+mj-lt"/>
                <a:cs typeface="Arial"/>
              </a:rPr>
              <a:t>Small scale screening workflow. Affinity reagent</a:t>
            </a:r>
            <a:r>
              <a:rPr lang="en-US" sz="2322" dirty="0">
                <a:solidFill>
                  <a:sysClr val="windowText" lastClr="000000"/>
                </a:solidFill>
                <a:latin typeface="+mj-lt"/>
              </a:rPr>
              <a:t> and </a:t>
            </a:r>
            <a:r>
              <a:rPr lang="en-US" sz="2322" dirty="0" err="1">
                <a:solidFill>
                  <a:sysClr val="windowText" lastClr="000000"/>
                </a:solidFill>
                <a:latin typeface="+mj-lt"/>
              </a:rPr>
              <a:t>mAb</a:t>
            </a:r>
            <a:r>
              <a:rPr lang="en-US" sz="2322" dirty="0">
                <a:solidFill>
                  <a:sysClr val="windowText" lastClr="000000"/>
                </a:solidFill>
                <a:latin typeface="+mj-lt"/>
              </a:rPr>
              <a:t> were buffer-exchanged, filtered, mixed (2 mL each) for 20 minutes, centrifuged, washed, and redissolved; supernatants quantified by Solo VPE/HP-SEC, with CHO HCP and DNA assays performed at sample points (stars). Pellet sizing and supernatant composition determine filtration suitability </a:t>
            </a:r>
            <a:endParaRPr lang="en-US" sz="2322" dirty="0">
              <a:solidFill>
                <a:sysClr val="windowText" lastClr="000000"/>
              </a:solidFill>
              <a:latin typeface="+mj-lt"/>
              <a:cs typeface="Arial"/>
            </a:endParaRPr>
          </a:p>
        </p:txBody>
      </p:sp>
      <p:pic>
        <p:nvPicPr>
          <p:cNvPr id="42" name="Picture 41">
            <a:extLst>
              <a:ext uri="{FF2B5EF4-FFF2-40B4-BE49-F238E27FC236}">
                <a16:creationId xmlns:a16="http://schemas.microsoft.com/office/drawing/2014/main" id="{0354DF02-9404-2272-99D9-1C4D2242269D}"/>
              </a:ext>
            </a:extLst>
          </p:cNvPr>
          <p:cNvPicPr>
            <a:picLocks noChangeAspect="1"/>
          </p:cNvPicPr>
          <p:nvPr/>
        </p:nvPicPr>
        <p:blipFill>
          <a:blip r:embed="rId4"/>
          <a:stretch>
            <a:fillRect/>
          </a:stretch>
        </p:blipFill>
        <p:spPr>
          <a:xfrm>
            <a:off x="2242504" y="14656151"/>
            <a:ext cx="11599722" cy="2843156"/>
          </a:xfrm>
          <a:prstGeom prst="rect">
            <a:avLst/>
          </a:prstGeom>
        </p:spPr>
      </p:pic>
      <p:sp>
        <p:nvSpPr>
          <p:cNvPr id="22" name="Rectangle 21">
            <a:extLst>
              <a:ext uri="{FF2B5EF4-FFF2-40B4-BE49-F238E27FC236}">
                <a16:creationId xmlns:a16="http://schemas.microsoft.com/office/drawing/2014/main" id="{1DAE792A-6B8D-F51B-249A-81FC5D8033C3}"/>
              </a:ext>
            </a:extLst>
          </p:cNvPr>
          <p:cNvSpPr/>
          <p:nvPr/>
        </p:nvSpPr>
        <p:spPr>
          <a:xfrm>
            <a:off x="1437397" y="17514826"/>
            <a:ext cx="9485534" cy="38007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r>
              <a:rPr lang="en-US" sz="2612" b="1" dirty="0">
                <a:solidFill>
                  <a:schemeClr val="tx1"/>
                </a:solidFill>
                <a:latin typeface="+mj-lt"/>
                <a:cs typeface="Arial"/>
              </a:rPr>
              <a:t>Figure 1.  Truly Continuous Counter Current Downstream</a:t>
            </a:r>
          </a:p>
          <a:p>
            <a:endParaRPr lang="en-US" sz="2612" b="1" dirty="0">
              <a:solidFill>
                <a:schemeClr val="tx1"/>
              </a:solidFill>
              <a:latin typeface="+mj-lt"/>
              <a:cs typeface="Arial"/>
            </a:endParaRPr>
          </a:p>
          <a:p>
            <a:endParaRPr lang="en-US" sz="2612" b="1" dirty="0">
              <a:solidFill>
                <a:schemeClr val="tx1"/>
              </a:solidFill>
              <a:latin typeface="+mj-lt"/>
              <a:cs typeface="Arial"/>
            </a:endParaRPr>
          </a:p>
          <a:p>
            <a:r>
              <a:rPr lang="en-US" sz="2612" b="1" dirty="0">
                <a:solidFill>
                  <a:schemeClr val="tx1"/>
                </a:solidFill>
                <a:latin typeface="+mj-lt"/>
                <a:cs typeface="Arial"/>
              </a:rPr>
              <a:t> </a:t>
            </a:r>
          </a:p>
        </p:txBody>
      </p:sp>
      <p:sp>
        <p:nvSpPr>
          <p:cNvPr id="85" name="Rectangle 84">
            <a:extLst>
              <a:ext uri="{FF2B5EF4-FFF2-40B4-BE49-F238E27FC236}">
                <a16:creationId xmlns:a16="http://schemas.microsoft.com/office/drawing/2014/main" id="{E2AFB07C-491B-56A0-CA28-8902E70EAE5B}"/>
              </a:ext>
            </a:extLst>
          </p:cNvPr>
          <p:cNvSpPr/>
          <p:nvPr/>
        </p:nvSpPr>
        <p:spPr>
          <a:xfrm>
            <a:off x="15283828" y="15101599"/>
            <a:ext cx="8200031" cy="12967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pPr marL="1326840" indent="-1326840"/>
            <a:r>
              <a:rPr lang="en-US" sz="2322" b="1" dirty="0">
                <a:solidFill>
                  <a:schemeClr val="tx1"/>
                </a:solidFill>
                <a:latin typeface="+mj-lt"/>
                <a:cs typeface="Arial"/>
              </a:rPr>
              <a:t>Figure 3. </a:t>
            </a:r>
            <a:r>
              <a:rPr lang="en-US" sz="2322" dirty="0">
                <a:solidFill>
                  <a:schemeClr val="tx1"/>
                </a:solidFill>
                <a:latin typeface="+mj-lt"/>
                <a:cs typeface="Arial"/>
              </a:rPr>
              <a:t>Transmembrane pressure profiles for SPTFF wash runs at 0.1 µm. TMP over 50 HVs comparing 10 g/L (Dark Color) and 2.5 g/L </a:t>
            </a:r>
            <a:r>
              <a:rPr lang="en-US" sz="2322" dirty="0" err="1">
                <a:solidFill>
                  <a:schemeClr val="tx1"/>
                </a:solidFill>
                <a:latin typeface="+mj-lt"/>
                <a:cs typeface="Arial"/>
              </a:rPr>
              <a:t>mAb</a:t>
            </a:r>
            <a:r>
              <a:rPr lang="en-US" sz="2322" dirty="0">
                <a:solidFill>
                  <a:schemeClr val="tx1"/>
                </a:solidFill>
                <a:latin typeface="+mj-lt"/>
                <a:cs typeface="Arial"/>
              </a:rPr>
              <a:t> (Light Color) at 5:1 </a:t>
            </a:r>
            <a:r>
              <a:rPr lang="en-US" sz="2322" dirty="0" err="1">
                <a:solidFill>
                  <a:schemeClr val="tx1"/>
                </a:solidFill>
                <a:latin typeface="+mj-lt"/>
                <a:cs typeface="Arial"/>
              </a:rPr>
              <a:t>mAb</a:t>
            </a:r>
            <a:r>
              <a:rPr lang="en-US" sz="2322" dirty="0">
                <a:solidFill>
                  <a:schemeClr val="tx1"/>
                </a:solidFill>
                <a:latin typeface="+mj-lt"/>
                <a:cs typeface="Arial"/>
              </a:rPr>
              <a:t> A:SNGP0094, feed flux 20 LMH, and VCF 5×. </a:t>
            </a:r>
          </a:p>
        </p:txBody>
      </p:sp>
      <p:sp>
        <p:nvSpPr>
          <p:cNvPr id="87" name="Rectangle 86">
            <a:extLst>
              <a:ext uri="{FF2B5EF4-FFF2-40B4-BE49-F238E27FC236}">
                <a16:creationId xmlns:a16="http://schemas.microsoft.com/office/drawing/2014/main" id="{77F93B1C-5020-BB21-6A39-29B951B5BE2F}"/>
              </a:ext>
            </a:extLst>
          </p:cNvPr>
          <p:cNvSpPr/>
          <p:nvPr/>
        </p:nvSpPr>
        <p:spPr>
          <a:xfrm>
            <a:off x="32536758" y="17111515"/>
            <a:ext cx="10614603" cy="663413"/>
          </a:xfrm>
          <a:prstGeom prst="rect">
            <a:avLst/>
          </a:prstGeom>
          <a:solidFill>
            <a:srgbClr val="AD4D85"/>
          </a:solidFill>
          <a:ln>
            <a:noFill/>
          </a:ln>
          <a:effectLst/>
        </p:spPr>
        <p:style>
          <a:lnRef idx="1">
            <a:schemeClr val="accent1"/>
          </a:lnRef>
          <a:fillRef idx="3">
            <a:schemeClr val="accent1"/>
          </a:fillRef>
          <a:effectRef idx="2">
            <a:schemeClr val="accent1"/>
          </a:effectRef>
          <a:fontRef idx="minor">
            <a:schemeClr val="lt1"/>
          </a:fontRef>
        </p:style>
        <p:txBody>
          <a:bodyPr lIns="208949" tIns="0" rIns="208949" bIns="52237" rtlCol="0" anchor="ctr"/>
          <a:lstStyle/>
          <a:p>
            <a:r>
              <a:rPr lang="en-GB" sz="3483" b="1">
                <a:solidFill>
                  <a:schemeClr val="bg1"/>
                </a:solidFill>
                <a:latin typeface="+mj-lt"/>
                <a:cs typeface="Arial"/>
              </a:rPr>
              <a:t>C</a:t>
            </a:r>
            <a:r>
              <a:rPr lang="en-US" sz="3483" b="1">
                <a:solidFill>
                  <a:schemeClr val="bg1"/>
                </a:solidFill>
                <a:latin typeface="+mj-lt"/>
                <a:cs typeface="Arial"/>
              </a:rPr>
              <a:t>onclusions</a:t>
            </a:r>
          </a:p>
        </p:txBody>
      </p:sp>
      <p:sp>
        <p:nvSpPr>
          <p:cNvPr id="23" name="Rectangle 22">
            <a:extLst>
              <a:ext uri="{FF2B5EF4-FFF2-40B4-BE49-F238E27FC236}">
                <a16:creationId xmlns:a16="http://schemas.microsoft.com/office/drawing/2014/main" id="{E51EE762-98E6-24C1-758F-EE13AABFF14E}"/>
              </a:ext>
            </a:extLst>
          </p:cNvPr>
          <p:cNvSpPr/>
          <p:nvPr/>
        </p:nvSpPr>
        <p:spPr>
          <a:xfrm>
            <a:off x="14925678" y="17131348"/>
            <a:ext cx="15921905" cy="663413"/>
          </a:xfrm>
          <a:prstGeom prst="rect">
            <a:avLst/>
          </a:prstGeom>
          <a:solidFill>
            <a:srgbClr val="AD4D85"/>
          </a:solidFill>
          <a:ln>
            <a:noFill/>
          </a:ln>
          <a:effectLst/>
        </p:spPr>
        <p:style>
          <a:lnRef idx="1">
            <a:schemeClr val="accent1"/>
          </a:lnRef>
          <a:fillRef idx="3">
            <a:schemeClr val="accent1"/>
          </a:fillRef>
          <a:effectRef idx="2">
            <a:schemeClr val="accent1"/>
          </a:effectRef>
          <a:fontRef idx="minor">
            <a:schemeClr val="lt1"/>
          </a:fontRef>
        </p:style>
        <p:txBody>
          <a:bodyPr lIns="208949" tIns="0" rIns="208949" bIns="52237" rtlCol="0" anchor="ctr"/>
          <a:lstStyle/>
          <a:p>
            <a:r>
              <a:rPr lang="en-GB" sz="3483" b="1" dirty="0">
                <a:solidFill>
                  <a:schemeClr val="bg1"/>
                </a:solidFill>
                <a:latin typeface="+mj-lt"/>
                <a:cs typeface="Arial"/>
              </a:rPr>
              <a:t>Final CM run and purity </a:t>
            </a:r>
            <a:endParaRPr lang="en-US" sz="3483" b="1" dirty="0">
              <a:solidFill>
                <a:schemeClr val="bg1"/>
              </a:solidFill>
              <a:latin typeface="+mj-lt"/>
              <a:cs typeface="Arial"/>
            </a:endParaRPr>
          </a:p>
        </p:txBody>
      </p:sp>
      <p:sp>
        <p:nvSpPr>
          <p:cNvPr id="29" name="Rectangle 28">
            <a:extLst>
              <a:ext uri="{FF2B5EF4-FFF2-40B4-BE49-F238E27FC236}">
                <a16:creationId xmlns:a16="http://schemas.microsoft.com/office/drawing/2014/main" id="{B6F088E2-F568-D4E9-13AB-1039D704E9A6}"/>
              </a:ext>
            </a:extLst>
          </p:cNvPr>
          <p:cNvSpPr/>
          <p:nvPr/>
        </p:nvSpPr>
        <p:spPr>
          <a:xfrm>
            <a:off x="24054073" y="15101599"/>
            <a:ext cx="8182952" cy="1887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pPr marL="1156379" indent="-1156379"/>
            <a:r>
              <a:rPr lang="en-US" sz="2322" b="1" dirty="0">
                <a:solidFill>
                  <a:schemeClr val="tx1"/>
                </a:solidFill>
                <a:latin typeface="+mj-lt"/>
                <a:cs typeface="Arial"/>
              </a:rPr>
              <a:t>Figure 4. </a:t>
            </a:r>
            <a:r>
              <a:rPr lang="en-US" sz="2322" dirty="0">
                <a:solidFill>
                  <a:schemeClr val="tx1"/>
                </a:solidFill>
                <a:latin typeface="+mj-lt"/>
                <a:cs typeface="Arial"/>
              </a:rPr>
              <a:t>Small‑scale ratio screen for </a:t>
            </a:r>
            <a:r>
              <a:rPr lang="en-US" sz="2322" dirty="0" err="1">
                <a:solidFill>
                  <a:schemeClr val="tx1"/>
                </a:solidFill>
                <a:latin typeface="+mj-lt"/>
                <a:cs typeface="Arial"/>
              </a:rPr>
              <a:t>mAb</a:t>
            </a:r>
            <a:r>
              <a:rPr lang="en-US" sz="2322" dirty="0">
                <a:solidFill>
                  <a:schemeClr val="tx1"/>
                </a:solidFill>
                <a:latin typeface="+mj-lt"/>
                <a:cs typeface="Arial"/>
              </a:rPr>
              <a:t> recovery. </a:t>
            </a:r>
            <a:r>
              <a:rPr lang="en-US" sz="2322" dirty="0" err="1">
                <a:solidFill>
                  <a:schemeClr val="tx1"/>
                </a:solidFill>
                <a:latin typeface="+mj-lt"/>
                <a:cs typeface="Arial"/>
              </a:rPr>
              <a:t>mAb</a:t>
            </a:r>
            <a:r>
              <a:rPr lang="en-US" sz="2322" dirty="0">
                <a:solidFill>
                  <a:schemeClr val="tx1"/>
                </a:solidFill>
                <a:latin typeface="+mj-lt"/>
                <a:cs typeface="Arial"/>
              </a:rPr>
              <a:t> recovery at 5 g/L (Dark Color) and 2.5 g/L (Light Color). A 10:1 </a:t>
            </a:r>
            <a:r>
              <a:rPr lang="en-US" sz="2322" dirty="0" err="1">
                <a:solidFill>
                  <a:schemeClr val="tx1"/>
                </a:solidFill>
                <a:latin typeface="+mj-lt"/>
                <a:cs typeface="Arial"/>
              </a:rPr>
              <a:t>mAb</a:t>
            </a:r>
            <a:r>
              <a:rPr lang="en-US" sz="2322" dirty="0">
                <a:solidFill>
                  <a:schemeClr val="tx1"/>
                </a:solidFill>
                <a:latin typeface="+mj-lt"/>
                <a:cs typeface="Arial"/>
              </a:rPr>
              <a:t> A:affinity reagent ratio improved recovery while reducing affinity reagent consumption. </a:t>
            </a:r>
          </a:p>
        </p:txBody>
      </p:sp>
      <p:sp>
        <p:nvSpPr>
          <p:cNvPr id="30" name="Rectangle 29">
            <a:extLst>
              <a:ext uri="{FF2B5EF4-FFF2-40B4-BE49-F238E27FC236}">
                <a16:creationId xmlns:a16="http://schemas.microsoft.com/office/drawing/2014/main" id="{DB79BC5E-D6BA-0F91-9641-2C2C837B2438}"/>
              </a:ext>
            </a:extLst>
          </p:cNvPr>
          <p:cNvSpPr/>
          <p:nvPr/>
        </p:nvSpPr>
        <p:spPr>
          <a:xfrm>
            <a:off x="32842550" y="15101599"/>
            <a:ext cx="9924201" cy="18875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pPr marL="1326840" indent="-1326840"/>
            <a:r>
              <a:rPr lang="en-US" sz="2322" b="1" dirty="0">
                <a:solidFill>
                  <a:schemeClr val="tx1"/>
                </a:solidFill>
                <a:latin typeface="+mj-lt"/>
                <a:cs typeface="Arial"/>
              </a:rPr>
              <a:t>Figure 5</a:t>
            </a:r>
            <a:r>
              <a:rPr lang="en-US" sz="2322" dirty="0">
                <a:solidFill>
                  <a:schemeClr val="tx1"/>
                </a:solidFill>
                <a:latin typeface="+mj-lt"/>
                <a:cs typeface="Arial"/>
              </a:rPr>
              <a:t>. SPTFF performance at 0.1 µm with optimized 10:1 ratio. TMP over 50 HVs for 2.5 g/L </a:t>
            </a:r>
            <a:r>
              <a:rPr lang="en-US" sz="2322" dirty="0" err="1">
                <a:solidFill>
                  <a:schemeClr val="tx1"/>
                </a:solidFill>
                <a:latin typeface="+mj-lt"/>
                <a:cs typeface="Arial"/>
              </a:rPr>
              <a:t>mAb</a:t>
            </a:r>
            <a:r>
              <a:rPr lang="en-US" sz="2322" dirty="0">
                <a:solidFill>
                  <a:schemeClr val="tx1"/>
                </a:solidFill>
                <a:latin typeface="+mj-lt"/>
                <a:cs typeface="Arial"/>
              </a:rPr>
              <a:t> A and 0.25 g/L affinity reagent, feed flux 20 LMH, VCF 5×. Run ended due to feed depletion without over‑pressurization.</a:t>
            </a:r>
          </a:p>
        </p:txBody>
      </p:sp>
      <p:sp>
        <p:nvSpPr>
          <p:cNvPr id="5" name="Rectangle 4">
            <a:extLst>
              <a:ext uri="{FF2B5EF4-FFF2-40B4-BE49-F238E27FC236}">
                <a16:creationId xmlns:a16="http://schemas.microsoft.com/office/drawing/2014/main" id="{E7194126-6AD4-5C8E-27BA-4B2A8E75CBB1}"/>
              </a:ext>
            </a:extLst>
          </p:cNvPr>
          <p:cNvSpPr/>
          <p:nvPr/>
        </p:nvSpPr>
        <p:spPr>
          <a:xfrm>
            <a:off x="24151389" y="18132407"/>
            <a:ext cx="6696196" cy="541778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pPr marL="1326840" indent="-1326840"/>
            <a:r>
              <a:rPr lang="en-US" sz="2322" b="1" dirty="0">
                <a:solidFill>
                  <a:schemeClr val="tx1"/>
                </a:solidFill>
                <a:latin typeface="+mj-lt"/>
                <a:cs typeface="Arial"/>
              </a:rPr>
              <a:t>Figure 6. </a:t>
            </a:r>
            <a:r>
              <a:rPr lang="en-US" sz="2322" dirty="0">
                <a:solidFill>
                  <a:schemeClr val="tx1"/>
                </a:solidFill>
                <a:latin typeface="+mj-lt"/>
                <a:cs typeface="Arial"/>
              </a:rPr>
              <a:t>SPTFF performance with a feed flux of 60 LMH, VCF 5×, and using a 0.2 µm, 110 cm² membrane, with optimized 10:1 ratio. Operation with purified </a:t>
            </a:r>
            <a:r>
              <a:rPr lang="en-US" sz="2322" dirty="0" err="1">
                <a:solidFill>
                  <a:schemeClr val="tx1"/>
                </a:solidFill>
                <a:latin typeface="+mj-lt"/>
                <a:cs typeface="Arial"/>
              </a:rPr>
              <a:t>mAb</a:t>
            </a:r>
            <a:r>
              <a:rPr lang="en-US" sz="2322" dirty="0">
                <a:solidFill>
                  <a:schemeClr val="tx1"/>
                </a:solidFill>
                <a:latin typeface="+mj-lt"/>
                <a:cs typeface="Arial"/>
              </a:rPr>
              <a:t> feed (Light Line) reached 50 HVs without exceeding pressure limits; The precipitate fraction was 3.3% ± 0.0% (N=8), and permeate loss was 10% ± 1% (N=30). For conditioned media feed, operation similarly reached 50 HVs  (Dark Line) without over‑pressurization. The precipitate fraction was 3.3% ± 0.0% (N=4), and permeate loss was 13% ± 0% (N=15).</a:t>
            </a:r>
          </a:p>
        </p:txBody>
      </p:sp>
      <p:sp>
        <p:nvSpPr>
          <p:cNvPr id="6" name="Rectangle 5">
            <a:extLst>
              <a:ext uri="{FF2B5EF4-FFF2-40B4-BE49-F238E27FC236}">
                <a16:creationId xmlns:a16="http://schemas.microsoft.com/office/drawing/2014/main" id="{1DF73422-85C2-D848-4795-F019136E4066}"/>
              </a:ext>
            </a:extLst>
          </p:cNvPr>
          <p:cNvSpPr/>
          <p:nvPr/>
        </p:nvSpPr>
        <p:spPr>
          <a:xfrm>
            <a:off x="15340603" y="28082405"/>
            <a:ext cx="15506993" cy="225000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pPr marL="1326840" indent="-1326840"/>
            <a:r>
              <a:rPr lang="en-US" sz="2322" b="1" dirty="0">
                <a:solidFill>
                  <a:sysClr val="windowText" lastClr="000000"/>
                </a:solidFill>
                <a:latin typeface="+mj-lt"/>
                <a:cs typeface="Arial"/>
              </a:rPr>
              <a:t>Figure 7. </a:t>
            </a:r>
            <a:r>
              <a:rPr lang="en-US" sz="2322" dirty="0">
                <a:solidFill>
                  <a:sysClr val="windowText" lastClr="000000"/>
                </a:solidFill>
                <a:latin typeface="+mj-lt"/>
              </a:rPr>
              <a:t>Bar charts show HCP removal. Post‑run analyses of small‑scale screens and TFF samples confirmed clearance of host cell proteins and DNA, indicating effective removal of both impurities. Expected vs. actual post‑wash results suggest slight HCP coprecipitation/entrapment in the small‑scale screen due to non‑constant flow of precipitate. SPTFF results matched expectations and provided confidence in typical 3–4 log removal using 3–5 SPTFF membranes in series with a capture reagent.</a:t>
            </a:r>
            <a:endParaRPr lang="en-US" sz="2322" dirty="0">
              <a:solidFill>
                <a:sysClr val="windowText" lastClr="000000"/>
              </a:solidFill>
              <a:latin typeface="+mj-lt"/>
              <a:cs typeface="Arial"/>
            </a:endParaRPr>
          </a:p>
        </p:txBody>
      </p:sp>
      <p:sp>
        <p:nvSpPr>
          <p:cNvPr id="14" name="Rectangle 2">
            <a:extLst>
              <a:ext uri="{FF2B5EF4-FFF2-40B4-BE49-F238E27FC236}">
                <a16:creationId xmlns:a16="http://schemas.microsoft.com/office/drawing/2014/main" id="{259F78F6-8B6A-83E4-D4D4-204C7CF835F1}"/>
              </a:ext>
            </a:extLst>
          </p:cNvPr>
          <p:cNvSpPr>
            <a:spLocks noChangeArrowheads="1"/>
          </p:cNvSpPr>
          <p:nvPr/>
        </p:nvSpPr>
        <p:spPr bwMode="auto">
          <a:xfrm>
            <a:off x="14410411" y="5946530"/>
            <a:ext cx="535978" cy="3987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65365" tIns="132683" rIns="265365" bIns="132683" numCol="1" anchor="ctr" anchorCtr="0" compatLnSpc="1">
            <a:prstTxWarp prst="textNoShape">
              <a:avLst/>
            </a:prstTxWarp>
            <a:spAutoFit/>
          </a:bodyPr>
          <a:lstStyle/>
          <a:p>
            <a:endParaRPr lang="en-US" sz="24172"/>
          </a:p>
        </p:txBody>
      </p:sp>
      <p:graphicFrame>
        <p:nvGraphicFramePr>
          <p:cNvPr id="43" name="Object 42">
            <a:extLst>
              <a:ext uri="{FF2B5EF4-FFF2-40B4-BE49-F238E27FC236}">
                <a16:creationId xmlns:a16="http://schemas.microsoft.com/office/drawing/2014/main" id="{8AE81BE3-783E-64E8-C532-B6B7A3A6AFA9}"/>
              </a:ext>
            </a:extLst>
          </p:cNvPr>
          <p:cNvGraphicFramePr>
            <a:graphicFrameLocks noChangeAspect="1"/>
          </p:cNvGraphicFramePr>
          <p:nvPr>
            <p:extLst>
              <p:ext uri="{D42A27DB-BD31-4B8C-83A1-F6EECF244321}">
                <p14:modId xmlns:p14="http://schemas.microsoft.com/office/powerpoint/2010/main" val="699514831"/>
              </p:ext>
            </p:extLst>
          </p:nvPr>
        </p:nvGraphicFramePr>
        <p:xfrm>
          <a:off x="14972127" y="6873455"/>
          <a:ext cx="9653993" cy="8226317"/>
        </p:xfrm>
        <a:graphic>
          <a:graphicData uri="http://schemas.openxmlformats.org/presentationml/2006/ole">
            <mc:AlternateContent xmlns:mc="http://schemas.openxmlformats.org/markup-compatibility/2006">
              <mc:Choice xmlns:v="urn:schemas-microsoft-com:vml" Requires="v">
                <p:oleObj name="Prism 10" r:id="rId5" imgW="3788628" imgH="3229623" progId="Prism10.Document">
                  <p:embed/>
                </p:oleObj>
              </mc:Choice>
              <mc:Fallback>
                <p:oleObj name="Prism 10" r:id="rId5" imgW="3788628" imgH="3229623" progId="Prism10.Document">
                  <p:embed/>
                  <p:pic>
                    <p:nvPicPr>
                      <p:cNvPr id="43" name="Object 42">
                        <a:extLst>
                          <a:ext uri="{FF2B5EF4-FFF2-40B4-BE49-F238E27FC236}">
                            <a16:creationId xmlns:a16="http://schemas.microsoft.com/office/drawing/2014/main" id="{8AE81BE3-783E-64E8-C532-B6B7A3A6AFA9}"/>
                          </a:ext>
                        </a:extLst>
                      </p:cNvPr>
                      <p:cNvPicPr/>
                      <p:nvPr/>
                    </p:nvPicPr>
                    <p:blipFill>
                      <a:blip r:embed="rId6"/>
                      <a:stretch>
                        <a:fillRect/>
                      </a:stretch>
                    </p:blipFill>
                    <p:spPr>
                      <a:xfrm>
                        <a:off x="14972127" y="6873455"/>
                        <a:ext cx="9653993" cy="8226317"/>
                      </a:xfrm>
                      <a:prstGeom prst="rect">
                        <a:avLst/>
                      </a:prstGeom>
                    </p:spPr>
                  </p:pic>
                </p:oleObj>
              </mc:Fallback>
            </mc:AlternateContent>
          </a:graphicData>
        </a:graphic>
      </p:graphicFrame>
      <p:graphicFrame>
        <p:nvGraphicFramePr>
          <p:cNvPr id="47" name="Object 46">
            <a:extLst>
              <a:ext uri="{FF2B5EF4-FFF2-40B4-BE49-F238E27FC236}">
                <a16:creationId xmlns:a16="http://schemas.microsoft.com/office/drawing/2014/main" id="{801DE92C-0F3E-2B5C-57DB-CF5AE320923A}"/>
              </a:ext>
            </a:extLst>
          </p:cNvPr>
          <p:cNvGraphicFramePr>
            <a:graphicFrameLocks noChangeAspect="1"/>
          </p:cNvGraphicFramePr>
          <p:nvPr/>
        </p:nvGraphicFramePr>
        <p:xfrm>
          <a:off x="23725270" y="6873455"/>
          <a:ext cx="8876839" cy="8226317"/>
        </p:xfrm>
        <a:graphic>
          <a:graphicData uri="http://schemas.openxmlformats.org/presentationml/2006/ole">
            <mc:AlternateContent xmlns:mc="http://schemas.openxmlformats.org/markup-compatibility/2006">
              <mc:Choice xmlns:v="urn:schemas-microsoft-com:vml" Requires="v">
                <p:oleObj name="Prism 10" r:id="rId7" imgW="3791509" imgH="3513340" progId="Prism10.Document">
                  <p:embed/>
                </p:oleObj>
              </mc:Choice>
              <mc:Fallback>
                <p:oleObj name="Prism 10" r:id="rId7" imgW="3791509" imgH="3513340" progId="Prism10.Document">
                  <p:embed/>
                  <p:pic>
                    <p:nvPicPr>
                      <p:cNvPr id="47" name="Object 46">
                        <a:extLst>
                          <a:ext uri="{FF2B5EF4-FFF2-40B4-BE49-F238E27FC236}">
                            <a16:creationId xmlns:a16="http://schemas.microsoft.com/office/drawing/2014/main" id="{801DE92C-0F3E-2B5C-57DB-CF5AE320923A}"/>
                          </a:ext>
                        </a:extLst>
                      </p:cNvPr>
                      <p:cNvPicPr/>
                      <p:nvPr/>
                    </p:nvPicPr>
                    <p:blipFill>
                      <a:blip r:embed="rId8"/>
                      <a:stretch>
                        <a:fillRect/>
                      </a:stretch>
                    </p:blipFill>
                    <p:spPr>
                      <a:xfrm>
                        <a:off x="23725270" y="6873455"/>
                        <a:ext cx="8876839" cy="8226317"/>
                      </a:xfrm>
                      <a:prstGeom prst="rect">
                        <a:avLst/>
                      </a:prstGeom>
                    </p:spPr>
                  </p:pic>
                </p:oleObj>
              </mc:Fallback>
            </mc:AlternateContent>
          </a:graphicData>
        </a:graphic>
      </p:graphicFrame>
      <p:graphicFrame>
        <p:nvGraphicFramePr>
          <p:cNvPr id="51" name="Object 50">
            <a:extLst>
              <a:ext uri="{FF2B5EF4-FFF2-40B4-BE49-F238E27FC236}">
                <a16:creationId xmlns:a16="http://schemas.microsoft.com/office/drawing/2014/main" id="{6BC9A719-ED8F-C5B2-3327-C69900F92079}"/>
              </a:ext>
            </a:extLst>
          </p:cNvPr>
          <p:cNvGraphicFramePr>
            <a:graphicFrameLocks noChangeAspect="1"/>
          </p:cNvGraphicFramePr>
          <p:nvPr/>
        </p:nvGraphicFramePr>
        <p:xfrm>
          <a:off x="32842550" y="6873455"/>
          <a:ext cx="10646854" cy="8085344"/>
        </p:xfrm>
        <a:graphic>
          <a:graphicData uri="http://schemas.openxmlformats.org/presentationml/2006/ole">
            <mc:AlternateContent xmlns:mc="http://schemas.openxmlformats.org/markup-compatibility/2006">
              <mc:Choice xmlns:v="urn:schemas-microsoft-com:vml" Requires="v">
                <p:oleObj name="Prism 10" r:id="rId9" imgW="3667982" imgH="2786405" progId="Prism10.Document">
                  <p:embed/>
                </p:oleObj>
              </mc:Choice>
              <mc:Fallback>
                <p:oleObj name="Prism 10" r:id="rId9" imgW="3667982" imgH="2786405" progId="Prism10.Document">
                  <p:embed/>
                  <p:pic>
                    <p:nvPicPr>
                      <p:cNvPr id="51" name="Object 50">
                        <a:extLst>
                          <a:ext uri="{FF2B5EF4-FFF2-40B4-BE49-F238E27FC236}">
                            <a16:creationId xmlns:a16="http://schemas.microsoft.com/office/drawing/2014/main" id="{6BC9A719-ED8F-C5B2-3327-C69900F92079}"/>
                          </a:ext>
                        </a:extLst>
                      </p:cNvPr>
                      <p:cNvPicPr/>
                      <p:nvPr/>
                    </p:nvPicPr>
                    <p:blipFill>
                      <a:blip r:embed="rId10"/>
                      <a:stretch>
                        <a:fillRect/>
                      </a:stretch>
                    </p:blipFill>
                    <p:spPr>
                      <a:xfrm>
                        <a:off x="32842550" y="6873455"/>
                        <a:ext cx="10646854" cy="8085344"/>
                      </a:xfrm>
                      <a:prstGeom prst="rect">
                        <a:avLst/>
                      </a:prstGeom>
                    </p:spPr>
                  </p:pic>
                </p:oleObj>
              </mc:Fallback>
            </mc:AlternateContent>
          </a:graphicData>
        </a:graphic>
      </p:graphicFrame>
      <p:grpSp>
        <p:nvGrpSpPr>
          <p:cNvPr id="61" name="Group 60">
            <a:extLst>
              <a:ext uri="{FF2B5EF4-FFF2-40B4-BE49-F238E27FC236}">
                <a16:creationId xmlns:a16="http://schemas.microsoft.com/office/drawing/2014/main" id="{17103CEE-E42C-87A6-EF54-95913151E611}"/>
              </a:ext>
            </a:extLst>
          </p:cNvPr>
          <p:cNvGrpSpPr/>
          <p:nvPr/>
        </p:nvGrpSpPr>
        <p:grpSpPr>
          <a:xfrm>
            <a:off x="14980975" y="23550197"/>
            <a:ext cx="15506993" cy="4255958"/>
            <a:chOff x="5160765" y="7969075"/>
            <a:chExt cx="4591671" cy="1260203"/>
          </a:xfrm>
        </p:grpSpPr>
        <p:graphicFrame>
          <p:nvGraphicFramePr>
            <p:cNvPr id="59" name="Object 58">
              <a:extLst>
                <a:ext uri="{FF2B5EF4-FFF2-40B4-BE49-F238E27FC236}">
                  <a16:creationId xmlns:a16="http://schemas.microsoft.com/office/drawing/2014/main" id="{BE56D623-6087-80B1-28C0-DB0315E12156}"/>
                </a:ext>
              </a:extLst>
            </p:cNvPr>
            <p:cNvGraphicFramePr>
              <a:graphicFrameLocks noChangeAspect="1"/>
            </p:cNvGraphicFramePr>
            <p:nvPr/>
          </p:nvGraphicFramePr>
          <p:xfrm>
            <a:off x="6932738" y="7969075"/>
            <a:ext cx="2819698" cy="1254900"/>
          </p:xfrm>
          <a:graphic>
            <a:graphicData uri="http://schemas.openxmlformats.org/presentationml/2006/ole">
              <mc:AlternateContent xmlns:mc="http://schemas.openxmlformats.org/markup-compatibility/2006">
                <mc:Choice xmlns:v="urn:schemas-microsoft-com:vml" Requires="v">
                  <p:oleObj name="Prism 10" r:id="rId11" imgW="6139594" imgH="2731318" progId="Prism10.Document">
                    <p:embed/>
                  </p:oleObj>
                </mc:Choice>
                <mc:Fallback>
                  <p:oleObj name="Prism 10" r:id="rId11" imgW="6139594" imgH="2731318" progId="Prism10.Document">
                    <p:embed/>
                    <p:pic>
                      <p:nvPicPr>
                        <p:cNvPr id="59" name="Object 58">
                          <a:extLst>
                            <a:ext uri="{FF2B5EF4-FFF2-40B4-BE49-F238E27FC236}">
                              <a16:creationId xmlns:a16="http://schemas.microsoft.com/office/drawing/2014/main" id="{BE56D623-6087-80B1-28C0-DB0315E12156}"/>
                            </a:ext>
                          </a:extLst>
                        </p:cNvPr>
                        <p:cNvPicPr/>
                        <p:nvPr/>
                      </p:nvPicPr>
                      <p:blipFill>
                        <a:blip r:embed="rId12"/>
                        <a:stretch>
                          <a:fillRect/>
                        </a:stretch>
                      </p:blipFill>
                      <p:spPr>
                        <a:xfrm>
                          <a:off x="6932738" y="7969075"/>
                          <a:ext cx="2819698" cy="1254900"/>
                        </a:xfrm>
                        <a:prstGeom prst="rect">
                          <a:avLst/>
                        </a:prstGeom>
                      </p:spPr>
                    </p:pic>
                  </p:oleObj>
                </mc:Fallback>
              </mc:AlternateContent>
            </a:graphicData>
          </a:graphic>
        </p:graphicFrame>
        <p:pic>
          <p:nvPicPr>
            <p:cNvPr id="60" name="Picture 59">
              <a:extLst>
                <a:ext uri="{FF2B5EF4-FFF2-40B4-BE49-F238E27FC236}">
                  <a16:creationId xmlns:a16="http://schemas.microsoft.com/office/drawing/2014/main" id="{924BE461-A6F7-18BD-87F0-1DEF668E02E6}"/>
                </a:ext>
              </a:extLst>
            </p:cNvPr>
            <p:cNvPicPr>
              <a:picLocks noChangeAspect="1"/>
            </p:cNvPicPr>
            <p:nvPr/>
          </p:nvPicPr>
          <p:blipFill>
            <a:blip r:embed="rId13"/>
            <a:srcRect r="38624"/>
            <a:stretch>
              <a:fillRect/>
            </a:stretch>
          </p:blipFill>
          <p:spPr>
            <a:xfrm>
              <a:off x="5160765" y="7969075"/>
              <a:ext cx="1694072" cy="1260203"/>
            </a:xfrm>
            <a:prstGeom prst="rect">
              <a:avLst/>
            </a:prstGeom>
          </p:spPr>
        </p:pic>
      </p:grpSp>
      <p:pic>
        <p:nvPicPr>
          <p:cNvPr id="10" name="Picture 9">
            <a:extLst>
              <a:ext uri="{FF2B5EF4-FFF2-40B4-BE49-F238E27FC236}">
                <a16:creationId xmlns:a16="http://schemas.microsoft.com/office/drawing/2014/main" id="{1D7254F4-01FA-1944-F88C-6EB138DE45E8}"/>
              </a:ext>
            </a:extLst>
          </p:cNvPr>
          <p:cNvPicPr>
            <a:picLocks noChangeAspect="1"/>
          </p:cNvPicPr>
          <p:nvPr/>
        </p:nvPicPr>
        <p:blipFill>
          <a:blip r:embed="rId14"/>
          <a:srcRect t="8294"/>
          <a:stretch>
            <a:fillRect/>
          </a:stretch>
        </p:blipFill>
        <p:spPr>
          <a:xfrm>
            <a:off x="2092837" y="8666831"/>
            <a:ext cx="11617095" cy="5989320"/>
          </a:xfrm>
          <a:prstGeom prst="rect">
            <a:avLst/>
          </a:prstGeom>
        </p:spPr>
      </p:pic>
      <p:sp>
        <p:nvSpPr>
          <p:cNvPr id="46" name="Rectangle 45">
            <a:extLst>
              <a:ext uri="{FF2B5EF4-FFF2-40B4-BE49-F238E27FC236}">
                <a16:creationId xmlns:a16="http://schemas.microsoft.com/office/drawing/2014/main" id="{452F6B90-9974-A0AE-5E7C-E167626DB041}"/>
              </a:ext>
            </a:extLst>
          </p:cNvPr>
          <p:cNvSpPr/>
          <p:nvPr/>
        </p:nvSpPr>
        <p:spPr>
          <a:xfrm>
            <a:off x="1454241" y="6873455"/>
            <a:ext cx="12894288" cy="151365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pPr algn="just"/>
            <a:r>
              <a:rPr lang="en-US" sz="2902" dirty="0">
                <a:solidFill>
                  <a:srgbClr val="202123"/>
                </a:solidFill>
                <a:latin typeface="+mj-lt"/>
              </a:rPr>
              <a:t>In a related work, affinity reagents are designed and developed to serve as vehicle to purify mAb molecules in TFF ultrafiltration operation. This method facilitated continuous downstream mAb purification, enhancing productivity and sustainability. </a:t>
            </a:r>
          </a:p>
          <a:p>
            <a:pPr algn="just"/>
            <a:endParaRPr lang="en-US" sz="2902" dirty="0">
              <a:solidFill>
                <a:srgbClr val="202123"/>
              </a:solidFill>
              <a:latin typeface="+mj-lt"/>
            </a:endParaRPr>
          </a:p>
          <a:p>
            <a:pPr algn="just"/>
            <a:endParaRPr lang="en-US" sz="2902" dirty="0">
              <a:solidFill>
                <a:srgbClr val="202123"/>
              </a:solidFill>
              <a:latin typeface="+mj-lt"/>
            </a:endParaRPr>
          </a:p>
          <a:p>
            <a:pPr algn="just"/>
            <a:endParaRPr lang="en-US" sz="2902" dirty="0">
              <a:solidFill>
                <a:srgbClr val="202123"/>
              </a:solidFill>
              <a:latin typeface="+mj-lt"/>
            </a:endParaRPr>
          </a:p>
          <a:p>
            <a:pPr algn="just"/>
            <a:endParaRPr lang="en-US" sz="2902" dirty="0">
              <a:solidFill>
                <a:srgbClr val="202123"/>
              </a:solidFill>
              <a:latin typeface="+mj-lt"/>
            </a:endParaRPr>
          </a:p>
          <a:p>
            <a:pPr algn="just"/>
            <a:endParaRPr lang="en-US" sz="2902" dirty="0">
              <a:solidFill>
                <a:srgbClr val="202123"/>
              </a:solidFill>
              <a:latin typeface="+mj-lt"/>
            </a:endParaRPr>
          </a:p>
          <a:p>
            <a:pPr algn="just"/>
            <a:endParaRPr lang="en-US" sz="2902" dirty="0">
              <a:solidFill>
                <a:srgbClr val="202123"/>
              </a:solidFill>
              <a:latin typeface="+mj-lt"/>
            </a:endParaRPr>
          </a:p>
          <a:p>
            <a:pPr algn="just"/>
            <a:endParaRPr lang="en-US" sz="2902" dirty="0">
              <a:solidFill>
                <a:srgbClr val="202123"/>
              </a:solidFill>
              <a:latin typeface="+mj-lt"/>
            </a:endParaRPr>
          </a:p>
          <a:p>
            <a:pPr algn="just"/>
            <a:endParaRPr lang="en-US" sz="2902" dirty="0">
              <a:solidFill>
                <a:srgbClr val="202123"/>
              </a:solidFill>
              <a:latin typeface="+mj-lt"/>
            </a:endParaRPr>
          </a:p>
          <a:p>
            <a:pPr algn="just"/>
            <a:endParaRPr lang="en-US" sz="2902" dirty="0">
              <a:solidFill>
                <a:srgbClr val="202123"/>
              </a:solidFill>
              <a:latin typeface="+mj-lt"/>
            </a:endParaRPr>
          </a:p>
          <a:p>
            <a:pPr algn="just"/>
            <a:endParaRPr lang="en-US" sz="2902" dirty="0">
              <a:solidFill>
                <a:srgbClr val="202123"/>
              </a:solidFill>
              <a:latin typeface="+mj-lt"/>
            </a:endParaRPr>
          </a:p>
          <a:p>
            <a:pPr algn="just"/>
            <a:endParaRPr lang="en-US" sz="2902" dirty="0">
              <a:solidFill>
                <a:srgbClr val="202123"/>
              </a:solidFill>
              <a:latin typeface="+mj-lt"/>
            </a:endParaRPr>
          </a:p>
          <a:p>
            <a:pPr algn="just"/>
            <a:endParaRPr lang="en-US" sz="2902" dirty="0">
              <a:solidFill>
                <a:srgbClr val="202123"/>
              </a:solidFill>
              <a:latin typeface="+mj-lt"/>
            </a:endParaRPr>
          </a:p>
          <a:p>
            <a:pPr algn="just"/>
            <a:endParaRPr lang="en-US" sz="2902" dirty="0">
              <a:solidFill>
                <a:srgbClr val="202123"/>
              </a:solidFill>
              <a:latin typeface="+mj-lt"/>
            </a:endParaRPr>
          </a:p>
          <a:p>
            <a:pPr algn="just"/>
            <a:endParaRPr lang="en-US" sz="2902" dirty="0">
              <a:solidFill>
                <a:srgbClr val="202123"/>
              </a:solidFill>
              <a:latin typeface="+mj-lt"/>
            </a:endParaRPr>
          </a:p>
          <a:p>
            <a:pPr algn="just"/>
            <a:endParaRPr lang="en-US" sz="2902" dirty="0">
              <a:solidFill>
                <a:srgbClr val="202123"/>
              </a:solidFill>
              <a:latin typeface="+mj-lt"/>
            </a:endParaRPr>
          </a:p>
          <a:p>
            <a:pPr algn="just"/>
            <a:endParaRPr lang="en-US" sz="2902" dirty="0">
              <a:solidFill>
                <a:srgbClr val="202123"/>
              </a:solidFill>
              <a:latin typeface="+mj-lt"/>
            </a:endParaRPr>
          </a:p>
          <a:p>
            <a:pPr algn="just"/>
            <a:endParaRPr lang="en-US" sz="2902" dirty="0">
              <a:solidFill>
                <a:srgbClr val="202123"/>
              </a:solidFill>
              <a:latin typeface="+mj-lt"/>
            </a:endParaRPr>
          </a:p>
          <a:p>
            <a:pPr algn="just"/>
            <a:endParaRPr lang="en-US" sz="2902" dirty="0">
              <a:solidFill>
                <a:srgbClr val="202123"/>
              </a:solidFill>
              <a:latin typeface="+mj-lt"/>
            </a:endParaRPr>
          </a:p>
          <a:p>
            <a:pPr algn="just"/>
            <a:endParaRPr lang="en-US" sz="2902" dirty="0">
              <a:solidFill>
                <a:srgbClr val="202123"/>
              </a:solidFill>
              <a:latin typeface="+mj-lt"/>
            </a:endParaRPr>
          </a:p>
          <a:p>
            <a:pPr algn="just"/>
            <a:endParaRPr lang="en-US" sz="2902" dirty="0">
              <a:solidFill>
                <a:srgbClr val="202123"/>
              </a:solidFill>
              <a:latin typeface="+mj-lt"/>
            </a:endParaRPr>
          </a:p>
          <a:p>
            <a:pPr algn="just"/>
            <a:endParaRPr lang="en-US" sz="2902" dirty="0">
              <a:solidFill>
                <a:srgbClr val="202123"/>
              </a:solidFill>
              <a:latin typeface="+mj-lt"/>
            </a:endParaRPr>
          </a:p>
          <a:p>
            <a:pPr algn="just"/>
            <a:r>
              <a:rPr lang="en-US" sz="2902" dirty="0">
                <a:solidFill>
                  <a:srgbClr val="202123"/>
                </a:solidFill>
                <a:latin typeface="+mj-lt"/>
              </a:rPr>
              <a:t>In this work, a small scale method was developed to screen the suitability of different affinity reagents with associated wash buffers in TFF without conducting TFF. A bench-scale proof-of-concept SKID (CAAMP) was utilized to monitor and operate automatically over 10 </a:t>
            </a:r>
            <a:r>
              <a:rPr lang="en-US" sz="2902" b="1" dirty="0">
                <a:solidFill>
                  <a:srgbClr val="202123"/>
                </a:solidFill>
                <a:latin typeface="+mj-lt"/>
              </a:rPr>
              <a:t>filtration parameters to confirm comparability with TFF performance on screened candidates . We successfully demonstrated mAb concentration and purification in</a:t>
            </a:r>
            <a:r>
              <a:rPr lang="en-US" sz="2902" dirty="0">
                <a:solidFill>
                  <a:srgbClr val="202123"/>
                </a:solidFill>
                <a:latin typeface="+mj-lt"/>
              </a:rPr>
              <a:t> ultrafiltration membranes, maintaining consistent transmembrane pressure and providing real-time parameter measurements. We conducted HCPs and DNA assays to determine successful removal of </a:t>
            </a:r>
            <a:r>
              <a:rPr lang="en-US" sz="2902" dirty="0" err="1">
                <a:solidFill>
                  <a:srgbClr val="202123"/>
                </a:solidFill>
                <a:latin typeface="+mj-lt"/>
              </a:rPr>
              <a:t>mAb</a:t>
            </a:r>
            <a:r>
              <a:rPr lang="en-US" sz="2902" dirty="0">
                <a:solidFill>
                  <a:srgbClr val="202123"/>
                </a:solidFill>
                <a:latin typeface="+mj-lt"/>
              </a:rPr>
              <a:t> impurities.</a:t>
            </a:r>
            <a:endParaRPr lang="en-US" sz="2902" b="1" dirty="0">
              <a:solidFill>
                <a:schemeClr val="tx1"/>
              </a:solidFill>
              <a:latin typeface="+mj-lt"/>
              <a:cs typeface="Arial"/>
            </a:endParaRPr>
          </a:p>
        </p:txBody>
      </p:sp>
      <p:pic>
        <p:nvPicPr>
          <p:cNvPr id="2" name="Picture 1">
            <a:extLst>
              <a:ext uri="{FF2B5EF4-FFF2-40B4-BE49-F238E27FC236}">
                <a16:creationId xmlns:a16="http://schemas.microsoft.com/office/drawing/2014/main" id="{D7D19DA4-DD19-BADD-9466-59EE13A187A6}"/>
              </a:ext>
            </a:extLst>
          </p:cNvPr>
          <p:cNvPicPr>
            <a:picLocks noChangeAspect="1"/>
          </p:cNvPicPr>
          <p:nvPr/>
        </p:nvPicPr>
        <p:blipFill>
          <a:blip r:embed="rId15"/>
          <a:srcRect t="14993" b="9011"/>
          <a:stretch>
            <a:fillRect/>
          </a:stretch>
        </p:blipFill>
        <p:spPr>
          <a:xfrm>
            <a:off x="1422069" y="23358402"/>
            <a:ext cx="12834407" cy="5486400"/>
          </a:xfrm>
          <a:prstGeom prst="rect">
            <a:avLst/>
          </a:prstGeom>
        </p:spPr>
      </p:pic>
      <p:graphicFrame>
        <p:nvGraphicFramePr>
          <p:cNvPr id="3" name="Object 2">
            <a:extLst>
              <a:ext uri="{FF2B5EF4-FFF2-40B4-BE49-F238E27FC236}">
                <a16:creationId xmlns:a16="http://schemas.microsoft.com/office/drawing/2014/main" id="{5A0499E5-9B6E-6CEC-67AF-93030E0DFFA9}"/>
              </a:ext>
            </a:extLst>
          </p:cNvPr>
          <p:cNvGraphicFramePr>
            <a:graphicFrameLocks noChangeAspect="1"/>
          </p:cNvGraphicFramePr>
          <p:nvPr>
            <p:extLst>
              <p:ext uri="{D42A27DB-BD31-4B8C-83A1-F6EECF244321}">
                <p14:modId xmlns:p14="http://schemas.microsoft.com/office/powerpoint/2010/main" val="3051682789"/>
              </p:ext>
            </p:extLst>
          </p:nvPr>
        </p:nvGraphicFramePr>
        <p:xfrm>
          <a:off x="14925678" y="17880242"/>
          <a:ext cx="9523384" cy="5417789"/>
        </p:xfrm>
        <a:graphic>
          <a:graphicData uri="http://schemas.openxmlformats.org/presentationml/2006/ole">
            <mc:AlternateContent xmlns:mc="http://schemas.openxmlformats.org/markup-compatibility/2006">
              <mc:Choice xmlns:v="urn:schemas-microsoft-com:vml" Requires="v">
                <p:oleObj name="Prism 10" r:id="rId16" imgW="4919814" imgH="2798286" progId="Prism10.Document">
                  <p:embed/>
                </p:oleObj>
              </mc:Choice>
              <mc:Fallback>
                <p:oleObj name="Prism 10" r:id="rId16" imgW="4919814" imgH="2798286" progId="Prism10.Document">
                  <p:embed/>
                  <p:pic>
                    <p:nvPicPr>
                      <p:cNvPr id="3" name="Object 2">
                        <a:extLst>
                          <a:ext uri="{FF2B5EF4-FFF2-40B4-BE49-F238E27FC236}">
                            <a16:creationId xmlns:a16="http://schemas.microsoft.com/office/drawing/2014/main" id="{5A0499E5-9B6E-6CEC-67AF-93030E0DFFA9}"/>
                          </a:ext>
                        </a:extLst>
                      </p:cNvPr>
                      <p:cNvPicPr/>
                      <p:nvPr/>
                    </p:nvPicPr>
                    <p:blipFill>
                      <a:blip r:embed="rId17"/>
                      <a:stretch>
                        <a:fillRect/>
                      </a:stretch>
                    </p:blipFill>
                    <p:spPr>
                      <a:xfrm>
                        <a:off x="14925678" y="17880242"/>
                        <a:ext cx="9523384" cy="5417789"/>
                      </a:xfrm>
                      <a:prstGeom prst="rect">
                        <a:avLst/>
                      </a:prstGeom>
                    </p:spPr>
                  </p:pic>
                </p:oleObj>
              </mc:Fallback>
            </mc:AlternateContent>
          </a:graphicData>
        </a:graphic>
      </p:graphicFrame>
    </p:spTree>
    <p:extLst>
      <p:ext uri="{BB962C8B-B14F-4D97-AF65-F5344CB8AC3E}">
        <p14:creationId xmlns:p14="http://schemas.microsoft.com/office/powerpoint/2010/main" val="7665767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AZ IMED Example Presentation Template">
  <a:themeElements>
    <a:clrScheme name="Custom 274">
      <a:dk1>
        <a:srgbClr val="000000"/>
      </a:dk1>
      <a:lt1>
        <a:srgbClr val="FFFFFF"/>
      </a:lt1>
      <a:dk2>
        <a:srgbClr val="830051"/>
      </a:dk2>
      <a:lt2>
        <a:srgbClr val="003865"/>
      </a:lt2>
      <a:accent1>
        <a:srgbClr val="830051"/>
      </a:accent1>
      <a:accent2>
        <a:srgbClr val="C4D600"/>
      </a:accent2>
      <a:accent3>
        <a:srgbClr val="3F4444"/>
      </a:accent3>
      <a:accent4>
        <a:srgbClr val="68D2DF"/>
      </a:accent4>
      <a:accent5>
        <a:srgbClr val="3C1053"/>
      </a:accent5>
      <a:accent6>
        <a:srgbClr val="F0AB00"/>
      </a:accent6>
      <a:hlink>
        <a:srgbClr val="003865"/>
      </a:hlink>
      <a:folHlink>
        <a:srgbClr val="9DB0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ln>
              <a:noFill/>
            </a:ln>
          </a:defRPr>
        </a:defPPr>
      </a:lstStyle>
      <a:style>
        <a:lnRef idx="1">
          <a:schemeClr val="accent1"/>
        </a:lnRef>
        <a:fillRef idx="3">
          <a:schemeClr val="accent1"/>
        </a:fillRef>
        <a:effectRef idx="2">
          <a:schemeClr val="accent1"/>
        </a:effectRef>
        <a:fontRef idx="minor">
          <a:schemeClr val="lt1"/>
        </a:fontRef>
      </a:style>
    </a:spDef>
    <a:lnDef>
      <a:spPr>
        <a:ln w="12700" cmpd="sng"/>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Alternative Content Layouts">
  <a:themeElements>
    <a:clrScheme name="AstraZeneca 2020">
      <a:dk1>
        <a:srgbClr val="3F4444"/>
      </a:dk1>
      <a:lt1>
        <a:srgbClr val="FFFFFF"/>
      </a:lt1>
      <a:dk2>
        <a:srgbClr val="003865"/>
      </a:dk2>
      <a:lt2>
        <a:srgbClr val="9DB0AC"/>
      </a:lt2>
      <a:accent1>
        <a:srgbClr val="830051"/>
      </a:accent1>
      <a:accent2>
        <a:srgbClr val="F0AB00"/>
      </a:accent2>
      <a:accent3>
        <a:srgbClr val="D0006F"/>
      </a:accent3>
      <a:accent4>
        <a:srgbClr val="3C1053"/>
      </a:accent4>
      <a:accent5>
        <a:srgbClr val="C4D600"/>
      </a:accent5>
      <a:accent6>
        <a:srgbClr val="68D2DF"/>
      </a:accent6>
      <a:hlink>
        <a:srgbClr val="68D2DF"/>
      </a:hlink>
      <a:folHlink>
        <a:srgbClr val="D0006F"/>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lnSpc>
            <a:spcPct val="90000"/>
          </a:lnSpc>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90000"/>
          </a:lnSpc>
          <a:spcAft>
            <a:spcPts val="600"/>
          </a:spcAft>
          <a:defRPr dirty="0" err="1" smtClean="0"/>
        </a:defPPr>
      </a:lstStyle>
    </a:txDef>
  </a:objectDefaults>
  <a:extraClrSchemeLst/>
  <a:custClrLst>
    <a:custClr name="White">
      <a:srgbClr val="FFFFFF"/>
    </a:custClr>
    <a:custClr name="Graphite, Lighter 60%">
      <a:srgbClr val="B2B4B4"/>
    </a:custClr>
    <a:custClr name="Platinum, Lighter 60%">
      <a:srgbClr val="D8DFDE"/>
    </a:custClr>
    <a:custClr name="Navy, Lighter 60%">
      <a:srgbClr val="99AFC1"/>
    </a:custClr>
    <a:custClr name="Mulberry, Lighter 60%">
      <a:srgbClr val="CD99B9"/>
    </a:custClr>
    <a:custClr name="Gold, Lighter 60%">
      <a:srgbClr val="F9DD99"/>
    </a:custClr>
    <a:custClr name="Magenta, Lighter 60%">
      <a:srgbClr val="EC99C5"/>
    </a:custClr>
    <a:custClr name="Purple, Lighter 60%">
      <a:srgbClr val="B19FBA"/>
    </a:custClr>
    <a:custClr name="Lime Green, Lighter 60%">
      <a:srgbClr val="E7EF99"/>
    </a:custClr>
    <a:custClr name="Light Blue, Lighter 60%">
      <a:srgbClr val="C3EDF2"/>
    </a:custClr>
    <a:custClr name="White">
      <a:srgbClr val="FFFFFF"/>
    </a:custClr>
    <a:custClr name="Graphite, Lighter 40%">
      <a:srgbClr val="8C8F8F"/>
    </a:custClr>
    <a:custClr name="Platinum, Lighter 40%">
      <a:srgbClr val="C4D0CD"/>
    </a:custClr>
    <a:custClr name="Navy, Lighter 40%">
      <a:srgbClr val="6688A3"/>
    </a:custClr>
    <a:custClr name="Mulberry, Lighter 40%">
      <a:srgbClr val="B56697"/>
    </a:custClr>
    <a:custClr name="Gold, Lighter 40%">
      <a:srgbClr val="F6CD66"/>
    </a:custClr>
    <a:custClr name="Magenta, Lighter 40%">
      <a:srgbClr val="E366A9"/>
    </a:custClr>
    <a:custClr name="Purple, Lighter 40%">
      <a:srgbClr val="8A7098"/>
    </a:custClr>
    <a:custClr name="Lime Green, Lighter 40%">
      <a:srgbClr val="DCE666"/>
    </a:custClr>
    <a:custClr name="Light Blue, Lighter 40%">
      <a:srgbClr val="A4E4EC"/>
    </a:custClr>
    <a:custClr name="White">
      <a:srgbClr val="FFFFFF"/>
    </a:custClr>
    <a:custClr name="Graphite, Darker 40%">
      <a:srgbClr val="262929"/>
    </a:custClr>
    <a:custClr name="Platinum, Darker 40%">
      <a:srgbClr val="5E6A67"/>
    </a:custClr>
    <a:custClr name="Navy, Darker 40%">
      <a:srgbClr val="00223D"/>
    </a:custClr>
    <a:custClr name="Mulberry, Darker 40%">
      <a:srgbClr val="4F0031"/>
    </a:custClr>
    <a:custClr name="Gold, Darker 40%">
      <a:srgbClr val="906700"/>
    </a:custClr>
    <a:custClr name="Magenta, Darker 40%">
      <a:srgbClr val="7D0043"/>
    </a:custClr>
    <a:custClr name="Purple, Darker 40%">
      <a:srgbClr val="240A32"/>
    </a:custClr>
    <a:custClr name="Lime Green, Darker 40%">
      <a:srgbClr val="768000"/>
    </a:custClr>
    <a:custClr name="Light Blue, Darker 40%">
      <a:srgbClr val="3E7E86"/>
    </a:custClr>
    <a:custClr name="White">
      <a:srgbClr val="FFFFFF"/>
    </a:custClr>
    <a:custClr name="Graphite, Darker 60%">
      <a:srgbClr val="191B1B"/>
    </a:custClr>
    <a:custClr name="Platinum, Darker 60%">
      <a:srgbClr val="3F4645"/>
    </a:custClr>
    <a:custClr name="Navy, Darker 60%">
      <a:srgbClr val="001628"/>
    </a:custClr>
    <a:custClr name="Mulberry, Darker 60%">
      <a:srgbClr val="340020"/>
    </a:custClr>
    <a:custClr name="Gold, Darker 60%">
      <a:srgbClr val="604400"/>
    </a:custClr>
    <a:custClr name="Magenta, Darker 60%">
      <a:srgbClr val="53002C"/>
    </a:custClr>
    <a:custClr name="Purple, Darker 60%">
      <a:srgbClr val="180621"/>
    </a:custClr>
    <a:custClr name="Lime Green, Darker 60%">
      <a:srgbClr val="4E5600"/>
    </a:custClr>
    <a:custClr name="Light Blue, Darker 60%">
      <a:srgbClr val="2A5459"/>
    </a:custClr>
  </a:custClrLst>
  <a:extLst>
    <a:ext uri="{05A4C25C-085E-4340-85A3-A5531E510DB2}">
      <thm15:themeFamily xmlns:thm15="http://schemas.microsoft.com/office/thememl/2012/main" name="blank 24.05.22 TD.potx" id="{58DBFC55-7D75-4664-BCD7-7B8C361A6685}" vid="{A8A2B839-B926-47C5-8DA5-FE68E2B7180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haredContentType xmlns="Microsoft.SharePoint.Taxonomy.ContentTypeSync" SourceId="1ee89e71-04cd-405e-9ca3-99e020c1694d" ContentTypeId="0x0101" PreviousValue="false"/>
</file>

<file path=customXml/item3.xml><?xml version="1.0" encoding="utf-8"?>
<ct:contentTypeSchema xmlns:ct="http://schemas.microsoft.com/office/2006/metadata/contentType" xmlns:ma="http://schemas.microsoft.com/office/2006/metadata/properties/metaAttributes" ct:_="" ma:_="" ma:contentTypeName="Document" ma:contentTypeID="0x0101001D7D3AA5DD244D4D9BB73C8A8DD0F666" ma:contentTypeVersion="13" ma:contentTypeDescription="Create a new document." ma:contentTypeScope="" ma:versionID="1dae6718cddbbfc876e46ef9c875daae">
  <xsd:schema xmlns:xsd="http://www.w3.org/2001/XMLSchema" xmlns:xs="http://www.w3.org/2001/XMLSchema" xmlns:p="http://schemas.microsoft.com/office/2006/metadata/properties" xmlns:ns2="44a56295-c29e-4898-8136-a54736c65b82" xmlns:ns3="e804b205-e059-4f2e-b4bc-ae0403a53ed4" xmlns:ns4="064534d3-dcfc-4079-aa54-12c7adad5c57" targetNamespace="http://schemas.microsoft.com/office/2006/metadata/properties" ma:root="true" ma:fieldsID="0f9ee0b7a7a7345c5c1b590e8b2d7e3c" ns2:_="" ns3:_="" ns4:_="">
    <xsd:import namespace="44a56295-c29e-4898-8136-a54736c65b82"/>
    <xsd:import namespace="e804b205-e059-4f2e-b4bc-ae0403a53ed4"/>
    <xsd:import namespace="064534d3-dcfc-4079-aa54-12c7adad5c57"/>
    <xsd:element name="properties">
      <xsd:complexType>
        <xsd:sequence>
          <xsd:element name="documentManagement">
            <xsd:complexType>
              <xsd:all>
                <xsd:element ref="ns2:Descriptions" minOccurs="0"/>
                <xsd:element ref="ns2:Keyword" minOccurs="0"/>
                <xsd:element ref="ns3:MediaServiceAutoKeyPoints" minOccurs="0"/>
                <xsd:element ref="ns3:MediaServiceKeyPoints" minOccurs="0"/>
                <xsd:element ref="ns3:MediaServiceMetadata" minOccurs="0"/>
                <xsd:element ref="ns3:MediaServiceFastMetadata" minOccurs="0"/>
                <xsd:element ref="ns4:SharedWithUsers" minOccurs="0"/>
                <xsd:element ref="ns4:SharedWithDetails" minOccurs="0"/>
                <xsd:element ref="ns3:Number" minOccurs="0"/>
                <xsd:element ref="ns3:lcf76f155ced4ddcb4097134ff3c332f" minOccurs="0"/>
                <xsd:element ref="ns2:TaxCatchAll"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a56295-c29e-4898-8136-a54736c65b82" elementFormDefault="qualified">
    <xsd:import namespace="http://schemas.microsoft.com/office/2006/documentManagement/types"/>
    <xsd:import namespace="http://schemas.microsoft.com/office/infopath/2007/PartnerControls"/>
    <xsd:element name="Descriptions" ma:index="8" nillable="true" ma:displayName="Descriptions" ma:description="Describe your document to make it appear at the top of search results" ma:internalName="Descriptions">
      <xsd:simpleType>
        <xsd:restriction base="dms:Note">
          <xsd:maxLength value="255"/>
        </xsd:restriction>
      </xsd:simpleType>
    </xsd:element>
    <xsd:element name="Keyword" ma:index="9" nillable="true" ma:displayName="Keyword" ma:description="Enter list of terms separated by semi-colon(;)" ma:internalName="Keyword">
      <xsd:simpleType>
        <xsd:restriction base="dms:Text">
          <xsd:maxLength value="255"/>
        </xsd:restriction>
      </xsd:simpleType>
    </xsd:element>
    <xsd:element name="TaxCatchAll" ma:index="19" nillable="true" ma:displayName="Taxonomy Catch All Column" ma:hidden="true" ma:list="{924490cf-d1cc-420b-920c-b53d6f4c18e0}" ma:internalName="TaxCatchAll" ma:showField="CatchAllData" ma:web="064534d3-dcfc-4079-aa54-12c7adad5c5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e804b205-e059-4f2e-b4bc-ae0403a53ed4" elementFormDefault="qualified">
    <xsd:import namespace="http://schemas.microsoft.com/office/2006/documentManagement/types"/>
    <xsd:import namespace="http://schemas.microsoft.com/office/infopath/2007/PartnerControls"/>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Number" ma:index="16" nillable="true" ma:displayName="Number" ma:format="Dropdown" ma:internalName="Number" ma:percentage="FALSE">
      <xsd:simpleType>
        <xsd:restriction base="dms:Number">
          <xsd:maxInclusive value="100"/>
          <xsd:minInclusive value="1"/>
        </xsd:restrictio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1ee89e71-04cd-405e-9ca3-99e020c1694d"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64534d3-dcfc-4079-aa54-12c7adad5c57"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BrandIn lastLayout="1"/>
</file>

<file path=customXml/item5.xml><?xml version="1.0" encoding="utf-8"?>
<p:properties xmlns:p="http://schemas.microsoft.com/office/2006/metadata/properties" xmlns:xsi="http://www.w3.org/2001/XMLSchema-instance" xmlns:pc="http://schemas.microsoft.com/office/infopath/2007/PartnerControls">
  <documentManagement>
    <Keyword xmlns="44a56295-c29e-4898-8136-a54736c65b82" xsi:nil="true"/>
    <lcf76f155ced4ddcb4097134ff3c332f xmlns="e804b205-e059-4f2e-b4bc-ae0403a53ed4">
      <Terms xmlns="http://schemas.microsoft.com/office/infopath/2007/PartnerControls"/>
    </lcf76f155ced4ddcb4097134ff3c332f>
    <TaxCatchAll xmlns="44a56295-c29e-4898-8136-a54736c65b82" xsi:nil="true"/>
    <Descriptions xmlns="44a56295-c29e-4898-8136-a54736c65b82" xsi:nil="true"/>
    <Number xmlns="e804b205-e059-4f2e-b4bc-ae0403a53ed4" xsi:nil="true"/>
  </documentManagement>
</p:properties>
</file>

<file path=customXml/itemProps1.xml><?xml version="1.0" encoding="utf-8"?>
<ds:datastoreItem xmlns:ds="http://schemas.openxmlformats.org/officeDocument/2006/customXml" ds:itemID="{B184A09A-0AC0-48F1-A272-7C4CC7F55D28}">
  <ds:schemaRefs>
    <ds:schemaRef ds:uri="http://schemas.microsoft.com/sharepoint/v3/contenttype/forms"/>
  </ds:schemaRefs>
</ds:datastoreItem>
</file>

<file path=customXml/itemProps2.xml><?xml version="1.0" encoding="utf-8"?>
<ds:datastoreItem xmlns:ds="http://schemas.openxmlformats.org/officeDocument/2006/customXml" ds:itemID="{431320F8-BEE9-456D-9DAB-B4F5A27A640D}">
  <ds:schemaRefs>
    <ds:schemaRef ds:uri="Microsoft.SharePoint.Taxonomy.ContentTypeSync"/>
  </ds:schemaRefs>
</ds:datastoreItem>
</file>

<file path=customXml/itemProps3.xml><?xml version="1.0" encoding="utf-8"?>
<ds:datastoreItem xmlns:ds="http://schemas.openxmlformats.org/officeDocument/2006/customXml" ds:itemID="{6C423CB2-CAA0-4C16-BB83-0EF42CF6D74F}">
  <ds:schemaRefs>
    <ds:schemaRef ds:uri="064534d3-dcfc-4079-aa54-12c7adad5c57"/>
    <ds:schemaRef ds:uri="44a56295-c29e-4898-8136-a54736c65b82"/>
    <ds:schemaRef ds:uri="e804b205-e059-4f2e-b4bc-ae0403a53ed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8B6B0787-9734-4296-B5D3-EC4759041B1D}">
  <ds:schemaRefs/>
</ds:datastoreItem>
</file>

<file path=customXml/itemProps5.xml><?xml version="1.0" encoding="utf-8"?>
<ds:datastoreItem xmlns:ds="http://schemas.openxmlformats.org/officeDocument/2006/customXml" ds:itemID="{A5B34BD8-2006-4217-8FD1-C7289BFA8058}">
  <ds:schemaRefs>
    <ds:schemaRef ds:uri="http://schemas.microsoft.com/office/2006/documentManagement/types"/>
    <ds:schemaRef ds:uri="http://purl.org/dc/dcmitype/"/>
    <ds:schemaRef ds:uri="44a56295-c29e-4898-8136-a54736c65b82"/>
    <ds:schemaRef ds:uri="e804b205-e059-4f2e-b4bc-ae0403a53ed4"/>
    <ds:schemaRef ds:uri="http://www.w3.org/XML/1998/namespace"/>
    <ds:schemaRef ds:uri="http://schemas.microsoft.com/office/2006/metadata/properties"/>
    <ds:schemaRef ds:uri="http://purl.org/dc/elements/1.1/"/>
    <ds:schemaRef ds:uri="http://purl.org/dc/terms/"/>
    <ds:schemaRef ds:uri="http://schemas.microsoft.com/office/infopath/2007/PartnerControls"/>
    <ds:schemaRef ds:uri="http://schemas.openxmlformats.org/package/2006/metadata/core-properties"/>
    <ds:schemaRef ds:uri="064534d3-dcfc-4079-aa54-12c7adad5c57"/>
  </ds:schemaRefs>
</ds:datastoreItem>
</file>

<file path=docProps/app.xml><?xml version="1.0" encoding="utf-8"?>
<Properties xmlns="http://schemas.openxmlformats.org/officeDocument/2006/extended-properties" xmlns:vt="http://schemas.openxmlformats.org/officeDocument/2006/docPropsVTypes">
  <Template>AZ A3_Scientific_Poster_Landscape</Template>
  <TotalTime>17754</TotalTime>
  <Words>965</Words>
  <Application>Microsoft Office PowerPoint</Application>
  <PresentationFormat>Custom</PresentationFormat>
  <Paragraphs>58</Paragraphs>
  <Slides>1</Slides>
  <Notes>1</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2</vt:i4>
      </vt:variant>
      <vt:variant>
        <vt:lpstr>Slide Titles</vt:lpstr>
      </vt:variant>
      <vt:variant>
        <vt:i4>1</vt:i4>
      </vt:variant>
    </vt:vector>
  </HeadingPairs>
  <TitlesOfParts>
    <vt:vector size="9" baseType="lpstr">
      <vt:lpstr>Arial</vt:lpstr>
      <vt:lpstr>Calibri</vt:lpstr>
      <vt:lpstr>Calisto MT</vt:lpstr>
      <vt:lpstr>Symbol</vt:lpstr>
      <vt:lpstr>AZ IMED Example Presentation Template</vt:lpstr>
      <vt:lpstr>Alternative Content Layouts</vt:lpstr>
      <vt:lpstr>think-cell Slide</vt:lpstr>
      <vt:lpstr>Prism 10</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Morgan, Keith</dc:creator>
  <cp:lastModifiedBy>Morgan, Keith</cp:lastModifiedBy>
  <cp:revision>9</cp:revision>
  <cp:lastPrinted>2023-07-07T09:53:25Z</cp:lastPrinted>
  <dcterms:created xsi:type="dcterms:W3CDTF">2022-06-23T17:12:18Z</dcterms:created>
  <dcterms:modified xsi:type="dcterms:W3CDTF">2026-03-02T14:50:54Z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0x0101001D7D3AA5DD244D4D9BB73C8A8DD0F666</vt:lpwstr>
  </property>
  <property fmtid="{D5CDD505-2E9C-101B-9397-08002B2CF9AE}" pid="3" name="MediaServiceImageTags">
    <vt:lpwstr/>
  </property>
</Properties>
</file>