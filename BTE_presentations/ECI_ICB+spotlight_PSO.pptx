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7.xml" ContentType="application/vnd.openxmlformats-officedocument.them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8.xml" ContentType="application/vnd.openxmlformats-officedocument.them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heme/theme9.xml" ContentType="application/vnd.openxmlformats-officedocument.theme+xml"/>
  <Override PartName="/ppt/theme/theme10.xml" ContentType="application/vnd.openxmlformats-officedocument.theme+xml"/>
  <Override PartName="/ppt/tags/tag75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3"/>
    <p:sldMasterId id="2147483975" r:id="rId14"/>
    <p:sldMasterId id="2147484082" r:id="rId15"/>
    <p:sldMasterId id="2147484000" r:id="rId16"/>
    <p:sldMasterId id="2147484009" r:id="rId17"/>
    <p:sldMasterId id="2147484020" r:id="rId18"/>
    <p:sldMasterId id="2147484026" r:id="rId19"/>
    <p:sldMasterId id="2147484051" r:id="rId20"/>
  </p:sldMasterIdLst>
  <p:notesMasterIdLst>
    <p:notesMasterId r:id="rId25"/>
  </p:notesMasterIdLst>
  <p:handoutMasterIdLst>
    <p:handoutMasterId r:id="rId26"/>
  </p:handoutMasterIdLst>
  <p:sldIdLst>
    <p:sldId id="693" r:id="rId21"/>
    <p:sldId id="700" r:id="rId22"/>
    <p:sldId id="7304" r:id="rId23"/>
    <p:sldId id="694" r:id="rId24"/>
  </p:sldIdLst>
  <p:sldSz cx="14630400" cy="8229600"/>
  <p:notesSz cx="6858000" cy="9144000"/>
  <p:custDataLst>
    <p:tags r:id="rId27"/>
  </p:custDataLst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AD14DA-99FD-8270-7F04-A8E7CD1DE7BA}" name="Das, Samik" initials="SD" userId="S::kthm020@astrazeneca.net::1c4910bb-5c71-4bc6-b74b-c0141d46ce7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Boyes" initials="L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236880-7DB9-46F7-9E2B-B5ABC205A331}" v="24" dt="2024-10-17T03:15:01.232"/>
    <p1510:client id="{F22B7E60-4FDB-4991-9D57-9FA8A8B6585A}" v="16" dt="2024-10-16T16:30:30.475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9387" autoAdjust="0"/>
  </p:normalViewPr>
  <p:slideViewPr>
    <p:cSldViewPr snapToGrid="0">
      <p:cViewPr varScale="1">
        <p:scale>
          <a:sx n="49" d="100"/>
          <a:sy n="49" d="100"/>
        </p:scale>
        <p:origin x="7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26"/>
    </p:cViewPr>
  </p:sorterViewPr>
  <p:notesViewPr>
    <p:cSldViewPr snapToGrid="0">
      <p:cViewPr varScale="1">
        <p:scale>
          <a:sx n="59" d="100"/>
          <a:sy n="59" d="100"/>
        </p:scale>
        <p:origin x="2371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.xml"/><Relationship Id="rId18" Type="http://schemas.openxmlformats.org/officeDocument/2006/relationships/slideMaster" Target="slideMasters/slideMaster6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.xml"/><Relationship Id="rId34" Type="http://schemas.microsoft.com/office/2018/10/relationships/authors" Target="author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Master" Target="slideMasters/slideMaster5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4.xml"/><Relationship Id="rId20" Type="http://schemas.openxmlformats.org/officeDocument/2006/relationships/slideMaster" Target="slideMasters/slideMaster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4.xml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3.xml"/><Relationship Id="rId23" Type="http://schemas.openxmlformats.org/officeDocument/2006/relationships/slide" Target="slides/slide3.xml"/><Relationship Id="rId28" Type="http://schemas.openxmlformats.org/officeDocument/2006/relationships/commentAuthors" Target="commentAuthors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7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2.xml"/><Relationship Id="rId22" Type="http://schemas.openxmlformats.org/officeDocument/2006/relationships/slide" Target="slides/slide2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customXml" Target="../customXml/item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azcollaboration-my.sharepoint.com/personal/knfz058_astrazeneca_net/Documents/B2006/Production%20plo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006595329429975"/>
          <c:y val="3.8550415573053366E-2"/>
          <c:w val="0.85414344841510192"/>
          <c:h val="0.8008360673665792"/>
        </c:manualLayout>
      </c:layout>
      <c:scatterChart>
        <c:scatterStyle val="lineMarker"/>
        <c:varyColors val="0"/>
        <c:ser>
          <c:idx val="0"/>
          <c:order val="0"/>
          <c:tx>
            <c:v>Group1</c:v>
          </c:tx>
          <c:spPr>
            <a:ln w="25400">
              <a:solidFill>
                <a:srgbClr val="000080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'Viability Data'!$F$4:$F$26</c:f>
                <c:numCache>
                  <c:formatCode>General</c:formatCode>
                  <c:ptCount val="23"/>
                  <c:pt idx="0">
                    <c:v>0</c:v>
                  </c:pt>
                  <c:pt idx="1">
                    <c:v>0</c:v>
                  </c:pt>
                  <c:pt idx="2">
                    <c:v>0</c:v>
                  </c:pt>
                  <c:pt idx="3">
                    <c:v>0</c:v>
                  </c:pt>
                  <c:pt idx="4">
                    <c:v>0</c:v>
                  </c:pt>
                  <c:pt idx="5">
                    <c:v>0</c:v>
                  </c:pt>
                  <c:pt idx="6">
                    <c:v>0</c:v>
                  </c:pt>
                  <c:pt idx="7">
                    <c:v>0</c:v>
                  </c:pt>
                  <c:pt idx="8">
                    <c:v>0</c:v>
                  </c:pt>
                  <c:pt idx="9">
                    <c:v>0</c:v>
                  </c:pt>
                  <c:pt idx="10">
                    <c:v>0</c:v>
                  </c:pt>
                  <c:pt idx="11">
                    <c:v>0</c:v>
                  </c:pt>
                  <c:pt idx="12">
                    <c:v>0</c:v>
                  </c:pt>
                  <c:pt idx="13">
                    <c:v>0</c:v>
                  </c:pt>
                  <c:pt idx="14">
                    <c:v>0</c:v>
                  </c:pt>
                  <c:pt idx="15">
                    <c:v>0</c:v>
                  </c:pt>
                  <c:pt idx="16">
                    <c:v>0</c:v>
                  </c:pt>
                  <c:pt idx="17">
                    <c:v>0</c:v>
                  </c:pt>
                  <c:pt idx="18">
                    <c:v>0</c:v>
                  </c:pt>
                  <c:pt idx="19">
                    <c:v>0</c:v>
                  </c:pt>
                  <c:pt idx="20">
                    <c:v>0</c:v>
                  </c:pt>
                  <c:pt idx="21">
                    <c:v>0</c:v>
                  </c:pt>
                  <c:pt idx="22">
                    <c:v>0</c:v>
                  </c:pt>
                </c:numCache>
              </c:numRef>
            </c:plus>
            <c:minus>
              <c:numRef>
                <c:f>'Viability Data'!$G$4:$G$26</c:f>
                <c:numCache>
                  <c:formatCode>General</c:formatCode>
                  <c:ptCount val="23"/>
                  <c:pt idx="0">
                    <c:v>0</c:v>
                  </c:pt>
                  <c:pt idx="1">
                    <c:v>0</c:v>
                  </c:pt>
                  <c:pt idx="2">
                    <c:v>0</c:v>
                  </c:pt>
                  <c:pt idx="3">
                    <c:v>0</c:v>
                  </c:pt>
                  <c:pt idx="4">
                    <c:v>0</c:v>
                  </c:pt>
                  <c:pt idx="5">
                    <c:v>0</c:v>
                  </c:pt>
                  <c:pt idx="6">
                    <c:v>0</c:v>
                  </c:pt>
                  <c:pt idx="7">
                    <c:v>0</c:v>
                  </c:pt>
                  <c:pt idx="8">
                    <c:v>0</c:v>
                  </c:pt>
                  <c:pt idx="9">
                    <c:v>0</c:v>
                  </c:pt>
                  <c:pt idx="10">
                    <c:v>0</c:v>
                  </c:pt>
                  <c:pt idx="11">
                    <c:v>0</c:v>
                  </c:pt>
                  <c:pt idx="12">
                    <c:v>0</c:v>
                  </c:pt>
                  <c:pt idx="13">
                    <c:v>0</c:v>
                  </c:pt>
                  <c:pt idx="14">
                    <c:v>0</c:v>
                  </c:pt>
                  <c:pt idx="15">
                    <c:v>0</c:v>
                  </c:pt>
                  <c:pt idx="16">
                    <c:v>0</c:v>
                  </c:pt>
                  <c:pt idx="17">
                    <c:v>0</c:v>
                  </c:pt>
                  <c:pt idx="18">
                    <c:v>0</c:v>
                  </c:pt>
                  <c:pt idx="19">
                    <c:v>0</c:v>
                  </c:pt>
                  <c:pt idx="20">
                    <c:v>0</c:v>
                  </c:pt>
                  <c:pt idx="21">
                    <c:v>0</c:v>
                  </c:pt>
                  <c:pt idx="22">
                    <c:v>0</c:v>
                  </c:pt>
                </c:numCache>
              </c:numRef>
            </c:minus>
            <c:spPr>
              <a:ln>
                <a:solidFill>
                  <a:srgbClr val="000080"/>
                </a:solidFill>
                <a:prstDash val="solid"/>
              </a:ln>
            </c:spPr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  <c:spPr>
              <a:ln>
                <a:solidFill>
                  <a:srgbClr val="000080"/>
                </a:solidFill>
                <a:prstDash val="solid"/>
              </a:ln>
            </c:spPr>
          </c:errBars>
          <c:xVal>
            <c:numRef>
              <c:f>'Viability Data'!$A$4:$A$26</c:f>
              <c:numCache>
                <c:formatCode>General</c:formatCode>
                <c:ptCount val="23"/>
                <c:pt idx="0">
                  <c:v>0</c:v>
                </c:pt>
                <c:pt idx="1">
                  <c:v>0.88532407407407498</c:v>
                </c:pt>
                <c:pt idx="2">
                  <c:v>1.90359953703704</c:v>
                </c:pt>
                <c:pt idx="3">
                  <c:v>2.92015046296296</c:v>
                </c:pt>
                <c:pt idx="4">
                  <c:v>3.7469097222222199</c:v>
                </c:pt>
                <c:pt idx="5">
                  <c:v>5.0043865393518301</c:v>
                </c:pt>
                <c:pt idx="6">
                  <c:v>5.9203587962962896</c:v>
                </c:pt>
                <c:pt idx="7">
                  <c:v>6.7127314814814998</c:v>
                </c:pt>
                <c:pt idx="8">
                  <c:v>8.3350115393518305</c:v>
                </c:pt>
                <c:pt idx="9">
                  <c:v>9.0559490740740802</c:v>
                </c:pt>
                <c:pt idx="10">
                  <c:v>10.215289317129599</c:v>
                </c:pt>
                <c:pt idx="11">
                  <c:v>10.9445601851852</c:v>
                </c:pt>
                <c:pt idx="12">
                  <c:v>12.0922106134259</c:v>
                </c:pt>
                <c:pt idx="13">
                  <c:v>13.1445254282407</c:v>
                </c:pt>
                <c:pt idx="14">
                  <c:v>14.256504594907399</c:v>
                </c:pt>
                <c:pt idx="15">
                  <c:v>15.3507754282408</c:v>
                </c:pt>
                <c:pt idx="16">
                  <c:v>15.949837928240701</c:v>
                </c:pt>
                <c:pt idx="17">
                  <c:v>17.006446724537</c:v>
                </c:pt>
                <c:pt idx="18">
                  <c:v>17.578634224537002</c:v>
                </c:pt>
                <c:pt idx="19">
                  <c:v>20.2611457986111</c:v>
                </c:pt>
                <c:pt idx="20">
                  <c:v>21.060300925925901</c:v>
                </c:pt>
                <c:pt idx="21">
                  <c:v>23.240428240740801</c:v>
                </c:pt>
                <c:pt idx="22">
                  <c:v>24.139942129629599</c:v>
                </c:pt>
              </c:numCache>
            </c:numRef>
          </c:xVal>
          <c:yVal>
            <c:numRef>
              <c:f>'Viability Data'!$B$4:$B$26</c:f>
              <c:numCache>
                <c:formatCode>General</c:formatCode>
                <c:ptCount val="23"/>
                <c:pt idx="0">
                  <c:v>99.2</c:v>
                </c:pt>
                <c:pt idx="1">
                  <c:v>99.5</c:v>
                </c:pt>
                <c:pt idx="2">
                  <c:v>99.2</c:v>
                </c:pt>
                <c:pt idx="3">
                  <c:v>99.1</c:v>
                </c:pt>
                <c:pt idx="4">
                  <c:v>99.4</c:v>
                </c:pt>
                <c:pt idx="5">
                  <c:v>99.2</c:v>
                </c:pt>
                <c:pt idx="6">
                  <c:v>99.2</c:v>
                </c:pt>
                <c:pt idx="7">
                  <c:v>98.8</c:v>
                </c:pt>
                <c:pt idx="8">
                  <c:v>97</c:v>
                </c:pt>
                <c:pt idx="9">
                  <c:v>97.6</c:v>
                </c:pt>
                <c:pt idx="10">
                  <c:v>96.2</c:v>
                </c:pt>
                <c:pt idx="11">
                  <c:v>94.8</c:v>
                </c:pt>
                <c:pt idx="12">
                  <c:v>93.6</c:v>
                </c:pt>
                <c:pt idx="13">
                  <c:v>90.9</c:v>
                </c:pt>
                <c:pt idx="14">
                  <c:v>92.1</c:v>
                </c:pt>
                <c:pt idx="15">
                  <c:v>91.9</c:v>
                </c:pt>
                <c:pt idx="16">
                  <c:v>91.8</c:v>
                </c:pt>
                <c:pt idx="17">
                  <c:v>91</c:v>
                </c:pt>
                <c:pt idx="18">
                  <c:v>89.5</c:v>
                </c:pt>
                <c:pt idx="19">
                  <c:v>87.1</c:v>
                </c:pt>
                <c:pt idx="20">
                  <c:v>84.4</c:v>
                </c:pt>
                <c:pt idx="21">
                  <c:v>84.2</c:v>
                </c:pt>
                <c:pt idx="22">
                  <c:v>83.4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187-46FB-B600-8A3AAE2B3EB8}"/>
            </c:ext>
          </c:extLst>
        </c:ser>
        <c:ser>
          <c:idx val="4"/>
          <c:order val="1"/>
          <c:tx>
            <c:v>Group5</c:v>
          </c:tx>
          <c:spPr>
            <a:ln w="25400">
              <a:solidFill>
                <a:srgbClr val="FF00FF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'Viability Data'!$F$84:$F$102</c:f>
                <c:numCache>
                  <c:formatCode>General</c:formatCode>
                  <c:ptCount val="19"/>
                  <c:pt idx="0">
                    <c:v>7.0710678118700798E-2</c:v>
                  </c:pt>
                  <c:pt idx="1">
                    <c:v>0</c:v>
                  </c:pt>
                  <c:pt idx="2">
                    <c:v>0</c:v>
                  </c:pt>
                  <c:pt idx="3">
                    <c:v>7.0710678118601294E-2</c:v>
                  </c:pt>
                  <c:pt idx="4">
                    <c:v>0</c:v>
                  </c:pt>
                  <c:pt idx="5">
                    <c:v>0.212132034356003</c:v>
                  </c:pt>
                  <c:pt idx="6">
                    <c:v>0.14142135623730201</c:v>
                  </c:pt>
                  <c:pt idx="7">
                    <c:v>0.14142135623728799</c:v>
                  </c:pt>
                  <c:pt idx="8">
                    <c:v>0.35355339059329099</c:v>
                  </c:pt>
                  <c:pt idx="9">
                    <c:v>0</c:v>
                  </c:pt>
                  <c:pt idx="10">
                    <c:v>0.63639610306789496</c:v>
                  </c:pt>
                  <c:pt idx="11">
                    <c:v>1.838477631085</c:v>
                  </c:pt>
                  <c:pt idx="12">
                    <c:v>3.0405591591021</c:v>
                  </c:pt>
                  <c:pt idx="13">
                    <c:v>2.54558441227161</c:v>
                  </c:pt>
                  <c:pt idx="14">
                    <c:v>0.56568542494919405</c:v>
                  </c:pt>
                  <c:pt idx="15">
                    <c:v>2.1920310216783001</c:v>
                  </c:pt>
                  <c:pt idx="16">
                    <c:v>3.3941125496953899</c:v>
                  </c:pt>
                  <c:pt idx="17">
                    <c:v>4.3840620433565904</c:v>
                  </c:pt>
                  <c:pt idx="18">
                    <c:v>0</c:v>
                  </c:pt>
                </c:numCache>
              </c:numRef>
            </c:plus>
            <c:minus>
              <c:numRef>
                <c:f>'Viability Data'!$G$84:$G$102</c:f>
                <c:numCache>
                  <c:formatCode>General</c:formatCode>
                  <c:ptCount val="19"/>
                  <c:pt idx="0">
                    <c:v>7.0710678118700798E-2</c:v>
                  </c:pt>
                  <c:pt idx="1">
                    <c:v>0</c:v>
                  </c:pt>
                  <c:pt idx="2">
                    <c:v>0</c:v>
                  </c:pt>
                  <c:pt idx="3">
                    <c:v>7.0710678118601294E-2</c:v>
                  </c:pt>
                  <c:pt idx="4">
                    <c:v>0</c:v>
                  </c:pt>
                  <c:pt idx="5">
                    <c:v>0.21213203435598901</c:v>
                  </c:pt>
                  <c:pt idx="6">
                    <c:v>0.14142135623730201</c:v>
                  </c:pt>
                  <c:pt idx="7">
                    <c:v>0.14142135623730201</c:v>
                  </c:pt>
                  <c:pt idx="8">
                    <c:v>0.35355339059330498</c:v>
                  </c:pt>
                  <c:pt idx="9">
                    <c:v>0</c:v>
                  </c:pt>
                  <c:pt idx="10">
                    <c:v>0.63639610306789496</c:v>
                  </c:pt>
                  <c:pt idx="11">
                    <c:v>1.838477631085</c:v>
                  </c:pt>
                  <c:pt idx="12">
                    <c:v>3.0405591591021</c:v>
                  </c:pt>
                  <c:pt idx="13">
                    <c:v>2.54558441227159</c:v>
                  </c:pt>
                  <c:pt idx="14">
                    <c:v>0.56568542494920804</c:v>
                  </c:pt>
                  <c:pt idx="15">
                    <c:v>2.1920310216783001</c:v>
                  </c:pt>
                  <c:pt idx="16">
                    <c:v>3.3941125496953899</c:v>
                  </c:pt>
                  <c:pt idx="17">
                    <c:v>4.3840620433565904</c:v>
                  </c:pt>
                  <c:pt idx="18">
                    <c:v>0</c:v>
                  </c:pt>
                </c:numCache>
              </c:numRef>
            </c:minus>
            <c:spPr>
              <a:ln>
                <a:solidFill>
                  <a:srgbClr val="FF00FF"/>
                </a:solidFill>
                <a:prstDash val="solid"/>
              </a:ln>
            </c:spPr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  <c:spPr>
              <a:ln>
                <a:solidFill>
                  <a:srgbClr val="FF00FF"/>
                </a:solidFill>
                <a:prstDash val="solid"/>
              </a:ln>
            </c:spPr>
          </c:errBars>
          <c:xVal>
            <c:numRef>
              <c:f>'Viability Data'!$A$84:$A$102</c:f>
              <c:numCache>
                <c:formatCode>General</c:formatCode>
                <c:ptCount val="19"/>
                <c:pt idx="0">
                  <c:v>0</c:v>
                </c:pt>
                <c:pt idx="1">
                  <c:v>0.96481481481481501</c:v>
                </c:pt>
                <c:pt idx="2">
                  <c:v>1.97370370370371</c:v>
                </c:pt>
                <c:pt idx="3">
                  <c:v>3.0014641203703598</c:v>
                </c:pt>
                <c:pt idx="4">
                  <c:v>3.8284432696759301</c:v>
                </c:pt>
                <c:pt idx="5">
                  <c:v>5.0858390856481401</c:v>
                </c:pt>
                <c:pt idx="6">
                  <c:v>6.00137728009258</c:v>
                </c:pt>
                <c:pt idx="7">
                  <c:v>6.7869444097222296</c:v>
                </c:pt>
                <c:pt idx="8">
                  <c:v>8.4164351678240603</c:v>
                </c:pt>
                <c:pt idx="9">
                  <c:v>9.1367071585648105</c:v>
                </c:pt>
                <c:pt idx="10">
                  <c:v>10.296481464120401</c:v>
                </c:pt>
                <c:pt idx="11">
                  <c:v>10.9946469733796</c:v>
                </c:pt>
                <c:pt idx="12">
                  <c:v>12.166215277777701</c:v>
                </c:pt>
                <c:pt idx="13">
                  <c:v>13.223449056712999</c:v>
                </c:pt>
                <c:pt idx="14">
                  <c:v>14.3354513715278</c:v>
                </c:pt>
                <c:pt idx="15">
                  <c:v>15.4305786689815</c:v>
                </c:pt>
                <c:pt idx="16">
                  <c:v>16.031244178240701</c:v>
                </c:pt>
                <c:pt idx="17">
                  <c:v>17.087777760416699</c:v>
                </c:pt>
                <c:pt idx="18">
                  <c:v>19.0849305208333</c:v>
                </c:pt>
              </c:numCache>
            </c:numRef>
          </c:xVal>
          <c:yVal>
            <c:numRef>
              <c:f>'Viability Data'!$B$84:$B$102</c:f>
              <c:numCache>
                <c:formatCode>General</c:formatCode>
                <c:ptCount val="19"/>
                <c:pt idx="0">
                  <c:v>99.35</c:v>
                </c:pt>
                <c:pt idx="1">
                  <c:v>99.5</c:v>
                </c:pt>
                <c:pt idx="2">
                  <c:v>99.4</c:v>
                </c:pt>
                <c:pt idx="3">
                  <c:v>99.45</c:v>
                </c:pt>
                <c:pt idx="4">
                  <c:v>99.4</c:v>
                </c:pt>
                <c:pt idx="5">
                  <c:v>99.35</c:v>
                </c:pt>
                <c:pt idx="6">
                  <c:v>99.2</c:v>
                </c:pt>
                <c:pt idx="7">
                  <c:v>98.9</c:v>
                </c:pt>
                <c:pt idx="8">
                  <c:v>98.15</c:v>
                </c:pt>
                <c:pt idx="9">
                  <c:v>97.7</c:v>
                </c:pt>
                <c:pt idx="10">
                  <c:v>95.25</c:v>
                </c:pt>
                <c:pt idx="11">
                  <c:v>93.2</c:v>
                </c:pt>
                <c:pt idx="12">
                  <c:v>88.95</c:v>
                </c:pt>
                <c:pt idx="13">
                  <c:v>83.1</c:v>
                </c:pt>
                <c:pt idx="14">
                  <c:v>80.2</c:v>
                </c:pt>
                <c:pt idx="15">
                  <c:v>76.05</c:v>
                </c:pt>
                <c:pt idx="16">
                  <c:v>73</c:v>
                </c:pt>
                <c:pt idx="17">
                  <c:v>69.5</c:v>
                </c:pt>
                <c:pt idx="18">
                  <c:v>66.400000000000006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187-46FB-B600-8A3AAE2B3EB8}"/>
            </c:ext>
          </c:extLst>
        </c:ser>
        <c:ser>
          <c:idx val="5"/>
          <c:order val="2"/>
          <c:tx>
            <c:v>Group6</c:v>
          </c:tx>
          <c:spPr>
            <a:ln w="25400">
              <a:solidFill>
                <a:srgbClr val="00FFFF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00FFFF"/>
              </a:solidFill>
              <a:ln>
                <a:solidFill>
                  <a:srgbClr val="00FFFF"/>
                </a:solidFill>
                <a:prstDash val="solid"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'Viability Data'!$F$106:$F$125</c:f>
                <c:numCache>
                  <c:formatCode>General</c:formatCode>
                  <c:ptCount val="20"/>
                  <c:pt idx="0">
                    <c:v>0</c:v>
                  </c:pt>
                  <c:pt idx="1">
                    <c:v>7.0710678118700798E-2</c:v>
                  </c:pt>
                  <c:pt idx="2">
                    <c:v>7.0710678118601294E-2</c:v>
                  </c:pt>
                  <c:pt idx="3">
                    <c:v>0.14142135623728799</c:v>
                  </c:pt>
                  <c:pt idx="4">
                    <c:v>0.14142135623730201</c:v>
                  </c:pt>
                  <c:pt idx="5">
                    <c:v>0.14142135623730201</c:v>
                  </c:pt>
                  <c:pt idx="6">
                    <c:v>0.212132034356003</c:v>
                  </c:pt>
                  <c:pt idx="7">
                    <c:v>0</c:v>
                  </c:pt>
                  <c:pt idx="8">
                    <c:v>0.14142135623730201</c:v>
                  </c:pt>
                  <c:pt idx="9">
                    <c:v>0.14142135623730201</c:v>
                  </c:pt>
                  <c:pt idx="10">
                    <c:v>0.42426406871190597</c:v>
                  </c:pt>
                  <c:pt idx="11">
                    <c:v>0.28284271247460402</c:v>
                  </c:pt>
                  <c:pt idx="12">
                    <c:v>0.91923881554249898</c:v>
                  </c:pt>
                  <c:pt idx="13">
                    <c:v>0.77781745930519697</c:v>
                  </c:pt>
                  <c:pt idx="14">
                    <c:v>0.14142135623730201</c:v>
                  </c:pt>
                  <c:pt idx="15">
                    <c:v>2.1920310216783001</c:v>
                  </c:pt>
                  <c:pt idx="16">
                    <c:v>4.4547727214752904</c:v>
                  </c:pt>
                  <c:pt idx="17">
                    <c:v>5.1618795026618001</c:v>
                  </c:pt>
                  <c:pt idx="18">
                    <c:v>6.0811183182043003</c:v>
                  </c:pt>
                  <c:pt idx="19">
                    <c:v>0</c:v>
                  </c:pt>
                </c:numCache>
              </c:numRef>
            </c:plus>
            <c:minus>
              <c:numRef>
                <c:f>'Viability Data'!$G$106:$G$125</c:f>
                <c:numCache>
                  <c:formatCode>General</c:formatCode>
                  <c:ptCount val="20"/>
                  <c:pt idx="0">
                    <c:v>0</c:v>
                  </c:pt>
                  <c:pt idx="1">
                    <c:v>7.0710678118700798E-2</c:v>
                  </c:pt>
                  <c:pt idx="2">
                    <c:v>7.0710678118601294E-2</c:v>
                  </c:pt>
                  <c:pt idx="3">
                    <c:v>0.14142135623730201</c:v>
                  </c:pt>
                  <c:pt idx="4">
                    <c:v>0.14142135623730201</c:v>
                  </c:pt>
                  <c:pt idx="5">
                    <c:v>0.14142135623728799</c:v>
                  </c:pt>
                  <c:pt idx="6">
                    <c:v>0.212132034356003</c:v>
                  </c:pt>
                  <c:pt idx="7">
                    <c:v>0</c:v>
                  </c:pt>
                  <c:pt idx="8">
                    <c:v>0.14142135623730201</c:v>
                  </c:pt>
                  <c:pt idx="9">
                    <c:v>0.14142135623730201</c:v>
                  </c:pt>
                  <c:pt idx="10">
                    <c:v>0.42426406871189198</c:v>
                  </c:pt>
                  <c:pt idx="11">
                    <c:v>0.28284271247458997</c:v>
                  </c:pt>
                  <c:pt idx="12">
                    <c:v>0.91923881554249898</c:v>
                  </c:pt>
                  <c:pt idx="13">
                    <c:v>0.77781745930521096</c:v>
                  </c:pt>
                  <c:pt idx="14">
                    <c:v>0.14142135623728799</c:v>
                  </c:pt>
                  <c:pt idx="15">
                    <c:v>2.1920310216783001</c:v>
                  </c:pt>
                  <c:pt idx="16">
                    <c:v>4.4547727214752104</c:v>
                  </c:pt>
                  <c:pt idx="17">
                    <c:v>5.1618795026617903</c:v>
                  </c:pt>
                  <c:pt idx="18">
                    <c:v>6.0811183182043003</c:v>
                  </c:pt>
                  <c:pt idx="19">
                    <c:v>0</c:v>
                  </c:pt>
                </c:numCache>
              </c:numRef>
            </c:minus>
            <c:spPr>
              <a:ln>
                <a:solidFill>
                  <a:srgbClr val="00FFFF"/>
                </a:solidFill>
                <a:prstDash val="solid"/>
              </a:ln>
            </c:spPr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  <c:spPr>
              <a:ln>
                <a:solidFill>
                  <a:srgbClr val="00FFFF"/>
                </a:solidFill>
                <a:prstDash val="solid"/>
              </a:ln>
            </c:spPr>
          </c:errBars>
          <c:xVal>
            <c:numRef>
              <c:f>'Viability Data'!$A$106:$A$125</c:f>
              <c:numCache>
                <c:formatCode>General</c:formatCode>
                <c:ptCount val="20"/>
                <c:pt idx="0">
                  <c:v>0</c:v>
                </c:pt>
                <c:pt idx="1">
                  <c:v>0.92902199074073999</c:v>
                </c:pt>
                <c:pt idx="2">
                  <c:v>1.9396875</c:v>
                </c:pt>
                <c:pt idx="3">
                  <c:v>2.9638252314814801</c:v>
                </c:pt>
                <c:pt idx="4">
                  <c:v>3.7905034548611201</c:v>
                </c:pt>
                <c:pt idx="5">
                  <c:v>5.0479108449074204</c:v>
                </c:pt>
                <c:pt idx="6">
                  <c:v>5.9633853993055697</c:v>
                </c:pt>
                <c:pt idx="7">
                  <c:v>6.7544212615740804</c:v>
                </c:pt>
                <c:pt idx="8">
                  <c:v>8.3785069270833397</c:v>
                </c:pt>
                <c:pt idx="9">
                  <c:v>9.0995485763888908</c:v>
                </c:pt>
                <c:pt idx="10">
                  <c:v>10.2588888715278</c:v>
                </c:pt>
                <c:pt idx="11">
                  <c:v>10.9808622685185</c:v>
                </c:pt>
                <c:pt idx="12">
                  <c:v>12.1344964930556</c:v>
                </c:pt>
                <c:pt idx="13">
                  <c:v>13.1855323726852</c:v>
                </c:pt>
                <c:pt idx="14">
                  <c:v>14.2986111111111</c:v>
                </c:pt>
                <c:pt idx="15">
                  <c:v>15.3942361111111</c:v>
                </c:pt>
                <c:pt idx="16">
                  <c:v>15.993327511574099</c:v>
                </c:pt>
                <c:pt idx="17">
                  <c:v>17.0498610763889</c:v>
                </c:pt>
                <c:pt idx="18">
                  <c:v>17.6220486111112</c:v>
                </c:pt>
                <c:pt idx="19">
                  <c:v>20.301064780092599</c:v>
                </c:pt>
              </c:numCache>
            </c:numRef>
          </c:xVal>
          <c:yVal>
            <c:numRef>
              <c:f>'Viability Data'!$B$106:$B$125</c:f>
              <c:numCache>
                <c:formatCode>General</c:formatCode>
                <c:ptCount val="20"/>
                <c:pt idx="0">
                  <c:v>99.4</c:v>
                </c:pt>
                <c:pt idx="1">
                  <c:v>99.35</c:v>
                </c:pt>
                <c:pt idx="2">
                  <c:v>99.55</c:v>
                </c:pt>
                <c:pt idx="3">
                  <c:v>99.4</c:v>
                </c:pt>
                <c:pt idx="4">
                  <c:v>99.3</c:v>
                </c:pt>
                <c:pt idx="5">
                  <c:v>99.1</c:v>
                </c:pt>
                <c:pt idx="6">
                  <c:v>99.25</c:v>
                </c:pt>
                <c:pt idx="7">
                  <c:v>99</c:v>
                </c:pt>
                <c:pt idx="8">
                  <c:v>98.2</c:v>
                </c:pt>
                <c:pt idx="9">
                  <c:v>98.2</c:v>
                </c:pt>
                <c:pt idx="10">
                  <c:v>95.8</c:v>
                </c:pt>
                <c:pt idx="11">
                  <c:v>95.6</c:v>
                </c:pt>
                <c:pt idx="12">
                  <c:v>93.85</c:v>
                </c:pt>
                <c:pt idx="13">
                  <c:v>90.15</c:v>
                </c:pt>
                <c:pt idx="14">
                  <c:v>85.6</c:v>
                </c:pt>
                <c:pt idx="15">
                  <c:v>83.45</c:v>
                </c:pt>
                <c:pt idx="16">
                  <c:v>81.650000000000006</c:v>
                </c:pt>
                <c:pt idx="17">
                  <c:v>78.349999999999994</c:v>
                </c:pt>
                <c:pt idx="18">
                  <c:v>78</c:v>
                </c:pt>
                <c:pt idx="19">
                  <c:v>79.2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187-46FB-B600-8A3AAE2B3EB8}"/>
            </c:ext>
          </c:extLst>
        </c:ser>
        <c:ser>
          <c:idx val="6"/>
          <c:order val="3"/>
          <c:tx>
            <c:v>Group7</c:v>
          </c:tx>
          <c:spPr>
            <a:ln w="25400">
              <a:solidFill>
                <a:srgbClr val="0066CC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0066CC"/>
              </a:solidFill>
              <a:ln>
                <a:solidFill>
                  <a:srgbClr val="0066CC"/>
                </a:solidFill>
                <a:prstDash val="solid"/>
              </a:ln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'Viability Data'!$F$129:$F$148</c:f>
                <c:numCache>
                  <c:formatCode>General</c:formatCode>
                  <c:ptCount val="20"/>
                  <c:pt idx="0">
                    <c:v>7.0710678118700798E-2</c:v>
                  </c:pt>
                  <c:pt idx="1">
                    <c:v>7.0710678118700798E-2</c:v>
                  </c:pt>
                  <c:pt idx="2">
                    <c:v>7.0710678118700798E-2</c:v>
                  </c:pt>
                  <c:pt idx="3">
                    <c:v>0</c:v>
                  </c:pt>
                  <c:pt idx="4">
                    <c:v>0.14142135623730201</c:v>
                  </c:pt>
                  <c:pt idx="5">
                    <c:v>7.0710678118700798E-2</c:v>
                  </c:pt>
                  <c:pt idx="6">
                    <c:v>0</c:v>
                  </c:pt>
                  <c:pt idx="7">
                    <c:v>0.17677669529659601</c:v>
                  </c:pt>
                  <c:pt idx="8">
                    <c:v>1.13137084989849</c:v>
                  </c:pt>
                  <c:pt idx="9">
                    <c:v>0.28284271247460402</c:v>
                  </c:pt>
                  <c:pt idx="10">
                    <c:v>0.28284271247460402</c:v>
                  </c:pt>
                  <c:pt idx="11">
                    <c:v>0.77781745930519697</c:v>
                  </c:pt>
                  <c:pt idx="12">
                    <c:v>1.6263455967291001</c:v>
                  </c:pt>
                  <c:pt idx="13">
                    <c:v>2.6870057685089002</c:v>
                  </c:pt>
                  <c:pt idx="14">
                    <c:v>4.3133513652378896</c:v>
                  </c:pt>
                  <c:pt idx="15">
                    <c:v>3.25269119345811</c:v>
                  </c:pt>
                  <c:pt idx="16">
                    <c:v>2.6870057685089099</c:v>
                  </c:pt>
                  <c:pt idx="17">
                    <c:v>3.4648232278140898</c:v>
                  </c:pt>
                  <c:pt idx="18">
                    <c:v>3.3234018715767899</c:v>
                  </c:pt>
                  <c:pt idx="19">
                    <c:v>6.7882250993908997</c:v>
                  </c:pt>
                </c:numCache>
              </c:numRef>
            </c:plus>
            <c:minus>
              <c:numRef>
                <c:f>'Viability Data'!$G$129:$G$148</c:f>
                <c:numCache>
                  <c:formatCode>General</c:formatCode>
                  <c:ptCount val="20"/>
                  <c:pt idx="0">
                    <c:v>7.0710678118700798E-2</c:v>
                  </c:pt>
                  <c:pt idx="1">
                    <c:v>7.0710678118700798E-2</c:v>
                  </c:pt>
                  <c:pt idx="2">
                    <c:v>7.0710678118700798E-2</c:v>
                  </c:pt>
                  <c:pt idx="3">
                    <c:v>0</c:v>
                  </c:pt>
                  <c:pt idx="4">
                    <c:v>0.14142135623730201</c:v>
                  </c:pt>
                  <c:pt idx="5">
                    <c:v>7.0710678118700798E-2</c:v>
                  </c:pt>
                  <c:pt idx="6">
                    <c:v>0</c:v>
                  </c:pt>
                  <c:pt idx="7">
                    <c:v>0.17677669529659601</c:v>
                  </c:pt>
                  <c:pt idx="8">
                    <c:v>1.1313708498985</c:v>
                  </c:pt>
                  <c:pt idx="9">
                    <c:v>0.28284271247458997</c:v>
                  </c:pt>
                  <c:pt idx="10">
                    <c:v>0.28284271247458997</c:v>
                  </c:pt>
                  <c:pt idx="11">
                    <c:v>0.77781745930521096</c:v>
                  </c:pt>
                  <c:pt idx="12">
                    <c:v>1.6263455967291101</c:v>
                  </c:pt>
                  <c:pt idx="13">
                    <c:v>2.6870057685089002</c:v>
                  </c:pt>
                  <c:pt idx="14">
                    <c:v>4.3133513652379101</c:v>
                  </c:pt>
                  <c:pt idx="15">
                    <c:v>3.25269119345809</c:v>
                  </c:pt>
                  <c:pt idx="16">
                    <c:v>2.6870057685089002</c:v>
                  </c:pt>
                  <c:pt idx="17">
                    <c:v>3.4648232278141098</c:v>
                  </c:pt>
                  <c:pt idx="18">
                    <c:v>3.3234018715768099</c:v>
                  </c:pt>
                  <c:pt idx="19">
                    <c:v>6.7882250993908997</c:v>
                  </c:pt>
                </c:numCache>
              </c:numRef>
            </c:minus>
            <c:spPr>
              <a:ln>
                <a:solidFill>
                  <a:srgbClr val="0066CC"/>
                </a:solidFill>
                <a:prstDash val="solid"/>
              </a:ln>
            </c:spPr>
          </c:errBars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Lit>
                <c:formatCode>General</c:formatCode>
                <c:ptCount val="1"/>
                <c:pt idx="0">
                  <c:v>0</c:v>
                </c:pt>
              </c:numLit>
            </c:minus>
            <c:spPr>
              <a:ln>
                <a:solidFill>
                  <a:srgbClr val="0066CC"/>
                </a:solidFill>
                <a:prstDash val="solid"/>
              </a:ln>
            </c:spPr>
          </c:errBars>
          <c:xVal>
            <c:numRef>
              <c:f>'Viability Data'!$A$129:$A$148</c:f>
              <c:numCache>
                <c:formatCode>General</c:formatCode>
                <c:ptCount val="20"/>
                <c:pt idx="0">
                  <c:v>0</c:v>
                </c:pt>
                <c:pt idx="1">
                  <c:v>0.88746527777777895</c:v>
                </c:pt>
                <c:pt idx="2">
                  <c:v>1.90248263888889</c:v>
                </c:pt>
                <c:pt idx="3">
                  <c:v>2.9223032407407401</c:v>
                </c:pt>
                <c:pt idx="4">
                  <c:v>3.7490509259259199</c:v>
                </c:pt>
                <c:pt idx="5">
                  <c:v>5.0064814814814804</c:v>
                </c:pt>
                <c:pt idx="6">
                  <c:v>5.9219502141203799</c:v>
                </c:pt>
                <c:pt idx="7">
                  <c:v>6.7125057783564799</c:v>
                </c:pt>
                <c:pt idx="8">
                  <c:v>8.3370601678240703</c:v>
                </c:pt>
                <c:pt idx="9">
                  <c:v>9.0580844560185199</c:v>
                </c:pt>
                <c:pt idx="10">
                  <c:v>10.217401620370399</c:v>
                </c:pt>
                <c:pt idx="11">
                  <c:v>10.944212945601899</c:v>
                </c:pt>
                <c:pt idx="12">
                  <c:v>12.093645798611099</c:v>
                </c:pt>
                <c:pt idx="13">
                  <c:v>13.145341417824</c:v>
                </c:pt>
                <c:pt idx="14">
                  <c:v>14.2585821759259</c:v>
                </c:pt>
                <c:pt idx="15">
                  <c:v>15.3528529918981</c:v>
                </c:pt>
                <c:pt idx="16">
                  <c:v>15.951909722222201</c:v>
                </c:pt>
                <c:pt idx="17">
                  <c:v>17.008483778935201</c:v>
                </c:pt>
                <c:pt idx="18">
                  <c:v>17.5806539351852</c:v>
                </c:pt>
                <c:pt idx="19">
                  <c:v>20.2626967418982</c:v>
                </c:pt>
              </c:numCache>
            </c:numRef>
          </c:xVal>
          <c:yVal>
            <c:numRef>
              <c:f>'Viability Data'!$B$129:$B$148</c:f>
              <c:numCache>
                <c:formatCode>General</c:formatCode>
                <c:ptCount val="20"/>
                <c:pt idx="0">
                  <c:v>99.35</c:v>
                </c:pt>
                <c:pt idx="1">
                  <c:v>99.35</c:v>
                </c:pt>
                <c:pt idx="2">
                  <c:v>99.35</c:v>
                </c:pt>
                <c:pt idx="3">
                  <c:v>99</c:v>
                </c:pt>
                <c:pt idx="4">
                  <c:v>99.2</c:v>
                </c:pt>
                <c:pt idx="5">
                  <c:v>99.15</c:v>
                </c:pt>
                <c:pt idx="6">
                  <c:v>99.4</c:v>
                </c:pt>
                <c:pt idx="7">
                  <c:v>99.125</c:v>
                </c:pt>
                <c:pt idx="8">
                  <c:v>97.4</c:v>
                </c:pt>
                <c:pt idx="9">
                  <c:v>98.1</c:v>
                </c:pt>
                <c:pt idx="10">
                  <c:v>96.1</c:v>
                </c:pt>
                <c:pt idx="11">
                  <c:v>95.15</c:v>
                </c:pt>
                <c:pt idx="12">
                  <c:v>92.95</c:v>
                </c:pt>
                <c:pt idx="13">
                  <c:v>90.7</c:v>
                </c:pt>
                <c:pt idx="14">
                  <c:v>90.45</c:v>
                </c:pt>
                <c:pt idx="15">
                  <c:v>89.8</c:v>
                </c:pt>
                <c:pt idx="16">
                  <c:v>90.1</c:v>
                </c:pt>
                <c:pt idx="17">
                  <c:v>86.95</c:v>
                </c:pt>
                <c:pt idx="18">
                  <c:v>87.65</c:v>
                </c:pt>
                <c:pt idx="19">
                  <c:v>82.9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187-46FB-B600-8A3AAE2B3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3149071"/>
        <c:axId val="1703150735"/>
      </c:scatterChart>
      <c:valAx>
        <c:axId val="170314907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Elapsed Culture Time (Days)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191B1B"/>
            </a:solidFill>
          </a:ln>
        </c:spPr>
        <c:crossAx val="1703150735"/>
        <c:crosses val="autoZero"/>
        <c:crossBetween val="midCat"/>
      </c:valAx>
      <c:valAx>
        <c:axId val="1703150735"/>
        <c:scaling>
          <c:orientation val="minMax"/>
          <c:max val="100"/>
          <c:min val="5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Viability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1">
                <a:lumMod val="50000"/>
              </a:schemeClr>
            </a:solidFill>
          </a:ln>
        </c:spPr>
        <c:crossAx val="1703149071"/>
        <c:crosses val="autoZero"/>
        <c:crossBetween val="midCat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E84CCB-2F1C-4FC0-BE3D-0931587E7249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017BD3-9560-48ED-AFDD-4B45FAA6F165}">
      <dgm:prSet phldrT="[Text]"/>
      <dgm:spPr/>
      <dgm:t>
        <a:bodyPr/>
        <a:lstStyle/>
        <a:p>
          <a:r>
            <a:rPr lang="en-US" dirty="0"/>
            <a:t>NGM Adapted Clone with increased NGM robustness</a:t>
          </a:r>
        </a:p>
      </dgm:t>
    </dgm:pt>
    <dgm:pt modelId="{9EB2E0D9-3BA3-4850-AC7E-6659DF997A6A}" type="parTrans" cxnId="{7298885A-B6B0-470E-AD05-893722B72F62}">
      <dgm:prSet/>
      <dgm:spPr/>
      <dgm:t>
        <a:bodyPr/>
        <a:lstStyle/>
        <a:p>
          <a:endParaRPr lang="en-US"/>
        </a:p>
      </dgm:t>
    </dgm:pt>
    <dgm:pt modelId="{15FC382B-2EC1-4B9E-9F36-CA72C5E78C38}" type="sibTrans" cxnId="{7298885A-B6B0-470E-AD05-893722B72F62}">
      <dgm:prSet/>
      <dgm:spPr/>
      <dgm:t>
        <a:bodyPr/>
        <a:lstStyle/>
        <a:p>
          <a:endParaRPr lang="en-US"/>
        </a:p>
      </dgm:t>
    </dgm:pt>
    <dgm:pt modelId="{A16F0A72-E850-492E-A928-E65C102A9B94}">
      <dgm:prSet phldrT="[Text]"/>
      <dgm:spPr/>
      <dgm:t>
        <a:bodyPr/>
        <a:lstStyle/>
        <a:p>
          <a:r>
            <a:rPr lang="en-US" dirty="0"/>
            <a:t>Improved product retention profile</a:t>
          </a:r>
        </a:p>
      </dgm:t>
    </dgm:pt>
    <dgm:pt modelId="{AA56B38F-2DB8-4333-95C8-37954B70DBE3}" type="parTrans" cxnId="{F1B8A51B-31F9-4EE3-9584-676B22BEBB55}">
      <dgm:prSet/>
      <dgm:spPr/>
      <dgm:t>
        <a:bodyPr/>
        <a:lstStyle/>
        <a:p>
          <a:endParaRPr lang="en-US"/>
        </a:p>
      </dgm:t>
    </dgm:pt>
    <dgm:pt modelId="{C732A1D0-157B-4EAF-B202-FAEF91A4D2C2}" type="sibTrans" cxnId="{F1B8A51B-31F9-4EE3-9584-676B22BEBB55}">
      <dgm:prSet/>
      <dgm:spPr/>
      <dgm:t>
        <a:bodyPr/>
        <a:lstStyle/>
        <a:p>
          <a:endParaRPr lang="en-US"/>
        </a:p>
      </dgm:t>
    </dgm:pt>
    <dgm:pt modelId="{441F5F7F-85AB-4305-B82A-4AB82BADE631}">
      <dgm:prSet phldrT="[Text]"/>
      <dgm:spPr/>
      <dgm:t>
        <a:bodyPr/>
        <a:lstStyle/>
        <a:p>
          <a:r>
            <a:rPr lang="en-US" dirty="0"/>
            <a:t>Improved end of run viability</a:t>
          </a:r>
        </a:p>
      </dgm:t>
    </dgm:pt>
    <dgm:pt modelId="{8BB0943B-F604-401D-95B3-1C668DE6E0FC}" type="parTrans" cxnId="{8E5D740C-E7E2-4B13-B40A-2DF9487D6EEC}">
      <dgm:prSet/>
      <dgm:spPr/>
      <dgm:t>
        <a:bodyPr/>
        <a:lstStyle/>
        <a:p>
          <a:endParaRPr lang="en-US"/>
        </a:p>
      </dgm:t>
    </dgm:pt>
    <dgm:pt modelId="{3CCDF038-7CEC-41E6-B794-D77601288F4E}" type="sibTrans" cxnId="{8E5D740C-E7E2-4B13-B40A-2DF9487D6EEC}">
      <dgm:prSet/>
      <dgm:spPr/>
      <dgm:t>
        <a:bodyPr/>
        <a:lstStyle/>
        <a:p>
          <a:endParaRPr lang="en-US"/>
        </a:p>
      </dgm:t>
    </dgm:pt>
    <dgm:pt modelId="{F0C29B31-3963-4C3C-9FDC-40FE4AEEA906}">
      <dgm:prSet phldrT="[Text]"/>
      <dgm:spPr/>
      <dgm:t>
        <a:bodyPr/>
        <a:lstStyle/>
        <a:p>
          <a:r>
            <a:rPr lang="en-US" dirty="0"/>
            <a:t>Improved product quality</a:t>
          </a:r>
        </a:p>
      </dgm:t>
    </dgm:pt>
    <dgm:pt modelId="{9A64A81D-AE6D-492E-B816-014DDFA172CB}" type="parTrans" cxnId="{A15B1A83-2ABF-4608-8E3F-47A1ECFD2512}">
      <dgm:prSet/>
      <dgm:spPr/>
      <dgm:t>
        <a:bodyPr/>
        <a:lstStyle/>
        <a:p>
          <a:endParaRPr lang="en-US"/>
        </a:p>
      </dgm:t>
    </dgm:pt>
    <dgm:pt modelId="{FA290A60-5E4A-4301-B681-F1C950550E7B}" type="sibTrans" cxnId="{A15B1A83-2ABF-4608-8E3F-47A1ECFD2512}">
      <dgm:prSet/>
      <dgm:spPr/>
      <dgm:t>
        <a:bodyPr/>
        <a:lstStyle/>
        <a:p>
          <a:endParaRPr lang="en-US"/>
        </a:p>
      </dgm:t>
    </dgm:pt>
    <dgm:pt modelId="{2B795681-A306-46D1-A71D-B085B4D64F29}">
      <dgm:prSet phldrT="[Text]"/>
      <dgm:spPr/>
      <dgm:t>
        <a:bodyPr/>
        <a:lstStyle/>
        <a:p>
          <a:r>
            <a:rPr lang="en-US" dirty="0"/>
            <a:t>Decreased shear stress susceptibility</a:t>
          </a:r>
        </a:p>
      </dgm:t>
    </dgm:pt>
    <dgm:pt modelId="{A84E5564-609D-4509-AB1B-5610A50EA132}" type="parTrans" cxnId="{83BF934D-786F-4A92-89CC-3C440C682FBA}">
      <dgm:prSet/>
      <dgm:spPr/>
      <dgm:t>
        <a:bodyPr/>
        <a:lstStyle/>
        <a:p>
          <a:endParaRPr lang="en-US"/>
        </a:p>
      </dgm:t>
    </dgm:pt>
    <dgm:pt modelId="{B3EFDBAE-F96C-4843-977E-91142937678D}" type="sibTrans" cxnId="{83BF934D-786F-4A92-89CC-3C440C682FBA}">
      <dgm:prSet/>
      <dgm:spPr/>
      <dgm:t>
        <a:bodyPr/>
        <a:lstStyle/>
        <a:p>
          <a:endParaRPr lang="en-US"/>
        </a:p>
      </dgm:t>
    </dgm:pt>
    <dgm:pt modelId="{8575A270-86F7-4808-B988-6F1C21F30BF5}" type="pres">
      <dgm:prSet presAssocID="{F5E84CCB-2F1C-4FC0-BE3D-0931587E724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059A2E9-BAB9-41F4-AB70-2D255DF45073}" type="pres">
      <dgm:prSet presAssocID="{4F017BD3-9560-48ED-AFDD-4B45FAA6F165}" presName="centerShape" presStyleLbl="node0" presStyleIdx="0" presStyleCnt="1"/>
      <dgm:spPr/>
    </dgm:pt>
    <dgm:pt modelId="{BD4985D8-F46B-4283-80E0-37F59AC7C117}" type="pres">
      <dgm:prSet presAssocID="{AA56B38F-2DB8-4333-95C8-37954B70DBE3}" presName="parTrans" presStyleLbl="sibTrans2D1" presStyleIdx="0" presStyleCnt="4"/>
      <dgm:spPr/>
    </dgm:pt>
    <dgm:pt modelId="{46273257-6B76-4DCD-9955-C1D377F585AB}" type="pres">
      <dgm:prSet presAssocID="{AA56B38F-2DB8-4333-95C8-37954B70DBE3}" presName="connectorText" presStyleLbl="sibTrans2D1" presStyleIdx="0" presStyleCnt="4"/>
      <dgm:spPr/>
    </dgm:pt>
    <dgm:pt modelId="{1DE17C75-1ADA-43B9-98AB-847E617DE0F3}" type="pres">
      <dgm:prSet presAssocID="{A16F0A72-E850-492E-A928-E65C102A9B94}" presName="node" presStyleLbl="node1" presStyleIdx="0" presStyleCnt="4">
        <dgm:presLayoutVars>
          <dgm:bulletEnabled val="1"/>
        </dgm:presLayoutVars>
      </dgm:prSet>
      <dgm:spPr/>
    </dgm:pt>
    <dgm:pt modelId="{4B7514FE-73F5-4C7A-87D2-E6494AD3C69F}" type="pres">
      <dgm:prSet presAssocID="{8BB0943B-F604-401D-95B3-1C668DE6E0FC}" presName="parTrans" presStyleLbl="sibTrans2D1" presStyleIdx="1" presStyleCnt="4"/>
      <dgm:spPr/>
    </dgm:pt>
    <dgm:pt modelId="{BFB8BCA1-27FC-42C8-B96D-2C1584214D0B}" type="pres">
      <dgm:prSet presAssocID="{8BB0943B-F604-401D-95B3-1C668DE6E0FC}" presName="connectorText" presStyleLbl="sibTrans2D1" presStyleIdx="1" presStyleCnt="4"/>
      <dgm:spPr/>
    </dgm:pt>
    <dgm:pt modelId="{7D3A9C0F-F19F-4549-90ED-2537DBA6DC61}" type="pres">
      <dgm:prSet presAssocID="{441F5F7F-85AB-4305-B82A-4AB82BADE631}" presName="node" presStyleLbl="node1" presStyleIdx="1" presStyleCnt="4">
        <dgm:presLayoutVars>
          <dgm:bulletEnabled val="1"/>
        </dgm:presLayoutVars>
      </dgm:prSet>
      <dgm:spPr/>
    </dgm:pt>
    <dgm:pt modelId="{CAD20951-2273-4513-BE8C-2D4C9AC239F4}" type="pres">
      <dgm:prSet presAssocID="{9A64A81D-AE6D-492E-B816-014DDFA172CB}" presName="parTrans" presStyleLbl="sibTrans2D1" presStyleIdx="2" presStyleCnt="4"/>
      <dgm:spPr/>
    </dgm:pt>
    <dgm:pt modelId="{DE682155-986E-4F37-83A5-DEB37307DA07}" type="pres">
      <dgm:prSet presAssocID="{9A64A81D-AE6D-492E-B816-014DDFA172CB}" presName="connectorText" presStyleLbl="sibTrans2D1" presStyleIdx="2" presStyleCnt="4"/>
      <dgm:spPr/>
    </dgm:pt>
    <dgm:pt modelId="{7840C859-7F6D-42DD-8009-3779BDBCADD8}" type="pres">
      <dgm:prSet presAssocID="{F0C29B31-3963-4C3C-9FDC-40FE4AEEA906}" presName="node" presStyleLbl="node1" presStyleIdx="2" presStyleCnt="4">
        <dgm:presLayoutVars>
          <dgm:bulletEnabled val="1"/>
        </dgm:presLayoutVars>
      </dgm:prSet>
      <dgm:spPr/>
    </dgm:pt>
    <dgm:pt modelId="{5EC0E240-8619-417C-B739-260FE1551292}" type="pres">
      <dgm:prSet presAssocID="{A84E5564-609D-4509-AB1B-5610A50EA132}" presName="parTrans" presStyleLbl="sibTrans2D1" presStyleIdx="3" presStyleCnt="4"/>
      <dgm:spPr/>
    </dgm:pt>
    <dgm:pt modelId="{9ED947FF-9D21-410C-B0B4-6F6031649DE9}" type="pres">
      <dgm:prSet presAssocID="{A84E5564-609D-4509-AB1B-5610A50EA132}" presName="connectorText" presStyleLbl="sibTrans2D1" presStyleIdx="3" presStyleCnt="4"/>
      <dgm:spPr/>
    </dgm:pt>
    <dgm:pt modelId="{64BA13D7-CEBE-4EDA-851E-7C1DF1C70D52}" type="pres">
      <dgm:prSet presAssocID="{2B795681-A306-46D1-A71D-B085B4D64F29}" presName="node" presStyleLbl="node1" presStyleIdx="3" presStyleCnt="4">
        <dgm:presLayoutVars>
          <dgm:bulletEnabled val="1"/>
        </dgm:presLayoutVars>
      </dgm:prSet>
      <dgm:spPr/>
    </dgm:pt>
  </dgm:ptLst>
  <dgm:cxnLst>
    <dgm:cxn modelId="{49E05F03-3FA5-4D2B-A0D9-730EA0068698}" type="presOf" srcId="{AA56B38F-2DB8-4333-95C8-37954B70DBE3}" destId="{BD4985D8-F46B-4283-80E0-37F59AC7C117}" srcOrd="0" destOrd="0" presId="urn:microsoft.com/office/officeart/2005/8/layout/radial5"/>
    <dgm:cxn modelId="{8E5D740C-E7E2-4B13-B40A-2DF9487D6EEC}" srcId="{4F017BD3-9560-48ED-AFDD-4B45FAA6F165}" destId="{441F5F7F-85AB-4305-B82A-4AB82BADE631}" srcOrd="1" destOrd="0" parTransId="{8BB0943B-F604-401D-95B3-1C668DE6E0FC}" sibTransId="{3CCDF038-7CEC-41E6-B794-D77601288F4E}"/>
    <dgm:cxn modelId="{A5809F16-FB99-4BEB-82ED-DA5BCB4F687A}" type="presOf" srcId="{8BB0943B-F604-401D-95B3-1C668DE6E0FC}" destId="{BFB8BCA1-27FC-42C8-B96D-2C1584214D0B}" srcOrd="1" destOrd="0" presId="urn:microsoft.com/office/officeart/2005/8/layout/radial5"/>
    <dgm:cxn modelId="{A8955819-F268-4759-A011-EE776023BDB8}" type="presOf" srcId="{2B795681-A306-46D1-A71D-B085B4D64F29}" destId="{64BA13D7-CEBE-4EDA-851E-7C1DF1C70D52}" srcOrd="0" destOrd="0" presId="urn:microsoft.com/office/officeart/2005/8/layout/radial5"/>
    <dgm:cxn modelId="{F1B8A51B-31F9-4EE3-9584-676B22BEBB55}" srcId="{4F017BD3-9560-48ED-AFDD-4B45FAA6F165}" destId="{A16F0A72-E850-492E-A928-E65C102A9B94}" srcOrd="0" destOrd="0" parTransId="{AA56B38F-2DB8-4333-95C8-37954B70DBE3}" sibTransId="{C732A1D0-157B-4EAF-B202-FAEF91A4D2C2}"/>
    <dgm:cxn modelId="{34794C3E-2679-42E3-AFCC-B18F940C4D61}" type="presOf" srcId="{AA56B38F-2DB8-4333-95C8-37954B70DBE3}" destId="{46273257-6B76-4DCD-9955-C1D377F585AB}" srcOrd="1" destOrd="0" presId="urn:microsoft.com/office/officeart/2005/8/layout/radial5"/>
    <dgm:cxn modelId="{442A1240-50BD-4BBB-B5CA-64826DC1B7C1}" type="presOf" srcId="{9A64A81D-AE6D-492E-B816-014DDFA172CB}" destId="{DE682155-986E-4F37-83A5-DEB37307DA07}" srcOrd="1" destOrd="0" presId="urn:microsoft.com/office/officeart/2005/8/layout/radial5"/>
    <dgm:cxn modelId="{E372565C-0EAA-4320-978E-A101FB846D76}" type="presOf" srcId="{F0C29B31-3963-4C3C-9FDC-40FE4AEEA906}" destId="{7840C859-7F6D-42DD-8009-3779BDBCADD8}" srcOrd="0" destOrd="0" presId="urn:microsoft.com/office/officeart/2005/8/layout/radial5"/>
    <dgm:cxn modelId="{737B9565-BF5B-459B-8174-C06D2258714D}" type="presOf" srcId="{A84E5564-609D-4509-AB1B-5610A50EA132}" destId="{5EC0E240-8619-417C-B739-260FE1551292}" srcOrd="0" destOrd="0" presId="urn:microsoft.com/office/officeart/2005/8/layout/radial5"/>
    <dgm:cxn modelId="{83BF934D-786F-4A92-89CC-3C440C682FBA}" srcId="{4F017BD3-9560-48ED-AFDD-4B45FAA6F165}" destId="{2B795681-A306-46D1-A71D-B085B4D64F29}" srcOrd="3" destOrd="0" parTransId="{A84E5564-609D-4509-AB1B-5610A50EA132}" sibTransId="{B3EFDBAE-F96C-4843-977E-91142937678D}"/>
    <dgm:cxn modelId="{D1990E50-AF55-4A49-9AC1-312B9429F14F}" type="presOf" srcId="{8BB0943B-F604-401D-95B3-1C668DE6E0FC}" destId="{4B7514FE-73F5-4C7A-87D2-E6494AD3C69F}" srcOrd="0" destOrd="0" presId="urn:microsoft.com/office/officeart/2005/8/layout/radial5"/>
    <dgm:cxn modelId="{ADFDDD52-CC3A-4F19-8766-1DE152CD3390}" type="presOf" srcId="{A16F0A72-E850-492E-A928-E65C102A9B94}" destId="{1DE17C75-1ADA-43B9-98AB-847E617DE0F3}" srcOrd="0" destOrd="0" presId="urn:microsoft.com/office/officeart/2005/8/layout/radial5"/>
    <dgm:cxn modelId="{7298885A-B6B0-470E-AD05-893722B72F62}" srcId="{F5E84CCB-2F1C-4FC0-BE3D-0931587E7249}" destId="{4F017BD3-9560-48ED-AFDD-4B45FAA6F165}" srcOrd="0" destOrd="0" parTransId="{9EB2E0D9-3BA3-4850-AC7E-6659DF997A6A}" sibTransId="{15FC382B-2EC1-4B9E-9F36-CA72C5E78C38}"/>
    <dgm:cxn modelId="{A7759981-9325-4443-AC91-BD4B55BCF304}" type="presOf" srcId="{441F5F7F-85AB-4305-B82A-4AB82BADE631}" destId="{7D3A9C0F-F19F-4549-90ED-2537DBA6DC61}" srcOrd="0" destOrd="0" presId="urn:microsoft.com/office/officeart/2005/8/layout/radial5"/>
    <dgm:cxn modelId="{9957AC82-0BCD-47F2-9AB8-494C98CDDB48}" type="presOf" srcId="{9A64A81D-AE6D-492E-B816-014DDFA172CB}" destId="{CAD20951-2273-4513-BE8C-2D4C9AC239F4}" srcOrd="0" destOrd="0" presId="urn:microsoft.com/office/officeart/2005/8/layout/radial5"/>
    <dgm:cxn modelId="{A15B1A83-2ABF-4608-8E3F-47A1ECFD2512}" srcId="{4F017BD3-9560-48ED-AFDD-4B45FAA6F165}" destId="{F0C29B31-3963-4C3C-9FDC-40FE4AEEA906}" srcOrd="2" destOrd="0" parTransId="{9A64A81D-AE6D-492E-B816-014DDFA172CB}" sibTransId="{FA290A60-5E4A-4301-B681-F1C950550E7B}"/>
    <dgm:cxn modelId="{81DD02C6-37C5-4E47-9780-B4B4E6F0FA76}" type="presOf" srcId="{A84E5564-609D-4509-AB1B-5610A50EA132}" destId="{9ED947FF-9D21-410C-B0B4-6F6031649DE9}" srcOrd="1" destOrd="0" presId="urn:microsoft.com/office/officeart/2005/8/layout/radial5"/>
    <dgm:cxn modelId="{E3E9DFF2-6E47-4DC7-AD97-C23476E3C604}" type="presOf" srcId="{4F017BD3-9560-48ED-AFDD-4B45FAA6F165}" destId="{D059A2E9-BAB9-41F4-AB70-2D255DF45073}" srcOrd="0" destOrd="0" presId="urn:microsoft.com/office/officeart/2005/8/layout/radial5"/>
    <dgm:cxn modelId="{30C393F3-F32D-4215-9CEA-8C87CB9F2D4D}" type="presOf" srcId="{F5E84CCB-2F1C-4FC0-BE3D-0931587E7249}" destId="{8575A270-86F7-4808-B988-6F1C21F30BF5}" srcOrd="0" destOrd="0" presId="urn:microsoft.com/office/officeart/2005/8/layout/radial5"/>
    <dgm:cxn modelId="{4846D3BD-8867-4C1B-AECF-A694FCAA4032}" type="presParOf" srcId="{8575A270-86F7-4808-B988-6F1C21F30BF5}" destId="{D059A2E9-BAB9-41F4-AB70-2D255DF45073}" srcOrd="0" destOrd="0" presId="urn:microsoft.com/office/officeart/2005/8/layout/radial5"/>
    <dgm:cxn modelId="{F28FE0C0-9272-493D-8247-FE3FA0DA99FF}" type="presParOf" srcId="{8575A270-86F7-4808-B988-6F1C21F30BF5}" destId="{BD4985D8-F46B-4283-80E0-37F59AC7C117}" srcOrd="1" destOrd="0" presId="urn:microsoft.com/office/officeart/2005/8/layout/radial5"/>
    <dgm:cxn modelId="{8928B9C6-3F0A-4986-8D30-76D842E050AC}" type="presParOf" srcId="{BD4985D8-F46B-4283-80E0-37F59AC7C117}" destId="{46273257-6B76-4DCD-9955-C1D377F585AB}" srcOrd="0" destOrd="0" presId="urn:microsoft.com/office/officeart/2005/8/layout/radial5"/>
    <dgm:cxn modelId="{4FE61F02-185F-47A9-BB7D-C241CE366AE4}" type="presParOf" srcId="{8575A270-86F7-4808-B988-6F1C21F30BF5}" destId="{1DE17C75-1ADA-43B9-98AB-847E617DE0F3}" srcOrd="2" destOrd="0" presId="urn:microsoft.com/office/officeart/2005/8/layout/radial5"/>
    <dgm:cxn modelId="{18073F12-84F9-4840-B39D-2EFE527BEAA7}" type="presParOf" srcId="{8575A270-86F7-4808-B988-6F1C21F30BF5}" destId="{4B7514FE-73F5-4C7A-87D2-E6494AD3C69F}" srcOrd="3" destOrd="0" presId="urn:microsoft.com/office/officeart/2005/8/layout/radial5"/>
    <dgm:cxn modelId="{665BF2C3-F3DE-4120-B98F-9AC989B3610A}" type="presParOf" srcId="{4B7514FE-73F5-4C7A-87D2-E6494AD3C69F}" destId="{BFB8BCA1-27FC-42C8-B96D-2C1584214D0B}" srcOrd="0" destOrd="0" presId="urn:microsoft.com/office/officeart/2005/8/layout/radial5"/>
    <dgm:cxn modelId="{6577C94D-6118-4C2E-94C6-DCA7C05CF244}" type="presParOf" srcId="{8575A270-86F7-4808-B988-6F1C21F30BF5}" destId="{7D3A9C0F-F19F-4549-90ED-2537DBA6DC61}" srcOrd="4" destOrd="0" presId="urn:microsoft.com/office/officeart/2005/8/layout/radial5"/>
    <dgm:cxn modelId="{EE9FF976-589E-4F14-A9C9-181E55BA159F}" type="presParOf" srcId="{8575A270-86F7-4808-B988-6F1C21F30BF5}" destId="{CAD20951-2273-4513-BE8C-2D4C9AC239F4}" srcOrd="5" destOrd="0" presId="urn:microsoft.com/office/officeart/2005/8/layout/radial5"/>
    <dgm:cxn modelId="{E0A32238-1F26-4988-9396-43AD2A649EED}" type="presParOf" srcId="{CAD20951-2273-4513-BE8C-2D4C9AC239F4}" destId="{DE682155-986E-4F37-83A5-DEB37307DA07}" srcOrd="0" destOrd="0" presId="urn:microsoft.com/office/officeart/2005/8/layout/radial5"/>
    <dgm:cxn modelId="{0CBAB822-4F55-44D5-B47C-5B5C55D27AF3}" type="presParOf" srcId="{8575A270-86F7-4808-B988-6F1C21F30BF5}" destId="{7840C859-7F6D-42DD-8009-3779BDBCADD8}" srcOrd="6" destOrd="0" presId="urn:microsoft.com/office/officeart/2005/8/layout/radial5"/>
    <dgm:cxn modelId="{5DFAA51A-1345-4F03-BFA3-65A16CB25942}" type="presParOf" srcId="{8575A270-86F7-4808-B988-6F1C21F30BF5}" destId="{5EC0E240-8619-417C-B739-260FE1551292}" srcOrd="7" destOrd="0" presId="urn:microsoft.com/office/officeart/2005/8/layout/radial5"/>
    <dgm:cxn modelId="{F44B3810-61A0-420F-8D14-AED18642ABDD}" type="presParOf" srcId="{5EC0E240-8619-417C-B739-260FE1551292}" destId="{9ED947FF-9D21-410C-B0B4-6F6031649DE9}" srcOrd="0" destOrd="0" presId="urn:microsoft.com/office/officeart/2005/8/layout/radial5"/>
    <dgm:cxn modelId="{1354779F-7970-4D45-A4F9-49D963618909}" type="presParOf" srcId="{8575A270-86F7-4808-B988-6F1C21F30BF5}" destId="{64BA13D7-CEBE-4EDA-851E-7C1DF1C70D52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59A2E9-BAB9-41F4-AB70-2D255DF45073}">
      <dsp:nvSpPr>
        <dsp:cNvPr id="0" name=""/>
        <dsp:cNvSpPr/>
      </dsp:nvSpPr>
      <dsp:spPr>
        <a:xfrm>
          <a:off x="4135518" y="2233080"/>
          <a:ext cx="1594474" cy="15944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NGM Adapted Clone with increased NGM robustness</a:t>
          </a:r>
        </a:p>
      </dsp:txBody>
      <dsp:txXfrm>
        <a:off x="4369023" y="2466585"/>
        <a:ext cx="1127464" cy="1127464"/>
      </dsp:txXfrm>
    </dsp:sp>
    <dsp:sp modelId="{BD4985D8-F46B-4283-80E0-37F59AC7C117}">
      <dsp:nvSpPr>
        <dsp:cNvPr id="0" name=""/>
        <dsp:cNvSpPr/>
      </dsp:nvSpPr>
      <dsp:spPr>
        <a:xfrm rot="16200000">
          <a:off x="4764303" y="1653720"/>
          <a:ext cx="336904" cy="5421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814839" y="1812680"/>
        <a:ext cx="235833" cy="325273"/>
      </dsp:txXfrm>
    </dsp:sp>
    <dsp:sp modelId="{1DE17C75-1ADA-43B9-98AB-847E617DE0F3}">
      <dsp:nvSpPr>
        <dsp:cNvPr id="0" name=""/>
        <dsp:cNvSpPr/>
      </dsp:nvSpPr>
      <dsp:spPr>
        <a:xfrm>
          <a:off x="4135518" y="2936"/>
          <a:ext cx="1594474" cy="15944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Improved product retention profile</a:t>
          </a:r>
        </a:p>
      </dsp:txBody>
      <dsp:txXfrm>
        <a:off x="4369023" y="236441"/>
        <a:ext cx="1127464" cy="1127464"/>
      </dsp:txXfrm>
    </dsp:sp>
    <dsp:sp modelId="{4B7514FE-73F5-4C7A-87D2-E6494AD3C69F}">
      <dsp:nvSpPr>
        <dsp:cNvPr id="0" name=""/>
        <dsp:cNvSpPr/>
      </dsp:nvSpPr>
      <dsp:spPr>
        <a:xfrm>
          <a:off x="5869840" y="2759256"/>
          <a:ext cx="336904" cy="5421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869840" y="2867680"/>
        <a:ext cx="235833" cy="325273"/>
      </dsp:txXfrm>
    </dsp:sp>
    <dsp:sp modelId="{7D3A9C0F-F19F-4549-90ED-2537DBA6DC61}">
      <dsp:nvSpPr>
        <dsp:cNvPr id="0" name=""/>
        <dsp:cNvSpPr/>
      </dsp:nvSpPr>
      <dsp:spPr>
        <a:xfrm>
          <a:off x="6365662" y="2233080"/>
          <a:ext cx="1594474" cy="15944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Improved end of run viability</a:t>
          </a:r>
        </a:p>
      </dsp:txBody>
      <dsp:txXfrm>
        <a:off x="6599167" y="2466585"/>
        <a:ext cx="1127464" cy="1127464"/>
      </dsp:txXfrm>
    </dsp:sp>
    <dsp:sp modelId="{CAD20951-2273-4513-BE8C-2D4C9AC239F4}">
      <dsp:nvSpPr>
        <dsp:cNvPr id="0" name=""/>
        <dsp:cNvSpPr/>
      </dsp:nvSpPr>
      <dsp:spPr>
        <a:xfrm rot="5400000">
          <a:off x="4764303" y="3864793"/>
          <a:ext cx="336904" cy="5421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814839" y="3922682"/>
        <a:ext cx="235833" cy="325273"/>
      </dsp:txXfrm>
    </dsp:sp>
    <dsp:sp modelId="{7840C859-7F6D-42DD-8009-3779BDBCADD8}">
      <dsp:nvSpPr>
        <dsp:cNvPr id="0" name=""/>
        <dsp:cNvSpPr/>
      </dsp:nvSpPr>
      <dsp:spPr>
        <a:xfrm>
          <a:off x="4135518" y="4463223"/>
          <a:ext cx="1594474" cy="15944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Improved product quality</a:t>
          </a:r>
        </a:p>
      </dsp:txBody>
      <dsp:txXfrm>
        <a:off x="4369023" y="4696728"/>
        <a:ext cx="1127464" cy="1127464"/>
      </dsp:txXfrm>
    </dsp:sp>
    <dsp:sp modelId="{5EC0E240-8619-417C-B739-260FE1551292}">
      <dsp:nvSpPr>
        <dsp:cNvPr id="0" name=""/>
        <dsp:cNvSpPr/>
      </dsp:nvSpPr>
      <dsp:spPr>
        <a:xfrm rot="10800000">
          <a:off x="3658767" y="2759256"/>
          <a:ext cx="336904" cy="5421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3759838" y="2867680"/>
        <a:ext cx="235833" cy="325273"/>
      </dsp:txXfrm>
    </dsp:sp>
    <dsp:sp modelId="{64BA13D7-CEBE-4EDA-851E-7C1DF1C70D52}">
      <dsp:nvSpPr>
        <dsp:cNvPr id="0" name=""/>
        <dsp:cNvSpPr/>
      </dsp:nvSpPr>
      <dsp:spPr>
        <a:xfrm>
          <a:off x="1905375" y="2233080"/>
          <a:ext cx="1594474" cy="15944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Decreased shear stress susceptibility</a:t>
          </a:r>
        </a:p>
      </dsp:txBody>
      <dsp:txXfrm>
        <a:off x="2138880" y="2466585"/>
        <a:ext cx="1127464" cy="1127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75.xml"/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3131E8-FB12-410D-BF61-66026F4B99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84DA3-B4E6-4214-A070-882C7BF7C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0D9C-4FB5-4727-9E3D-4B02106E0BF8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E54A-6E6E-45BD-A700-6E2757729E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0E95B-A9AE-4EB9-81E6-ECFE9C38ED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5E8E-A04D-4A46-9BA0-C3F696754EF8}" type="slidenum">
              <a:rPr lang="en-US" smtClean="0"/>
              <a:t>‹#›</a:t>
            </a:fld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5870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8336942B-E6A5-475C-AB1E-005DE3D92BF2}" type="datetimeFigureOut">
              <a:rPr lang="en-GB" smtClean="0"/>
              <a:pPr/>
              <a:t>17/10/2024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0900" y="300038"/>
            <a:ext cx="5156200" cy="2900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6114" y="3296783"/>
            <a:ext cx="6625772" cy="5629503"/>
          </a:xfrm>
          <a:prstGeom prst="rect">
            <a:avLst/>
          </a:prstGeom>
        </p:spPr>
        <p:txBody>
          <a:bodyPr vert="horz" lIns="0" tIns="0" rIns="0" bIns="0" numCol="1" spcCol="36000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48857A81-DEF9-4B57-AC08-20326D7F81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1097280" rtl="0" eaLnBrk="1" latinLnBrk="0" hangingPunct="1">
      <a:spcAft>
        <a:spcPts val="240"/>
      </a:spcAft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2400" indent="-129600" algn="l" defTabSz="1097280" rtl="0" eaLnBrk="1" latinLnBrk="0" hangingPunct="1">
      <a:spcAft>
        <a:spcPts val="24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75200" indent="-129600" algn="l" defTabSz="1097280" rtl="0" eaLnBrk="1" latinLnBrk="0" hangingPunct="1">
      <a:spcAft>
        <a:spcPts val="24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48000" indent="-129600" algn="l" defTabSz="1097280" rtl="0" eaLnBrk="1" latinLnBrk="0" hangingPunct="1">
      <a:spcAft>
        <a:spcPts val="24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820800" indent="-129600" algn="l" defTabSz="1097280" rtl="0" eaLnBrk="1" latinLnBrk="0" hangingPunct="1">
      <a:spcAft>
        <a:spcPts val="24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Advantages: </a:t>
            </a:r>
            <a:r>
              <a:rPr lang="en-US" sz="1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 (&gt;2000L), compatibility with different hollow fiber manufacturers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/>
              <a:t>Given this, the adaptation of existing clones to the NGM environment is feasible.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Karensa</a:t>
            </a:r>
            <a:r>
              <a:rPr lang="en-US" dirty="0"/>
              <a:t> feedback….how different is the subclone really from the original bank do not use the word ‘sub-clone’. Population adaptation…cut down text. How close is the ATF host to this? Existing clones only….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Focus on pre-adaptation rather than directed evolution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88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customXml" Target="../../customXml/item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customXml" Target="../../customXml/item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4.xml"/><Relationship Id="rId1" Type="http://schemas.openxmlformats.org/officeDocument/2006/relationships/customXml" Target="../../customXml/item1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7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1.xml"/><Relationship Id="rId1" Type="http://schemas.openxmlformats.org/officeDocument/2006/relationships/customXml" Target="../../customXml/item10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58.xml"/><Relationship Id="rId1" Type="http://schemas.openxmlformats.org/officeDocument/2006/relationships/customXml" Target="../../customXml/item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0.xml"/><Relationship Id="rId4" Type="http://schemas.openxmlformats.org/officeDocument/2006/relationships/image" Target="../media/image2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1.xml"/><Relationship Id="rId4" Type="http://schemas.openxmlformats.org/officeDocument/2006/relationships/image" Target="../media/image2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2.xml"/><Relationship Id="rId4" Type="http://schemas.openxmlformats.org/officeDocument/2006/relationships/image" Target="../media/image2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3.xml"/><Relationship Id="rId4" Type="http://schemas.openxmlformats.org/officeDocument/2006/relationships/image" Target="../media/image2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4.xml"/><Relationship Id="rId1" Type="http://schemas.openxmlformats.org/officeDocument/2006/relationships/customXml" Target="../../customXml/item7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70.xml"/><Relationship Id="rId1" Type="http://schemas.openxmlformats.org/officeDocument/2006/relationships/customXml" Target="../../customXml/item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4.xml"/><Relationship Id="rId1" Type="http://schemas.openxmlformats.org/officeDocument/2006/relationships/customXml" Target="../../customXml/item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1783565"/>
            <a:ext cx="6222112" cy="3178962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586" y="5194719"/>
            <a:ext cx="6221730" cy="144452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89584" y="7065202"/>
            <a:ext cx="1535230" cy="370974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9586" y="7712441"/>
            <a:ext cx="6221730" cy="266602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260"/>
            </a:lvl1pPr>
            <a:lvl2pPr marL="518400" indent="0">
              <a:buNone/>
              <a:defRPr sz="1260"/>
            </a:lvl2pPr>
            <a:lvl3pPr marL="820800" indent="0">
              <a:buNone/>
              <a:defRPr sz="1260"/>
            </a:lvl3pPr>
            <a:lvl4pPr marL="993600" indent="0">
              <a:buNone/>
              <a:defRPr sz="1260"/>
            </a:lvl4pPr>
            <a:lvl5pPr marL="1151280" indent="0">
              <a:buNone/>
              <a:defRPr sz="126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26171" y="0"/>
            <a:ext cx="7205713" cy="823824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429768" bIns="64922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32" y="692121"/>
            <a:ext cx="2887184" cy="78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480" y="485775"/>
            <a:ext cx="3352800" cy="110458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endParaRPr lang="en-US" sz="2880" err="1">
              <a:latin typeface="+mj-lt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505545" y="1"/>
            <a:ext cx="2476993" cy="82296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2800" rIns="172800" bIns="2592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GB" sz="168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GB" sz="1680">
                <a:solidFill>
                  <a:schemeClr val="tx1"/>
                </a:solidFill>
              </a:rPr>
              <a:t>Type the correct statement: </a:t>
            </a:r>
            <a:br>
              <a:rPr lang="en-GB" sz="1680">
                <a:solidFill>
                  <a:schemeClr val="accent1"/>
                </a:solidFill>
              </a:rPr>
            </a:br>
            <a:r>
              <a:rPr lang="en-GB" sz="1680">
                <a:solidFill>
                  <a:schemeClr val="accent1"/>
                </a:solidFill>
              </a:rPr>
              <a:t>‘</a:t>
            </a:r>
            <a:r>
              <a:rPr lang="en-GB" sz="1680" b="1" i="1">
                <a:solidFill>
                  <a:schemeClr val="accent1"/>
                </a:solidFill>
              </a:rPr>
              <a:t>Company Restricted’ </a:t>
            </a:r>
            <a:r>
              <a:rPr lang="en-GB" sz="1680" b="0">
                <a:solidFill>
                  <a:schemeClr val="tx1"/>
                </a:solidFill>
              </a:rPr>
              <a:t>or</a:t>
            </a:r>
            <a:r>
              <a:rPr lang="en-GB" sz="1680" b="1">
                <a:solidFill>
                  <a:schemeClr val="accent1"/>
                </a:solidFill>
              </a:rPr>
              <a:t> ‘</a:t>
            </a:r>
            <a:r>
              <a:rPr lang="en-GB" sz="1680" b="1" i="1">
                <a:solidFill>
                  <a:schemeClr val="accent1"/>
                </a:solidFill>
              </a:rPr>
              <a:t>Strictly Confidential’ </a:t>
            </a:r>
            <a:r>
              <a:rPr lang="en-GB" sz="1680" b="0" i="1">
                <a:solidFill>
                  <a:schemeClr val="tx1"/>
                </a:solidFill>
              </a:rPr>
              <a:t>.</a:t>
            </a:r>
            <a:r>
              <a:rPr lang="en-GB" sz="1680" b="1" i="1">
                <a:solidFill>
                  <a:schemeClr val="accent1"/>
                </a:solidFill>
              </a:rPr>
              <a:t> </a:t>
            </a:r>
            <a:r>
              <a:rPr lang="en-GB" sz="1680" b="0" i="0">
                <a:solidFill>
                  <a:schemeClr val="tx1"/>
                </a:solidFill>
              </a:rPr>
              <a:t>No statement is needed </a:t>
            </a:r>
            <a:br>
              <a:rPr lang="en-GB" sz="1680" b="0" i="0">
                <a:solidFill>
                  <a:schemeClr val="tx1"/>
                </a:solidFill>
              </a:rPr>
            </a:br>
            <a:r>
              <a:rPr lang="en-GB" sz="1680" b="0" i="0">
                <a:solidFill>
                  <a:schemeClr val="tx1"/>
                </a:solidFill>
              </a:rPr>
              <a:t>for public information. </a:t>
            </a:r>
            <a:endParaRPr lang="en-GB" sz="168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333633" y="4653999"/>
            <a:ext cx="503962" cy="5039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r>
              <a:rPr lang="en-US" sz="288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70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26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89586" y="1881377"/>
            <a:ext cx="13651229" cy="55622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720"/>
              </a:spcBef>
              <a:spcAft>
                <a:spcPts val="720"/>
              </a:spcAft>
              <a:defRPr/>
            </a:lvl1pPr>
            <a:lvl2pPr marL="552960" indent="-274320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71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9" userDrawn="1">
          <p15:clr>
            <a:srgbClr val="A4A3A4"/>
          </p15:clr>
        </p15:guide>
        <p15:guide id="2" pos="1756" userDrawn="1">
          <p15:clr>
            <a:srgbClr val="A4A3A4"/>
          </p15:clr>
        </p15:guide>
        <p15:guide id="3" pos="3118" userDrawn="1">
          <p15:clr>
            <a:srgbClr val="A4A3A4"/>
          </p15:clr>
        </p15:guide>
        <p15:guide id="4" pos="3203" userDrawn="1">
          <p15:clr>
            <a:srgbClr val="A4A3A4"/>
          </p15:clr>
        </p15:guide>
        <p15:guide id="5" pos="4565" userDrawn="1">
          <p15:clr>
            <a:srgbClr val="A4A3A4"/>
          </p15:clr>
        </p15:guide>
        <p15:guide id="6" pos="4651" userDrawn="1">
          <p15:clr>
            <a:srgbClr val="A4A3A4"/>
          </p15:clr>
        </p15:guide>
        <p15:guide id="7" pos="6011" userDrawn="1">
          <p15:clr>
            <a:srgbClr val="A4A3A4"/>
          </p15:clr>
        </p15:guide>
        <p15:guide id="8" pos="6098" userDrawn="1">
          <p15:clr>
            <a:srgbClr val="A4A3A4"/>
          </p15:clr>
        </p15:guide>
        <p15:guide id="9" pos="7458" userDrawn="1">
          <p15:clr>
            <a:srgbClr val="A4A3A4"/>
          </p15:clr>
        </p15:guide>
        <p15:guide id="10" pos="7546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-1"/>
            <a:ext cx="4650469" cy="5196840"/>
          </a:xfrm>
          <a:custGeom>
            <a:avLst/>
            <a:gdLst>
              <a:gd name="connsiteX0" fmla="*/ 417122 w 3875391"/>
              <a:gd name="connsiteY0" fmla="*/ 0 h 4330700"/>
              <a:gd name="connsiteX1" fmla="*/ 2700571 w 3875391"/>
              <a:gd name="connsiteY1" fmla="*/ 0 h 4330700"/>
              <a:gd name="connsiteX2" fmla="*/ 2854048 w 3875391"/>
              <a:gd name="connsiteY2" fmla="*/ 93240 h 4330700"/>
              <a:gd name="connsiteX3" fmla="*/ 3875391 w 3875391"/>
              <a:gd name="connsiteY3" fmla="*/ 2014156 h 4330700"/>
              <a:gd name="connsiteX4" fmla="*/ 3479762 w 3875391"/>
              <a:gd name="connsiteY4" fmla="*/ 3309358 h 4330700"/>
              <a:gd name="connsiteX5" fmla="*/ 3457575 w 3875391"/>
              <a:gd name="connsiteY5" fmla="*/ 3339027 h 4330700"/>
              <a:gd name="connsiteX6" fmla="*/ 3457575 w 3875391"/>
              <a:gd name="connsiteY6" fmla="*/ 3343274 h 4330700"/>
              <a:gd name="connsiteX7" fmla="*/ 3454399 w 3875391"/>
              <a:gd name="connsiteY7" fmla="*/ 3343274 h 4330700"/>
              <a:gd name="connsiteX8" fmla="*/ 3346405 w 3875391"/>
              <a:gd name="connsiteY8" fmla="*/ 3487693 h 4330700"/>
              <a:gd name="connsiteX9" fmla="*/ 1558846 w 3875391"/>
              <a:gd name="connsiteY9" fmla="*/ 4330700 h 4330700"/>
              <a:gd name="connsiteX10" fmla="*/ 85309 w 3875391"/>
              <a:gd name="connsiteY10" fmla="*/ 3801714 h 4330700"/>
              <a:gd name="connsiteX11" fmla="*/ 0 w 3875391"/>
              <a:gd name="connsiteY11" fmla="*/ 3724180 h 4330700"/>
              <a:gd name="connsiteX12" fmla="*/ 0 w 3875391"/>
              <a:gd name="connsiteY12" fmla="*/ 304131 h 4330700"/>
              <a:gd name="connsiteX13" fmla="*/ 85309 w 3875391"/>
              <a:gd name="connsiteY13" fmla="*/ 226597 h 4330700"/>
              <a:gd name="connsiteX14" fmla="*/ 263644 w 3875391"/>
              <a:gd name="connsiteY14" fmla="*/ 9324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5391" h="4330700">
                <a:moveTo>
                  <a:pt x="417122" y="0"/>
                </a:moveTo>
                <a:lnTo>
                  <a:pt x="2700571" y="0"/>
                </a:lnTo>
                <a:lnTo>
                  <a:pt x="2854048" y="93240"/>
                </a:lnTo>
                <a:cubicBezTo>
                  <a:pt x="3470253" y="509540"/>
                  <a:pt x="3875391" y="1214535"/>
                  <a:pt x="3875391" y="2014156"/>
                </a:cubicBezTo>
                <a:cubicBezTo>
                  <a:pt x="3875391" y="2493928"/>
                  <a:pt x="3729542" y="2939635"/>
                  <a:pt x="3479762" y="3309358"/>
                </a:cubicBezTo>
                <a:lnTo>
                  <a:pt x="3457575" y="3339027"/>
                </a:lnTo>
                <a:lnTo>
                  <a:pt x="3457575" y="3343274"/>
                </a:lnTo>
                <a:lnTo>
                  <a:pt x="3454399" y="3343274"/>
                </a:lnTo>
                <a:lnTo>
                  <a:pt x="3346405" y="3487693"/>
                </a:lnTo>
                <a:cubicBezTo>
                  <a:pt x="2921516" y="4002539"/>
                  <a:pt x="2278504" y="4330700"/>
                  <a:pt x="1558846" y="4330700"/>
                </a:cubicBezTo>
                <a:cubicBezTo>
                  <a:pt x="999112" y="4330700"/>
                  <a:pt x="485745" y="4132183"/>
                  <a:pt x="85309" y="3801714"/>
                </a:cubicBezTo>
                <a:lnTo>
                  <a:pt x="0" y="3724180"/>
                </a:lnTo>
                <a:lnTo>
                  <a:pt x="0" y="304131"/>
                </a:lnTo>
                <a:lnTo>
                  <a:pt x="85309" y="226597"/>
                </a:lnTo>
                <a:cubicBezTo>
                  <a:pt x="142514" y="179387"/>
                  <a:pt x="202023" y="134871"/>
                  <a:pt x="263644" y="9324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360000" rIns="90000" bIns="360000" anchor="ctr" anchorCtr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86351" y="485776"/>
            <a:ext cx="9054464" cy="69552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52960" indent="-27432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432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432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248150" y="4476205"/>
            <a:ext cx="0" cy="29754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28580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76" userDrawn="1">
          <p15:clr>
            <a:srgbClr val="C35EA4"/>
          </p15:clr>
        </p15:guide>
        <p15:guide id="5" pos="3193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447ADDD-920E-4BEB-819B-9759B3CF0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0"/>
            <a:ext cx="6675121" cy="8229600"/>
          </a:xfrm>
          <a:custGeom>
            <a:avLst/>
            <a:gdLst>
              <a:gd name="connsiteX0" fmla="*/ 0 w 5562601"/>
              <a:gd name="connsiteY0" fmla="*/ 0 h 6858000"/>
              <a:gd name="connsiteX1" fmla="*/ 3124199 w 5562601"/>
              <a:gd name="connsiteY1" fmla="*/ 0 h 6858000"/>
              <a:gd name="connsiteX2" fmla="*/ 3694793 w 5562601"/>
              <a:gd name="connsiteY2" fmla="*/ 0 h 6858000"/>
              <a:gd name="connsiteX3" fmla="*/ 3762493 w 5562601"/>
              <a:gd name="connsiteY3" fmla="*/ 43402 h 6858000"/>
              <a:gd name="connsiteX4" fmla="*/ 5562601 w 5562601"/>
              <a:gd name="connsiteY4" fmla="*/ 3429000 h 6858000"/>
              <a:gd name="connsiteX5" fmla="*/ 3762493 w 5562601"/>
              <a:gd name="connsiteY5" fmla="*/ 6814598 h 6858000"/>
              <a:gd name="connsiteX6" fmla="*/ 3694792 w 5562601"/>
              <a:gd name="connsiteY6" fmla="*/ 6858000 h 6858000"/>
              <a:gd name="connsiteX7" fmla="*/ 0 w 5562601"/>
              <a:gd name="connsiteY7" fmla="*/ 6858000 h 6858000"/>
              <a:gd name="connsiteX8" fmla="*/ 0 w 5562601"/>
              <a:gd name="connsiteY8" fmla="*/ 26016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62601" h="6858000">
                <a:moveTo>
                  <a:pt x="0" y="0"/>
                </a:moveTo>
                <a:lnTo>
                  <a:pt x="3124199" y="0"/>
                </a:lnTo>
                <a:lnTo>
                  <a:pt x="3694793" y="0"/>
                </a:lnTo>
                <a:lnTo>
                  <a:pt x="3762493" y="43402"/>
                </a:lnTo>
                <a:cubicBezTo>
                  <a:pt x="4848549" y="777127"/>
                  <a:pt x="5562601" y="2019676"/>
                  <a:pt x="5562601" y="3429000"/>
                </a:cubicBezTo>
                <a:cubicBezTo>
                  <a:pt x="5562601" y="4838325"/>
                  <a:pt x="4848549" y="6080873"/>
                  <a:pt x="3762493" y="6814598"/>
                </a:cubicBezTo>
                <a:lnTo>
                  <a:pt x="3694792" y="6858000"/>
                </a:lnTo>
                <a:lnTo>
                  <a:pt x="0" y="6858000"/>
                </a:lnTo>
                <a:lnTo>
                  <a:pt x="0" y="26016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2160000" bIns="2880000" anchor="b" anchorCtr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</a:t>
            </a:r>
            <a:br>
              <a:rPr lang="en-US" dirty="0"/>
            </a:br>
            <a:r>
              <a:rPr lang="en-US" dirty="0"/>
              <a:t>section title here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758FA1-2B23-4C7E-97FD-FBA94AB385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4351" y="5120641"/>
            <a:ext cx="4414702" cy="227597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subtitle / presenter name(s)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E4F3-AAA3-4B8D-A01A-1FF9B8F9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3714" y="1036520"/>
            <a:ext cx="1443790" cy="1443790"/>
          </a:xfrm>
          <a:prstGeom prst="ellipse">
            <a:avLst/>
          </a:prstGeom>
          <a:solidFill>
            <a:schemeClr val="bg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72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486192A-3DB1-49EB-9B2C-D5E68AF24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433750" y="-1"/>
            <a:ext cx="10196650" cy="8229601"/>
          </a:xfrm>
          <a:custGeom>
            <a:avLst/>
            <a:gdLst>
              <a:gd name="connsiteX0" fmla="*/ 8001617 w 8497208"/>
              <a:gd name="connsiteY0" fmla="*/ 6414717 h 6858001"/>
              <a:gd name="connsiteX1" fmla="*/ 7980570 w 8497208"/>
              <a:gd name="connsiteY1" fmla="*/ 6439539 h 6858001"/>
              <a:gd name="connsiteX2" fmla="*/ 8034470 w 8497208"/>
              <a:gd name="connsiteY2" fmla="*/ 6517076 h 6858001"/>
              <a:gd name="connsiteX3" fmla="*/ 8090937 w 8497208"/>
              <a:gd name="connsiteY3" fmla="*/ 6510166 h 6858001"/>
              <a:gd name="connsiteX4" fmla="*/ 8091707 w 8497208"/>
              <a:gd name="connsiteY4" fmla="*/ 6506072 h 6858001"/>
              <a:gd name="connsiteX5" fmla="*/ 8095814 w 8497208"/>
              <a:gd name="connsiteY5" fmla="*/ 6478435 h 6858001"/>
              <a:gd name="connsiteX6" fmla="*/ 8062447 w 8497208"/>
              <a:gd name="connsiteY6" fmla="*/ 6464105 h 6858001"/>
              <a:gd name="connsiteX7" fmla="*/ 8064757 w 8497208"/>
              <a:gd name="connsiteY7" fmla="*/ 6499675 h 6858001"/>
              <a:gd name="connsiteX8" fmla="*/ 8064757 w 8497208"/>
              <a:gd name="connsiteY8" fmla="*/ 6504025 h 6858001"/>
              <a:gd name="connsiteX9" fmla="*/ 8048330 w 8497208"/>
              <a:gd name="connsiteY9" fmla="*/ 6515029 h 6858001"/>
              <a:gd name="connsiteX10" fmla="*/ 7993147 w 8497208"/>
              <a:gd name="connsiteY10" fmla="*/ 6433142 h 6858001"/>
              <a:gd name="connsiteX11" fmla="*/ 7994430 w 8497208"/>
              <a:gd name="connsiteY11" fmla="*/ 6431862 h 6858001"/>
              <a:gd name="connsiteX12" fmla="*/ 7995200 w 8497208"/>
              <a:gd name="connsiteY12" fmla="*/ 6432374 h 6858001"/>
              <a:gd name="connsiteX13" fmla="*/ 7995457 w 8497208"/>
              <a:gd name="connsiteY13" fmla="*/ 6432374 h 6858001"/>
              <a:gd name="connsiteX14" fmla="*/ 8062190 w 8497208"/>
              <a:gd name="connsiteY14" fmla="*/ 6459499 h 6858001"/>
              <a:gd name="connsiteX15" fmla="*/ 8096071 w 8497208"/>
              <a:gd name="connsiteY15" fmla="*/ 6474085 h 6858001"/>
              <a:gd name="connsiteX16" fmla="*/ 8122764 w 8497208"/>
              <a:gd name="connsiteY16" fmla="*/ 6486880 h 6858001"/>
              <a:gd name="connsiteX17" fmla="*/ 8134828 w 8497208"/>
              <a:gd name="connsiteY17" fmla="*/ 6503513 h 6858001"/>
              <a:gd name="connsiteX18" fmla="*/ 7984933 w 8497208"/>
              <a:gd name="connsiteY18" fmla="*/ 6615084 h 6858001"/>
              <a:gd name="connsiteX19" fmla="*/ 7984420 w 8497208"/>
              <a:gd name="connsiteY19" fmla="*/ 6615596 h 6858001"/>
              <a:gd name="connsiteX20" fmla="*/ 7983393 w 8497208"/>
              <a:gd name="connsiteY20" fmla="*/ 6617131 h 6858001"/>
              <a:gd name="connsiteX21" fmla="*/ 7983137 w 8497208"/>
              <a:gd name="connsiteY21" fmla="*/ 6617643 h 6858001"/>
              <a:gd name="connsiteX22" fmla="*/ 7978517 w 8497208"/>
              <a:gd name="connsiteY22" fmla="*/ 6631717 h 6858001"/>
              <a:gd name="connsiteX23" fmla="*/ 7997253 w 8497208"/>
              <a:gd name="connsiteY23" fmla="*/ 6655260 h 6858001"/>
              <a:gd name="connsiteX24" fmla="*/ 8009830 w 8497208"/>
              <a:gd name="connsiteY24" fmla="*/ 6657563 h 6858001"/>
              <a:gd name="connsiteX25" fmla="*/ 8012397 w 8497208"/>
              <a:gd name="connsiteY25" fmla="*/ 6657819 h 6858001"/>
              <a:gd name="connsiteX26" fmla="*/ 8136881 w 8497208"/>
              <a:gd name="connsiteY26" fmla="*/ 6633253 h 6858001"/>
              <a:gd name="connsiteX27" fmla="*/ 8146378 w 8497208"/>
              <a:gd name="connsiteY27" fmla="*/ 6607407 h 6858001"/>
              <a:gd name="connsiteX28" fmla="*/ 8103001 w 8497208"/>
              <a:gd name="connsiteY28" fmla="*/ 6582073 h 6858001"/>
              <a:gd name="connsiteX29" fmla="*/ 8093761 w 8497208"/>
              <a:gd name="connsiteY29" fmla="*/ 6588215 h 6858001"/>
              <a:gd name="connsiteX30" fmla="*/ 8128411 w 8497208"/>
              <a:gd name="connsiteY30" fmla="*/ 6611246 h 6858001"/>
              <a:gd name="connsiteX31" fmla="*/ 8126614 w 8497208"/>
              <a:gd name="connsiteY31" fmla="*/ 6614828 h 6858001"/>
              <a:gd name="connsiteX32" fmla="*/ 8124304 w 8497208"/>
              <a:gd name="connsiteY32" fmla="*/ 6614828 h 6858001"/>
              <a:gd name="connsiteX33" fmla="*/ 8047817 w 8497208"/>
              <a:gd name="connsiteY33" fmla="*/ 6619946 h 6858001"/>
              <a:gd name="connsiteX34" fmla="*/ 8040630 w 8497208"/>
              <a:gd name="connsiteY34" fmla="*/ 6620202 h 6858001"/>
              <a:gd name="connsiteX35" fmla="*/ 8052437 w 8497208"/>
              <a:gd name="connsiteY35" fmla="*/ 6610734 h 6858001"/>
              <a:gd name="connsiteX36" fmla="*/ 8173841 w 8497208"/>
              <a:gd name="connsiteY36" fmla="*/ 6529615 h 6858001"/>
              <a:gd name="connsiteX37" fmla="*/ 8144068 w 8497208"/>
              <a:gd name="connsiteY37" fmla="*/ 6452334 h 6858001"/>
              <a:gd name="connsiteX38" fmla="*/ 8001617 w 8497208"/>
              <a:gd name="connsiteY38" fmla="*/ 6414717 h 6858001"/>
              <a:gd name="connsiteX39" fmla="*/ 8063182 w 8497208"/>
              <a:gd name="connsiteY39" fmla="*/ 6306559 h 6858001"/>
              <a:gd name="connsiteX40" fmla="*/ 7947246 w 8497208"/>
              <a:gd name="connsiteY40" fmla="*/ 6409920 h 6858001"/>
              <a:gd name="connsiteX41" fmla="*/ 7903898 w 8497208"/>
              <a:gd name="connsiteY41" fmla="*/ 6477718 h 6858001"/>
              <a:gd name="connsiteX42" fmla="*/ 7922109 w 8497208"/>
              <a:gd name="connsiteY42" fmla="*/ 6498186 h 6858001"/>
              <a:gd name="connsiteX43" fmla="*/ 8041380 w 8497208"/>
              <a:gd name="connsiteY43" fmla="*/ 6559844 h 6858001"/>
              <a:gd name="connsiteX44" fmla="*/ 8050870 w 8497208"/>
              <a:gd name="connsiteY44" fmla="*/ 6553960 h 6858001"/>
              <a:gd name="connsiteX45" fmla="*/ 7945194 w 8497208"/>
              <a:gd name="connsiteY45" fmla="*/ 6495627 h 6858001"/>
              <a:gd name="connsiteX46" fmla="*/ 7928778 w 8497208"/>
              <a:gd name="connsiteY46" fmla="*/ 6480277 h 6858001"/>
              <a:gd name="connsiteX47" fmla="*/ 7958019 w 8497208"/>
              <a:gd name="connsiteY47" fmla="*/ 6449575 h 6858001"/>
              <a:gd name="connsiteX48" fmla="*/ 7974178 w 8497208"/>
              <a:gd name="connsiteY48" fmla="*/ 6433457 h 6858001"/>
              <a:gd name="connsiteX49" fmla="*/ 7976230 w 8497208"/>
              <a:gd name="connsiteY49" fmla="*/ 6416827 h 6858001"/>
              <a:gd name="connsiteX50" fmla="*/ 7997263 w 8497208"/>
              <a:gd name="connsiteY50" fmla="*/ 6410176 h 6858001"/>
              <a:gd name="connsiteX51" fmla="*/ 8024964 w 8497208"/>
              <a:gd name="connsiteY51" fmla="*/ 6382289 h 6858001"/>
              <a:gd name="connsiteX52" fmla="*/ 8047536 w 8497208"/>
              <a:gd name="connsiteY52" fmla="*/ 6364635 h 6858001"/>
              <a:gd name="connsiteX53" fmla="*/ 8053948 w 8497208"/>
              <a:gd name="connsiteY53" fmla="*/ 6376916 h 6858001"/>
              <a:gd name="connsiteX54" fmla="*/ 8058822 w 8497208"/>
              <a:gd name="connsiteY54" fmla="*/ 6421688 h 6858001"/>
              <a:gd name="connsiteX55" fmla="*/ 8097296 w 8497208"/>
              <a:gd name="connsiteY55" fmla="*/ 6432434 h 6858001"/>
              <a:gd name="connsiteX56" fmla="*/ 8063182 w 8497208"/>
              <a:gd name="connsiteY56" fmla="*/ 6306559 h 6858001"/>
              <a:gd name="connsiteX57" fmla="*/ 4802415 w 8497208"/>
              <a:gd name="connsiteY57" fmla="*/ 0 h 6858001"/>
              <a:gd name="connsiteX58" fmla="*/ 5373009 w 8497208"/>
              <a:gd name="connsiteY58" fmla="*/ 0 h 6858001"/>
              <a:gd name="connsiteX59" fmla="*/ 8497208 w 8497208"/>
              <a:gd name="connsiteY59" fmla="*/ 0 h 6858001"/>
              <a:gd name="connsiteX60" fmla="*/ 8497208 w 8497208"/>
              <a:gd name="connsiteY60" fmla="*/ 1 h 6858001"/>
              <a:gd name="connsiteX61" fmla="*/ 8497208 w 8497208"/>
              <a:gd name="connsiteY61" fmla="*/ 2601686 h 6858001"/>
              <a:gd name="connsiteX62" fmla="*/ 8497208 w 8497208"/>
              <a:gd name="connsiteY62" fmla="*/ 6858000 h 6858001"/>
              <a:gd name="connsiteX63" fmla="*/ 8497208 w 8497208"/>
              <a:gd name="connsiteY63" fmla="*/ 6858001 h 6858001"/>
              <a:gd name="connsiteX64" fmla="*/ 0 w 8497208"/>
              <a:gd name="connsiteY64" fmla="*/ 6858001 h 6858001"/>
              <a:gd name="connsiteX65" fmla="*/ 67701 w 8497208"/>
              <a:gd name="connsiteY65" fmla="*/ 6814599 h 6858001"/>
              <a:gd name="connsiteX66" fmla="*/ 1867809 w 8497208"/>
              <a:gd name="connsiteY66" fmla="*/ 3429001 h 6858001"/>
              <a:gd name="connsiteX67" fmla="*/ 67701 w 8497208"/>
              <a:gd name="connsiteY67" fmla="*/ 43403 h 6858001"/>
              <a:gd name="connsiteX68" fmla="*/ 1 w 8497208"/>
              <a:gd name="connsiteY68" fmla="*/ 1 h 6858001"/>
              <a:gd name="connsiteX69" fmla="*/ 4802413 w 8497208"/>
              <a:gd name="connsiteY69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8497208" h="6858001">
                <a:moveTo>
                  <a:pt x="8001617" y="6414717"/>
                </a:moveTo>
                <a:cubicBezTo>
                  <a:pt x="7980570" y="6411902"/>
                  <a:pt x="7972100" y="6419579"/>
                  <a:pt x="7980570" y="6439539"/>
                </a:cubicBezTo>
                <a:cubicBezTo>
                  <a:pt x="7989297" y="6459243"/>
                  <a:pt x="8011370" y="6492254"/>
                  <a:pt x="8034470" y="6517076"/>
                </a:cubicBezTo>
                <a:cubicBezTo>
                  <a:pt x="8057827" y="6541642"/>
                  <a:pt x="8082981" y="6548551"/>
                  <a:pt x="8090937" y="6510166"/>
                </a:cubicBezTo>
                <a:cubicBezTo>
                  <a:pt x="8091194" y="6508887"/>
                  <a:pt x="8091451" y="6507608"/>
                  <a:pt x="8091707" y="6506072"/>
                </a:cubicBezTo>
                <a:cubicBezTo>
                  <a:pt x="8093504" y="6496348"/>
                  <a:pt x="8095044" y="6486880"/>
                  <a:pt x="8095814" y="6478435"/>
                </a:cubicBezTo>
                <a:cubicBezTo>
                  <a:pt x="8085547" y="6473829"/>
                  <a:pt x="8073997" y="6468967"/>
                  <a:pt x="8062447" y="6464105"/>
                </a:cubicBezTo>
                <a:cubicBezTo>
                  <a:pt x="8063217" y="6472806"/>
                  <a:pt x="8064244" y="6487904"/>
                  <a:pt x="8064757" y="6499675"/>
                </a:cubicBezTo>
                <a:cubicBezTo>
                  <a:pt x="8064757" y="6500954"/>
                  <a:pt x="8064757" y="6502490"/>
                  <a:pt x="8064757" y="6504025"/>
                </a:cubicBezTo>
                <a:cubicBezTo>
                  <a:pt x="8065527" y="6522705"/>
                  <a:pt x="8059110" y="6522705"/>
                  <a:pt x="8048330" y="6515029"/>
                </a:cubicBezTo>
                <a:cubicBezTo>
                  <a:pt x="8035754" y="6506072"/>
                  <a:pt x="7997510" y="6455661"/>
                  <a:pt x="7993147" y="6433142"/>
                </a:cubicBezTo>
                <a:cubicBezTo>
                  <a:pt x="7992890" y="6431862"/>
                  <a:pt x="7993660" y="6431606"/>
                  <a:pt x="7994430" y="6431862"/>
                </a:cubicBezTo>
                <a:cubicBezTo>
                  <a:pt x="7994687" y="6432118"/>
                  <a:pt x="7994943" y="6432118"/>
                  <a:pt x="7995200" y="6432374"/>
                </a:cubicBezTo>
                <a:cubicBezTo>
                  <a:pt x="7995200" y="6432374"/>
                  <a:pt x="7995200" y="6432374"/>
                  <a:pt x="7995457" y="6432374"/>
                </a:cubicBezTo>
                <a:cubicBezTo>
                  <a:pt x="8003927" y="6435701"/>
                  <a:pt x="8032930" y="6447216"/>
                  <a:pt x="8062190" y="6459499"/>
                </a:cubicBezTo>
                <a:cubicBezTo>
                  <a:pt x="8073741" y="6464361"/>
                  <a:pt x="8085547" y="6469479"/>
                  <a:pt x="8096071" y="6474085"/>
                </a:cubicBezTo>
                <a:cubicBezTo>
                  <a:pt x="8106594" y="6478691"/>
                  <a:pt x="8115834" y="6483297"/>
                  <a:pt x="8122764" y="6486880"/>
                </a:cubicBezTo>
                <a:cubicBezTo>
                  <a:pt x="8135341" y="6493533"/>
                  <a:pt x="8140218" y="6498139"/>
                  <a:pt x="8134828" y="6503513"/>
                </a:cubicBezTo>
                <a:cubicBezTo>
                  <a:pt x="8108647" y="6530382"/>
                  <a:pt x="8016504" y="6568255"/>
                  <a:pt x="7984933" y="6615084"/>
                </a:cubicBezTo>
                <a:cubicBezTo>
                  <a:pt x="7984933" y="6615084"/>
                  <a:pt x="7984677" y="6615340"/>
                  <a:pt x="7984420" y="6615596"/>
                </a:cubicBezTo>
                <a:cubicBezTo>
                  <a:pt x="7984163" y="6616108"/>
                  <a:pt x="7983650" y="6616619"/>
                  <a:pt x="7983393" y="6617131"/>
                </a:cubicBezTo>
                <a:cubicBezTo>
                  <a:pt x="7983393" y="6617387"/>
                  <a:pt x="7983393" y="6617643"/>
                  <a:pt x="7983137" y="6617643"/>
                </a:cubicBezTo>
                <a:cubicBezTo>
                  <a:pt x="7981597" y="6620714"/>
                  <a:pt x="7979287" y="6625576"/>
                  <a:pt x="7978517" y="6631717"/>
                </a:cubicBezTo>
                <a:cubicBezTo>
                  <a:pt x="7977233" y="6641953"/>
                  <a:pt x="7982623" y="6651421"/>
                  <a:pt x="7997253" y="6655260"/>
                </a:cubicBezTo>
                <a:cubicBezTo>
                  <a:pt x="8001103" y="6656283"/>
                  <a:pt x="8005210" y="6657051"/>
                  <a:pt x="8009830" y="6657563"/>
                </a:cubicBezTo>
                <a:cubicBezTo>
                  <a:pt x="8010600" y="6657819"/>
                  <a:pt x="8011627" y="6657819"/>
                  <a:pt x="8012397" y="6657819"/>
                </a:cubicBezTo>
                <a:cubicBezTo>
                  <a:pt x="8040887" y="6659098"/>
                  <a:pt x="8114551" y="6642977"/>
                  <a:pt x="8136881" y="6633253"/>
                </a:cubicBezTo>
                <a:cubicBezTo>
                  <a:pt x="8159981" y="6623017"/>
                  <a:pt x="8153051" y="6612781"/>
                  <a:pt x="8146378" y="6607407"/>
                </a:cubicBezTo>
                <a:cubicBezTo>
                  <a:pt x="8141244" y="6603313"/>
                  <a:pt x="8115577" y="6588983"/>
                  <a:pt x="8103001" y="6582073"/>
                </a:cubicBezTo>
                <a:cubicBezTo>
                  <a:pt x="8099664" y="6584376"/>
                  <a:pt x="8097097" y="6585912"/>
                  <a:pt x="8093761" y="6588215"/>
                </a:cubicBezTo>
                <a:cubicBezTo>
                  <a:pt x="8115064" y="6601010"/>
                  <a:pt x="8123534" y="6607407"/>
                  <a:pt x="8128411" y="6611246"/>
                </a:cubicBezTo>
                <a:cubicBezTo>
                  <a:pt x="8130464" y="6612781"/>
                  <a:pt x="8129438" y="6614572"/>
                  <a:pt x="8126614" y="6614828"/>
                </a:cubicBezTo>
                <a:cubicBezTo>
                  <a:pt x="8125844" y="6614828"/>
                  <a:pt x="8125074" y="6614828"/>
                  <a:pt x="8124304" y="6614828"/>
                </a:cubicBezTo>
                <a:cubicBezTo>
                  <a:pt x="8104027" y="6616364"/>
                  <a:pt x="8065784" y="6618922"/>
                  <a:pt x="8047817" y="6619946"/>
                </a:cubicBezTo>
                <a:cubicBezTo>
                  <a:pt x="8045250" y="6620202"/>
                  <a:pt x="8042170" y="6620202"/>
                  <a:pt x="8040630" y="6620202"/>
                </a:cubicBezTo>
                <a:cubicBezTo>
                  <a:pt x="8044994" y="6616108"/>
                  <a:pt x="8049870" y="6612525"/>
                  <a:pt x="8052437" y="6610734"/>
                </a:cubicBezTo>
                <a:cubicBezTo>
                  <a:pt x="8090937" y="6583609"/>
                  <a:pt x="8154848" y="6545736"/>
                  <a:pt x="8173841" y="6529615"/>
                </a:cubicBezTo>
                <a:cubicBezTo>
                  <a:pt x="8187701" y="6517587"/>
                  <a:pt x="8225688" y="6480994"/>
                  <a:pt x="8144068" y="6452334"/>
                </a:cubicBezTo>
                <a:cubicBezTo>
                  <a:pt x="8120711" y="6444401"/>
                  <a:pt x="8062704" y="6422906"/>
                  <a:pt x="8001617" y="6414717"/>
                </a:cubicBezTo>
                <a:close/>
                <a:moveTo>
                  <a:pt x="8063182" y="6306559"/>
                </a:moveTo>
                <a:cubicBezTo>
                  <a:pt x="8043432" y="6304000"/>
                  <a:pt x="8013678" y="6328817"/>
                  <a:pt x="7947246" y="6409920"/>
                </a:cubicBezTo>
                <a:cubicBezTo>
                  <a:pt x="7934934" y="6424759"/>
                  <a:pt x="7906206" y="6461088"/>
                  <a:pt x="7903898" y="6477718"/>
                </a:cubicBezTo>
                <a:cubicBezTo>
                  <a:pt x="7902359" y="6489487"/>
                  <a:pt x="7914927" y="6494604"/>
                  <a:pt x="7922109" y="6498186"/>
                </a:cubicBezTo>
                <a:cubicBezTo>
                  <a:pt x="7928778" y="6501768"/>
                  <a:pt x="8005727" y="6539888"/>
                  <a:pt x="8041380" y="6559844"/>
                </a:cubicBezTo>
                <a:cubicBezTo>
                  <a:pt x="8044458" y="6557797"/>
                  <a:pt x="8047536" y="6555751"/>
                  <a:pt x="8050870" y="6553960"/>
                </a:cubicBezTo>
                <a:cubicBezTo>
                  <a:pt x="8029581" y="6542447"/>
                  <a:pt x="7969561" y="6510211"/>
                  <a:pt x="7945194" y="6495627"/>
                </a:cubicBezTo>
                <a:cubicBezTo>
                  <a:pt x="7935190" y="6489743"/>
                  <a:pt x="7928265" y="6484882"/>
                  <a:pt x="7928778" y="6480277"/>
                </a:cubicBezTo>
                <a:cubicBezTo>
                  <a:pt x="7929548" y="6474648"/>
                  <a:pt x="7944168" y="6463391"/>
                  <a:pt x="7958019" y="6449575"/>
                </a:cubicBezTo>
                <a:cubicBezTo>
                  <a:pt x="7961610" y="6445994"/>
                  <a:pt x="7967509" y="6440109"/>
                  <a:pt x="7974178" y="6433457"/>
                </a:cubicBezTo>
                <a:cubicBezTo>
                  <a:pt x="7972382" y="6426550"/>
                  <a:pt x="7973152" y="6420921"/>
                  <a:pt x="7976230" y="6416827"/>
                </a:cubicBezTo>
                <a:cubicBezTo>
                  <a:pt x="7980077" y="6411711"/>
                  <a:pt x="7987003" y="6409664"/>
                  <a:pt x="7997263" y="6410176"/>
                </a:cubicBezTo>
                <a:cubicBezTo>
                  <a:pt x="8009831" y="6397639"/>
                  <a:pt x="8021117" y="6386382"/>
                  <a:pt x="8024964" y="6382289"/>
                </a:cubicBezTo>
                <a:cubicBezTo>
                  <a:pt x="8033941" y="6373334"/>
                  <a:pt x="8043432" y="6364124"/>
                  <a:pt x="8047536" y="6364635"/>
                </a:cubicBezTo>
                <a:cubicBezTo>
                  <a:pt x="8050870" y="6365147"/>
                  <a:pt x="8052666" y="6368217"/>
                  <a:pt x="8053948" y="6376916"/>
                </a:cubicBezTo>
                <a:cubicBezTo>
                  <a:pt x="8054974" y="6384591"/>
                  <a:pt x="8057539" y="6406850"/>
                  <a:pt x="8058822" y="6421688"/>
                </a:cubicBezTo>
                <a:cubicBezTo>
                  <a:pt x="8072672" y="6425014"/>
                  <a:pt x="8085497" y="6428852"/>
                  <a:pt x="8097296" y="6432434"/>
                </a:cubicBezTo>
                <a:cubicBezTo>
                  <a:pt x="8095757" y="6330864"/>
                  <a:pt x="8084215" y="6309373"/>
                  <a:pt x="8063182" y="6306559"/>
                </a:cubicBezTo>
                <a:close/>
                <a:moveTo>
                  <a:pt x="4802415" y="0"/>
                </a:moveTo>
                <a:lnTo>
                  <a:pt x="5373009" y="0"/>
                </a:lnTo>
                <a:lnTo>
                  <a:pt x="8497208" y="0"/>
                </a:lnTo>
                <a:lnTo>
                  <a:pt x="8497208" y="1"/>
                </a:lnTo>
                <a:lnTo>
                  <a:pt x="8497208" y="2601686"/>
                </a:lnTo>
                <a:lnTo>
                  <a:pt x="8497208" y="6858000"/>
                </a:lnTo>
                <a:lnTo>
                  <a:pt x="8497208" y="6858001"/>
                </a:lnTo>
                <a:lnTo>
                  <a:pt x="0" y="6858001"/>
                </a:lnTo>
                <a:lnTo>
                  <a:pt x="67701" y="6814599"/>
                </a:lnTo>
                <a:cubicBezTo>
                  <a:pt x="1153758" y="6080874"/>
                  <a:pt x="1867809" y="4838326"/>
                  <a:pt x="1867809" y="3429001"/>
                </a:cubicBezTo>
                <a:cubicBezTo>
                  <a:pt x="1867809" y="2019677"/>
                  <a:pt x="1153758" y="777128"/>
                  <a:pt x="67701" y="43403"/>
                </a:cubicBezTo>
                <a:lnTo>
                  <a:pt x="1" y="1"/>
                </a:lnTo>
                <a:lnTo>
                  <a:pt x="4802413" y="1"/>
                </a:lnTo>
                <a:close/>
              </a:path>
            </a:pathLst>
          </a:custGeom>
        </p:spPr>
        <p:txBody>
          <a:bodyPr wrap="square" tIns="360000" bIns="640080" anchor="ctr" anchorCtr="0">
            <a:noAutofit/>
          </a:bodyPr>
          <a:lstStyle>
            <a:lvl1pPr marL="0" marR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920" b="1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1CC83E6-E70E-43EE-817C-4F68FB75E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A77974F-FF01-4E3F-957B-CC5A44F8C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/>
              <a:t> 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CFFF0-7218-4B33-8DFC-E37157D9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5988" y="666702"/>
            <a:ext cx="6738425" cy="6737129"/>
          </a:xfrm>
          <a:prstGeom prst="ellipse">
            <a:avLst/>
          </a:prstGeom>
          <a:solidFill>
            <a:schemeClr val="bg1"/>
          </a:solidFill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D97D-3F39-4649-B10A-ECD97F370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931D2-AD7B-454A-86A6-EA48B20C0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80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881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9" userDrawn="1">
          <p15:clr>
            <a:srgbClr val="A4A3A4"/>
          </p15:clr>
        </p15:guide>
        <p15:guide id="2" pos="1756" userDrawn="1">
          <p15:clr>
            <a:srgbClr val="A4A3A4"/>
          </p15:clr>
        </p15:guide>
        <p15:guide id="3" pos="3118" userDrawn="1">
          <p15:clr>
            <a:srgbClr val="A4A3A4"/>
          </p15:clr>
        </p15:guide>
        <p15:guide id="4" pos="3203" userDrawn="1">
          <p15:clr>
            <a:srgbClr val="A4A3A4"/>
          </p15:clr>
        </p15:guide>
        <p15:guide id="5" pos="4565" userDrawn="1">
          <p15:clr>
            <a:srgbClr val="A4A3A4"/>
          </p15:clr>
        </p15:guide>
        <p15:guide id="6" pos="4651" userDrawn="1">
          <p15:clr>
            <a:srgbClr val="A4A3A4"/>
          </p15:clr>
        </p15:guide>
        <p15:guide id="7" pos="6011" userDrawn="1">
          <p15:clr>
            <a:srgbClr val="A4A3A4"/>
          </p15:clr>
        </p15:guide>
        <p15:guide id="8" pos="6098" userDrawn="1">
          <p15:clr>
            <a:srgbClr val="A4A3A4"/>
          </p15:clr>
        </p15:guide>
        <p15:guide id="9" pos="7458" userDrawn="1">
          <p15:clr>
            <a:srgbClr val="A4A3A4"/>
          </p15:clr>
        </p15:guide>
        <p15:guide id="10" pos="7546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2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descr="Confidentiality Notice&#10;">
            <a:extLst>
              <a:ext uri="{FF2B5EF4-FFF2-40B4-BE49-F238E27FC236}">
                <a16:creationId xmlns:a16="http://schemas.microsoft.com/office/drawing/2014/main" id="{2848B27A-10B7-4200-88E7-16263562F97B}"/>
              </a:ext>
            </a:extLst>
          </p:cNvPr>
          <p:cNvSpPr txBox="1"/>
          <p:nvPr userDrawn="1"/>
        </p:nvSpPr>
        <p:spPr>
          <a:xfrm>
            <a:off x="502920" y="5836920"/>
            <a:ext cx="10988040" cy="1234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5240">
              <a:lnSpc>
                <a:spcPct val="100000"/>
              </a:lnSpc>
              <a:spcBef>
                <a:spcPts val="120"/>
              </a:spcBef>
            </a:pPr>
            <a:r>
              <a:rPr lang="en-US" sz="1440" b="1" spc="-6">
                <a:solidFill>
                  <a:schemeClr val="tx1"/>
                </a:solidFill>
                <a:latin typeface="+mn-lt"/>
                <a:cs typeface="Arial"/>
              </a:rPr>
              <a:t>Confidentiality</a:t>
            </a:r>
            <a:r>
              <a:rPr lang="en-US" sz="1440" b="1" spc="-12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440" b="1" spc="-6">
                <a:solidFill>
                  <a:schemeClr val="tx1"/>
                </a:solidFill>
                <a:latin typeface="+mn-lt"/>
                <a:cs typeface="Arial"/>
              </a:rPr>
              <a:t>Notice</a:t>
            </a:r>
            <a:endParaRPr lang="en-US" sz="1440">
              <a:solidFill>
                <a:schemeClr val="tx1"/>
              </a:solidFill>
              <a:latin typeface="+mn-lt"/>
              <a:cs typeface="Arial"/>
            </a:endParaRPr>
          </a:p>
          <a:p>
            <a:pPr marL="32004" marR="6096">
              <a:lnSpc>
                <a:spcPct val="100000"/>
              </a:lnSpc>
              <a:spcBef>
                <a:spcPts val="936"/>
              </a:spcBef>
            </a:pP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44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private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and may contain confidential and proprietary information. </a:t>
            </a:r>
            <a:r>
              <a:rPr lang="en-US" sz="1440">
                <a:solidFill>
                  <a:schemeClr val="tx1"/>
                </a:solidFill>
                <a:latin typeface="+mn-lt"/>
                <a:cs typeface="Arial"/>
              </a:rPr>
              <a:t>If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you have received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440">
                <a:solidFill>
                  <a:schemeClr val="tx1"/>
                </a:solidFill>
                <a:latin typeface="+mn-lt"/>
                <a:cs typeface="Arial"/>
              </a:rPr>
              <a:t>file in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error, please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notify us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and remove  </a:t>
            </a:r>
            <a:r>
              <a:rPr lang="en-US" sz="1440">
                <a:solidFill>
                  <a:schemeClr val="tx1"/>
                </a:solidFill>
                <a:latin typeface="+mn-lt"/>
                <a:cs typeface="Arial"/>
              </a:rPr>
              <a:t>it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from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your system and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note that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you must not copy,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distribute or take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any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action </a:t>
            </a:r>
            <a:r>
              <a:rPr lang="en-US" sz="1440">
                <a:solidFill>
                  <a:schemeClr val="tx1"/>
                </a:solidFill>
                <a:latin typeface="+mn-lt"/>
                <a:cs typeface="Arial"/>
              </a:rPr>
              <a:t>in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reliance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on </a:t>
            </a:r>
            <a:r>
              <a:rPr lang="en-US" sz="1440">
                <a:solidFill>
                  <a:schemeClr val="tx1"/>
                </a:solidFill>
                <a:latin typeface="+mn-lt"/>
                <a:cs typeface="Arial"/>
              </a:rPr>
              <a:t>it.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Any unauthorized use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or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disclosure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of the 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contents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of this </a:t>
            </a:r>
            <a:r>
              <a:rPr lang="en-US" sz="144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not permitted and may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be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unlawful. AstraZeneca PLC, </a:t>
            </a:r>
            <a:r>
              <a:rPr lang="en-US" sz="1440">
                <a:solidFill>
                  <a:schemeClr val="tx1"/>
                </a:solidFill>
                <a:latin typeface="+mn-lt"/>
                <a:cs typeface="Arial"/>
              </a:rPr>
              <a:t>1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Francis Crick Avenue, Cambridge Biomedical </a:t>
            </a:r>
            <a:r>
              <a:rPr lang="en-US" sz="1440" spc="18">
                <a:solidFill>
                  <a:schemeClr val="tx1"/>
                </a:solidFill>
                <a:latin typeface="+mn-lt"/>
                <a:cs typeface="Arial"/>
              </a:rPr>
              <a:t>Campus, 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Cambridge, CB2 0AA, UK, </a:t>
            </a:r>
            <a:r>
              <a:rPr lang="en-US" sz="1440" spc="6">
                <a:solidFill>
                  <a:schemeClr val="tx1"/>
                </a:solidFill>
                <a:latin typeface="+mn-lt"/>
                <a:cs typeface="Arial"/>
              </a:rPr>
              <a:t>T: </a:t>
            </a:r>
            <a:r>
              <a:rPr lang="en-US" sz="1440" spc="12">
                <a:solidFill>
                  <a:schemeClr val="tx1"/>
                </a:solidFill>
                <a:latin typeface="+mn-lt"/>
                <a:cs typeface="Arial"/>
              </a:rPr>
              <a:t>+44(0)203 749 5000,</a:t>
            </a:r>
            <a:r>
              <a:rPr lang="en-US" sz="1440" spc="102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440" u="none" spc="12">
                <a:solidFill>
                  <a:schemeClr val="tx1"/>
                </a:solidFill>
                <a:latin typeface="+mn-lt"/>
                <a:cs typeface="Arial"/>
              </a:rPr>
              <a:t>www.astrazeneca.com</a:t>
            </a:r>
            <a:endParaRPr lang="en-US" sz="144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10CA0-7F28-40CE-9633-59C6800E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50B5-01B2-430D-BF92-6E5CD9338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47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508765" y="923774"/>
            <a:ext cx="11612873" cy="63820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1520" dirty="0"/>
              <a:t>Do not use layouts</a:t>
            </a:r>
            <a:br>
              <a:rPr lang="en-US" sz="11520" dirty="0"/>
            </a:br>
            <a:r>
              <a:rPr lang="en-US" sz="1152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69877D48-052F-814D-ACE8-304F09202645}"/>
              </a:ext>
            </a:extLst>
          </p:cNvPr>
          <p:cNvSpPr/>
          <p:nvPr userDrawn="1"/>
        </p:nvSpPr>
        <p:spPr>
          <a:xfrm>
            <a:off x="182880" y="18288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720"/>
              </a:spcAft>
            </a:pPr>
            <a:endParaRPr lang="en-US" sz="2592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96795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econdar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1783565"/>
            <a:ext cx="6222112" cy="3178962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586" y="5194719"/>
            <a:ext cx="6221730" cy="144452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89584" y="7065202"/>
            <a:ext cx="1535230" cy="370974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9586" y="7712441"/>
            <a:ext cx="6221730" cy="266602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260"/>
            </a:lvl1pPr>
            <a:lvl2pPr marL="518400" indent="0">
              <a:buNone/>
              <a:defRPr sz="1260"/>
            </a:lvl2pPr>
            <a:lvl3pPr marL="820800" indent="0">
              <a:buNone/>
              <a:defRPr sz="1260"/>
            </a:lvl3pPr>
            <a:lvl4pPr marL="993600" indent="0">
              <a:buNone/>
              <a:defRPr sz="1260"/>
            </a:lvl4pPr>
            <a:lvl5pPr marL="1151280" indent="0">
              <a:buNone/>
              <a:defRPr sz="126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26171" y="0"/>
            <a:ext cx="7205713" cy="823824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 defTabSz="109728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92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74320" lvl="0" indent="-27432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6720" y="746760"/>
            <a:ext cx="2474976" cy="762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80"/>
            </a:lvl1pPr>
          </a:lstStyle>
          <a:p>
            <a:r>
              <a:rPr lang="en-US"/>
              <a:t>Use this placeholder for a secondary logo if needed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32" y="692121"/>
            <a:ext cx="2887184" cy="78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480" y="485775"/>
            <a:ext cx="3352800" cy="110458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endParaRPr lang="en-US" sz="2880" err="1">
              <a:latin typeface="+mj-lt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505545" y="1"/>
            <a:ext cx="2476993" cy="82296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2800" rIns="172800" bIns="2592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GB" sz="168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GB" sz="1680">
                <a:solidFill>
                  <a:schemeClr val="tx1"/>
                </a:solidFill>
              </a:rPr>
              <a:t>Type the correct statement: </a:t>
            </a:r>
            <a:br>
              <a:rPr lang="en-GB" sz="1680">
                <a:solidFill>
                  <a:schemeClr val="accent1"/>
                </a:solidFill>
              </a:rPr>
            </a:br>
            <a:r>
              <a:rPr lang="en-GB" sz="1680">
                <a:solidFill>
                  <a:schemeClr val="accent1"/>
                </a:solidFill>
              </a:rPr>
              <a:t>‘</a:t>
            </a:r>
            <a:r>
              <a:rPr lang="en-GB" sz="1680" b="1" i="1">
                <a:solidFill>
                  <a:schemeClr val="accent1"/>
                </a:solidFill>
              </a:rPr>
              <a:t>Company Restricted’ </a:t>
            </a:r>
            <a:r>
              <a:rPr lang="en-GB" sz="1680" b="0">
                <a:solidFill>
                  <a:schemeClr val="tx1"/>
                </a:solidFill>
              </a:rPr>
              <a:t>or</a:t>
            </a:r>
            <a:r>
              <a:rPr lang="en-GB" sz="1680" b="1">
                <a:solidFill>
                  <a:schemeClr val="accent1"/>
                </a:solidFill>
              </a:rPr>
              <a:t> ‘</a:t>
            </a:r>
            <a:r>
              <a:rPr lang="en-GB" sz="1680" b="1" i="1">
                <a:solidFill>
                  <a:schemeClr val="accent1"/>
                </a:solidFill>
              </a:rPr>
              <a:t>Strictly Confidential’ </a:t>
            </a:r>
            <a:r>
              <a:rPr lang="en-GB" sz="1680" b="0" i="1">
                <a:solidFill>
                  <a:schemeClr val="tx1"/>
                </a:solidFill>
              </a:rPr>
              <a:t>.</a:t>
            </a:r>
            <a:r>
              <a:rPr lang="en-GB" sz="1680" b="1" i="1">
                <a:solidFill>
                  <a:schemeClr val="accent1"/>
                </a:solidFill>
              </a:rPr>
              <a:t> </a:t>
            </a:r>
            <a:r>
              <a:rPr lang="en-GB" sz="1680" b="0" i="0">
                <a:solidFill>
                  <a:schemeClr val="tx1"/>
                </a:solidFill>
              </a:rPr>
              <a:t>No statement is needed </a:t>
            </a:r>
            <a:br>
              <a:rPr lang="en-GB" sz="1680" b="0" i="0">
                <a:solidFill>
                  <a:schemeClr val="tx1"/>
                </a:solidFill>
              </a:rPr>
            </a:br>
            <a:r>
              <a:rPr lang="en-GB" sz="1680" b="0" i="0">
                <a:solidFill>
                  <a:schemeClr val="tx1"/>
                </a:solidFill>
              </a:rPr>
              <a:t>for public information. </a:t>
            </a:r>
            <a:endParaRPr lang="en-GB" sz="168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333633" y="4653999"/>
            <a:ext cx="503962" cy="5039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r>
              <a:rPr lang="en-US" sz="288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878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26" userDrawn="1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1783565"/>
            <a:ext cx="6222112" cy="3178962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586" y="5194719"/>
            <a:ext cx="6221730" cy="144452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89584" y="7065202"/>
            <a:ext cx="1535230" cy="370974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9586" y="7712441"/>
            <a:ext cx="6221730" cy="266602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260"/>
            </a:lvl1pPr>
            <a:lvl2pPr marL="518400" indent="0">
              <a:buNone/>
              <a:defRPr sz="1260"/>
            </a:lvl2pPr>
            <a:lvl3pPr marL="820800" indent="0">
              <a:buNone/>
              <a:defRPr sz="1260"/>
            </a:lvl3pPr>
            <a:lvl4pPr marL="993600" indent="0">
              <a:buNone/>
              <a:defRPr sz="1260"/>
            </a:lvl4pPr>
            <a:lvl5pPr marL="1151280" indent="0">
              <a:buNone/>
              <a:defRPr sz="126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26171" y="0"/>
            <a:ext cx="7205713" cy="823824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 defTabSz="109728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92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74320" lvl="0" indent="-27432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366" y="692121"/>
            <a:ext cx="2887184" cy="78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9034" y="485775"/>
            <a:ext cx="3352800" cy="110458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endParaRPr lang="en-US" sz="2880" err="1">
              <a:latin typeface="+mj-lt"/>
            </a:endParaRP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94731" y="746760"/>
            <a:ext cx="2474976" cy="762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80"/>
            </a:lvl1pPr>
          </a:lstStyle>
          <a:p>
            <a:r>
              <a:rPr lang="en-US"/>
              <a:t>Use this placeholder for a secondary logo if needed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505545" y="1"/>
            <a:ext cx="2476993" cy="82296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2800" rIns="172800" bIns="2592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GB" sz="168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GB" sz="1680">
                <a:solidFill>
                  <a:schemeClr val="tx1"/>
                </a:solidFill>
              </a:rPr>
              <a:t>Type the correct statement: </a:t>
            </a:r>
            <a:br>
              <a:rPr lang="en-GB" sz="1680">
                <a:solidFill>
                  <a:schemeClr val="accent1"/>
                </a:solidFill>
              </a:rPr>
            </a:br>
            <a:r>
              <a:rPr lang="en-GB" sz="1680">
                <a:solidFill>
                  <a:schemeClr val="accent1"/>
                </a:solidFill>
              </a:rPr>
              <a:t>‘</a:t>
            </a:r>
            <a:r>
              <a:rPr lang="en-GB" sz="1680" b="1" i="1">
                <a:solidFill>
                  <a:schemeClr val="accent1"/>
                </a:solidFill>
              </a:rPr>
              <a:t>Company Restricted’ </a:t>
            </a:r>
            <a:r>
              <a:rPr lang="en-GB" sz="1680" b="0">
                <a:solidFill>
                  <a:schemeClr val="tx1"/>
                </a:solidFill>
              </a:rPr>
              <a:t>or</a:t>
            </a:r>
            <a:r>
              <a:rPr lang="en-GB" sz="1680" b="1">
                <a:solidFill>
                  <a:schemeClr val="accent1"/>
                </a:solidFill>
              </a:rPr>
              <a:t> ‘</a:t>
            </a:r>
            <a:r>
              <a:rPr lang="en-GB" sz="1680" b="1" i="1">
                <a:solidFill>
                  <a:schemeClr val="accent1"/>
                </a:solidFill>
              </a:rPr>
              <a:t>Strictly Confidential’ </a:t>
            </a:r>
            <a:r>
              <a:rPr lang="en-GB" sz="1680" b="0" i="1">
                <a:solidFill>
                  <a:schemeClr val="tx1"/>
                </a:solidFill>
              </a:rPr>
              <a:t>.</a:t>
            </a:r>
            <a:r>
              <a:rPr lang="en-GB" sz="1680" b="1" i="1">
                <a:solidFill>
                  <a:schemeClr val="accent1"/>
                </a:solidFill>
              </a:rPr>
              <a:t> </a:t>
            </a:r>
            <a:r>
              <a:rPr lang="en-GB" sz="1680" b="0" i="0">
                <a:solidFill>
                  <a:schemeClr val="tx1"/>
                </a:solidFill>
              </a:rPr>
              <a:t>No statement is needed </a:t>
            </a:r>
            <a:br>
              <a:rPr lang="en-GB" sz="1680" b="0" i="0">
                <a:solidFill>
                  <a:schemeClr val="tx1"/>
                </a:solidFill>
              </a:rPr>
            </a:br>
            <a:r>
              <a:rPr lang="en-GB" sz="1680" b="0" i="0">
                <a:solidFill>
                  <a:schemeClr val="tx1"/>
                </a:solidFill>
              </a:rPr>
              <a:t>for public information. </a:t>
            </a:r>
            <a:endParaRPr lang="en-GB" sz="168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333633" y="4653999"/>
            <a:ext cx="503962" cy="5039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r>
              <a:rPr lang="en-US" sz="288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043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26" userDrawn="1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4" y="2578743"/>
            <a:ext cx="5227321" cy="2383784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585" y="5194719"/>
            <a:ext cx="5227002" cy="144452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</a:t>
            </a:r>
            <a:br>
              <a:rPr lang="en-US" dirty="0"/>
            </a:br>
            <a:r>
              <a:rPr lang="en-US" dirty="0"/>
              <a:t>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89584" y="7065202"/>
            <a:ext cx="1535230" cy="370974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2EBB4F1-3A58-475F-9EBB-925156182B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9587" y="7712441"/>
            <a:ext cx="5227001" cy="266602"/>
          </a:xfrm>
        </p:spPr>
        <p:txBody>
          <a:bodyPr wrap="square"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260"/>
            </a:lvl1pPr>
            <a:lvl2pPr marL="518400" indent="0">
              <a:buNone/>
              <a:defRPr sz="1260"/>
            </a:lvl2pPr>
            <a:lvl3pPr marL="820800" indent="0">
              <a:buNone/>
              <a:defRPr sz="1260"/>
            </a:lvl3pPr>
            <a:lvl4pPr marL="993600" indent="0">
              <a:buNone/>
              <a:defRPr sz="1260"/>
            </a:lvl4pPr>
            <a:lvl5pPr marL="1151280" indent="0">
              <a:buNone/>
              <a:defRPr sz="126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1523F-CCFB-4B58-AB3F-DEC8A49B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26240" y="5913121"/>
            <a:ext cx="2804160" cy="2316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endParaRPr lang="en-US" sz="2592" err="1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32" y="692121"/>
            <a:ext cx="2887184" cy="78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480" y="485775"/>
            <a:ext cx="3352800" cy="110458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endParaRPr lang="en-US" sz="2880" err="1">
              <a:latin typeface="+mj-lt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2A73A7-F1E1-4085-B3F6-999828C7F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907024" y="0"/>
            <a:ext cx="8723376" cy="8229600"/>
          </a:xfrm>
          <a:custGeom>
            <a:avLst/>
            <a:gdLst>
              <a:gd name="connsiteX0" fmla="*/ 2049352 w 7269480"/>
              <a:gd name="connsiteY0" fmla="*/ 0 h 6858000"/>
              <a:gd name="connsiteX1" fmla="*/ 3164301 w 7269480"/>
              <a:gd name="connsiteY1" fmla="*/ 0 h 6858000"/>
              <a:gd name="connsiteX2" fmla="*/ 5735747 w 7269480"/>
              <a:gd name="connsiteY2" fmla="*/ 0 h 6858000"/>
              <a:gd name="connsiteX3" fmla="*/ 5735748 w 7269480"/>
              <a:gd name="connsiteY3" fmla="*/ 0 h 6858000"/>
              <a:gd name="connsiteX4" fmla="*/ 5747970 w 7269480"/>
              <a:gd name="connsiteY4" fmla="*/ 6260 h 6858000"/>
              <a:gd name="connsiteX5" fmla="*/ 7120314 w 7269480"/>
              <a:gd name="connsiteY5" fmla="*/ 1252638 h 6858000"/>
              <a:gd name="connsiteX6" fmla="*/ 7269480 w 7269480"/>
              <a:gd name="connsiteY6" fmla="*/ 1498173 h 6858000"/>
              <a:gd name="connsiteX7" fmla="*/ 7269480 w 7269480"/>
              <a:gd name="connsiteY7" fmla="*/ 5359828 h 6858000"/>
              <a:gd name="connsiteX8" fmla="*/ 7120314 w 7269480"/>
              <a:gd name="connsiteY8" fmla="*/ 5605362 h 6858000"/>
              <a:gd name="connsiteX9" fmla="*/ 5747970 w 7269480"/>
              <a:gd name="connsiteY9" fmla="*/ 6851740 h 6858000"/>
              <a:gd name="connsiteX10" fmla="*/ 5735748 w 7269480"/>
              <a:gd name="connsiteY10" fmla="*/ 6858000 h 6858000"/>
              <a:gd name="connsiteX11" fmla="*/ 3163098 w 7269480"/>
              <a:gd name="connsiteY11" fmla="*/ 6858000 h 6858000"/>
              <a:gd name="connsiteX12" fmla="*/ 2049352 w 7269480"/>
              <a:gd name="connsiteY12" fmla="*/ 6858000 h 6858000"/>
              <a:gd name="connsiteX13" fmla="*/ 2037130 w 7269480"/>
              <a:gd name="connsiteY13" fmla="*/ 6851740 h 6858000"/>
              <a:gd name="connsiteX14" fmla="*/ 0 w 7269480"/>
              <a:gd name="connsiteY14" fmla="*/ 3429000 h 6858000"/>
              <a:gd name="connsiteX15" fmla="*/ 2037130 w 7269480"/>
              <a:gd name="connsiteY15" fmla="*/ 626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269480" h="6858000">
                <a:moveTo>
                  <a:pt x="2049352" y="0"/>
                </a:moveTo>
                <a:lnTo>
                  <a:pt x="3164301" y="0"/>
                </a:lnTo>
                <a:lnTo>
                  <a:pt x="5735747" y="0"/>
                </a:lnTo>
                <a:lnTo>
                  <a:pt x="5735748" y="0"/>
                </a:lnTo>
                <a:lnTo>
                  <a:pt x="5747970" y="6260"/>
                </a:lnTo>
                <a:cubicBezTo>
                  <a:pt x="6299519" y="305879"/>
                  <a:pt x="6770554" y="734926"/>
                  <a:pt x="7120314" y="1252638"/>
                </a:cubicBezTo>
                <a:lnTo>
                  <a:pt x="7269480" y="1498173"/>
                </a:lnTo>
                <a:lnTo>
                  <a:pt x="7269480" y="5359828"/>
                </a:lnTo>
                <a:lnTo>
                  <a:pt x="7120314" y="5605362"/>
                </a:lnTo>
                <a:cubicBezTo>
                  <a:pt x="6770554" y="6123075"/>
                  <a:pt x="6299519" y="6552122"/>
                  <a:pt x="5747970" y="6851740"/>
                </a:cubicBezTo>
                <a:lnTo>
                  <a:pt x="5735748" y="6858000"/>
                </a:lnTo>
                <a:lnTo>
                  <a:pt x="3163098" y="6858000"/>
                </a:lnTo>
                <a:lnTo>
                  <a:pt x="2049352" y="6858000"/>
                </a:lnTo>
                <a:lnTo>
                  <a:pt x="2037130" y="6851740"/>
                </a:lnTo>
                <a:cubicBezTo>
                  <a:pt x="823724" y="6192579"/>
                  <a:pt x="0" y="4906985"/>
                  <a:pt x="0" y="3429000"/>
                </a:cubicBezTo>
                <a:cubicBezTo>
                  <a:pt x="0" y="1951015"/>
                  <a:pt x="823724" y="665422"/>
                  <a:pt x="2037130" y="626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920" b="1" dirty="0">
                <a:solidFill>
                  <a:schemeClr val="bg1"/>
                </a:solidFill>
              </a:defRPr>
            </a:lvl1pPr>
          </a:lstStyle>
          <a:p>
            <a:pPr marL="274320" lvl="0" indent="-27432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5B7FBB-299C-44B5-9400-EB5D056A8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505545" y="1"/>
            <a:ext cx="2476993" cy="82296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2800" rIns="172800" bIns="2592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GB" sz="168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GB" sz="1680">
                <a:solidFill>
                  <a:schemeClr val="tx1"/>
                </a:solidFill>
              </a:rPr>
              <a:t>Type the correct statement: </a:t>
            </a:r>
            <a:br>
              <a:rPr lang="en-GB" sz="1680">
                <a:solidFill>
                  <a:schemeClr val="accent1"/>
                </a:solidFill>
              </a:rPr>
            </a:br>
            <a:r>
              <a:rPr lang="en-GB" sz="1680">
                <a:solidFill>
                  <a:schemeClr val="accent1"/>
                </a:solidFill>
              </a:rPr>
              <a:t>‘</a:t>
            </a:r>
            <a:r>
              <a:rPr lang="en-GB" sz="1680" b="1" i="1">
                <a:solidFill>
                  <a:schemeClr val="accent1"/>
                </a:solidFill>
              </a:rPr>
              <a:t>Company Restricted’ </a:t>
            </a:r>
            <a:r>
              <a:rPr lang="en-GB" sz="1680" b="0">
                <a:solidFill>
                  <a:schemeClr val="tx1"/>
                </a:solidFill>
              </a:rPr>
              <a:t>or</a:t>
            </a:r>
            <a:r>
              <a:rPr lang="en-GB" sz="1680" b="1">
                <a:solidFill>
                  <a:schemeClr val="accent1"/>
                </a:solidFill>
              </a:rPr>
              <a:t> ‘</a:t>
            </a:r>
            <a:r>
              <a:rPr lang="en-GB" sz="1680" b="1" i="1">
                <a:solidFill>
                  <a:schemeClr val="accent1"/>
                </a:solidFill>
              </a:rPr>
              <a:t>Strictly Confidential’ </a:t>
            </a:r>
            <a:r>
              <a:rPr lang="en-GB" sz="1680" b="0" i="1">
                <a:solidFill>
                  <a:schemeClr val="tx1"/>
                </a:solidFill>
              </a:rPr>
              <a:t>.</a:t>
            </a:r>
            <a:r>
              <a:rPr lang="en-GB" sz="1680" b="1" i="1">
                <a:solidFill>
                  <a:schemeClr val="accent1"/>
                </a:solidFill>
              </a:rPr>
              <a:t> </a:t>
            </a:r>
            <a:r>
              <a:rPr lang="en-GB" sz="1680" b="0" i="0">
                <a:solidFill>
                  <a:schemeClr val="tx1"/>
                </a:solidFill>
              </a:rPr>
              <a:t>No statement is needed </a:t>
            </a:r>
            <a:br>
              <a:rPr lang="en-GB" sz="1680" b="0" i="0">
                <a:solidFill>
                  <a:schemeClr val="tx1"/>
                </a:solidFill>
              </a:rPr>
            </a:br>
            <a:r>
              <a:rPr lang="en-GB" sz="1680" b="0" i="0">
                <a:solidFill>
                  <a:schemeClr val="tx1"/>
                </a:solidFill>
              </a:rPr>
              <a:t>for public information. </a:t>
            </a:r>
            <a:endParaRPr lang="en-GB" sz="168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D5B82E-36BE-4555-8CA2-58A989ED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333633" y="4653999"/>
            <a:ext cx="503962" cy="5039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r>
              <a:rPr lang="en-US" sz="288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36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1" userDrawn="1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1285619"/>
            <a:ext cx="3659506" cy="1477327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enter </a:t>
            </a:r>
            <a:r>
              <a:rPr lang="en-US"/>
              <a:t>title here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52EAD-E21A-4A83-A364-65FFC805340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63415" y="1285874"/>
            <a:ext cx="9677401" cy="599616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text here. </a:t>
            </a:r>
            <a:br>
              <a:rPr lang="en-GB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GB" dirty="0"/>
            </a:br>
            <a:r>
              <a:rPr lang="en-GB" dirty="0"/>
              <a:t>To increase bullet level, select your text and press Tab.</a:t>
            </a:r>
            <a:br>
              <a:rPr lang="en-GB" dirty="0"/>
            </a:br>
            <a:r>
              <a:rPr lang="en-GB" dirty="0"/>
              <a:t>To decrease bullet level, select your bullet text and press  Shift + Tab.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04BC3F-3250-41AA-B3F3-B5D6A729D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5E3BF5D9-8E40-4082-9AAD-60F44214B9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248150" y="1285619"/>
            <a:ext cx="0" cy="59947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DE4FB-795F-484C-AD8A-2137F4F32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80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76" userDrawn="1">
          <p15:clr>
            <a:srgbClr val="C35EA4"/>
          </p15:clr>
        </p15:guide>
        <p15:guide id="2" pos="2812" userDrawn="1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7DB2-7332-41D7-A67F-6D389C818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</a:t>
            </a:r>
            <a:r>
              <a:rPr lang="en-US"/>
              <a:t>to enter </a:t>
            </a:r>
            <a:r>
              <a:rPr lang="en-US" dirty="0"/>
              <a:t>title here</a:t>
            </a:r>
          </a:p>
        </p:txBody>
      </p:sp>
      <p:sp>
        <p:nvSpPr>
          <p:cNvPr id="10" name="Heading 1">
            <a:extLst>
              <a:ext uri="{FF2B5EF4-FFF2-40B4-BE49-F238E27FC236}">
                <a16:creationId xmlns:a16="http://schemas.microsoft.com/office/drawing/2014/main" id="{070D82D0-2159-463E-AB3F-9F2BE51F8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585" y="2499360"/>
            <a:ext cx="6610350" cy="50863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Body 1">
            <a:extLst>
              <a:ext uri="{FF2B5EF4-FFF2-40B4-BE49-F238E27FC236}">
                <a16:creationId xmlns:a16="http://schemas.microsoft.com/office/drawing/2014/main" id="{8C2190C6-D818-4BFE-8D40-1D7A2A8ADF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9585" y="3084196"/>
            <a:ext cx="6610350" cy="411696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Heading 2">
            <a:extLst>
              <a:ext uri="{FF2B5EF4-FFF2-40B4-BE49-F238E27FC236}">
                <a16:creationId xmlns:a16="http://schemas.microsoft.com/office/drawing/2014/main" id="{24B2D424-3A88-43FD-9D45-46AC196CA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30465" y="2499360"/>
            <a:ext cx="6610350" cy="50863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Body 2">
            <a:extLst>
              <a:ext uri="{FF2B5EF4-FFF2-40B4-BE49-F238E27FC236}">
                <a16:creationId xmlns:a16="http://schemas.microsoft.com/office/drawing/2014/main" id="{FB60ED6F-5297-42F6-9D9B-F6FF319D69C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530466" y="3084196"/>
            <a:ext cx="6610350" cy="411696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0693F-359E-4A4C-B3F0-F900FA65C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13D0F1F-6026-4F9D-886A-D6CB164FDC0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DB923-50C2-4A46-BF6E-A2E97DBB2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49127B-3E4D-4AFD-8464-39A987162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15200" y="2090057"/>
            <a:ext cx="0" cy="51108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87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8" userDrawn="1">
          <p15:clr>
            <a:srgbClr val="C35EA4"/>
          </p15:clr>
        </p15:guide>
        <p15:guide id="2" orient="horz" pos="1177" userDrawn="1">
          <p15:clr>
            <a:srgbClr val="C35EA4"/>
          </p15:clr>
        </p15:guide>
        <p15:guide id="3" pos="4472" userDrawn="1">
          <p15:clr>
            <a:srgbClr val="C35EA4"/>
          </p15:clr>
        </p15:guide>
        <p15:guide id="4" pos="4744" userDrawn="1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A257A5E-3450-4EAA-9676-01FE18D22A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586" y="2499360"/>
            <a:ext cx="4232911" cy="50863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AC128DA7-A1CD-4D7E-A165-98C85505473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9586" y="3084196"/>
            <a:ext cx="4232911" cy="411696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A7B7E24-E7D3-48A2-A374-DF6A8A555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4931" y="2499360"/>
            <a:ext cx="4320534" cy="50863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4DFF8E89-1B64-4E2A-9B30-3844550AD3D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54932" y="3084196"/>
            <a:ext cx="4320534" cy="411696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AAFFFBD-15E8-4574-972E-8DDFA341B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07906" y="2499360"/>
            <a:ext cx="4232908" cy="508636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CF570F45-2E05-4895-9F02-11DAFD1730B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907907" y="3084196"/>
            <a:ext cx="4232908" cy="411696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12B9530D-EF7B-47C9-A997-FA875C956E8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941767" y="2090057"/>
            <a:ext cx="0" cy="51108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A7995C-40F8-42EE-BD46-96F566801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91686" y="2090057"/>
            <a:ext cx="0" cy="51108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3622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975" userDrawn="1">
          <p15:clr>
            <a:srgbClr val="A4A3A4"/>
          </p15:clr>
        </p15:guide>
        <p15:guide id="6" pos="3247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  <p15:guide id="13" pos="6241" userDrawn="1">
          <p15:clr>
            <a:srgbClr val="A4A3A4"/>
          </p15:clr>
        </p15:guide>
        <p15:guide id="14" pos="5969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</a:t>
            </a:r>
            <a:r>
              <a:rPr lang="en-US"/>
              <a:t>title here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585" y="2498589"/>
            <a:ext cx="3282316" cy="50967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6C5F394-5808-40FF-B6FD-65F71690691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89583" y="3084196"/>
            <a:ext cx="3283200" cy="435888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A1E51E90-FD4F-4EA7-9FD6-A88EC3FEED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43352" y="2498589"/>
            <a:ext cx="3282316" cy="50967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0106C56-60ED-41EC-BD2A-FDB9B53E1C1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941447" y="3084196"/>
            <a:ext cx="3283200" cy="435888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17A7646-8B12-4AE5-9EDC-1F06A8CF8C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8951" y="2498589"/>
            <a:ext cx="3282316" cy="50967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B9981B-E175-45D6-A51D-F0A0368267C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397046" y="3084196"/>
            <a:ext cx="3283200" cy="435888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83A3A7A-40FD-44D2-97D9-301EB15E76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54550" y="2498589"/>
            <a:ext cx="3282316" cy="50967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1AD7E49F-D41B-42DC-925D-998AFB2BB41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10852645" y="3084196"/>
            <a:ext cx="3283200" cy="435888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D3E73C55-1C0C-4880-A0D4-FC480D06253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58577" y="2090057"/>
            <a:ext cx="0" cy="51108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A7995C-40F8-42EE-BD46-96F566801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16222" y="2090057"/>
            <a:ext cx="0" cy="51108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A9C47E-839A-46E7-B955-073295D8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771823" y="2090057"/>
            <a:ext cx="0" cy="51108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524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376" userDrawn="1">
          <p15:clr>
            <a:srgbClr val="A4A3A4"/>
          </p15:clr>
        </p15:guide>
        <p15:guide id="6" pos="2485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  <p15:guide id="13" pos="6840" userDrawn="1">
          <p15:clr>
            <a:srgbClr val="A4A3A4"/>
          </p15:clr>
        </p15:guide>
        <p15:guide id="14" pos="6731" userDrawn="1">
          <p15:clr>
            <a:srgbClr val="A4A3A4"/>
          </p15:clr>
        </p15:guide>
        <p15:guide id="15" pos="4554" userDrawn="1">
          <p15:clr>
            <a:srgbClr val="A4A3A4"/>
          </p15:clr>
        </p15:guide>
        <p15:guide id="16" pos="4662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584" y="2498589"/>
            <a:ext cx="8900161" cy="50967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50BB10-EDA8-4244-8CBF-7F1645357D5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89583" y="3084194"/>
            <a:ext cx="8900162" cy="41256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29799" y="2498589"/>
            <a:ext cx="4301488" cy="50967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358968C-3784-44E4-B50E-21ED78D9EB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29799" y="3084469"/>
            <a:ext cx="4301488" cy="55399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/>
              <a:t>Click to add text.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E4F4DDF-A4CE-45BB-8E5D-A5AB679089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73102" y="4795044"/>
            <a:ext cx="2414880" cy="241488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C07CECA8-840E-4BBC-A94E-0D507EF6B6B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01200" y="2090057"/>
            <a:ext cx="0" cy="51198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18634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5915" userDrawn="1">
          <p15:clr>
            <a:srgbClr val="A4A3A4"/>
          </p15:clr>
        </p15:guide>
        <p15:guide id="8" pos="6186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485775"/>
            <a:ext cx="13651230" cy="12089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585" y="2498589"/>
            <a:ext cx="4276726" cy="50967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D4EF0D-A9CE-4E45-B1B3-BB585A7CD1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9585" y="3084469"/>
            <a:ext cx="4276726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/>
              <a:t>Click to add text.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B389EFA-BE5F-4B72-ACD5-3C00675849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32888" y="4795044"/>
            <a:ext cx="2414880" cy="241488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2551" y="2498589"/>
            <a:ext cx="8928736" cy="50967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9D64AEF-AC5B-4ACA-95B3-7DD2AC9A970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202563" y="3084194"/>
            <a:ext cx="8928724" cy="4125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78D2AE8-C71F-4A8C-8D51-3B3AAAF70E5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981576" y="2099083"/>
            <a:ext cx="0" cy="5110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20855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002" userDrawn="1">
          <p15:clr>
            <a:srgbClr val="A4A3A4"/>
          </p15:clr>
        </p15:guide>
        <p15:guide id="4" pos="3275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486" y="2090056"/>
            <a:ext cx="13651231" cy="98064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9585" y="3070860"/>
            <a:ext cx="13651231" cy="345186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2F3963-DA4D-4494-BBE3-B9E276AB4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ADE2FC00-C8CB-4E19-BA1A-C2DF3D5D8C1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13136D-000F-468E-82F7-78627545D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677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8" userDrawn="1">
          <p15:clr>
            <a:srgbClr val="C35EA4"/>
          </p15:clr>
        </p15:guide>
        <p15:guide id="2" orient="horz" pos="1177" userDrawn="1">
          <p15:clr>
            <a:srgbClr val="C35E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486" y="2090056"/>
            <a:ext cx="6695173" cy="98064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9585" y="3070860"/>
            <a:ext cx="6695173" cy="345186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44741" y="2090056"/>
            <a:ext cx="6696336" cy="98064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43840" y="3070860"/>
            <a:ext cx="6696336" cy="345186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2637D735-30A5-485A-99EE-308975B4856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422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8" userDrawn="1">
          <p15:clr>
            <a:srgbClr val="C35EA4"/>
          </p15:clr>
        </p15:guide>
        <p15:guide id="2" orient="horz" pos="1177" userDrawn="1">
          <p15:clr>
            <a:srgbClr val="C35EA4"/>
          </p15:clr>
        </p15:guide>
        <p15:guide id="3" pos="4526" userDrawn="1">
          <p15:clr>
            <a:srgbClr val="A4A3A4"/>
          </p15:clr>
        </p15:guide>
        <p15:guide id="4" pos="4690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486" y="2090056"/>
            <a:ext cx="4449179" cy="98064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9585" y="3070860"/>
            <a:ext cx="4449179" cy="345186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69205" y="2090056"/>
            <a:ext cx="4491990" cy="98064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68304" y="3070860"/>
            <a:ext cx="4491990" cy="345186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90736" y="2090056"/>
            <a:ext cx="4450979" cy="980640"/>
          </a:xfr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89835" y="3070860"/>
            <a:ext cx="4450979" cy="3451860"/>
          </a:xfrm>
          <a:noFill/>
          <a:ln>
            <a:solidFill>
              <a:schemeClr val="accent6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9911E2-3D79-4D57-A4A5-99B310315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3693997A-5C93-43A3-8084-D3D97075252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04B821-BCFE-4694-8F07-82AA247F7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326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8" userDrawn="1">
          <p15:clr>
            <a:srgbClr val="C35EA4"/>
          </p15:clr>
        </p15:guide>
        <p15:guide id="2" orient="horz" pos="1177" userDrawn="1">
          <p15:clr>
            <a:srgbClr val="C35EA4"/>
          </p15:clr>
        </p15:guide>
        <p15:guide id="3" pos="3112" userDrawn="1">
          <p15:clr>
            <a:srgbClr val="A4A3A4"/>
          </p15:clr>
        </p15:guide>
        <p15:guide id="4" pos="3193" userDrawn="1">
          <p15:clr>
            <a:srgbClr val="A4A3A4"/>
          </p15:clr>
        </p15:guide>
        <p15:guide id="5" pos="6023" userDrawn="1">
          <p15:clr>
            <a:srgbClr val="A4A3A4"/>
          </p15:clr>
        </p15:guide>
        <p15:guide id="6" pos="6104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0487" y="2090056"/>
            <a:ext cx="3325229" cy="98064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9586" y="3070860"/>
            <a:ext cx="3325229" cy="345186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5254" y="2090056"/>
            <a:ext cx="3325229" cy="98064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44353" y="3070860"/>
            <a:ext cx="3325229" cy="345186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9921" y="2090056"/>
            <a:ext cx="3325226" cy="980640"/>
          </a:xfr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59019" y="3070860"/>
            <a:ext cx="3325226" cy="3451860"/>
          </a:xfrm>
          <a:noFill/>
          <a:ln>
            <a:solidFill>
              <a:schemeClr val="accent6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94F06B4-05CB-4425-B43C-90CDB77D4D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814685" y="2090056"/>
            <a:ext cx="3325228" cy="980640"/>
          </a:xfr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07483DBB-6AB3-44E8-B476-D691A6DD77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813784" y="3070860"/>
            <a:ext cx="3325228" cy="3451860"/>
          </a:xfrm>
          <a:noFill/>
          <a:ln>
            <a:solidFill>
              <a:schemeClr val="accent5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ABD0A-0B79-498A-8135-71083AB52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C19B5F97-DA6F-4D23-91EB-F783A1590A4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F1C59-75D3-4D44-AA6A-CE8463447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84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8" userDrawn="1">
          <p15:clr>
            <a:srgbClr val="C35EA4"/>
          </p15:clr>
        </p15:guide>
        <p15:guide id="2" orient="horz" pos="1177" userDrawn="1">
          <p15:clr>
            <a:srgbClr val="C35EA4"/>
          </p15:clr>
        </p15:guide>
        <p15:guide id="3" pos="2404" userDrawn="1">
          <p15:clr>
            <a:srgbClr val="A4A3A4"/>
          </p15:clr>
        </p15:guide>
        <p15:guide id="4" pos="2485" userDrawn="1">
          <p15:clr>
            <a:srgbClr val="A4A3A4"/>
          </p15:clr>
        </p15:guide>
        <p15:guide id="5" pos="6812" userDrawn="1">
          <p15:clr>
            <a:srgbClr val="A4A3A4"/>
          </p15:clr>
        </p15:guide>
        <p15:guide id="6" pos="6731" userDrawn="1">
          <p15:clr>
            <a:srgbClr val="A4A3A4"/>
          </p15:clr>
        </p15:guide>
        <p15:guide id="7" pos="4580" userDrawn="1">
          <p15:clr>
            <a:srgbClr val="A4A3A4"/>
          </p15:clr>
        </p15:guide>
        <p15:guide id="8" pos="4636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89586" y="1881377"/>
            <a:ext cx="13651229" cy="55622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720"/>
              </a:spcBef>
              <a:spcAft>
                <a:spcPts val="720"/>
              </a:spcAft>
              <a:defRPr/>
            </a:lvl1pPr>
            <a:lvl2pPr marL="552960" indent="-274320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6381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669" userDrawn="1">
          <p15:clr>
            <a:srgbClr val="A4A3A4"/>
          </p15:clr>
        </p15:guide>
        <p15:guide id="2" pos="1756" userDrawn="1">
          <p15:clr>
            <a:srgbClr val="A4A3A4"/>
          </p15:clr>
        </p15:guide>
        <p15:guide id="3" pos="3118" userDrawn="1">
          <p15:clr>
            <a:srgbClr val="A4A3A4"/>
          </p15:clr>
        </p15:guide>
        <p15:guide id="4" pos="3203" userDrawn="1">
          <p15:clr>
            <a:srgbClr val="A4A3A4"/>
          </p15:clr>
        </p15:guide>
        <p15:guide id="5" pos="4565" userDrawn="1">
          <p15:clr>
            <a:srgbClr val="A4A3A4"/>
          </p15:clr>
        </p15:guide>
        <p15:guide id="6" pos="4651" userDrawn="1">
          <p15:clr>
            <a:srgbClr val="A4A3A4"/>
          </p15:clr>
        </p15:guide>
        <p15:guide id="7" pos="6011" userDrawn="1">
          <p15:clr>
            <a:srgbClr val="A4A3A4"/>
          </p15:clr>
        </p15:guide>
        <p15:guide id="8" pos="6098" userDrawn="1">
          <p15:clr>
            <a:srgbClr val="A4A3A4"/>
          </p15:clr>
        </p15:guide>
        <p15:guide id="9" pos="7458" userDrawn="1">
          <p15:clr>
            <a:srgbClr val="A4A3A4"/>
          </p15:clr>
        </p15:guide>
        <p15:guide id="10" pos="7546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1361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669" userDrawn="1">
          <p15:clr>
            <a:srgbClr val="A4A3A4"/>
          </p15:clr>
        </p15:guide>
        <p15:guide id="2" pos="1756" userDrawn="1">
          <p15:clr>
            <a:srgbClr val="A4A3A4"/>
          </p15:clr>
        </p15:guide>
        <p15:guide id="3" pos="3118" userDrawn="1">
          <p15:clr>
            <a:srgbClr val="A4A3A4"/>
          </p15:clr>
        </p15:guide>
        <p15:guide id="4" pos="3203" userDrawn="1">
          <p15:clr>
            <a:srgbClr val="A4A3A4"/>
          </p15:clr>
        </p15:guide>
        <p15:guide id="5" pos="4565" userDrawn="1">
          <p15:clr>
            <a:srgbClr val="A4A3A4"/>
          </p15:clr>
        </p15:guide>
        <p15:guide id="6" pos="4651" userDrawn="1">
          <p15:clr>
            <a:srgbClr val="A4A3A4"/>
          </p15:clr>
        </p15:guide>
        <p15:guide id="7" pos="6011" userDrawn="1">
          <p15:clr>
            <a:srgbClr val="A4A3A4"/>
          </p15:clr>
        </p15:guide>
        <p15:guide id="8" pos="6098" userDrawn="1">
          <p15:clr>
            <a:srgbClr val="A4A3A4"/>
          </p15:clr>
        </p15:guide>
        <p15:guide id="9" pos="7458" userDrawn="1">
          <p15:clr>
            <a:srgbClr val="A4A3A4"/>
          </p15:clr>
        </p15:guide>
        <p15:guide id="10" pos="7546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89586" y="1881377"/>
            <a:ext cx="13651229" cy="556228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720"/>
              </a:spcBef>
              <a:spcAft>
                <a:spcPts val="720"/>
              </a:spcAft>
              <a:defRPr/>
            </a:lvl1pPr>
            <a:lvl2pPr marL="552960" indent="-274320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7648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669" userDrawn="1">
          <p15:clr>
            <a:srgbClr val="A4A3A4"/>
          </p15:clr>
        </p15:guide>
        <p15:guide id="2" pos="1756" userDrawn="1">
          <p15:clr>
            <a:srgbClr val="A4A3A4"/>
          </p15:clr>
        </p15:guide>
        <p15:guide id="3" pos="3118" userDrawn="1">
          <p15:clr>
            <a:srgbClr val="A4A3A4"/>
          </p15:clr>
        </p15:guide>
        <p15:guide id="4" pos="3203" userDrawn="1">
          <p15:clr>
            <a:srgbClr val="A4A3A4"/>
          </p15:clr>
        </p15:guide>
        <p15:guide id="5" pos="4565" userDrawn="1">
          <p15:clr>
            <a:srgbClr val="A4A3A4"/>
          </p15:clr>
        </p15:guide>
        <p15:guide id="6" pos="4651" userDrawn="1">
          <p15:clr>
            <a:srgbClr val="A4A3A4"/>
          </p15:clr>
        </p15:guide>
        <p15:guide id="7" pos="6011" userDrawn="1">
          <p15:clr>
            <a:srgbClr val="A4A3A4"/>
          </p15:clr>
        </p15:guide>
        <p15:guide id="8" pos="6098" userDrawn="1">
          <p15:clr>
            <a:srgbClr val="A4A3A4"/>
          </p15:clr>
        </p15:guide>
        <p15:guide id="9" pos="7458" userDrawn="1">
          <p15:clr>
            <a:srgbClr val="A4A3A4"/>
          </p15:clr>
        </p15:guide>
        <p15:guide id="10" pos="7546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9932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669" userDrawn="1">
          <p15:clr>
            <a:srgbClr val="A4A3A4"/>
          </p15:clr>
        </p15:guide>
        <p15:guide id="2" pos="1756" userDrawn="1">
          <p15:clr>
            <a:srgbClr val="A4A3A4"/>
          </p15:clr>
        </p15:guide>
        <p15:guide id="3" pos="3118" userDrawn="1">
          <p15:clr>
            <a:srgbClr val="A4A3A4"/>
          </p15:clr>
        </p15:guide>
        <p15:guide id="4" pos="3203" userDrawn="1">
          <p15:clr>
            <a:srgbClr val="A4A3A4"/>
          </p15:clr>
        </p15:guide>
        <p15:guide id="5" pos="4565" userDrawn="1">
          <p15:clr>
            <a:srgbClr val="A4A3A4"/>
          </p15:clr>
        </p15:guide>
        <p15:guide id="6" pos="4651" userDrawn="1">
          <p15:clr>
            <a:srgbClr val="A4A3A4"/>
          </p15:clr>
        </p15:guide>
        <p15:guide id="7" pos="6011" userDrawn="1">
          <p15:clr>
            <a:srgbClr val="A4A3A4"/>
          </p15:clr>
        </p15:guide>
        <p15:guide id="8" pos="6098" userDrawn="1">
          <p15:clr>
            <a:srgbClr val="A4A3A4"/>
          </p15:clr>
        </p15:guide>
        <p15:guide id="9" pos="7458" userDrawn="1">
          <p15:clr>
            <a:srgbClr val="A4A3A4"/>
          </p15:clr>
        </p15:guide>
        <p15:guide id="10" pos="7546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908774E5-6317-0685-60C2-4C482EE1C82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367399" y="2246366"/>
            <a:ext cx="2703194" cy="270129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E1E7FE7-76AF-85F1-4FBC-8E527FBEC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587" y="5055870"/>
            <a:ext cx="4276723" cy="2073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3C3D6D1C-EA2A-BC93-1142-0AF07D344827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5962650" y="2246366"/>
            <a:ext cx="2703194" cy="270129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CAE97067-E054-F240-2C74-3C276BE7E5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76839" y="5055870"/>
            <a:ext cx="4276723" cy="2073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7FE1B641-0CB5-ADC0-4697-B06992037923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0559416" y="2246366"/>
            <a:ext cx="2703194" cy="270129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57559BB0-B9E5-D570-8CCA-20334B1AC5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64090" y="5055870"/>
            <a:ext cx="4276723" cy="2073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9100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002" userDrawn="1">
          <p15:clr>
            <a:srgbClr val="A4A3A4"/>
          </p15:clr>
        </p15:guide>
        <p15:guide id="4" pos="3247" userDrawn="1">
          <p15:clr>
            <a:srgbClr val="A4A3A4"/>
          </p15:clr>
        </p15:guide>
        <p15:guide id="7" pos="5969" userDrawn="1">
          <p15:clr>
            <a:srgbClr val="A4A3A4"/>
          </p15:clr>
        </p15:guide>
        <p15:guide id="8" pos="6214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1A29A185-838B-41FF-C98E-2BFDAEBD8434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82390" y="2246366"/>
            <a:ext cx="2703194" cy="270129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8CC9D214-CAF4-F003-7DEA-8CB09B222F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587" y="5055870"/>
            <a:ext cx="3110863" cy="210519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ACD01662-D7D4-E679-4DA0-FAC63A1FDBF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203199" y="2246366"/>
            <a:ext cx="2703194" cy="270129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5E7F3C01-9811-E089-2F05-62240D09F64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6720" y="5055870"/>
            <a:ext cx="3110863" cy="210519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AE29663C-8BFD-0CD5-3803-048743082A1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7724009" y="2246366"/>
            <a:ext cx="2703194" cy="270129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BF905CDA-C0A2-1E33-ABD8-291F764868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23853" y="5055870"/>
            <a:ext cx="3110863" cy="210519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E640007-E9BE-2277-AD9A-AE01C100C4C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1244819" y="2246366"/>
            <a:ext cx="2703194" cy="270129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FEAAFD62-B4F1-9834-F672-1BB07FEDBD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040984" y="5055870"/>
            <a:ext cx="3110863" cy="210519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0463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268" userDrawn="1">
          <p15:clr>
            <a:srgbClr val="A4A3A4"/>
          </p15:clr>
        </p15:guide>
        <p15:guide id="4" pos="2513" userDrawn="1">
          <p15:clr>
            <a:srgbClr val="A4A3A4"/>
          </p15:clr>
        </p15:guide>
        <p15:guide id="5" pos="4472" userDrawn="1">
          <p15:clr>
            <a:srgbClr val="A4A3A4"/>
          </p15:clr>
        </p15:guide>
        <p15:guide id="6" pos="4744" userDrawn="1">
          <p15:clr>
            <a:srgbClr val="A4A3A4"/>
          </p15:clr>
        </p15:guide>
        <p15:guide id="9" pos="6703" userDrawn="1">
          <p15:clr>
            <a:srgbClr val="A4A3A4"/>
          </p15:clr>
        </p15:guide>
        <p15:guide id="10" pos="6948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FA36CDD2-8C9C-EA14-5271-A8D9555989E5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61943" y="2246365"/>
            <a:ext cx="2177578" cy="2176044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0E0FE2D6-35F4-8E1A-31AA-6F312886C7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587" y="4713209"/>
            <a:ext cx="254888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A330BAED-E9CF-2E69-A2F4-772911766C6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444176" y="2246365"/>
            <a:ext cx="2177578" cy="2176044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5B9BE5D8-0413-0ACA-741E-13DEE93FF74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53740" y="4713209"/>
            <a:ext cx="254888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6B2F2730-F6F9-0FE9-1E9E-8DF9F5395AE5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226410" y="2246365"/>
            <a:ext cx="2177578" cy="2176044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A28559BD-35F7-45E2-9625-26A01CA6276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19801" y="4713209"/>
            <a:ext cx="259079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FF5D1043-80F8-B0C9-61D2-7DBB499435FB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9013425" y="2246365"/>
            <a:ext cx="2177578" cy="2176044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3EC2CEFC-763B-BBF7-0BB9-E9FD3626F3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27770" y="4713209"/>
            <a:ext cx="254888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6D7A5137-A4E7-91D5-97A1-83F3228C8EA2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1777580" y="2246365"/>
            <a:ext cx="2177578" cy="2176044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95A1032C-67B8-5D48-FBF7-47CA8F6DF4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591924" y="4713209"/>
            <a:ext cx="254888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8403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4" userDrawn="1">
          <p15:clr>
            <a:srgbClr val="A4A3A4"/>
          </p15:clr>
        </p15:guide>
        <p15:guide id="2" pos="2050" userDrawn="1">
          <p15:clr>
            <a:srgbClr val="A4A3A4"/>
          </p15:clr>
        </p15:guide>
        <p15:guide id="3" pos="3655" userDrawn="1">
          <p15:clr>
            <a:srgbClr val="A4A3A4"/>
          </p15:clr>
        </p15:guide>
        <p15:guide id="4" pos="3792" userDrawn="1">
          <p15:clr>
            <a:srgbClr val="A4A3A4"/>
          </p15:clr>
        </p15:guide>
        <p15:guide id="5" pos="5424" userDrawn="1">
          <p15:clr>
            <a:srgbClr val="A4A3A4"/>
          </p15:clr>
        </p15:guide>
        <p15:guide id="6" pos="5561" userDrawn="1">
          <p15:clr>
            <a:srgbClr val="A4A3A4"/>
          </p15:clr>
        </p15:guide>
        <p15:guide id="9" pos="7166" userDrawn="1">
          <p15:clr>
            <a:srgbClr val="A4A3A4"/>
          </p15:clr>
        </p15:guide>
        <p15:guide id="10" pos="7302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508765" y="923774"/>
            <a:ext cx="11612873" cy="63820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1520" dirty="0"/>
              <a:t>Do not use layouts</a:t>
            </a:r>
            <a:br>
              <a:rPr lang="en-US" sz="11520" dirty="0"/>
            </a:br>
            <a:r>
              <a:rPr lang="en-US" sz="1152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4FE5B898-DD8A-1B42-B5C8-50EEAD84123B}"/>
              </a:ext>
            </a:extLst>
          </p:cNvPr>
          <p:cNvSpPr/>
          <p:nvPr userDrawn="1"/>
        </p:nvSpPr>
        <p:spPr>
          <a:xfrm>
            <a:off x="182880" y="18288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720"/>
              </a:spcAft>
            </a:pPr>
            <a:endParaRPr lang="en-US" sz="2592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0359477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mall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8D32-C108-A1A7-808A-E3243A76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351" y="485775"/>
            <a:ext cx="9054466" cy="1208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8D69923-15A7-B001-C23D-CC6E24236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2" y="-1"/>
            <a:ext cx="4650469" cy="5196840"/>
          </a:xfrm>
          <a:custGeom>
            <a:avLst/>
            <a:gdLst>
              <a:gd name="connsiteX0" fmla="*/ 417122 w 3875391"/>
              <a:gd name="connsiteY0" fmla="*/ 0 h 4330700"/>
              <a:gd name="connsiteX1" fmla="*/ 2700571 w 3875391"/>
              <a:gd name="connsiteY1" fmla="*/ 0 h 4330700"/>
              <a:gd name="connsiteX2" fmla="*/ 2854048 w 3875391"/>
              <a:gd name="connsiteY2" fmla="*/ 93240 h 4330700"/>
              <a:gd name="connsiteX3" fmla="*/ 3875391 w 3875391"/>
              <a:gd name="connsiteY3" fmla="*/ 2014156 h 4330700"/>
              <a:gd name="connsiteX4" fmla="*/ 3479762 w 3875391"/>
              <a:gd name="connsiteY4" fmla="*/ 3309358 h 4330700"/>
              <a:gd name="connsiteX5" fmla="*/ 3457575 w 3875391"/>
              <a:gd name="connsiteY5" fmla="*/ 3339027 h 4330700"/>
              <a:gd name="connsiteX6" fmla="*/ 3457575 w 3875391"/>
              <a:gd name="connsiteY6" fmla="*/ 3343274 h 4330700"/>
              <a:gd name="connsiteX7" fmla="*/ 3454399 w 3875391"/>
              <a:gd name="connsiteY7" fmla="*/ 3343274 h 4330700"/>
              <a:gd name="connsiteX8" fmla="*/ 3346405 w 3875391"/>
              <a:gd name="connsiteY8" fmla="*/ 3487693 h 4330700"/>
              <a:gd name="connsiteX9" fmla="*/ 1558846 w 3875391"/>
              <a:gd name="connsiteY9" fmla="*/ 4330700 h 4330700"/>
              <a:gd name="connsiteX10" fmla="*/ 85309 w 3875391"/>
              <a:gd name="connsiteY10" fmla="*/ 3801714 h 4330700"/>
              <a:gd name="connsiteX11" fmla="*/ 0 w 3875391"/>
              <a:gd name="connsiteY11" fmla="*/ 3724180 h 4330700"/>
              <a:gd name="connsiteX12" fmla="*/ 0 w 3875391"/>
              <a:gd name="connsiteY12" fmla="*/ 304131 h 4330700"/>
              <a:gd name="connsiteX13" fmla="*/ 85309 w 3875391"/>
              <a:gd name="connsiteY13" fmla="*/ 226597 h 4330700"/>
              <a:gd name="connsiteX14" fmla="*/ 263644 w 3875391"/>
              <a:gd name="connsiteY14" fmla="*/ 9324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5391" h="4330700">
                <a:moveTo>
                  <a:pt x="417122" y="0"/>
                </a:moveTo>
                <a:lnTo>
                  <a:pt x="2700571" y="0"/>
                </a:lnTo>
                <a:lnTo>
                  <a:pt x="2854048" y="93240"/>
                </a:lnTo>
                <a:cubicBezTo>
                  <a:pt x="3470253" y="509540"/>
                  <a:pt x="3875391" y="1214535"/>
                  <a:pt x="3875391" y="2014156"/>
                </a:cubicBezTo>
                <a:cubicBezTo>
                  <a:pt x="3875391" y="2493928"/>
                  <a:pt x="3729542" y="2939635"/>
                  <a:pt x="3479762" y="3309358"/>
                </a:cubicBezTo>
                <a:lnTo>
                  <a:pt x="3457575" y="3339027"/>
                </a:lnTo>
                <a:lnTo>
                  <a:pt x="3457575" y="3343274"/>
                </a:lnTo>
                <a:lnTo>
                  <a:pt x="3454399" y="3343274"/>
                </a:lnTo>
                <a:lnTo>
                  <a:pt x="3346405" y="3487693"/>
                </a:lnTo>
                <a:cubicBezTo>
                  <a:pt x="2921516" y="4002539"/>
                  <a:pt x="2278504" y="4330700"/>
                  <a:pt x="1558846" y="4330700"/>
                </a:cubicBezTo>
                <a:cubicBezTo>
                  <a:pt x="999112" y="4330700"/>
                  <a:pt x="485745" y="4132183"/>
                  <a:pt x="85309" y="3801714"/>
                </a:cubicBezTo>
                <a:lnTo>
                  <a:pt x="0" y="3724180"/>
                </a:lnTo>
                <a:lnTo>
                  <a:pt x="0" y="304131"/>
                </a:lnTo>
                <a:lnTo>
                  <a:pt x="85309" y="226597"/>
                </a:lnTo>
                <a:cubicBezTo>
                  <a:pt x="142514" y="179387"/>
                  <a:pt x="202023" y="134871"/>
                  <a:pt x="263644" y="9324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bIns="288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86351" y="1881377"/>
            <a:ext cx="9054464" cy="555959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52960" indent="-27432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432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432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248150" y="4476205"/>
            <a:ext cx="0" cy="29754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53326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76" userDrawn="1">
          <p15:clr>
            <a:srgbClr val="C35EA4"/>
          </p15:clr>
        </p15:guide>
        <p15:guide id="5" pos="3193" userDrawn="1">
          <p15:clr>
            <a:srgbClr val="C35E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6" y="485775"/>
            <a:ext cx="6757034" cy="1208912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585" y="2090057"/>
            <a:ext cx="6757036" cy="918210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40151-B82D-47EF-9056-B4BE571D309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89585" y="3084196"/>
            <a:ext cx="6757034" cy="435673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91AE185-7FED-44AB-A9D9-33D6BC5FB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15202" y="2"/>
            <a:ext cx="7315201" cy="6832079"/>
          </a:xfrm>
          <a:custGeom>
            <a:avLst/>
            <a:gdLst>
              <a:gd name="connsiteX0" fmla="*/ 613929 w 6096001"/>
              <a:gd name="connsiteY0" fmla="*/ 0 h 5693399"/>
              <a:gd name="connsiteX1" fmla="*/ 6096001 w 6096001"/>
              <a:gd name="connsiteY1" fmla="*/ 0 h 5693399"/>
              <a:gd name="connsiteX2" fmla="*/ 6096001 w 6096001"/>
              <a:gd name="connsiteY2" fmla="*/ 4764882 h 5693399"/>
              <a:gd name="connsiteX3" fmla="*/ 5995011 w 6096001"/>
              <a:gd name="connsiteY3" fmla="*/ 4856669 h 5693399"/>
              <a:gd name="connsiteX4" fmla="*/ 3664224 w 6096001"/>
              <a:gd name="connsiteY4" fmla="*/ 5693399 h 5693399"/>
              <a:gd name="connsiteX5" fmla="*/ 0 w 6096001"/>
              <a:gd name="connsiteY5" fmla="*/ 2029175 h 5693399"/>
              <a:gd name="connsiteX6" fmla="*/ 442252 w 6096001"/>
              <a:gd name="connsiteY6" fmla="*/ 282588 h 5693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5693399">
                <a:moveTo>
                  <a:pt x="613929" y="0"/>
                </a:moveTo>
                <a:lnTo>
                  <a:pt x="6096001" y="0"/>
                </a:lnTo>
                <a:lnTo>
                  <a:pt x="6096001" y="4764882"/>
                </a:lnTo>
                <a:lnTo>
                  <a:pt x="5995011" y="4856669"/>
                </a:lnTo>
                <a:cubicBezTo>
                  <a:pt x="5361617" y="5379392"/>
                  <a:pt x="4549591" y="5693399"/>
                  <a:pt x="3664224" y="5693399"/>
                </a:cubicBezTo>
                <a:cubicBezTo>
                  <a:pt x="1640529" y="5693399"/>
                  <a:pt x="0" y="4052870"/>
                  <a:pt x="0" y="2029175"/>
                </a:cubicBezTo>
                <a:cubicBezTo>
                  <a:pt x="0" y="1396770"/>
                  <a:pt x="160208" y="801784"/>
                  <a:pt x="442252" y="28258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432000" rIns="252000" bIns="7315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416731F4-F189-4DCC-AB0D-BFCE5BE6191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3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565" userDrawn="1">
          <p15:clr>
            <a:srgbClr val="A4A3A4"/>
          </p15:clr>
        </p15:guide>
        <p15:guide id="6" pos="4636" userDrawn="1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6" y="3259628"/>
            <a:ext cx="6757034" cy="664798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88EB634-77D7-4CDB-AE88-62FA9FC51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247888" y="2"/>
            <a:ext cx="6382512" cy="4262495"/>
          </a:xfrm>
          <a:custGeom>
            <a:avLst/>
            <a:gdLst>
              <a:gd name="connsiteX0" fmla="*/ 20727 w 5318760"/>
              <a:gd name="connsiteY0" fmla="*/ 0 h 3552079"/>
              <a:gd name="connsiteX1" fmla="*/ 5318760 w 5318760"/>
              <a:gd name="connsiteY1" fmla="*/ 0 h 3552079"/>
              <a:gd name="connsiteX2" fmla="*/ 5318760 w 5318760"/>
              <a:gd name="connsiteY2" fmla="*/ 2741950 h 3552079"/>
              <a:gd name="connsiteX3" fmla="*/ 5230648 w 5318760"/>
              <a:gd name="connsiteY3" fmla="*/ 2822032 h 3552079"/>
              <a:gd name="connsiteX4" fmla="*/ 3197036 w 5318760"/>
              <a:gd name="connsiteY4" fmla="*/ 3552079 h 3552079"/>
              <a:gd name="connsiteX5" fmla="*/ 0 w 5318760"/>
              <a:gd name="connsiteY5" fmla="*/ 355043 h 3552079"/>
              <a:gd name="connsiteX6" fmla="*/ 6487 w 5318760"/>
              <a:gd name="connsiteY6" fmla="*/ 149723 h 355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8760" h="3552079">
                <a:moveTo>
                  <a:pt x="20727" y="0"/>
                </a:moveTo>
                <a:lnTo>
                  <a:pt x="5318760" y="0"/>
                </a:lnTo>
                <a:lnTo>
                  <a:pt x="5318760" y="2741950"/>
                </a:lnTo>
                <a:lnTo>
                  <a:pt x="5230648" y="2822032"/>
                </a:lnTo>
                <a:cubicBezTo>
                  <a:pt x="4678012" y="3278108"/>
                  <a:pt x="3969519" y="3552079"/>
                  <a:pt x="3197036" y="3552079"/>
                </a:cubicBezTo>
                <a:cubicBezTo>
                  <a:pt x="1431362" y="3552079"/>
                  <a:pt x="0" y="2120717"/>
                  <a:pt x="0" y="355043"/>
                </a:cubicBezTo>
                <a:cubicBezTo>
                  <a:pt x="0" y="286071"/>
                  <a:pt x="2184" y="217610"/>
                  <a:pt x="6487" y="14972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0" rIns="252000" bIns="2743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586" y="4425695"/>
            <a:ext cx="6756480" cy="30152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383780" y="4425695"/>
            <a:ext cx="6756480" cy="30152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08596668-B452-4684-9114-FD6480173A5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315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565" userDrawn="1">
          <p15:clr>
            <a:srgbClr val="A4A3A4"/>
          </p15:clr>
        </p15:guide>
        <p15:guide id="6" pos="4651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6" y="3259628"/>
            <a:ext cx="6757034" cy="664798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88EB634-77D7-4CDB-AE88-62FA9FC51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247888" y="2"/>
            <a:ext cx="6382512" cy="4262495"/>
          </a:xfrm>
          <a:custGeom>
            <a:avLst/>
            <a:gdLst>
              <a:gd name="connsiteX0" fmla="*/ 20727 w 5318760"/>
              <a:gd name="connsiteY0" fmla="*/ 0 h 3552079"/>
              <a:gd name="connsiteX1" fmla="*/ 5318760 w 5318760"/>
              <a:gd name="connsiteY1" fmla="*/ 0 h 3552079"/>
              <a:gd name="connsiteX2" fmla="*/ 5318760 w 5318760"/>
              <a:gd name="connsiteY2" fmla="*/ 2741950 h 3552079"/>
              <a:gd name="connsiteX3" fmla="*/ 5230648 w 5318760"/>
              <a:gd name="connsiteY3" fmla="*/ 2822032 h 3552079"/>
              <a:gd name="connsiteX4" fmla="*/ 3197036 w 5318760"/>
              <a:gd name="connsiteY4" fmla="*/ 3552079 h 3552079"/>
              <a:gd name="connsiteX5" fmla="*/ 0 w 5318760"/>
              <a:gd name="connsiteY5" fmla="*/ 355043 h 3552079"/>
              <a:gd name="connsiteX6" fmla="*/ 6487 w 5318760"/>
              <a:gd name="connsiteY6" fmla="*/ 149723 h 355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8760" h="3552079">
                <a:moveTo>
                  <a:pt x="20727" y="0"/>
                </a:moveTo>
                <a:lnTo>
                  <a:pt x="5318760" y="0"/>
                </a:lnTo>
                <a:lnTo>
                  <a:pt x="5318760" y="2741950"/>
                </a:lnTo>
                <a:lnTo>
                  <a:pt x="5230648" y="2822032"/>
                </a:lnTo>
                <a:cubicBezTo>
                  <a:pt x="4678012" y="3278108"/>
                  <a:pt x="3969519" y="3552079"/>
                  <a:pt x="3197036" y="3552079"/>
                </a:cubicBezTo>
                <a:cubicBezTo>
                  <a:pt x="1431362" y="3552079"/>
                  <a:pt x="0" y="2120717"/>
                  <a:pt x="0" y="355043"/>
                </a:cubicBezTo>
                <a:cubicBezTo>
                  <a:pt x="0" y="286071"/>
                  <a:pt x="2184" y="217610"/>
                  <a:pt x="6487" y="14972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0" rIns="252000" bIns="2743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89586" y="4425695"/>
            <a:ext cx="4458240" cy="30152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959B661-E0AC-460F-8B80-1D7A0DE584D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092068" y="4425695"/>
            <a:ext cx="4458240" cy="30152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686929" y="4425695"/>
            <a:ext cx="4458240" cy="30152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B863F956-22D4-4C3A-A009-E80F1E169DC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15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118" userDrawn="1">
          <p15:clr>
            <a:srgbClr val="A4A3A4"/>
          </p15:clr>
        </p15:guide>
        <p15:guide id="4" pos="3203" userDrawn="1">
          <p15:clr>
            <a:srgbClr val="A4A3A4"/>
          </p15:clr>
        </p15:guide>
        <p15:guide id="7" pos="6011" userDrawn="1">
          <p15:clr>
            <a:srgbClr val="A4A3A4"/>
          </p15:clr>
        </p15:guide>
        <p15:guide id="8" pos="6098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0196" y="485774"/>
            <a:ext cx="8770619" cy="1221106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878CEE-058E-4CA0-A804-58BE7BD4C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" y="0"/>
            <a:ext cx="5546449" cy="82296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396000" tIns="612000" rIns="576000" bIns="82296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92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</a:t>
            </a:r>
            <a:br>
              <a:rPr lang="en-US" dirty="0"/>
            </a:br>
            <a:r>
              <a:rPr lang="en-US" dirty="0"/>
              <a:t>Brand Pictures, or insert a </a:t>
            </a:r>
            <a:br>
              <a:rPr lang="en-US" dirty="0"/>
            </a:br>
            <a:r>
              <a:rPr lang="en-US" dirty="0"/>
              <a:t>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</a:t>
            </a:r>
            <a:br>
              <a:rPr lang="en-US" dirty="0"/>
            </a:br>
            <a:r>
              <a:rPr lang="en-US" dirty="0"/>
              <a:t>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370196" y="1868806"/>
            <a:ext cx="8770620" cy="4652640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097FB9-E2D3-4E4F-B628-163A151D1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1DDC5128-F40F-4587-ABA6-C65DA8D4F34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370196" y="6615685"/>
            <a:ext cx="8770620" cy="825246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4B23E2-5E06-49DB-8204-880C85106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032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83" userDrawn="1">
          <p15:clr>
            <a:srgbClr val="A4A3A4"/>
          </p15:clr>
        </p15:guide>
        <p15:guide id="2" orient="horz" pos="1068" userDrawn="1">
          <p15:clr>
            <a:srgbClr val="A4A3A4"/>
          </p15:clr>
        </p15:guide>
        <p15:guide id="3" orient="horz" pos="1177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5796" y="485774"/>
            <a:ext cx="5875019" cy="1221106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D9F5C2-E3CA-4137-B291-3F738B45F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" y="0"/>
            <a:ext cx="8424452" cy="8229600"/>
          </a:xfrm>
          <a:custGeom>
            <a:avLst/>
            <a:gdLst>
              <a:gd name="connsiteX0" fmla="*/ 0 w 7020377"/>
              <a:gd name="connsiteY0" fmla="*/ 0 h 6858000"/>
              <a:gd name="connsiteX1" fmla="*/ 1524909 w 7020377"/>
              <a:gd name="connsiteY1" fmla="*/ 0 h 6858000"/>
              <a:gd name="connsiteX2" fmla="*/ 2398336 w 7020377"/>
              <a:gd name="connsiteY2" fmla="*/ 0 h 6858000"/>
              <a:gd name="connsiteX3" fmla="*/ 3120570 w 7020377"/>
              <a:gd name="connsiteY3" fmla="*/ 0 h 6858000"/>
              <a:gd name="connsiteX4" fmla="*/ 3181350 w 7020377"/>
              <a:gd name="connsiteY4" fmla="*/ 0 h 6858000"/>
              <a:gd name="connsiteX5" fmla="*/ 3848100 w 7020377"/>
              <a:gd name="connsiteY5" fmla="*/ 0 h 6858000"/>
              <a:gd name="connsiteX6" fmla="*/ 3923245 w 7020377"/>
              <a:gd name="connsiteY6" fmla="*/ 0 h 6858000"/>
              <a:gd name="connsiteX7" fmla="*/ 4203480 w 7020377"/>
              <a:gd name="connsiteY7" fmla="*/ 0 h 6858000"/>
              <a:gd name="connsiteX8" fmla="*/ 4622041 w 7020377"/>
              <a:gd name="connsiteY8" fmla="*/ 0 h 6858000"/>
              <a:gd name="connsiteX9" fmla="*/ 5579686 w 7020377"/>
              <a:gd name="connsiteY9" fmla="*/ 0 h 6858000"/>
              <a:gd name="connsiteX10" fmla="*/ 6246436 w 7020377"/>
              <a:gd name="connsiteY10" fmla="*/ 0 h 6858000"/>
              <a:gd name="connsiteX11" fmla="*/ 6601816 w 7020377"/>
              <a:gd name="connsiteY11" fmla="*/ 0 h 6858000"/>
              <a:gd name="connsiteX12" fmla="*/ 7020377 w 7020377"/>
              <a:gd name="connsiteY12" fmla="*/ 0 h 6858000"/>
              <a:gd name="connsiteX13" fmla="*/ 6889727 w 7020377"/>
              <a:gd name="connsiteY13" fmla="*/ 203795 h 6858000"/>
              <a:gd name="connsiteX14" fmla="*/ 5989261 w 7020377"/>
              <a:gd name="connsiteY14" fmla="*/ 3429000 h 6858000"/>
              <a:gd name="connsiteX15" fmla="*/ 6889727 w 7020377"/>
              <a:gd name="connsiteY15" fmla="*/ 6654205 h 6858000"/>
              <a:gd name="connsiteX16" fmla="*/ 7020377 w 7020377"/>
              <a:gd name="connsiteY16" fmla="*/ 6858000 h 6858000"/>
              <a:gd name="connsiteX17" fmla="*/ 6850790 w 7020377"/>
              <a:gd name="connsiteY17" fmla="*/ 6858000 h 6858000"/>
              <a:gd name="connsiteX18" fmla="*/ 6246436 w 7020377"/>
              <a:gd name="connsiteY18" fmla="*/ 6858000 h 6858000"/>
              <a:gd name="connsiteX19" fmla="*/ 5579686 w 7020377"/>
              <a:gd name="connsiteY19" fmla="*/ 6858000 h 6858000"/>
              <a:gd name="connsiteX20" fmla="*/ 4622041 w 7020377"/>
              <a:gd name="connsiteY20" fmla="*/ 6858000 h 6858000"/>
              <a:gd name="connsiteX21" fmla="*/ 4452454 w 7020377"/>
              <a:gd name="connsiteY21" fmla="*/ 6858000 h 6858000"/>
              <a:gd name="connsiteX22" fmla="*/ 3848100 w 7020377"/>
              <a:gd name="connsiteY22" fmla="*/ 6858000 h 6858000"/>
              <a:gd name="connsiteX23" fmla="*/ 3674270 w 7020377"/>
              <a:gd name="connsiteY23" fmla="*/ 6858000 h 6858000"/>
              <a:gd name="connsiteX24" fmla="*/ 3181350 w 7020377"/>
              <a:gd name="connsiteY24" fmla="*/ 6858000 h 6858000"/>
              <a:gd name="connsiteX25" fmla="*/ 3120570 w 7020377"/>
              <a:gd name="connsiteY25" fmla="*/ 6858000 h 6858000"/>
              <a:gd name="connsiteX26" fmla="*/ 2398336 w 7020377"/>
              <a:gd name="connsiteY26" fmla="*/ 6858000 h 6858000"/>
              <a:gd name="connsiteX27" fmla="*/ 1275934 w 7020377"/>
              <a:gd name="connsiteY27" fmla="*/ 6858000 h 6858000"/>
              <a:gd name="connsiteX28" fmla="*/ 0 w 7020377"/>
              <a:gd name="connsiteY28" fmla="*/ 6858000 h 6858000"/>
              <a:gd name="connsiteX29" fmla="*/ 0 w 7020377"/>
              <a:gd name="connsiteY29" fmla="*/ 5860486 h 6858000"/>
              <a:gd name="connsiteX30" fmla="*/ 0 w 7020377"/>
              <a:gd name="connsiteY30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020377" h="6858000">
                <a:moveTo>
                  <a:pt x="0" y="0"/>
                </a:moveTo>
                <a:lnTo>
                  <a:pt x="1524909" y="0"/>
                </a:lnTo>
                <a:lnTo>
                  <a:pt x="2398336" y="0"/>
                </a:lnTo>
                <a:lnTo>
                  <a:pt x="3120570" y="0"/>
                </a:lnTo>
                <a:lnTo>
                  <a:pt x="3181350" y="0"/>
                </a:lnTo>
                <a:lnTo>
                  <a:pt x="3848100" y="0"/>
                </a:lnTo>
                <a:lnTo>
                  <a:pt x="3923245" y="0"/>
                </a:lnTo>
                <a:lnTo>
                  <a:pt x="4203480" y="0"/>
                </a:lnTo>
                <a:lnTo>
                  <a:pt x="4622041" y="0"/>
                </a:lnTo>
                <a:lnTo>
                  <a:pt x="5579686" y="0"/>
                </a:lnTo>
                <a:lnTo>
                  <a:pt x="6246436" y="0"/>
                </a:lnTo>
                <a:lnTo>
                  <a:pt x="6601816" y="0"/>
                </a:lnTo>
                <a:lnTo>
                  <a:pt x="7020377" y="0"/>
                </a:lnTo>
                <a:lnTo>
                  <a:pt x="6889727" y="203795"/>
                </a:lnTo>
                <a:cubicBezTo>
                  <a:pt x="6318314" y="1144214"/>
                  <a:pt x="5989261" y="2248180"/>
                  <a:pt x="5989261" y="3429000"/>
                </a:cubicBezTo>
                <a:cubicBezTo>
                  <a:pt x="5989261" y="4609821"/>
                  <a:pt x="6318314" y="5713787"/>
                  <a:pt x="6889727" y="6654205"/>
                </a:cubicBezTo>
                <a:lnTo>
                  <a:pt x="7020377" y="6858000"/>
                </a:lnTo>
                <a:lnTo>
                  <a:pt x="6850790" y="6858000"/>
                </a:lnTo>
                <a:lnTo>
                  <a:pt x="6246436" y="6858000"/>
                </a:lnTo>
                <a:lnTo>
                  <a:pt x="5579686" y="6858000"/>
                </a:ln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674270" y="6858000"/>
                </a:lnTo>
                <a:lnTo>
                  <a:pt x="3181350" y="6858000"/>
                </a:lnTo>
                <a:lnTo>
                  <a:pt x="3120570" y="6858000"/>
                </a:lnTo>
                <a:lnTo>
                  <a:pt x="2398336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92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65797" y="1868807"/>
            <a:ext cx="5875020" cy="4652640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552960" indent="-276480">
              <a:lnSpc>
                <a:spcPct val="100000"/>
              </a:lnSpc>
              <a:defRPr lang="en-US"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44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5920" indent="-27648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73C6320D-F937-4522-9E69-DB2AAD8AEA2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8265796" y="6615685"/>
            <a:ext cx="5875020" cy="825246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8972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07" userDrawn="1">
          <p15:clr>
            <a:srgbClr val="A4A3A4"/>
          </p15:clr>
        </p15:guide>
        <p15:guide id="2" orient="horz" pos="1068" userDrawn="1">
          <p15:clr>
            <a:srgbClr val="A4A3A4"/>
          </p15:clr>
        </p15:guide>
        <p15:guide id="3" orient="horz" pos="1177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67399" y="2246366"/>
            <a:ext cx="2703194" cy="27012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B83890-60A2-4CD7-8433-61AD833DB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587" y="5055870"/>
            <a:ext cx="4276723" cy="2073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962650" y="2246366"/>
            <a:ext cx="2703194" cy="270129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97F438E-420B-4461-8166-2D78133EC3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76839" y="5055870"/>
            <a:ext cx="4276723" cy="2073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559416" y="2246366"/>
            <a:ext cx="2703194" cy="27012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9ECF59E-500C-4172-89D4-A1C57F00AC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64090" y="5055870"/>
            <a:ext cx="4276723" cy="2073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6061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002" userDrawn="1">
          <p15:clr>
            <a:srgbClr val="A4A3A4"/>
          </p15:clr>
        </p15:guide>
        <p15:guide id="4" pos="3247" userDrawn="1">
          <p15:clr>
            <a:srgbClr val="A4A3A4"/>
          </p15:clr>
        </p15:guide>
        <p15:guide id="7" pos="5969" userDrawn="1">
          <p15:clr>
            <a:srgbClr val="A4A3A4"/>
          </p15:clr>
        </p15:guide>
        <p15:guide id="8" pos="6214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82390" y="2246366"/>
            <a:ext cx="2703194" cy="270129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1A1C981-C34F-4AC8-BCBC-EF60A8404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587" y="5055870"/>
            <a:ext cx="3110863" cy="210519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03199" y="2246366"/>
            <a:ext cx="2703194" cy="270129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6C688A6-EC75-41E6-89E3-785616D882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6720" y="5055870"/>
            <a:ext cx="3110863" cy="210519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24009" y="2246366"/>
            <a:ext cx="2703194" cy="27012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349FDEF-1604-484C-9A37-E1053654FA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23853" y="5055870"/>
            <a:ext cx="3110863" cy="210519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1244819" y="2246366"/>
            <a:ext cx="2703194" cy="270129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0DF9533-79B3-42E2-8B9E-0451E53518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040984" y="5055870"/>
            <a:ext cx="3110863" cy="210519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600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268" userDrawn="1">
          <p15:clr>
            <a:srgbClr val="A4A3A4"/>
          </p15:clr>
        </p15:guide>
        <p15:guide id="4" pos="2513" userDrawn="1">
          <p15:clr>
            <a:srgbClr val="A4A3A4"/>
          </p15:clr>
        </p15:guide>
        <p15:guide id="5" pos="4472" userDrawn="1">
          <p15:clr>
            <a:srgbClr val="A4A3A4"/>
          </p15:clr>
        </p15:guide>
        <p15:guide id="6" pos="4744" userDrawn="1">
          <p15:clr>
            <a:srgbClr val="A4A3A4"/>
          </p15:clr>
        </p15:guide>
        <p15:guide id="9" pos="6703" userDrawn="1">
          <p15:clr>
            <a:srgbClr val="A4A3A4"/>
          </p15:clr>
        </p15:guide>
        <p15:guide id="10" pos="6948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1943" y="2246365"/>
            <a:ext cx="2177578" cy="21760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71BD9E1-B9EE-42D7-BC3C-DA841714C7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587" y="4713209"/>
            <a:ext cx="254888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44176" y="2246365"/>
            <a:ext cx="2177578" cy="217604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CCE0E71-4EE2-4453-811E-324C358A3D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53740" y="4713209"/>
            <a:ext cx="254888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26410" y="2246365"/>
            <a:ext cx="2177578" cy="217604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029DFBF2-A17F-4774-A847-25FC10C367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19801" y="4713209"/>
            <a:ext cx="259079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013425" y="2246365"/>
            <a:ext cx="2177578" cy="217604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72086D3-E443-4D05-8160-29E2B792B7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27770" y="4713209"/>
            <a:ext cx="254888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5" name="Picture Placeholder 18">
            <a:extLst>
              <a:ext uri="{FF2B5EF4-FFF2-40B4-BE49-F238E27FC236}">
                <a16:creationId xmlns:a16="http://schemas.microsoft.com/office/drawing/2014/main" id="{1DFC729E-ACCA-470B-9E2F-8BB96EC99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1777580" y="2246365"/>
            <a:ext cx="2177578" cy="217604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84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D7CFDA92-B7D3-45FE-997C-88AF5348E9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591924" y="4713209"/>
            <a:ext cx="2548889" cy="25056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564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4" userDrawn="1">
          <p15:clr>
            <a:srgbClr val="A4A3A4"/>
          </p15:clr>
        </p15:guide>
        <p15:guide id="2" pos="2050" userDrawn="1">
          <p15:clr>
            <a:srgbClr val="A4A3A4"/>
          </p15:clr>
        </p15:guide>
        <p15:guide id="3" pos="3655" userDrawn="1">
          <p15:clr>
            <a:srgbClr val="A4A3A4"/>
          </p15:clr>
        </p15:guide>
        <p15:guide id="4" pos="3792" userDrawn="1">
          <p15:clr>
            <a:srgbClr val="A4A3A4"/>
          </p15:clr>
        </p15:guide>
        <p15:guide id="5" pos="5424" userDrawn="1">
          <p15:clr>
            <a:srgbClr val="A4A3A4"/>
          </p15:clr>
        </p15:guide>
        <p15:guide id="6" pos="5561" userDrawn="1">
          <p15:clr>
            <a:srgbClr val="A4A3A4"/>
          </p15:clr>
        </p15:guide>
        <p15:guide id="9" pos="7166" userDrawn="1">
          <p15:clr>
            <a:srgbClr val="A4A3A4"/>
          </p15:clr>
        </p15:guide>
        <p15:guide id="10" pos="7302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508765" y="923774"/>
            <a:ext cx="11612873" cy="63820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1520" dirty="0"/>
              <a:t>Do not use layouts</a:t>
            </a:r>
            <a:br>
              <a:rPr lang="en-US" sz="11520" dirty="0"/>
            </a:br>
            <a:r>
              <a:rPr lang="en-US" sz="1152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FA623EFF-7CE7-F648-8FCD-6272DCC6DDEC}"/>
              </a:ext>
            </a:extLst>
          </p:cNvPr>
          <p:cNvSpPr/>
          <p:nvPr userDrawn="1"/>
        </p:nvSpPr>
        <p:spPr>
          <a:xfrm>
            <a:off x="182880" y="18288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720"/>
              </a:spcAft>
            </a:pPr>
            <a:endParaRPr lang="en-US" sz="2592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875343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2DF5099-62D1-4656-B26C-07955959F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466" y="893445"/>
            <a:ext cx="6162674" cy="6162674"/>
          </a:xfrm>
          <a:custGeom>
            <a:avLst/>
            <a:gdLst>
              <a:gd name="connsiteX0" fmla="*/ 3035300 w 6070600"/>
              <a:gd name="connsiteY0" fmla="*/ 0 h 6070600"/>
              <a:gd name="connsiteX1" fmla="*/ 3647019 w 6070600"/>
              <a:gd name="connsiteY1" fmla="*/ 61667 h 6070600"/>
              <a:gd name="connsiteX2" fmla="*/ 3789752 w 6070600"/>
              <a:gd name="connsiteY2" fmla="*/ 98367 h 6070600"/>
              <a:gd name="connsiteX3" fmla="*/ 3789752 w 6070600"/>
              <a:gd name="connsiteY3" fmla="*/ 98367 h 6070600"/>
              <a:gd name="connsiteX4" fmla="*/ 3817989 w 6070600"/>
              <a:gd name="connsiteY4" fmla="*/ 105627 h 6070600"/>
              <a:gd name="connsiteX5" fmla="*/ 3937906 w 6070600"/>
              <a:gd name="connsiteY5" fmla="*/ 136461 h 6070600"/>
              <a:gd name="connsiteX6" fmla="*/ 4194228 w 6070600"/>
              <a:gd name="connsiteY6" fmla="*/ 230276 h 6070600"/>
              <a:gd name="connsiteX7" fmla="*/ 4272436 w 6070600"/>
              <a:gd name="connsiteY7" fmla="*/ 265342 h 6070600"/>
              <a:gd name="connsiteX8" fmla="*/ 4441383 w 6070600"/>
              <a:gd name="connsiteY8" fmla="*/ 346728 h 6070600"/>
              <a:gd name="connsiteX9" fmla="*/ 4526154 w 6070600"/>
              <a:gd name="connsiteY9" fmla="*/ 393105 h 6070600"/>
              <a:gd name="connsiteX10" fmla="*/ 4681392 w 6070600"/>
              <a:gd name="connsiteY10" fmla="*/ 487414 h 6070600"/>
              <a:gd name="connsiteX11" fmla="*/ 4757518 w 6070600"/>
              <a:gd name="connsiteY11" fmla="*/ 537190 h 6070600"/>
              <a:gd name="connsiteX12" fmla="*/ 4931089 w 6070600"/>
              <a:gd name="connsiteY12" fmla="*/ 666984 h 6070600"/>
              <a:gd name="connsiteX13" fmla="*/ 4972038 w 6070600"/>
              <a:gd name="connsiteY13" fmla="*/ 698573 h 6070600"/>
              <a:gd name="connsiteX14" fmla="*/ 5169719 w 6070600"/>
              <a:gd name="connsiteY14" fmla="*/ 878237 h 6070600"/>
              <a:gd name="connsiteX15" fmla="*/ 5220040 w 6070600"/>
              <a:gd name="connsiteY15" fmla="*/ 931334 h 6070600"/>
              <a:gd name="connsiteX16" fmla="*/ 5351649 w 6070600"/>
              <a:gd name="connsiteY16" fmla="*/ 1076140 h 6070600"/>
              <a:gd name="connsiteX17" fmla="*/ 5411013 w 6070600"/>
              <a:gd name="connsiteY17" fmla="*/ 1149404 h 6070600"/>
              <a:gd name="connsiteX18" fmla="*/ 5518492 w 6070600"/>
              <a:gd name="connsiteY18" fmla="*/ 1293133 h 6070600"/>
              <a:gd name="connsiteX19" fmla="*/ 5572142 w 6070600"/>
              <a:gd name="connsiteY19" fmla="*/ 1371030 h 6070600"/>
              <a:gd name="connsiteX20" fmla="*/ 5674235 w 6070600"/>
              <a:gd name="connsiteY20" fmla="*/ 1539081 h 6070600"/>
              <a:gd name="connsiteX21" fmla="*/ 5711243 w 6070600"/>
              <a:gd name="connsiteY21" fmla="*/ 1602999 h 6070600"/>
              <a:gd name="connsiteX22" fmla="*/ 5828486 w 6070600"/>
              <a:gd name="connsiteY22" fmla="*/ 1846382 h 6070600"/>
              <a:gd name="connsiteX23" fmla="*/ 5847251 w 6070600"/>
              <a:gd name="connsiteY23" fmla="*/ 1895299 h 6070600"/>
              <a:gd name="connsiteX24" fmla="*/ 5923089 w 6070600"/>
              <a:gd name="connsiteY24" fmla="*/ 2102503 h 6070600"/>
              <a:gd name="connsiteX25" fmla="*/ 5949298 w 6070600"/>
              <a:gd name="connsiteY25" fmla="*/ 2191649 h 6070600"/>
              <a:gd name="connsiteX26" fmla="*/ 5995703 w 6070600"/>
              <a:gd name="connsiteY26" fmla="*/ 2372124 h 6070600"/>
              <a:gd name="connsiteX27" fmla="*/ 6024462 w 6070600"/>
              <a:gd name="connsiteY27" fmla="*/ 2510537 h 6070600"/>
              <a:gd name="connsiteX28" fmla="*/ 6031283 w 6070600"/>
              <a:gd name="connsiteY28" fmla="*/ 2548729 h 6070600"/>
              <a:gd name="connsiteX29" fmla="*/ 6057844 w 6070600"/>
              <a:gd name="connsiteY29" fmla="*/ 2763290 h 6070600"/>
              <a:gd name="connsiteX30" fmla="*/ 6061300 w 6070600"/>
              <a:gd name="connsiteY30" fmla="*/ 2808740 h 6070600"/>
              <a:gd name="connsiteX31" fmla="*/ 6070600 w 6070600"/>
              <a:gd name="connsiteY31" fmla="*/ 3035300 h 6070600"/>
              <a:gd name="connsiteX32" fmla="*/ 6062723 w 6070600"/>
              <a:gd name="connsiteY32" fmla="*/ 3243146 h 6070600"/>
              <a:gd name="connsiteX33" fmla="*/ 6058818 w 6070600"/>
              <a:gd name="connsiteY33" fmla="*/ 3294506 h 6070600"/>
              <a:gd name="connsiteX34" fmla="*/ 6035627 w 6070600"/>
              <a:gd name="connsiteY34" fmla="*/ 3497545 h 6070600"/>
              <a:gd name="connsiteX35" fmla="*/ 6035627 w 6070600"/>
              <a:gd name="connsiteY35" fmla="*/ 3497546 h 6070600"/>
              <a:gd name="connsiteX36" fmla="*/ 6035626 w 6070600"/>
              <a:gd name="connsiteY36" fmla="*/ 3497550 h 6070600"/>
              <a:gd name="connsiteX37" fmla="*/ 6001364 w 6070600"/>
              <a:gd name="connsiteY37" fmla="*/ 3676459 h 6070600"/>
              <a:gd name="connsiteX38" fmla="*/ 5934139 w 6070600"/>
              <a:gd name="connsiteY38" fmla="*/ 3937906 h 6070600"/>
              <a:gd name="connsiteX39" fmla="*/ 5842195 w 6070600"/>
              <a:gd name="connsiteY39" fmla="*/ 4189117 h 6070600"/>
              <a:gd name="connsiteX40" fmla="*/ 5810609 w 6070600"/>
              <a:gd name="connsiteY40" fmla="*/ 4261328 h 6070600"/>
              <a:gd name="connsiteX41" fmla="*/ 5725424 w 6070600"/>
              <a:gd name="connsiteY41" fmla="*/ 4438163 h 6070600"/>
              <a:gd name="connsiteX42" fmla="*/ 5688952 w 6070600"/>
              <a:gd name="connsiteY42" fmla="*/ 4507296 h 6070600"/>
              <a:gd name="connsiteX43" fmla="*/ 5552219 w 6070600"/>
              <a:gd name="connsiteY43" fmla="*/ 4732365 h 6070600"/>
              <a:gd name="connsiteX44" fmla="*/ 5394921 w 6070600"/>
              <a:gd name="connsiteY44" fmla="*/ 4942717 h 6070600"/>
              <a:gd name="connsiteX45" fmla="*/ 5344783 w 6070600"/>
              <a:gd name="connsiteY45" fmla="*/ 5002015 h 6070600"/>
              <a:gd name="connsiteX46" fmla="*/ 5214216 w 6070600"/>
              <a:gd name="connsiteY46" fmla="*/ 5145674 h 6070600"/>
              <a:gd name="connsiteX47" fmla="*/ 5160026 w 6070600"/>
              <a:gd name="connsiteY47" fmla="*/ 5201173 h 6070600"/>
              <a:gd name="connsiteX48" fmla="*/ 4966033 w 6070600"/>
              <a:gd name="connsiteY48" fmla="*/ 5377485 h 6070600"/>
              <a:gd name="connsiteX49" fmla="*/ 4755837 w 6070600"/>
              <a:gd name="connsiteY49" fmla="*/ 5534667 h 6070600"/>
              <a:gd name="connsiteX50" fmla="*/ 4690842 w 6070600"/>
              <a:gd name="connsiteY50" fmla="*/ 5577445 h 6070600"/>
              <a:gd name="connsiteX51" fmla="*/ 4524051 w 6070600"/>
              <a:gd name="connsiteY51" fmla="*/ 5678773 h 6070600"/>
              <a:gd name="connsiteX52" fmla="*/ 4455737 w 6070600"/>
              <a:gd name="connsiteY52" fmla="*/ 5716958 h 6070600"/>
              <a:gd name="connsiteX53" fmla="*/ 4216777 w 6070600"/>
              <a:gd name="connsiteY53" fmla="*/ 5832071 h 6070600"/>
              <a:gd name="connsiteX54" fmla="*/ 4216776 w 6070600"/>
              <a:gd name="connsiteY54" fmla="*/ 5832071 h 6070600"/>
              <a:gd name="connsiteX55" fmla="*/ 4199821 w 6070600"/>
              <a:gd name="connsiteY55" fmla="*/ 5838277 h 6070600"/>
              <a:gd name="connsiteX56" fmla="*/ 3937906 w 6070600"/>
              <a:gd name="connsiteY56" fmla="*/ 5934139 h 6070600"/>
              <a:gd name="connsiteX57" fmla="*/ 3035300 w 6070600"/>
              <a:gd name="connsiteY57" fmla="*/ 6070600 h 6070600"/>
              <a:gd name="connsiteX58" fmla="*/ 0 w 6070600"/>
              <a:gd name="connsiteY58" fmla="*/ 3035300 h 6070600"/>
              <a:gd name="connsiteX59" fmla="*/ 3035300 w 6070600"/>
              <a:gd name="connsiteY59" fmla="*/ 0 h 607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070600" h="6070600">
                <a:moveTo>
                  <a:pt x="3035300" y="0"/>
                </a:moveTo>
                <a:cubicBezTo>
                  <a:pt x="3244844" y="0"/>
                  <a:pt x="3449428" y="21234"/>
                  <a:pt x="3647019" y="61667"/>
                </a:cubicBezTo>
                <a:lnTo>
                  <a:pt x="3789752" y="98367"/>
                </a:lnTo>
                <a:lnTo>
                  <a:pt x="3789752" y="98367"/>
                </a:lnTo>
                <a:lnTo>
                  <a:pt x="3817989" y="105627"/>
                </a:lnTo>
                <a:lnTo>
                  <a:pt x="3937906" y="136461"/>
                </a:lnTo>
                <a:lnTo>
                  <a:pt x="4194228" y="230276"/>
                </a:lnTo>
                <a:lnTo>
                  <a:pt x="4272436" y="265342"/>
                </a:lnTo>
                <a:lnTo>
                  <a:pt x="4441383" y="346728"/>
                </a:lnTo>
                <a:lnTo>
                  <a:pt x="4526154" y="393105"/>
                </a:lnTo>
                <a:lnTo>
                  <a:pt x="4681392" y="487414"/>
                </a:lnTo>
                <a:lnTo>
                  <a:pt x="4757518" y="537190"/>
                </a:lnTo>
                <a:lnTo>
                  <a:pt x="4931089" y="666984"/>
                </a:lnTo>
                <a:lnTo>
                  <a:pt x="4972038" y="698573"/>
                </a:lnTo>
                <a:lnTo>
                  <a:pt x="5169719" y="878237"/>
                </a:lnTo>
                <a:lnTo>
                  <a:pt x="5220040" y="931334"/>
                </a:lnTo>
                <a:lnTo>
                  <a:pt x="5351649" y="1076140"/>
                </a:lnTo>
                <a:lnTo>
                  <a:pt x="5411013" y="1149404"/>
                </a:lnTo>
                <a:lnTo>
                  <a:pt x="5518492" y="1293133"/>
                </a:lnTo>
                <a:lnTo>
                  <a:pt x="5572142" y="1371030"/>
                </a:lnTo>
                <a:lnTo>
                  <a:pt x="5674235" y="1539081"/>
                </a:lnTo>
                <a:lnTo>
                  <a:pt x="5711243" y="1602999"/>
                </a:lnTo>
                <a:lnTo>
                  <a:pt x="5828486" y="1846382"/>
                </a:lnTo>
                <a:lnTo>
                  <a:pt x="5847251" y="1895299"/>
                </a:lnTo>
                <a:lnTo>
                  <a:pt x="5923089" y="2102503"/>
                </a:lnTo>
                <a:lnTo>
                  <a:pt x="5949298" y="2191649"/>
                </a:lnTo>
                <a:lnTo>
                  <a:pt x="5995703" y="2372124"/>
                </a:lnTo>
                <a:lnTo>
                  <a:pt x="6024462" y="2510537"/>
                </a:lnTo>
                <a:lnTo>
                  <a:pt x="6031283" y="2548729"/>
                </a:lnTo>
                <a:lnTo>
                  <a:pt x="6057844" y="2763290"/>
                </a:lnTo>
                <a:lnTo>
                  <a:pt x="6061300" y="2808740"/>
                </a:lnTo>
                <a:lnTo>
                  <a:pt x="6070600" y="3035300"/>
                </a:lnTo>
                <a:lnTo>
                  <a:pt x="6062723" y="3243146"/>
                </a:lnTo>
                <a:lnTo>
                  <a:pt x="6058818" y="3294506"/>
                </a:lnTo>
                <a:lnTo>
                  <a:pt x="6035627" y="3497545"/>
                </a:lnTo>
                <a:lnTo>
                  <a:pt x="6035627" y="3497546"/>
                </a:lnTo>
                <a:lnTo>
                  <a:pt x="6035626" y="3497550"/>
                </a:lnTo>
                <a:lnTo>
                  <a:pt x="6001364" y="3676459"/>
                </a:lnTo>
                <a:lnTo>
                  <a:pt x="5934139" y="3937906"/>
                </a:lnTo>
                <a:lnTo>
                  <a:pt x="5842195" y="4189117"/>
                </a:lnTo>
                <a:lnTo>
                  <a:pt x="5810609" y="4261328"/>
                </a:lnTo>
                <a:lnTo>
                  <a:pt x="5725424" y="4438163"/>
                </a:lnTo>
                <a:lnTo>
                  <a:pt x="5688952" y="4507296"/>
                </a:lnTo>
                <a:lnTo>
                  <a:pt x="5552219" y="4732365"/>
                </a:lnTo>
                <a:lnTo>
                  <a:pt x="5394921" y="4942717"/>
                </a:lnTo>
                <a:lnTo>
                  <a:pt x="5344783" y="5002015"/>
                </a:lnTo>
                <a:lnTo>
                  <a:pt x="5214216" y="5145674"/>
                </a:lnTo>
                <a:lnTo>
                  <a:pt x="5160026" y="5201173"/>
                </a:lnTo>
                <a:lnTo>
                  <a:pt x="4966033" y="5377485"/>
                </a:lnTo>
                <a:lnTo>
                  <a:pt x="4755837" y="5534667"/>
                </a:lnTo>
                <a:lnTo>
                  <a:pt x="4690842" y="5577445"/>
                </a:lnTo>
                <a:lnTo>
                  <a:pt x="4524051" y="5678773"/>
                </a:lnTo>
                <a:lnTo>
                  <a:pt x="4455737" y="5716958"/>
                </a:lnTo>
                <a:lnTo>
                  <a:pt x="4216777" y="5832071"/>
                </a:lnTo>
                <a:lnTo>
                  <a:pt x="4216776" y="5832071"/>
                </a:lnTo>
                <a:lnTo>
                  <a:pt x="4199821" y="5838277"/>
                </a:lnTo>
                <a:lnTo>
                  <a:pt x="3937906" y="5934139"/>
                </a:lnTo>
                <a:cubicBezTo>
                  <a:pt x="3652773" y="6022825"/>
                  <a:pt x="3349616" y="6070600"/>
                  <a:pt x="3035300" y="6070600"/>
                </a:cubicBezTo>
                <a:cubicBezTo>
                  <a:pt x="1358950" y="6070600"/>
                  <a:pt x="0" y="4711650"/>
                  <a:pt x="0" y="3035300"/>
                </a:cubicBezTo>
                <a:cubicBezTo>
                  <a:pt x="0" y="1358950"/>
                  <a:pt x="1358950" y="0"/>
                  <a:pt x="30353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anchor="ctr" anchorCtr="0">
            <a:normAutofit/>
          </a:bodyPr>
          <a:lstStyle>
            <a:lvl1pPr algn="ctr"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3AE41C11-E666-4A3A-8B9C-2D2073391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4630400" cy="8229601"/>
          </a:xfrm>
          <a:custGeom>
            <a:avLst/>
            <a:gdLst>
              <a:gd name="connsiteX0" fmla="*/ 11696741 w 12192000"/>
              <a:gd name="connsiteY0" fmla="*/ 6413786 h 6858001"/>
              <a:gd name="connsiteX1" fmla="*/ 11675409 w 12192000"/>
              <a:gd name="connsiteY1" fmla="*/ 6438944 h 6858001"/>
              <a:gd name="connsiteX2" fmla="*/ 11730040 w 12192000"/>
              <a:gd name="connsiteY2" fmla="*/ 6517531 h 6858001"/>
              <a:gd name="connsiteX3" fmla="*/ 11787273 w 12192000"/>
              <a:gd name="connsiteY3" fmla="*/ 6510528 h 6858001"/>
              <a:gd name="connsiteX4" fmla="*/ 11788053 w 12192000"/>
              <a:gd name="connsiteY4" fmla="*/ 6506379 h 6858001"/>
              <a:gd name="connsiteX5" fmla="*/ 11792216 w 12192000"/>
              <a:gd name="connsiteY5" fmla="*/ 6478367 h 6858001"/>
              <a:gd name="connsiteX6" fmla="*/ 11758396 w 12192000"/>
              <a:gd name="connsiteY6" fmla="*/ 6463843 h 6858001"/>
              <a:gd name="connsiteX7" fmla="*/ 11760738 w 12192000"/>
              <a:gd name="connsiteY7" fmla="*/ 6499895 h 6858001"/>
              <a:gd name="connsiteX8" fmla="*/ 11760738 w 12192000"/>
              <a:gd name="connsiteY8" fmla="*/ 6504304 h 6858001"/>
              <a:gd name="connsiteX9" fmla="*/ 11744088 w 12192000"/>
              <a:gd name="connsiteY9" fmla="*/ 6515456 h 6858001"/>
              <a:gd name="connsiteX10" fmla="*/ 11688156 w 12192000"/>
              <a:gd name="connsiteY10" fmla="*/ 6432460 h 6858001"/>
              <a:gd name="connsiteX11" fmla="*/ 11689457 w 12192000"/>
              <a:gd name="connsiteY11" fmla="*/ 6431164 h 6858001"/>
              <a:gd name="connsiteX12" fmla="*/ 11690237 w 12192000"/>
              <a:gd name="connsiteY12" fmla="*/ 6431682 h 6858001"/>
              <a:gd name="connsiteX13" fmla="*/ 11690498 w 12192000"/>
              <a:gd name="connsiteY13" fmla="*/ 6431682 h 6858001"/>
              <a:gd name="connsiteX14" fmla="*/ 11758136 w 12192000"/>
              <a:gd name="connsiteY14" fmla="*/ 6459175 h 6858001"/>
              <a:gd name="connsiteX15" fmla="*/ 11792476 w 12192000"/>
              <a:gd name="connsiteY15" fmla="*/ 6473958 h 6858001"/>
              <a:gd name="connsiteX16" fmla="*/ 11819531 w 12192000"/>
              <a:gd name="connsiteY16" fmla="*/ 6486926 h 6858001"/>
              <a:gd name="connsiteX17" fmla="*/ 11831758 w 12192000"/>
              <a:gd name="connsiteY17" fmla="*/ 6503785 h 6858001"/>
              <a:gd name="connsiteX18" fmla="*/ 11679831 w 12192000"/>
              <a:gd name="connsiteY18" fmla="*/ 6616867 h 6858001"/>
              <a:gd name="connsiteX19" fmla="*/ 11679311 w 12192000"/>
              <a:gd name="connsiteY19" fmla="*/ 6617386 h 6858001"/>
              <a:gd name="connsiteX20" fmla="*/ 11678271 w 12192000"/>
              <a:gd name="connsiteY20" fmla="*/ 6618942 h 6858001"/>
              <a:gd name="connsiteX21" fmla="*/ 11678010 w 12192000"/>
              <a:gd name="connsiteY21" fmla="*/ 6619461 h 6858001"/>
              <a:gd name="connsiteX22" fmla="*/ 11673328 w 12192000"/>
              <a:gd name="connsiteY22" fmla="*/ 6633725 h 6858001"/>
              <a:gd name="connsiteX23" fmla="*/ 11692319 w 12192000"/>
              <a:gd name="connsiteY23" fmla="*/ 6657587 h 6858001"/>
              <a:gd name="connsiteX24" fmla="*/ 11705066 w 12192000"/>
              <a:gd name="connsiteY24" fmla="*/ 6659921 h 6858001"/>
              <a:gd name="connsiteX25" fmla="*/ 11707667 w 12192000"/>
              <a:gd name="connsiteY25" fmla="*/ 6660180 h 6858001"/>
              <a:gd name="connsiteX26" fmla="*/ 11833840 w 12192000"/>
              <a:gd name="connsiteY26" fmla="*/ 6635282 h 6858001"/>
              <a:gd name="connsiteX27" fmla="*/ 11843465 w 12192000"/>
              <a:gd name="connsiteY27" fmla="*/ 6609086 h 6858001"/>
              <a:gd name="connsiteX28" fmla="*/ 11799500 w 12192000"/>
              <a:gd name="connsiteY28" fmla="*/ 6583409 h 6858001"/>
              <a:gd name="connsiteX29" fmla="*/ 11790135 w 12192000"/>
              <a:gd name="connsiteY29" fmla="*/ 6589634 h 6858001"/>
              <a:gd name="connsiteX30" fmla="*/ 11825255 w 12192000"/>
              <a:gd name="connsiteY30" fmla="*/ 6612976 h 6858001"/>
              <a:gd name="connsiteX31" fmla="*/ 11823434 w 12192000"/>
              <a:gd name="connsiteY31" fmla="*/ 6616608 h 6858001"/>
              <a:gd name="connsiteX32" fmla="*/ 11821092 w 12192000"/>
              <a:gd name="connsiteY32" fmla="*/ 6616608 h 6858001"/>
              <a:gd name="connsiteX33" fmla="*/ 11743568 w 12192000"/>
              <a:gd name="connsiteY33" fmla="*/ 6621795 h 6858001"/>
              <a:gd name="connsiteX34" fmla="*/ 11736284 w 12192000"/>
              <a:gd name="connsiteY34" fmla="*/ 6622054 h 6858001"/>
              <a:gd name="connsiteX35" fmla="*/ 11748251 w 12192000"/>
              <a:gd name="connsiteY35" fmla="*/ 6612458 h 6858001"/>
              <a:gd name="connsiteX36" fmla="*/ 11871301 w 12192000"/>
              <a:gd name="connsiteY36" fmla="*/ 6530240 h 6858001"/>
              <a:gd name="connsiteX37" fmla="*/ 11841124 w 12192000"/>
              <a:gd name="connsiteY37" fmla="*/ 6451912 h 6858001"/>
              <a:gd name="connsiteX38" fmla="*/ 11696741 w 12192000"/>
              <a:gd name="connsiteY38" fmla="*/ 6413786 h 6858001"/>
              <a:gd name="connsiteX39" fmla="*/ 11759176 w 12192000"/>
              <a:gd name="connsiteY39" fmla="*/ 6303891 h 6858001"/>
              <a:gd name="connsiteX40" fmla="*/ 11641467 w 12192000"/>
              <a:gd name="connsiteY40" fmla="*/ 6408732 h 6858001"/>
              <a:gd name="connsiteX41" fmla="*/ 11597457 w 12192000"/>
              <a:gd name="connsiteY41" fmla="*/ 6477501 h 6858001"/>
              <a:gd name="connsiteX42" fmla="*/ 11615946 w 12192000"/>
              <a:gd name="connsiteY42" fmla="*/ 6498261 h 6858001"/>
              <a:gd name="connsiteX43" fmla="*/ 11737041 w 12192000"/>
              <a:gd name="connsiteY43" fmla="*/ 6560802 h 6858001"/>
              <a:gd name="connsiteX44" fmla="*/ 11746676 w 12192000"/>
              <a:gd name="connsiteY44" fmla="*/ 6554834 h 6858001"/>
              <a:gd name="connsiteX45" fmla="*/ 11639384 w 12192000"/>
              <a:gd name="connsiteY45" fmla="*/ 6495666 h 6858001"/>
              <a:gd name="connsiteX46" fmla="*/ 11622717 w 12192000"/>
              <a:gd name="connsiteY46" fmla="*/ 6480096 h 6858001"/>
              <a:gd name="connsiteX47" fmla="*/ 11652405 w 12192000"/>
              <a:gd name="connsiteY47" fmla="*/ 6448955 h 6858001"/>
              <a:gd name="connsiteX48" fmla="*/ 11668811 w 12192000"/>
              <a:gd name="connsiteY48" fmla="*/ 6432606 h 6858001"/>
              <a:gd name="connsiteX49" fmla="*/ 11670895 w 12192000"/>
              <a:gd name="connsiteY49" fmla="*/ 6415738 h 6858001"/>
              <a:gd name="connsiteX50" fmla="*/ 11692249 w 12192000"/>
              <a:gd name="connsiteY50" fmla="*/ 6408991 h 6858001"/>
              <a:gd name="connsiteX51" fmla="*/ 11720374 w 12192000"/>
              <a:gd name="connsiteY51" fmla="*/ 6380705 h 6858001"/>
              <a:gd name="connsiteX52" fmla="*/ 11743291 w 12192000"/>
              <a:gd name="connsiteY52" fmla="*/ 6362799 h 6858001"/>
              <a:gd name="connsiteX53" fmla="*/ 11749801 w 12192000"/>
              <a:gd name="connsiteY53" fmla="*/ 6375255 h 6858001"/>
              <a:gd name="connsiteX54" fmla="*/ 11754749 w 12192000"/>
              <a:gd name="connsiteY54" fmla="*/ 6420669 h 6858001"/>
              <a:gd name="connsiteX55" fmla="*/ 11793812 w 12192000"/>
              <a:gd name="connsiteY55" fmla="*/ 6431568 h 6858001"/>
              <a:gd name="connsiteX56" fmla="*/ 11759176 w 12192000"/>
              <a:gd name="connsiteY56" fmla="*/ 6303891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0 w 12192000"/>
              <a:gd name="connsiteY6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2192000" h="6858001">
                <a:moveTo>
                  <a:pt x="11696741" y="6413786"/>
                </a:moveTo>
                <a:cubicBezTo>
                  <a:pt x="11675409" y="6410933"/>
                  <a:pt x="11666824" y="6418714"/>
                  <a:pt x="11675409" y="6438944"/>
                </a:cubicBezTo>
                <a:cubicBezTo>
                  <a:pt x="11684254" y="6458915"/>
                  <a:pt x="11706627" y="6492373"/>
                  <a:pt x="11730040" y="6517531"/>
                </a:cubicBezTo>
                <a:cubicBezTo>
                  <a:pt x="11753714" y="6542430"/>
                  <a:pt x="11779208" y="6549433"/>
                  <a:pt x="11787273" y="6510528"/>
                </a:cubicBezTo>
                <a:cubicBezTo>
                  <a:pt x="11787533" y="6509232"/>
                  <a:pt x="11787793" y="6507935"/>
                  <a:pt x="11788053" y="6506379"/>
                </a:cubicBezTo>
                <a:cubicBezTo>
                  <a:pt x="11789874" y="6496523"/>
                  <a:pt x="11791435" y="6486926"/>
                  <a:pt x="11792216" y="6478367"/>
                </a:cubicBezTo>
                <a:cubicBezTo>
                  <a:pt x="11781810" y="6473699"/>
                  <a:pt x="11770103" y="6468771"/>
                  <a:pt x="11758396" y="6463843"/>
                </a:cubicBezTo>
                <a:cubicBezTo>
                  <a:pt x="11759177" y="6472661"/>
                  <a:pt x="11760217" y="6487964"/>
                  <a:pt x="11760738" y="6499895"/>
                </a:cubicBezTo>
                <a:cubicBezTo>
                  <a:pt x="11760738" y="6501191"/>
                  <a:pt x="11760738" y="6502748"/>
                  <a:pt x="11760738" y="6504304"/>
                </a:cubicBezTo>
                <a:cubicBezTo>
                  <a:pt x="11761518" y="6523237"/>
                  <a:pt x="11755014" y="6523237"/>
                  <a:pt x="11744088" y="6515456"/>
                </a:cubicBezTo>
                <a:cubicBezTo>
                  <a:pt x="11731341" y="6506379"/>
                  <a:pt x="11692579" y="6455284"/>
                  <a:pt x="11688156" y="6432460"/>
                </a:cubicBezTo>
                <a:cubicBezTo>
                  <a:pt x="11687896" y="6431164"/>
                  <a:pt x="11688676" y="6430904"/>
                  <a:pt x="11689457" y="6431164"/>
                </a:cubicBezTo>
                <a:cubicBezTo>
                  <a:pt x="11689717" y="6431423"/>
                  <a:pt x="11689977" y="6431423"/>
                  <a:pt x="11690237" y="6431682"/>
                </a:cubicBezTo>
                <a:cubicBezTo>
                  <a:pt x="11690237" y="6431682"/>
                  <a:pt x="11690237" y="6431682"/>
                  <a:pt x="11690498" y="6431682"/>
                </a:cubicBezTo>
                <a:cubicBezTo>
                  <a:pt x="11699082" y="6435054"/>
                  <a:pt x="11728479" y="6446725"/>
                  <a:pt x="11758136" y="6459175"/>
                </a:cubicBezTo>
                <a:cubicBezTo>
                  <a:pt x="11769843" y="6464103"/>
                  <a:pt x="11781810" y="6469290"/>
                  <a:pt x="11792476" y="6473958"/>
                </a:cubicBezTo>
                <a:cubicBezTo>
                  <a:pt x="11803142" y="6478627"/>
                  <a:pt x="11812507" y="6483295"/>
                  <a:pt x="11819531" y="6486926"/>
                </a:cubicBezTo>
                <a:cubicBezTo>
                  <a:pt x="11832279" y="6493670"/>
                  <a:pt x="11837221" y="6498338"/>
                  <a:pt x="11831758" y="6503785"/>
                </a:cubicBezTo>
                <a:cubicBezTo>
                  <a:pt x="11805223" y="6531018"/>
                  <a:pt x="11711830" y="6569404"/>
                  <a:pt x="11679831" y="6616867"/>
                </a:cubicBezTo>
                <a:cubicBezTo>
                  <a:pt x="11679831" y="6616867"/>
                  <a:pt x="11679571" y="6617126"/>
                  <a:pt x="11679311" y="6617386"/>
                </a:cubicBezTo>
                <a:cubicBezTo>
                  <a:pt x="11679051" y="6617904"/>
                  <a:pt x="11678531" y="6618423"/>
                  <a:pt x="11678271" y="6618942"/>
                </a:cubicBezTo>
                <a:cubicBezTo>
                  <a:pt x="11678271" y="6619201"/>
                  <a:pt x="11678271" y="6619461"/>
                  <a:pt x="11678010" y="6619461"/>
                </a:cubicBezTo>
                <a:cubicBezTo>
                  <a:pt x="11676450" y="6622573"/>
                  <a:pt x="11674108" y="6627501"/>
                  <a:pt x="11673328" y="6633725"/>
                </a:cubicBezTo>
                <a:cubicBezTo>
                  <a:pt x="11672027" y="6644100"/>
                  <a:pt x="11677490" y="6653696"/>
                  <a:pt x="11692319" y="6657587"/>
                </a:cubicBezTo>
                <a:cubicBezTo>
                  <a:pt x="11696221" y="6658624"/>
                  <a:pt x="11700383" y="6659402"/>
                  <a:pt x="11705066" y="6659921"/>
                </a:cubicBezTo>
                <a:cubicBezTo>
                  <a:pt x="11705846" y="6660180"/>
                  <a:pt x="11706887" y="6660180"/>
                  <a:pt x="11707667" y="6660180"/>
                </a:cubicBezTo>
                <a:cubicBezTo>
                  <a:pt x="11736544" y="6661477"/>
                  <a:pt x="11811207" y="6645137"/>
                  <a:pt x="11833840" y="6635282"/>
                </a:cubicBezTo>
                <a:cubicBezTo>
                  <a:pt x="11857253" y="6624907"/>
                  <a:pt x="11850229" y="6614533"/>
                  <a:pt x="11843465" y="6609086"/>
                </a:cubicBezTo>
                <a:cubicBezTo>
                  <a:pt x="11838262" y="6604936"/>
                  <a:pt x="11812247" y="6590412"/>
                  <a:pt x="11799500" y="6583409"/>
                </a:cubicBezTo>
                <a:cubicBezTo>
                  <a:pt x="11796118" y="6585743"/>
                  <a:pt x="11793516" y="6587300"/>
                  <a:pt x="11790135" y="6589634"/>
                </a:cubicBezTo>
                <a:cubicBezTo>
                  <a:pt x="11811727" y="6602602"/>
                  <a:pt x="11820312" y="6609086"/>
                  <a:pt x="11825255" y="6612976"/>
                </a:cubicBezTo>
                <a:cubicBezTo>
                  <a:pt x="11827336" y="6614533"/>
                  <a:pt x="11826295" y="6616348"/>
                  <a:pt x="11823434" y="6616608"/>
                </a:cubicBezTo>
                <a:cubicBezTo>
                  <a:pt x="11822653" y="6616608"/>
                  <a:pt x="11821873" y="6616608"/>
                  <a:pt x="11821092" y="6616608"/>
                </a:cubicBezTo>
                <a:cubicBezTo>
                  <a:pt x="11800540" y="6618164"/>
                  <a:pt x="11761778" y="6620757"/>
                  <a:pt x="11743568" y="6621795"/>
                </a:cubicBezTo>
                <a:cubicBezTo>
                  <a:pt x="11740966" y="6622054"/>
                  <a:pt x="11737845" y="6622054"/>
                  <a:pt x="11736284" y="6622054"/>
                </a:cubicBezTo>
                <a:cubicBezTo>
                  <a:pt x="11740706" y="6617904"/>
                  <a:pt x="11745649" y="6614273"/>
                  <a:pt x="11748251" y="6612458"/>
                </a:cubicBezTo>
                <a:cubicBezTo>
                  <a:pt x="11787273" y="6584965"/>
                  <a:pt x="11852050" y="6546580"/>
                  <a:pt x="11871301" y="6530240"/>
                </a:cubicBezTo>
                <a:cubicBezTo>
                  <a:pt x="11885349" y="6518050"/>
                  <a:pt x="11923851" y="6480961"/>
                  <a:pt x="11841124" y="6451912"/>
                </a:cubicBezTo>
                <a:cubicBezTo>
                  <a:pt x="11817450" y="6443872"/>
                  <a:pt x="11758657" y="6422086"/>
                  <a:pt x="11696741" y="6413786"/>
                </a:cubicBezTo>
                <a:close/>
                <a:moveTo>
                  <a:pt x="11759176" y="6303891"/>
                </a:moveTo>
                <a:cubicBezTo>
                  <a:pt x="11739124" y="6301296"/>
                  <a:pt x="11708916" y="6326468"/>
                  <a:pt x="11641467" y="6408732"/>
                </a:cubicBezTo>
                <a:cubicBezTo>
                  <a:pt x="11628967" y="6423783"/>
                  <a:pt x="11599800" y="6460633"/>
                  <a:pt x="11597457" y="6477501"/>
                </a:cubicBezTo>
                <a:cubicBezTo>
                  <a:pt x="11595894" y="6489438"/>
                  <a:pt x="11608655" y="6494628"/>
                  <a:pt x="11615946" y="6498261"/>
                </a:cubicBezTo>
                <a:cubicBezTo>
                  <a:pt x="11622717" y="6501894"/>
                  <a:pt x="11700843" y="6540561"/>
                  <a:pt x="11737041" y="6560802"/>
                </a:cubicBezTo>
                <a:cubicBezTo>
                  <a:pt x="11740166" y="6558726"/>
                  <a:pt x="11743291" y="6556650"/>
                  <a:pt x="11746676" y="6554834"/>
                </a:cubicBezTo>
                <a:cubicBezTo>
                  <a:pt x="11725062" y="6543156"/>
                  <a:pt x="11664124" y="6510458"/>
                  <a:pt x="11639384" y="6495666"/>
                </a:cubicBezTo>
                <a:cubicBezTo>
                  <a:pt x="11629228" y="6489698"/>
                  <a:pt x="11622196" y="6484767"/>
                  <a:pt x="11622717" y="6480096"/>
                </a:cubicBezTo>
                <a:cubicBezTo>
                  <a:pt x="11623498" y="6474387"/>
                  <a:pt x="11638342" y="6462968"/>
                  <a:pt x="11652405" y="6448955"/>
                </a:cubicBezTo>
                <a:cubicBezTo>
                  <a:pt x="11656051" y="6445322"/>
                  <a:pt x="11662040" y="6439353"/>
                  <a:pt x="11668811" y="6432606"/>
                </a:cubicBezTo>
                <a:cubicBezTo>
                  <a:pt x="11666988" y="6425600"/>
                  <a:pt x="11667769" y="6419890"/>
                  <a:pt x="11670895" y="6415738"/>
                </a:cubicBezTo>
                <a:cubicBezTo>
                  <a:pt x="11674801" y="6410548"/>
                  <a:pt x="11681832" y="6408472"/>
                  <a:pt x="11692249" y="6408991"/>
                </a:cubicBezTo>
                <a:cubicBezTo>
                  <a:pt x="11705009" y="6396275"/>
                  <a:pt x="11716468" y="6384857"/>
                  <a:pt x="11720374" y="6380705"/>
                </a:cubicBezTo>
                <a:cubicBezTo>
                  <a:pt x="11729489" y="6371622"/>
                  <a:pt x="11739124" y="6362280"/>
                  <a:pt x="11743291" y="6362799"/>
                </a:cubicBezTo>
                <a:cubicBezTo>
                  <a:pt x="11746676" y="6363318"/>
                  <a:pt x="11748499" y="6366432"/>
                  <a:pt x="11749801" y="6375255"/>
                </a:cubicBezTo>
                <a:cubicBezTo>
                  <a:pt x="11750843" y="6383041"/>
                  <a:pt x="11753447" y="6405618"/>
                  <a:pt x="11754749" y="6420669"/>
                </a:cubicBezTo>
                <a:cubicBezTo>
                  <a:pt x="11768812" y="6424043"/>
                  <a:pt x="11781833" y="6427935"/>
                  <a:pt x="11793812" y="6431568"/>
                </a:cubicBezTo>
                <a:cubicBezTo>
                  <a:pt x="11792249" y="6328544"/>
                  <a:pt x="11780531" y="6306746"/>
                  <a:pt x="11759176" y="630389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0" y="6858001"/>
                </a:lnTo>
                <a:close/>
              </a:path>
            </a:pathLst>
          </a:custGeom>
          <a:noFill/>
        </p:spPr>
        <p:txBody>
          <a:bodyPr wrap="square" lIns="6588000" tIns="0" bIns="274320" anchor="ctr" anchorCtr="0">
            <a:noAutofit/>
          </a:bodyPr>
          <a:lstStyle>
            <a:lvl1pPr marL="0" marR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92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5CAD3-E638-495B-86BB-AC828CDE2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0372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A7F1880-4AC1-4D46-9996-85279490A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0982" y="2"/>
            <a:ext cx="7339420" cy="6705601"/>
          </a:xfrm>
          <a:custGeom>
            <a:avLst/>
            <a:gdLst>
              <a:gd name="connsiteX0" fmla="*/ 354640 w 6116183"/>
              <a:gd name="connsiteY0" fmla="*/ 0 h 5588001"/>
              <a:gd name="connsiteX1" fmla="*/ 6116183 w 6116183"/>
              <a:gd name="connsiteY1" fmla="*/ 0 h 5588001"/>
              <a:gd name="connsiteX2" fmla="*/ 6116183 w 6116183"/>
              <a:gd name="connsiteY2" fmla="*/ 4944550 h 5588001"/>
              <a:gd name="connsiteX3" fmla="*/ 6115373 w 6116183"/>
              <a:gd name="connsiteY3" fmla="*/ 4945083 h 5588001"/>
              <a:gd name="connsiteX4" fmla="*/ 5897930 w 6116183"/>
              <a:gd name="connsiteY4" fmla="*/ 5077183 h 5588001"/>
              <a:gd name="connsiteX5" fmla="*/ 5808870 w 6116183"/>
              <a:gd name="connsiteY5" fmla="*/ 5126964 h 5588001"/>
              <a:gd name="connsiteX6" fmla="*/ 5497342 w 6116183"/>
              <a:gd name="connsiteY6" fmla="*/ 5277035 h 5588001"/>
              <a:gd name="connsiteX7" fmla="*/ 5497341 w 6116183"/>
              <a:gd name="connsiteY7" fmla="*/ 5277035 h 5588001"/>
              <a:gd name="connsiteX8" fmla="*/ 5475237 w 6116183"/>
              <a:gd name="connsiteY8" fmla="*/ 5285126 h 5588001"/>
              <a:gd name="connsiteX9" fmla="*/ 5133783 w 6116183"/>
              <a:gd name="connsiteY9" fmla="*/ 5410099 h 5588001"/>
              <a:gd name="connsiteX10" fmla="*/ 3957070 w 6116183"/>
              <a:gd name="connsiteY10" fmla="*/ 5588001 h 5588001"/>
              <a:gd name="connsiteX11" fmla="*/ 0 w 6116183"/>
              <a:gd name="connsiteY11" fmla="*/ 1630931 h 5588001"/>
              <a:gd name="connsiteX12" fmla="*/ 310966 w 6116183"/>
              <a:gd name="connsiteY12" fmla="*/ 90661 h 558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6183" h="5588001">
                <a:moveTo>
                  <a:pt x="354640" y="0"/>
                </a:moveTo>
                <a:lnTo>
                  <a:pt x="6116183" y="0"/>
                </a:lnTo>
                <a:lnTo>
                  <a:pt x="6116183" y="4944550"/>
                </a:lnTo>
                <a:lnTo>
                  <a:pt x="6115373" y="4945083"/>
                </a:lnTo>
                <a:lnTo>
                  <a:pt x="5897930" y="5077183"/>
                </a:lnTo>
                <a:lnTo>
                  <a:pt x="5808870" y="5126964"/>
                </a:lnTo>
                <a:lnTo>
                  <a:pt x="5497342" y="5277035"/>
                </a:lnTo>
                <a:lnTo>
                  <a:pt x="5497341" y="5277035"/>
                </a:lnTo>
                <a:lnTo>
                  <a:pt x="5475237" y="5285126"/>
                </a:lnTo>
                <a:lnTo>
                  <a:pt x="5133783" y="5410099"/>
                </a:lnTo>
                <a:cubicBezTo>
                  <a:pt x="4762059" y="5525718"/>
                  <a:pt x="4366839" y="5588001"/>
                  <a:pt x="3957070" y="5588001"/>
                </a:cubicBezTo>
                <a:cubicBezTo>
                  <a:pt x="1771641" y="5588001"/>
                  <a:pt x="0" y="3816361"/>
                  <a:pt x="0" y="1630931"/>
                </a:cubicBezTo>
                <a:cubicBezTo>
                  <a:pt x="0" y="1084574"/>
                  <a:pt x="110728" y="564078"/>
                  <a:pt x="310966" y="90661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576000" tIns="360000" rIns="396000" bIns="1368000" anchor="ctr" anchorCtr="0">
            <a:normAutofit/>
          </a:bodyPr>
          <a:lstStyle>
            <a:lvl1pPr algn="ctr"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4987E5A-4AC6-4082-8355-9708308C8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4630400" cy="8229601"/>
          </a:xfrm>
          <a:custGeom>
            <a:avLst/>
            <a:gdLst>
              <a:gd name="connsiteX0" fmla="*/ 11696741 w 12192000"/>
              <a:gd name="connsiteY0" fmla="*/ 6413786 h 6858001"/>
              <a:gd name="connsiteX1" fmla="*/ 11675409 w 12192000"/>
              <a:gd name="connsiteY1" fmla="*/ 6438944 h 6858001"/>
              <a:gd name="connsiteX2" fmla="*/ 11730040 w 12192000"/>
              <a:gd name="connsiteY2" fmla="*/ 6517531 h 6858001"/>
              <a:gd name="connsiteX3" fmla="*/ 11787273 w 12192000"/>
              <a:gd name="connsiteY3" fmla="*/ 6510528 h 6858001"/>
              <a:gd name="connsiteX4" fmla="*/ 11788053 w 12192000"/>
              <a:gd name="connsiteY4" fmla="*/ 6506379 h 6858001"/>
              <a:gd name="connsiteX5" fmla="*/ 11792216 w 12192000"/>
              <a:gd name="connsiteY5" fmla="*/ 6478367 h 6858001"/>
              <a:gd name="connsiteX6" fmla="*/ 11758396 w 12192000"/>
              <a:gd name="connsiteY6" fmla="*/ 6463843 h 6858001"/>
              <a:gd name="connsiteX7" fmla="*/ 11760738 w 12192000"/>
              <a:gd name="connsiteY7" fmla="*/ 6499895 h 6858001"/>
              <a:gd name="connsiteX8" fmla="*/ 11760738 w 12192000"/>
              <a:gd name="connsiteY8" fmla="*/ 6504304 h 6858001"/>
              <a:gd name="connsiteX9" fmla="*/ 11744088 w 12192000"/>
              <a:gd name="connsiteY9" fmla="*/ 6515456 h 6858001"/>
              <a:gd name="connsiteX10" fmla="*/ 11688156 w 12192000"/>
              <a:gd name="connsiteY10" fmla="*/ 6432460 h 6858001"/>
              <a:gd name="connsiteX11" fmla="*/ 11689457 w 12192000"/>
              <a:gd name="connsiteY11" fmla="*/ 6431164 h 6858001"/>
              <a:gd name="connsiteX12" fmla="*/ 11690237 w 12192000"/>
              <a:gd name="connsiteY12" fmla="*/ 6431682 h 6858001"/>
              <a:gd name="connsiteX13" fmla="*/ 11690498 w 12192000"/>
              <a:gd name="connsiteY13" fmla="*/ 6431682 h 6858001"/>
              <a:gd name="connsiteX14" fmla="*/ 11758136 w 12192000"/>
              <a:gd name="connsiteY14" fmla="*/ 6459175 h 6858001"/>
              <a:gd name="connsiteX15" fmla="*/ 11792476 w 12192000"/>
              <a:gd name="connsiteY15" fmla="*/ 6473958 h 6858001"/>
              <a:gd name="connsiteX16" fmla="*/ 11819531 w 12192000"/>
              <a:gd name="connsiteY16" fmla="*/ 6486926 h 6858001"/>
              <a:gd name="connsiteX17" fmla="*/ 11831758 w 12192000"/>
              <a:gd name="connsiteY17" fmla="*/ 6503785 h 6858001"/>
              <a:gd name="connsiteX18" fmla="*/ 11679831 w 12192000"/>
              <a:gd name="connsiteY18" fmla="*/ 6616867 h 6858001"/>
              <a:gd name="connsiteX19" fmla="*/ 11679311 w 12192000"/>
              <a:gd name="connsiteY19" fmla="*/ 6617386 h 6858001"/>
              <a:gd name="connsiteX20" fmla="*/ 11678271 w 12192000"/>
              <a:gd name="connsiteY20" fmla="*/ 6618942 h 6858001"/>
              <a:gd name="connsiteX21" fmla="*/ 11678010 w 12192000"/>
              <a:gd name="connsiteY21" fmla="*/ 6619461 h 6858001"/>
              <a:gd name="connsiteX22" fmla="*/ 11673328 w 12192000"/>
              <a:gd name="connsiteY22" fmla="*/ 6633725 h 6858001"/>
              <a:gd name="connsiteX23" fmla="*/ 11692319 w 12192000"/>
              <a:gd name="connsiteY23" fmla="*/ 6657587 h 6858001"/>
              <a:gd name="connsiteX24" fmla="*/ 11705066 w 12192000"/>
              <a:gd name="connsiteY24" fmla="*/ 6659921 h 6858001"/>
              <a:gd name="connsiteX25" fmla="*/ 11707667 w 12192000"/>
              <a:gd name="connsiteY25" fmla="*/ 6660180 h 6858001"/>
              <a:gd name="connsiteX26" fmla="*/ 11833840 w 12192000"/>
              <a:gd name="connsiteY26" fmla="*/ 6635282 h 6858001"/>
              <a:gd name="connsiteX27" fmla="*/ 11843465 w 12192000"/>
              <a:gd name="connsiteY27" fmla="*/ 6609086 h 6858001"/>
              <a:gd name="connsiteX28" fmla="*/ 11799500 w 12192000"/>
              <a:gd name="connsiteY28" fmla="*/ 6583409 h 6858001"/>
              <a:gd name="connsiteX29" fmla="*/ 11790135 w 12192000"/>
              <a:gd name="connsiteY29" fmla="*/ 6589634 h 6858001"/>
              <a:gd name="connsiteX30" fmla="*/ 11825255 w 12192000"/>
              <a:gd name="connsiteY30" fmla="*/ 6612976 h 6858001"/>
              <a:gd name="connsiteX31" fmla="*/ 11823434 w 12192000"/>
              <a:gd name="connsiteY31" fmla="*/ 6616608 h 6858001"/>
              <a:gd name="connsiteX32" fmla="*/ 11821092 w 12192000"/>
              <a:gd name="connsiteY32" fmla="*/ 6616608 h 6858001"/>
              <a:gd name="connsiteX33" fmla="*/ 11743568 w 12192000"/>
              <a:gd name="connsiteY33" fmla="*/ 6621795 h 6858001"/>
              <a:gd name="connsiteX34" fmla="*/ 11736284 w 12192000"/>
              <a:gd name="connsiteY34" fmla="*/ 6622054 h 6858001"/>
              <a:gd name="connsiteX35" fmla="*/ 11748251 w 12192000"/>
              <a:gd name="connsiteY35" fmla="*/ 6612458 h 6858001"/>
              <a:gd name="connsiteX36" fmla="*/ 11871301 w 12192000"/>
              <a:gd name="connsiteY36" fmla="*/ 6530240 h 6858001"/>
              <a:gd name="connsiteX37" fmla="*/ 11841124 w 12192000"/>
              <a:gd name="connsiteY37" fmla="*/ 6451912 h 6858001"/>
              <a:gd name="connsiteX38" fmla="*/ 11696741 w 12192000"/>
              <a:gd name="connsiteY38" fmla="*/ 6413786 h 6858001"/>
              <a:gd name="connsiteX39" fmla="*/ 11759176 w 12192000"/>
              <a:gd name="connsiteY39" fmla="*/ 6303891 h 6858001"/>
              <a:gd name="connsiteX40" fmla="*/ 11641467 w 12192000"/>
              <a:gd name="connsiteY40" fmla="*/ 6408732 h 6858001"/>
              <a:gd name="connsiteX41" fmla="*/ 11597457 w 12192000"/>
              <a:gd name="connsiteY41" fmla="*/ 6477501 h 6858001"/>
              <a:gd name="connsiteX42" fmla="*/ 11615946 w 12192000"/>
              <a:gd name="connsiteY42" fmla="*/ 6498261 h 6858001"/>
              <a:gd name="connsiteX43" fmla="*/ 11737041 w 12192000"/>
              <a:gd name="connsiteY43" fmla="*/ 6560802 h 6858001"/>
              <a:gd name="connsiteX44" fmla="*/ 11746676 w 12192000"/>
              <a:gd name="connsiteY44" fmla="*/ 6554834 h 6858001"/>
              <a:gd name="connsiteX45" fmla="*/ 11639384 w 12192000"/>
              <a:gd name="connsiteY45" fmla="*/ 6495666 h 6858001"/>
              <a:gd name="connsiteX46" fmla="*/ 11622717 w 12192000"/>
              <a:gd name="connsiteY46" fmla="*/ 6480096 h 6858001"/>
              <a:gd name="connsiteX47" fmla="*/ 11652405 w 12192000"/>
              <a:gd name="connsiteY47" fmla="*/ 6448955 h 6858001"/>
              <a:gd name="connsiteX48" fmla="*/ 11668811 w 12192000"/>
              <a:gd name="connsiteY48" fmla="*/ 6432606 h 6858001"/>
              <a:gd name="connsiteX49" fmla="*/ 11670895 w 12192000"/>
              <a:gd name="connsiteY49" fmla="*/ 6415738 h 6858001"/>
              <a:gd name="connsiteX50" fmla="*/ 11692249 w 12192000"/>
              <a:gd name="connsiteY50" fmla="*/ 6408991 h 6858001"/>
              <a:gd name="connsiteX51" fmla="*/ 11720374 w 12192000"/>
              <a:gd name="connsiteY51" fmla="*/ 6380705 h 6858001"/>
              <a:gd name="connsiteX52" fmla="*/ 11743291 w 12192000"/>
              <a:gd name="connsiteY52" fmla="*/ 6362799 h 6858001"/>
              <a:gd name="connsiteX53" fmla="*/ 11749801 w 12192000"/>
              <a:gd name="connsiteY53" fmla="*/ 6375255 h 6858001"/>
              <a:gd name="connsiteX54" fmla="*/ 11754749 w 12192000"/>
              <a:gd name="connsiteY54" fmla="*/ 6420669 h 6858001"/>
              <a:gd name="connsiteX55" fmla="*/ 11793812 w 12192000"/>
              <a:gd name="connsiteY55" fmla="*/ 6431568 h 6858001"/>
              <a:gd name="connsiteX56" fmla="*/ 11759176 w 12192000"/>
              <a:gd name="connsiteY56" fmla="*/ 6303891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0 w 12192000"/>
              <a:gd name="connsiteY6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2192000" h="6858001">
                <a:moveTo>
                  <a:pt x="11696741" y="6413786"/>
                </a:moveTo>
                <a:cubicBezTo>
                  <a:pt x="11675409" y="6410933"/>
                  <a:pt x="11666824" y="6418714"/>
                  <a:pt x="11675409" y="6438944"/>
                </a:cubicBezTo>
                <a:cubicBezTo>
                  <a:pt x="11684254" y="6458915"/>
                  <a:pt x="11706627" y="6492373"/>
                  <a:pt x="11730040" y="6517531"/>
                </a:cubicBezTo>
                <a:cubicBezTo>
                  <a:pt x="11753714" y="6542430"/>
                  <a:pt x="11779208" y="6549433"/>
                  <a:pt x="11787273" y="6510528"/>
                </a:cubicBezTo>
                <a:cubicBezTo>
                  <a:pt x="11787533" y="6509232"/>
                  <a:pt x="11787793" y="6507935"/>
                  <a:pt x="11788053" y="6506379"/>
                </a:cubicBezTo>
                <a:cubicBezTo>
                  <a:pt x="11789874" y="6496523"/>
                  <a:pt x="11791435" y="6486926"/>
                  <a:pt x="11792216" y="6478367"/>
                </a:cubicBezTo>
                <a:cubicBezTo>
                  <a:pt x="11781810" y="6473699"/>
                  <a:pt x="11770103" y="6468771"/>
                  <a:pt x="11758396" y="6463843"/>
                </a:cubicBezTo>
                <a:cubicBezTo>
                  <a:pt x="11759177" y="6472661"/>
                  <a:pt x="11760217" y="6487964"/>
                  <a:pt x="11760738" y="6499895"/>
                </a:cubicBezTo>
                <a:cubicBezTo>
                  <a:pt x="11760738" y="6501191"/>
                  <a:pt x="11760738" y="6502748"/>
                  <a:pt x="11760738" y="6504304"/>
                </a:cubicBezTo>
                <a:cubicBezTo>
                  <a:pt x="11761518" y="6523237"/>
                  <a:pt x="11755014" y="6523237"/>
                  <a:pt x="11744088" y="6515456"/>
                </a:cubicBezTo>
                <a:cubicBezTo>
                  <a:pt x="11731341" y="6506379"/>
                  <a:pt x="11692579" y="6455284"/>
                  <a:pt x="11688156" y="6432460"/>
                </a:cubicBezTo>
                <a:cubicBezTo>
                  <a:pt x="11687896" y="6431164"/>
                  <a:pt x="11688676" y="6430904"/>
                  <a:pt x="11689457" y="6431164"/>
                </a:cubicBezTo>
                <a:cubicBezTo>
                  <a:pt x="11689717" y="6431423"/>
                  <a:pt x="11689977" y="6431423"/>
                  <a:pt x="11690237" y="6431682"/>
                </a:cubicBezTo>
                <a:cubicBezTo>
                  <a:pt x="11690237" y="6431682"/>
                  <a:pt x="11690237" y="6431682"/>
                  <a:pt x="11690498" y="6431682"/>
                </a:cubicBezTo>
                <a:cubicBezTo>
                  <a:pt x="11699082" y="6435054"/>
                  <a:pt x="11728479" y="6446725"/>
                  <a:pt x="11758136" y="6459175"/>
                </a:cubicBezTo>
                <a:cubicBezTo>
                  <a:pt x="11769843" y="6464103"/>
                  <a:pt x="11781810" y="6469290"/>
                  <a:pt x="11792476" y="6473958"/>
                </a:cubicBezTo>
                <a:cubicBezTo>
                  <a:pt x="11803142" y="6478627"/>
                  <a:pt x="11812507" y="6483295"/>
                  <a:pt x="11819531" y="6486926"/>
                </a:cubicBezTo>
                <a:cubicBezTo>
                  <a:pt x="11832279" y="6493670"/>
                  <a:pt x="11837221" y="6498338"/>
                  <a:pt x="11831758" y="6503785"/>
                </a:cubicBezTo>
                <a:cubicBezTo>
                  <a:pt x="11805223" y="6531018"/>
                  <a:pt x="11711830" y="6569404"/>
                  <a:pt x="11679831" y="6616867"/>
                </a:cubicBezTo>
                <a:cubicBezTo>
                  <a:pt x="11679831" y="6616867"/>
                  <a:pt x="11679571" y="6617126"/>
                  <a:pt x="11679311" y="6617386"/>
                </a:cubicBezTo>
                <a:cubicBezTo>
                  <a:pt x="11679051" y="6617904"/>
                  <a:pt x="11678531" y="6618423"/>
                  <a:pt x="11678271" y="6618942"/>
                </a:cubicBezTo>
                <a:cubicBezTo>
                  <a:pt x="11678271" y="6619201"/>
                  <a:pt x="11678271" y="6619461"/>
                  <a:pt x="11678010" y="6619461"/>
                </a:cubicBezTo>
                <a:cubicBezTo>
                  <a:pt x="11676450" y="6622573"/>
                  <a:pt x="11674108" y="6627501"/>
                  <a:pt x="11673328" y="6633725"/>
                </a:cubicBezTo>
                <a:cubicBezTo>
                  <a:pt x="11672027" y="6644100"/>
                  <a:pt x="11677490" y="6653696"/>
                  <a:pt x="11692319" y="6657587"/>
                </a:cubicBezTo>
                <a:cubicBezTo>
                  <a:pt x="11696221" y="6658624"/>
                  <a:pt x="11700383" y="6659402"/>
                  <a:pt x="11705066" y="6659921"/>
                </a:cubicBezTo>
                <a:cubicBezTo>
                  <a:pt x="11705846" y="6660180"/>
                  <a:pt x="11706887" y="6660180"/>
                  <a:pt x="11707667" y="6660180"/>
                </a:cubicBezTo>
                <a:cubicBezTo>
                  <a:pt x="11736544" y="6661477"/>
                  <a:pt x="11811207" y="6645137"/>
                  <a:pt x="11833840" y="6635282"/>
                </a:cubicBezTo>
                <a:cubicBezTo>
                  <a:pt x="11857253" y="6624907"/>
                  <a:pt x="11850229" y="6614533"/>
                  <a:pt x="11843465" y="6609086"/>
                </a:cubicBezTo>
                <a:cubicBezTo>
                  <a:pt x="11838262" y="6604936"/>
                  <a:pt x="11812247" y="6590412"/>
                  <a:pt x="11799500" y="6583409"/>
                </a:cubicBezTo>
                <a:cubicBezTo>
                  <a:pt x="11796118" y="6585743"/>
                  <a:pt x="11793516" y="6587300"/>
                  <a:pt x="11790135" y="6589634"/>
                </a:cubicBezTo>
                <a:cubicBezTo>
                  <a:pt x="11811727" y="6602602"/>
                  <a:pt x="11820312" y="6609086"/>
                  <a:pt x="11825255" y="6612976"/>
                </a:cubicBezTo>
                <a:cubicBezTo>
                  <a:pt x="11827336" y="6614533"/>
                  <a:pt x="11826295" y="6616348"/>
                  <a:pt x="11823434" y="6616608"/>
                </a:cubicBezTo>
                <a:cubicBezTo>
                  <a:pt x="11822653" y="6616608"/>
                  <a:pt x="11821873" y="6616608"/>
                  <a:pt x="11821092" y="6616608"/>
                </a:cubicBezTo>
                <a:cubicBezTo>
                  <a:pt x="11800540" y="6618164"/>
                  <a:pt x="11761778" y="6620757"/>
                  <a:pt x="11743568" y="6621795"/>
                </a:cubicBezTo>
                <a:cubicBezTo>
                  <a:pt x="11740966" y="6622054"/>
                  <a:pt x="11737845" y="6622054"/>
                  <a:pt x="11736284" y="6622054"/>
                </a:cubicBezTo>
                <a:cubicBezTo>
                  <a:pt x="11740706" y="6617904"/>
                  <a:pt x="11745649" y="6614273"/>
                  <a:pt x="11748251" y="6612458"/>
                </a:cubicBezTo>
                <a:cubicBezTo>
                  <a:pt x="11787273" y="6584965"/>
                  <a:pt x="11852050" y="6546580"/>
                  <a:pt x="11871301" y="6530240"/>
                </a:cubicBezTo>
                <a:cubicBezTo>
                  <a:pt x="11885349" y="6518050"/>
                  <a:pt x="11923851" y="6480961"/>
                  <a:pt x="11841124" y="6451912"/>
                </a:cubicBezTo>
                <a:cubicBezTo>
                  <a:pt x="11817450" y="6443872"/>
                  <a:pt x="11758657" y="6422086"/>
                  <a:pt x="11696741" y="6413786"/>
                </a:cubicBezTo>
                <a:close/>
                <a:moveTo>
                  <a:pt x="11759176" y="6303891"/>
                </a:moveTo>
                <a:cubicBezTo>
                  <a:pt x="11739124" y="6301296"/>
                  <a:pt x="11708916" y="6326468"/>
                  <a:pt x="11641467" y="6408732"/>
                </a:cubicBezTo>
                <a:cubicBezTo>
                  <a:pt x="11628967" y="6423783"/>
                  <a:pt x="11599800" y="6460633"/>
                  <a:pt x="11597457" y="6477501"/>
                </a:cubicBezTo>
                <a:cubicBezTo>
                  <a:pt x="11595894" y="6489438"/>
                  <a:pt x="11608655" y="6494628"/>
                  <a:pt x="11615946" y="6498261"/>
                </a:cubicBezTo>
                <a:cubicBezTo>
                  <a:pt x="11622717" y="6501894"/>
                  <a:pt x="11700843" y="6540561"/>
                  <a:pt x="11737041" y="6560802"/>
                </a:cubicBezTo>
                <a:cubicBezTo>
                  <a:pt x="11740166" y="6558726"/>
                  <a:pt x="11743291" y="6556650"/>
                  <a:pt x="11746676" y="6554834"/>
                </a:cubicBezTo>
                <a:cubicBezTo>
                  <a:pt x="11725062" y="6543156"/>
                  <a:pt x="11664124" y="6510458"/>
                  <a:pt x="11639384" y="6495666"/>
                </a:cubicBezTo>
                <a:cubicBezTo>
                  <a:pt x="11629228" y="6489698"/>
                  <a:pt x="11622196" y="6484767"/>
                  <a:pt x="11622717" y="6480096"/>
                </a:cubicBezTo>
                <a:cubicBezTo>
                  <a:pt x="11623498" y="6474387"/>
                  <a:pt x="11638342" y="6462968"/>
                  <a:pt x="11652405" y="6448955"/>
                </a:cubicBezTo>
                <a:cubicBezTo>
                  <a:pt x="11656051" y="6445322"/>
                  <a:pt x="11662040" y="6439353"/>
                  <a:pt x="11668811" y="6432606"/>
                </a:cubicBezTo>
                <a:cubicBezTo>
                  <a:pt x="11666988" y="6425600"/>
                  <a:pt x="11667769" y="6419890"/>
                  <a:pt x="11670895" y="6415738"/>
                </a:cubicBezTo>
                <a:cubicBezTo>
                  <a:pt x="11674801" y="6410548"/>
                  <a:pt x="11681832" y="6408472"/>
                  <a:pt x="11692249" y="6408991"/>
                </a:cubicBezTo>
                <a:cubicBezTo>
                  <a:pt x="11705009" y="6396275"/>
                  <a:pt x="11716468" y="6384857"/>
                  <a:pt x="11720374" y="6380705"/>
                </a:cubicBezTo>
                <a:cubicBezTo>
                  <a:pt x="11729489" y="6371622"/>
                  <a:pt x="11739124" y="6362280"/>
                  <a:pt x="11743291" y="6362799"/>
                </a:cubicBezTo>
                <a:cubicBezTo>
                  <a:pt x="11746676" y="6363318"/>
                  <a:pt x="11748499" y="6366432"/>
                  <a:pt x="11749801" y="6375255"/>
                </a:cubicBezTo>
                <a:cubicBezTo>
                  <a:pt x="11750843" y="6383041"/>
                  <a:pt x="11753447" y="6405618"/>
                  <a:pt x="11754749" y="6420669"/>
                </a:cubicBezTo>
                <a:cubicBezTo>
                  <a:pt x="11768812" y="6424043"/>
                  <a:pt x="11781833" y="6427935"/>
                  <a:pt x="11793812" y="6431568"/>
                </a:cubicBezTo>
                <a:cubicBezTo>
                  <a:pt x="11792249" y="6328544"/>
                  <a:pt x="11780531" y="6306746"/>
                  <a:pt x="11759176" y="630389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0" y="6858001"/>
                </a:lnTo>
                <a:close/>
              </a:path>
            </a:pathLst>
          </a:custGeom>
          <a:noFill/>
        </p:spPr>
        <p:txBody>
          <a:bodyPr wrap="square" lIns="0" tIns="0" rIns="6588000" bIns="274320" anchor="ctr" anchorCtr="0">
            <a:noAutofit/>
          </a:bodyPr>
          <a:lstStyle>
            <a:lvl1pPr marL="0" marR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92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36B2-DE1A-4EDF-9151-6195BF6EA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36257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9641-D30A-4DF2-BE88-21F4A0002C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2392681"/>
            <a:ext cx="5484496" cy="2746248"/>
          </a:xfrm>
        </p:spPr>
        <p:txBody>
          <a:bodyPr vert="horz" lIns="0" tIns="0" rIns="0" bIns="0" rtlCol="0" anchor="ctr" anchorCtr="0">
            <a:normAutofit/>
          </a:bodyPr>
          <a:lstStyle>
            <a:lvl1pPr algn="l">
              <a:lnSpc>
                <a:spcPct val="100000"/>
              </a:lnSpc>
              <a:defRPr lang="en-US" sz="7200">
                <a:solidFill>
                  <a:schemeClr val="bg1"/>
                </a:solidFill>
              </a:defRPr>
            </a:lvl1pPr>
          </a:lstStyle>
          <a:p>
            <a:pPr marL="0" lvl="0" algn="ctr"/>
            <a:r>
              <a:rPr lang="en-US" dirty="0"/>
              <a:t>Click to add 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27E92E2-B66F-49A8-A639-B009FB80E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52159" y="0"/>
            <a:ext cx="8078243" cy="8229600"/>
          </a:xfrm>
          <a:custGeom>
            <a:avLst/>
            <a:gdLst>
              <a:gd name="connsiteX0" fmla="*/ 2376274 w 6731869"/>
              <a:gd name="connsiteY0" fmla="*/ 0 h 6858000"/>
              <a:gd name="connsiteX1" fmla="*/ 5054843 w 6731869"/>
              <a:gd name="connsiteY1" fmla="*/ 0 h 6858000"/>
              <a:gd name="connsiteX2" fmla="*/ 5161821 w 6731869"/>
              <a:gd name="connsiteY2" fmla="*/ 42383 h 6858000"/>
              <a:gd name="connsiteX3" fmla="*/ 6582663 w 6731869"/>
              <a:gd name="connsiteY3" fmla="*/ 1107621 h 6858000"/>
              <a:gd name="connsiteX4" fmla="*/ 6731869 w 6731869"/>
              <a:gd name="connsiteY4" fmla="*/ 1308112 h 6858000"/>
              <a:gd name="connsiteX5" fmla="*/ 6731869 w 6731869"/>
              <a:gd name="connsiteY5" fmla="*/ 5656777 h 6858000"/>
              <a:gd name="connsiteX6" fmla="*/ 6582663 w 6731869"/>
              <a:gd name="connsiteY6" fmla="*/ 5857268 h 6858000"/>
              <a:gd name="connsiteX7" fmla="*/ 5326406 w 6731869"/>
              <a:gd name="connsiteY7" fmla="*/ 6847739 h 6858000"/>
              <a:gd name="connsiteX8" fmla="*/ 5303818 w 6731869"/>
              <a:gd name="connsiteY8" fmla="*/ 6858000 h 6858000"/>
              <a:gd name="connsiteX9" fmla="*/ 2127298 w 6731869"/>
              <a:gd name="connsiteY9" fmla="*/ 6858000 h 6858000"/>
              <a:gd name="connsiteX10" fmla="*/ 2104710 w 6731869"/>
              <a:gd name="connsiteY10" fmla="*/ 6847739 h 6858000"/>
              <a:gd name="connsiteX11" fmla="*/ 0 w 6731869"/>
              <a:gd name="connsiteY11" fmla="*/ 3482444 h 6858000"/>
              <a:gd name="connsiteX12" fmla="*/ 2269295 w 6731869"/>
              <a:gd name="connsiteY12" fmla="*/ 423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731869" h="6858000">
                <a:moveTo>
                  <a:pt x="2376274" y="0"/>
                </a:moveTo>
                <a:lnTo>
                  <a:pt x="5054843" y="0"/>
                </a:lnTo>
                <a:lnTo>
                  <a:pt x="5161821" y="42383"/>
                </a:lnTo>
                <a:cubicBezTo>
                  <a:pt x="5717475" y="278537"/>
                  <a:pt x="6204059" y="646648"/>
                  <a:pt x="6582663" y="1107621"/>
                </a:cubicBezTo>
                <a:lnTo>
                  <a:pt x="6731869" y="1308112"/>
                </a:lnTo>
                <a:lnTo>
                  <a:pt x="6731869" y="5656777"/>
                </a:lnTo>
                <a:lnTo>
                  <a:pt x="6582663" y="5857268"/>
                </a:lnTo>
                <a:cubicBezTo>
                  <a:pt x="6241919" y="6272143"/>
                  <a:pt x="5813712" y="6611800"/>
                  <a:pt x="5326406" y="6847739"/>
                </a:cubicBezTo>
                <a:lnTo>
                  <a:pt x="5303818" y="6858000"/>
                </a:lnTo>
                <a:lnTo>
                  <a:pt x="2127298" y="6858000"/>
                </a:lnTo>
                <a:lnTo>
                  <a:pt x="2104710" y="6847739"/>
                </a:lnTo>
                <a:cubicBezTo>
                  <a:pt x="859373" y="6244784"/>
                  <a:pt x="0" y="4964456"/>
                  <a:pt x="0" y="3482444"/>
                </a:cubicBezTo>
                <a:cubicBezTo>
                  <a:pt x="0" y="1935997"/>
                  <a:pt x="935726" y="609153"/>
                  <a:pt x="2269295" y="4238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360000" bIns="64008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2269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 descr="Thank you.">
            <a:extLst>
              <a:ext uri="{FF2B5EF4-FFF2-40B4-BE49-F238E27FC236}">
                <a16:creationId xmlns:a16="http://schemas.microsoft.com/office/drawing/2014/main" id="{6064A62C-74DF-483B-9317-9F19F96F45A3}"/>
              </a:ext>
            </a:extLst>
          </p:cNvPr>
          <p:cNvSpPr txBox="1"/>
          <p:nvPr userDrawn="1"/>
        </p:nvSpPr>
        <p:spPr>
          <a:xfrm>
            <a:off x="8078244" y="3560802"/>
            <a:ext cx="6062573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8DB7B12-48CD-451F-A1A9-30DAE6BA2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8078243" cy="8229600"/>
          </a:xfrm>
          <a:custGeom>
            <a:avLst/>
            <a:gdLst>
              <a:gd name="connsiteX0" fmla="*/ 1677026 w 6731869"/>
              <a:gd name="connsiteY0" fmla="*/ 0 h 6858000"/>
              <a:gd name="connsiteX1" fmla="*/ 4355595 w 6731869"/>
              <a:gd name="connsiteY1" fmla="*/ 0 h 6858000"/>
              <a:gd name="connsiteX2" fmla="*/ 4462574 w 6731869"/>
              <a:gd name="connsiteY2" fmla="*/ 42383 h 6858000"/>
              <a:gd name="connsiteX3" fmla="*/ 6731869 w 6731869"/>
              <a:gd name="connsiteY3" fmla="*/ 3482444 h 6858000"/>
              <a:gd name="connsiteX4" fmla="*/ 4627159 w 6731869"/>
              <a:gd name="connsiteY4" fmla="*/ 6847739 h 6858000"/>
              <a:gd name="connsiteX5" fmla="*/ 4604571 w 6731869"/>
              <a:gd name="connsiteY5" fmla="*/ 6858000 h 6858000"/>
              <a:gd name="connsiteX6" fmla="*/ 1428051 w 6731869"/>
              <a:gd name="connsiteY6" fmla="*/ 6858000 h 6858000"/>
              <a:gd name="connsiteX7" fmla="*/ 1405463 w 6731869"/>
              <a:gd name="connsiteY7" fmla="*/ 6847739 h 6858000"/>
              <a:gd name="connsiteX8" fmla="*/ 149206 w 6731869"/>
              <a:gd name="connsiteY8" fmla="*/ 5857268 h 6858000"/>
              <a:gd name="connsiteX9" fmla="*/ 0 w 6731869"/>
              <a:gd name="connsiteY9" fmla="*/ 5656777 h 6858000"/>
              <a:gd name="connsiteX10" fmla="*/ 0 w 6731869"/>
              <a:gd name="connsiteY10" fmla="*/ 1308112 h 6858000"/>
              <a:gd name="connsiteX11" fmla="*/ 149206 w 6731869"/>
              <a:gd name="connsiteY11" fmla="*/ 1107621 h 6858000"/>
              <a:gd name="connsiteX12" fmla="*/ 1570048 w 6731869"/>
              <a:gd name="connsiteY12" fmla="*/ 423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731869" h="6858000">
                <a:moveTo>
                  <a:pt x="1677026" y="0"/>
                </a:moveTo>
                <a:lnTo>
                  <a:pt x="4355595" y="0"/>
                </a:lnTo>
                <a:lnTo>
                  <a:pt x="4462574" y="42383"/>
                </a:lnTo>
                <a:cubicBezTo>
                  <a:pt x="5796143" y="609153"/>
                  <a:pt x="6731869" y="1935997"/>
                  <a:pt x="6731869" y="3482444"/>
                </a:cubicBezTo>
                <a:cubicBezTo>
                  <a:pt x="6731869" y="4964456"/>
                  <a:pt x="5872496" y="6244784"/>
                  <a:pt x="4627159" y="6847739"/>
                </a:cubicBezTo>
                <a:lnTo>
                  <a:pt x="4604571" y="6858000"/>
                </a:lnTo>
                <a:lnTo>
                  <a:pt x="1428051" y="6858000"/>
                </a:lnTo>
                <a:lnTo>
                  <a:pt x="1405463" y="6847739"/>
                </a:lnTo>
                <a:cubicBezTo>
                  <a:pt x="918157" y="6611800"/>
                  <a:pt x="489950" y="6272143"/>
                  <a:pt x="149206" y="5857268"/>
                </a:cubicBezTo>
                <a:lnTo>
                  <a:pt x="0" y="5656777"/>
                </a:lnTo>
                <a:lnTo>
                  <a:pt x="0" y="1308112"/>
                </a:lnTo>
                <a:lnTo>
                  <a:pt x="149206" y="1107621"/>
                </a:lnTo>
                <a:cubicBezTo>
                  <a:pt x="527810" y="646648"/>
                  <a:pt x="1014394" y="278537"/>
                  <a:pt x="1570048" y="4238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360000" bIns="64008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8602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0"/>
            <a:ext cx="11045952" cy="8229600"/>
          </a:xfrm>
          <a:custGeom>
            <a:avLst/>
            <a:gdLst>
              <a:gd name="connsiteX0" fmla="*/ 1600111 w 9204960"/>
              <a:gd name="connsiteY0" fmla="*/ 0 h 6858000"/>
              <a:gd name="connsiteX1" fmla="*/ 7604849 w 9204960"/>
              <a:gd name="connsiteY1" fmla="*/ 0 h 6858000"/>
              <a:gd name="connsiteX2" fmla="*/ 7697084 w 9204960"/>
              <a:gd name="connsiteY2" fmla="*/ 79896 h 6858000"/>
              <a:gd name="connsiteX3" fmla="*/ 9204960 w 9204960"/>
              <a:gd name="connsiteY3" fmla="*/ 3486735 h 6858000"/>
              <a:gd name="connsiteX4" fmla="*/ 7856925 w 9204960"/>
              <a:gd name="connsiteY4" fmla="*/ 6741180 h 6858000"/>
              <a:gd name="connsiteX5" fmla="*/ 7734397 w 9204960"/>
              <a:gd name="connsiteY5" fmla="*/ 6858000 h 6858000"/>
              <a:gd name="connsiteX6" fmla="*/ 1470564 w 9204960"/>
              <a:gd name="connsiteY6" fmla="*/ 6858000 h 6858000"/>
              <a:gd name="connsiteX7" fmla="*/ 1348035 w 9204960"/>
              <a:gd name="connsiteY7" fmla="*/ 6741180 h 6858000"/>
              <a:gd name="connsiteX8" fmla="*/ 0 w 9204960"/>
              <a:gd name="connsiteY8" fmla="*/ 3486735 h 6858000"/>
              <a:gd name="connsiteX9" fmla="*/ 1507876 w 9204960"/>
              <a:gd name="connsiteY9" fmla="*/ 798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04960" h="6858000">
                <a:moveTo>
                  <a:pt x="1600111" y="0"/>
                </a:moveTo>
                <a:lnTo>
                  <a:pt x="7604849" y="0"/>
                </a:lnTo>
                <a:lnTo>
                  <a:pt x="7697084" y="79896"/>
                </a:lnTo>
                <a:cubicBezTo>
                  <a:pt x="8623404" y="921818"/>
                  <a:pt x="9204960" y="2136361"/>
                  <a:pt x="9204960" y="3486735"/>
                </a:cubicBezTo>
                <a:cubicBezTo>
                  <a:pt x="9204960" y="4757675"/>
                  <a:pt x="8689810" y="5908295"/>
                  <a:pt x="7856925" y="6741180"/>
                </a:cubicBezTo>
                <a:lnTo>
                  <a:pt x="7734397" y="6858000"/>
                </a:lnTo>
                <a:lnTo>
                  <a:pt x="1470564" y="6858000"/>
                </a:lnTo>
                <a:lnTo>
                  <a:pt x="1348035" y="6741180"/>
                </a:lnTo>
                <a:cubicBezTo>
                  <a:pt x="515150" y="5908295"/>
                  <a:pt x="0" y="4757675"/>
                  <a:pt x="0" y="3486735"/>
                </a:cubicBezTo>
                <a:cubicBezTo>
                  <a:pt x="0" y="2136361"/>
                  <a:pt x="581556" y="921818"/>
                  <a:pt x="1507876" y="7989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1044000" tIns="1440000" rIns="1044000" bIns="2268000" anchor="ctr" anchorCtr="0">
            <a:noAutofit/>
          </a:bodyPr>
          <a:lstStyle>
            <a:lvl1pPr algn="ctr">
              <a:lnSpc>
                <a:spcPct val="10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“Click to add quote”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6869" y="5697582"/>
            <a:ext cx="5956663" cy="130410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attribution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19648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508765" y="923774"/>
            <a:ext cx="11612873" cy="63820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1520" dirty="0"/>
              <a:t>Do not use layouts</a:t>
            </a:r>
            <a:br>
              <a:rPr lang="en-US" sz="11520" dirty="0"/>
            </a:br>
            <a:r>
              <a:rPr lang="en-US" sz="1152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67A6BD22-A0FD-E747-A45C-6A8FB5227CDB}"/>
              </a:ext>
            </a:extLst>
          </p:cNvPr>
          <p:cNvSpPr/>
          <p:nvPr userDrawn="1"/>
        </p:nvSpPr>
        <p:spPr>
          <a:xfrm>
            <a:off x="182880" y="18288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720"/>
              </a:spcAft>
            </a:pPr>
            <a:endParaRPr lang="en-US" sz="2592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73553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314" y="485775"/>
            <a:ext cx="8741501" cy="1209676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40B35679-83CF-4DE2-BCA6-286802F65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" y="0"/>
            <a:ext cx="5546449" cy="82296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920" b="1" dirty="0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</a:t>
            </a:r>
            <a:br>
              <a:rPr lang="en-US" dirty="0"/>
            </a:br>
            <a:r>
              <a:rPr lang="en-US" dirty="0"/>
              <a:t>Brand Pictures, or insert a </a:t>
            </a:r>
            <a:br>
              <a:rPr lang="en-US" dirty="0"/>
            </a:br>
            <a:r>
              <a:rPr lang="en-US" dirty="0"/>
              <a:t>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</a:t>
            </a:r>
            <a:br>
              <a:rPr lang="en-US" dirty="0"/>
            </a:br>
            <a:r>
              <a:rPr lang="en-US" dirty="0"/>
              <a:t>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2D347-F52F-43C1-87F8-DDC9498C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99314" y="2423344"/>
            <a:ext cx="889920" cy="88992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1280" y="2532019"/>
            <a:ext cx="7709534" cy="6912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A674ED9-5FA4-4FE1-86F0-863ECF4F5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314" y="3732500"/>
            <a:ext cx="889920" cy="88992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31280" y="3843366"/>
            <a:ext cx="7709534" cy="6912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C1651B7-FA29-4E69-8977-501BC13BB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99314" y="5043848"/>
            <a:ext cx="889920" cy="889920"/>
          </a:xfrm>
          <a:prstGeom prst="ellipse">
            <a:avLst/>
          </a:prstGeom>
          <a:solidFill>
            <a:schemeClr val="accent6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31280" y="5154714"/>
            <a:ext cx="7709534" cy="6912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EC615CB5-4947-47D0-B400-A69B3468C4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370197" y="6652261"/>
            <a:ext cx="8770620" cy="78867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0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83" userDrawn="1">
          <p15:clr>
            <a:srgbClr val="A4A3A4"/>
          </p15:clr>
        </p15:guide>
        <p15:guide id="2" orient="horz" pos="1068" userDrawn="1">
          <p15:clr>
            <a:srgbClr val="A4A3A4"/>
          </p15:clr>
        </p15:guide>
        <p15:guide id="3" orient="horz" pos="1177" userDrawn="1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4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314" y="485775"/>
            <a:ext cx="8741501" cy="1209676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</a:t>
            </a:r>
            <a:r>
              <a:rPr lang="en-US"/>
              <a:t>enter title </a:t>
            </a:r>
            <a:r>
              <a:rPr lang="en-US" dirty="0"/>
              <a:t>here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A75641-709C-423B-B1F0-AD4EF905E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" y="0"/>
            <a:ext cx="5546449" cy="82296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920" b="1" dirty="0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</a:t>
            </a:r>
            <a:br>
              <a:rPr lang="en-US" dirty="0"/>
            </a:br>
            <a:r>
              <a:rPr lang="en-US" dirty="0"/>
              <a:t>Brand Pictures, or insert a </a:t>
            </a:r>
            <a:br>
              <a:rPr lang="en-US" dirty="0"/>
            </a:br>
            <a:r>
              <a:rPr lang="en-US" dirty="0"/>
              <a:t>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</a:t>
            </a:r>
            <a:br>
              <a:rPr lang="en-US" dirty="0"/>
            </a:br>
            <a:r>
              <a:rPr lang="en-US" dirty="0"/>
              <a:t>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405DB1E-6924-443C-A8B8-FFCED6D04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99314" y="2059909"/>
            <a:ext cx="889920" cy="88992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1280" y="2159269"/>
            <a:ext cx="7709534" cy="6912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620A9FC-75F4-4534-8E23-737EFB4DB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314" y="3157682"/>
            <a:ext cx="889920" cy="88992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31280" y="3257042"/>
            <a:ext cx="7709534" cy="6912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0C7DB09-B358-4330-A556-6A32306FB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99314" y="4255456"/>
            <a:ext cx="889920" cy="889920"/>
          </a:xfrm>
          <a:prstGeom prst="ellipse">
            <a:avLst/>
          </a:prstGeom>
          <a:solidFill>
            <a:schemeClr val="accent6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31280" y="4354816"/>
            <a:ext cx="7709534" cy="6912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7F83E1A-C572-414D-B749-C4B0072E4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314" y="5353230"/>
            <a:ext cx="889920" cy="889920"/>
          </a:xfrm>
          <a:prstGeom prst="ellipse">
            <a:avLst/>
          </a:prstGeom>
          <a:solidFill>
            <a:schemeClr val="accent5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31280" y="5452590"/>
            <a:ext cx="7709534" cy="6912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96">
            <a:extLst>
              <a:ext uri="{FF2B5EF4-FFF2-40B4-BE49-F238E27FC236}">
                <a16:creationId xmlns:a16="http://schemas.microsoft.com/office/drawing/2014/main" id="{EA0CACC8-E0A6-4BD0-B30E-E2F76A3686F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370197" y="6647986"/>
            <a:ext cx="8770620" cy="78867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970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8" userDrawn="1">
          <p15:clr>
            <a:srgbClr val="A4A3A4"/>
          </p15:clr>
        </p15:guide>
        <p15:guide id="2" orient="horz" pos="1177" userDrawn="1">
          <p15:clr>
            <a:srgbClr val="A4A3A4"/>
          </p15:clr>
        </p15:guide>
        <p15:guide id="3" pos="3383" userDrawn="1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314" y="485775"/>
            <a:ext cx="8741501" cy="1209676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06F2FD5-F128-4C4F-BF0A-3F6CBBABE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" y="0"/>
            <a:ext cx="5546449" cy="82296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920" b="1" dirty="0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</a:t>
            </a:r>
            <a:br>
              <a:rPr lang="en-US" dirty="0"/>
            </a:br>
            <a:r>
              <a:rPr lang="en-US" dirty="0"/>
              <a:t>Brand Pictures, or insert a </a:t>
            </a:r>
            <a:br>
              <a:rPr lang="en-US" dirty="0"/>
            </a:br>
            <a:r>
              <a:rPr lang="en-US" dirty="0"/>
              <a:t>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</a:t>
            </a:r>
            <a:br>
              <a:rPr lang="en-US" dirty="0"/>
            </a:br>
            <a:r>
              <a:rPr lang="en-US" dirty="0"/>
              <a:t>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FA643F8-1A02-4F8A-A364-9AE565DF5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68764" y="2018236"/>
            <a:ext cx="743040" cy="74304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1280" y="2044156"/>
            <a:ext cx="7709534" cy="6912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3713115-FE34-4B39-AFA3-10C746337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68764" y="2926900"/>
            <a:ext cx="743040" cy="74304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31280" y="2952820"/>
            <a:ext cx="7709534" cy="6912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CE34AE4-68D5-46DB-AD84-2C32865C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8764" y="3835564"/>
            <a:ext cx="743040" cy="743040"/>
          </a:xfrm>
          <a:prstGeom prst="ellipse">
            <a:avLst/>
          </a:prstGeom>
          <a:solidFill>
            <a:schemeClr val="accent6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31280" y="3861484"/>
            <a:ext cx="7709534" cy="6912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7AC357D-474A-4C79-9824-ECFF8F3FF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68764" y="4744228"/>
            <a:ext cx="743040" cy="743040"/>
          </a:xfrm>
          <a:prstGeom prst="ellipse">
            <a:avLst/>
          </a:prstGeom>
          <a:solidFill>
            <a:schemeClr val="accent5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31280" y="4770148"/>
            <a:ext cx="7709534" cy="6912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5DEB97F-2B12-42B1-94DB-0EF97C477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8764" y="5652892"/>
            <a:ext cx="743040" cy="74304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E299348-94D5-4256-BE1F-91C31CCEE9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31280" y="5678812"/>
            <a:ext cx="7709534" cy="6912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5F6A1124-9F09-4D7A-B563-659BB17D0B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370196" y="6652261"/>
            <a:ext cx="8770620" cy="78867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23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83" userDrawn="1">
          <p15:clr>
            <a:srgbClr val="A4A3A4"/>
          </p15:clr>
        </p15:guide>
        <p15:guide id="2" orient="horz" pos="1177" userDrawn="1">
          <p15:clr>
            <a:srgbClr val="A4A3A4"/>
          </p15:clr>
        </p15:guide>
        <p15:guide id="3" orient="horz" pos="1068" userDrawn="1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9584" y="2226102"/>
            <a:ext cx="743040" cy="74304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1550" y="2226101"/>
            <a:ext cx="574983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89584" y="3143460"/>
            <a:ext cx="743040" cy="74304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1550" y="3143539"/>
            <a:ext cx="574983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89584" y="4060818"/>
            <a:ext cx="743040" cy="74304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1550" y="4060978"/>
            <a:ext cx="574983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89584" y="4978176"/>
            <a:ext cx="743040" cy="74304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1550" y="4978416"/>
            <a:ext cx="574983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584" y="5895535"/>
            <a:ext cx="743040" cy="74304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1550" y="5895852"/>
            <a:ext cx="574983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149" y="2226102"/>
            <a:ext cx="743040" cy="74304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15748" y="2226101"/>
            <a:ext cx="572507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83149" y="3143460"/>
            <a:ext cx="743040" cy="74304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15748" y="3143539"/>
            <a:ext cx="572507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83149" y="4060818"/>
            <a:ext cx="743040" cy="74304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15748" y="4060978"/>
            <a:ext cx="572507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83149" y="4978176"/>
            <a:ext cx="743040" cy="74304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15748" y="4978416"/>
            <a:ext cx="572507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383149" y="5895535"/>
            <a:ext cx="743040" cy="74304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15748" y="5895852"/>
            <a:ext cx="572507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6" name="Text Placeholder 96">
            <a:extLst>
              <a:ext uri="{FF2B5EF4-FFF2-40B4-BE49-F238E27FC236}">
                <a16:creationId xmlns:a16="http://schemas.microsoft.com/office/drawing/2014/main" id="{0AEE188C-F765-43DC-982D-6659ECB2354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50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580" userDrawn="1">
          <p15:clr>
            <a:srgbClr val="A4A3A4"/>
          </p15:clr>
        </p15:guide>
        <p15:guide id="6" pos="4651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9584" y="2226102"/>
            <a:ext cx="743040" cy="74304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1550" y="2226101"/>
            <a:ext cx="341811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89584" y="3143460"/>
            <a:ext cx="743040" cy="74304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1550" y="3143539"/>
            <a:ext cx="341811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89584" y="4060818"/>
            <a:ext cx="743040" cy="74304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1550" y="4060978"/>
            <a:ext cx="341811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89584" y="4978176"/>
            <a:ext cx="743040" cy="74304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1550" y="4978416"/>
            <a:ext cx="341811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584" y="5895535"/>
            <a:ext cx="743040" cy="74304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1550" y="5895852"/>
            <a:ext cx="3418116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69206" y="2226102"/>
            <a:ext cx="743040" cy="74304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44076" y="2226101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69206" y="3143460"/>
            <a:ext cx="743040" cy="74304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44076" y="3143539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69206" y="4060818"/>
            <a:ext cx="743040" cy="74304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4076" y="4060978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69206" y="4978176"/>
            <a:ext cx="743040" cy="74304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4076" y="4978416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69206" y="5895535"/>
            <a:ext cx="743040" cy="74304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44076" y="5895852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66D5D0B-8507-41D4-B07A-4D81EA4DF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690736" y="2226102"/>
            <a:ext cx="743040" cy="74304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6AA8459-802A-4E1F-B3C2-5F7D48D6176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723694" y="2226101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B072082-F611-45F4-9707-131025E15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90736" y="3143460"/>
            <a:ext cx="743040" cy="74304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BA81CD7D-79E5-4A02-918A-AA4E603045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723696" y="3143539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7C86CC8-847B-4B3C-896A-7251C4063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690736" y="4060818"/>
            <a:ext cx="743040" cy="74304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E23F247-51F4-4A6E-96AF-5D5EA047E6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723696" y="4060978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E9973869-3F65-4CBC-AE60-4DB14F89B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690736" y="4978176"/>
            <a:ext cx="743040" cy="74304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D77C0CF7-146D-42B3-A853-A86442F4882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723696" y="4978416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BCA8B1CC-0D3D-4149-8BBC-DCA9258CD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690736" y="5895535"/>
            <a:ext cx="743040" cy="74304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9ED415F2-FE91-45A2-90CA-FD24FBE2066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23694" y="5895852"/>
            <a:ext cx="3417120" cy="742406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4348663-4319-4C79-B6B2-A03D4D4B5F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506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112" userDrawn="1">
          <p15:clr>
            <a:srgbClr val="A4A3A4"/>
          </p15:clr>
        </p15:guide>
        <p15:guide id="6" pos="3193" userDrawn="1">
          <p15:clr>
            <a:srgbClr val="A4A3A4"/>
          </p15:clr>
        </p15:guide>
        <p15:guide id="11" orient="horz" pos="1068" userDrawn="1">
          <p15:clr>
            <a:srgbClr val="C35EA4"/>
          </p15:clr>
        </p15:guide>
        <p15:guide id="12" orient="horz" pos="1177" userDrawn="1">
          <p15:clr>
            <a:srgbClr val="C35EA4"/>
          </p15:clr>
        </p15:guide>
        <p15:guide id="13" pos="6023" userDrawn="1">
          <p15:clr>
            <a:srgbClr val="A4A3A4"/>
          </p15:clr>
        </p15:guide>
        <p15:guide id="14" pos="6104" userDrawn="1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508765" y="923774"/>
            <a:ext cx="11612873" cy="63820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1520" dirty="0"/>
              <a:t>Do not use layouts</a:t>
            </a:r>
            <a:br>
              <a:rPr lang="en-US" sz="11520" dirty="0"/>
            </a:br>
            <a:r>
              <a:rPr lang="en-US" sz="1152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4F00B38B-C25C-3A44-ACA0-371764ACD89F}"/>
              </a:ext>
            </a:extLst>
          </p:cNvPr>
          <p:cNvSpPr/>
          <p:nvPr userDrawn="1"/>
        </p:nvSpPr>
        <p:spPr>
          <a:xfrm>
            <a:off x="182880" y="18288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720"/>
              </a:spcAft>
            </a:pPr>
            <a:endParaRPr lang="en-US" sz="2592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8042380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Numbered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endParaRPr lang="en-US" sz="2880" err="1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56209-6088-DCA3-5A8A-B6C3C30D4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6" y="2053319"/>
            <a:ext cx="2834257" cy="1273356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64110" y="159610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9276" y="1653268"/>
            <a:ext cx="708660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61283" y="264334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29276" y="2700508"/>
            <a:ext cx="708660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61283" y="369058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9276" y="3747748"/>
            <a:ext cx="708660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61283" y="473782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9276" y="4794988"/>
            <a:ext cx="708660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61283" y="578506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29276" y="5842228"/>
            <a:ext cx="708660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539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38" userDrawn="1">
          <p15:clr>
            <a:srgbClr val="A4A3A4"/>
          </p15:clr>
        </p15:guide>
        <p15:guide id="2" pos="3546" userDrawn="1">
          <p15:clr>
            <a:srgbClr val="A4A3A4"/>
          </p15:clr>
        </p15:guide>
        <p15:guide id="6" pos="8010" userDrawn="1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Numbered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endParaRPr lang="en-US" sz="2880" err="1">
              <a:latin typeface="+mj-lt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A500330E-03F0-E002-2684-0DEC7F9BF7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6" y="2053319"/>
            <a:ext cx="2834257" cy="1273356"/>
          </a:xfrm>
        </p:spPr>
        <p:txBody>
          <a:bodyPr>
            <a:normAutofit/>
          </a:bodyPr>
          <a:lstStyle/>
          <a:p>
            <a:r>
              <a:rPr lang="en-US"/>
              <a:t>Click to add agenda title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64110" y="159610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29277" y="1653268"/>
            <a:ext cx="2939414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61283" y="264334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29277" y="2700508"/>
            <a:ext cx="2939414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61283" y="369058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9277" y="3747748"/>
            <a:ext cx="2939414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61283" y="473782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9277" y="4794988"/>
            <a:ext cx="2939414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61283" y="578506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29277" y="5842228"/>
            <a:ext cx="2939414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2" name="#1">
            <a:extLst>
              <a:ext uri="{FF2B5EF4-FFF2-40B4-BE49-F238E27FC236}">
                <a16:creationId xmlns:a16="http://schemas.microsoft.com/office/drawing/2014/main" id="{D712D594-9838-406B-A423-AF4DD9575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99720" y="159610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Item 1">
            <a:extLst>
              <a:ext uri="{FF2B5EF4-FFF2-40B4-BE49-F238E27FC236}">
                <a16:creationId xmlns:a16="http://schemas.microsoft.com/office/drawing/2014/main" id="{E6CEC2E2-69F8-4E94-8A78-4CB2C44BE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778365" y="1653268"/>
            <a:ext cx="293893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#2">
            <a:extLst>
              <a:ext uri="{FF2B5EF4-FFF2-40B4-BE49-F238E27FC236}">
                <a16:creationId xmlns:a16="http://schemas.microsoft.com/office/drawing/2014/main" id="{9C539EB1-7CB2-4B63-A266-4C0098CBF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9720" y="264334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Item 2">
            <a:extLst>
              <a:ext uri="{FF2B5EF4-FFF2-40B4-BE49-F238E27FC236}">
                <a16:creationId xmlns:a16="http://schemas.microsoft.com/office/drawing/2014/main" id="{AD0564E3-8F86-49E2-84DB-5271D2B5D0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778365" y="2700508"/>
            <a:ext cx="293893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#3">
            <a:extLst>
              <a:ext uri="{FF2B5EF4-FFF2-40B4-BE49-F238E27FC236}">
                <a16:creationId xmlns:a16="http://schemas.microsoft.com/office/drawing/2014/main" id="{468DB777-D486-47FF-8915-A1BD7EAB2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712301" y="369058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Item 3">
            <a:extLst>
              <a:ext uri="{FF2B5EF4-FFF2-40B4-BE49-F238E27FC236}">
                <a16:creationId xmlns:a16="http://schemas.microsoft.com/office/drawing/2014/main" id="{1F101C97-3320-4673-B65E-60BE340BE2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78365" y="3747748"/>
            <a:ext cx="293893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9" name="#4">
            <a:extLst>
              <a:ext uri="{FF2B5EF4-FFF2-40B4-BE49-F238E27FC236}">
                <a16:creationId xmlns:a16="http://schemas.microsoft.com/office/drawing/2014/main" id="{10E34633-765D-4D5E-8A35-2F58A27D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99720" y="473782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Item 4">
            <a:extLst>
              <a:ext uri="{FF2B5EF4-FFF2-40B4-BE49-F238E27FC236}">
                <a16:creationId xmlns:a16="http://schemas.microsoft.com/office/drawing/2014/main" id="{BE74248F-3763-4D40-BD11-9233C6D6F7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778365" y="4794988"/>
            <a:ext cx="293893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1" name="#5">
            <a:extLst>
              <a:ext uri="{FF2B5EF4-FFF2-40B4-BE49-F238E27FC236}">
                <a16:creationId xmlns:a16="http://schemas.microsoft.com/office/drawing/2014/main" id="{8C35DA81-F9B8-4AF3-BB7D-CB9A25260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12301" y="5785066"/>
            <a:ext cx="889920" cy="88992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84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Item 5">
            <a:extLst>
              <a:ext uri="{FF2B5EF4-FFF2-40B4-BE49-F238E27FC236}">
                <a16:creationId xmlns:a16="http://schemas.microsoft.com/office/drawing/2014/main" id="{1E2B1BEC-0BC1-49C0-9CFD-6FC1D63EB6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78365" y="5842228"/>
            <a:ext cx="2938930" cy="775597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623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38" userDrawn="1">
          <p15:clr>
            <a:srgbClr val="A4A3A4"/>
          </p15:clr>
        </p15:guide>
        <p15:guide id="2" pos="3546" userDrawn="1">
          <p15:clr>
            <a:srgbClr val="A4A3A4"/>
          </p15:clr>
        </p15:guide>
        <p15:guide id="6" pos="8010" userDrawn="1">
          <p15:clr>
            <a:srgbClr val="A4A3A4"/>
          </p15:clr>
        </p15:guide>
        <p15:guide id="7" pos="5398" userDrawn="1">
          <p15:clr>
            <a:srgbClr val="A4A3A4"/>
          </p15:clr>
        </p15:guide>
        <p15:guide id="8" pos="6050" userDrawn="1">
          <p15:clr>
            <a:srgbClr val="A4A3A4"/>
          </p15:clr>
        </p15:guide>
        <p15:guide id="9" pos="6160" userDrawn="1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endParaRPr lang="en-US" sz="2880" err="1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12494F-150F-9BEA-01DC-05D58F7AB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6" y="2053319"/>
            <a:ext cx="2834257" cy="1273356"/>
          </a:xfrm>
        </p:spPr>
        <p:txBody>
          <a:bodyPr>
            <a:normAutofit/>
          </a:bodyPr>
          <a:lstStyle/>
          <a:p>
            <a:r>
              <a:rPr lang="en-US"/>
              <a:t>Click to add agenda title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3876" y="1786227"/>
            <a:ext cx="8382000" cy="509678"/>
          </a:xfrm>
          <a:noFill/>
          <a:ln w="12700"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3876" y="2833467"/>
            <a:ext cx="8382000" cy="509678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33876" y="3880707"/>
            <a:ext cx="8382000" cy="509678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3876" y="4927947"/>
            <a:ext cx="8382000" cy="509678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33876" y="5975187"/>
            <a:ext cx="8382000" cy="509678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352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730" userDrawn="1">
          <p15:clr>
            <a:srgbClr val="A4A3A4"/>
          </p15:clr>
        </p15:guide>
        <p15:guide id="6" pos="8038" userDrawn="1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720"/>
              </a:spcAft>
            </a:pPr>
            <a:endParaRPr lang="en-US" sz="2880" err="1">
              <a:latin typeface="+mj-lt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D3AF3E7C-71B5-7A1B-8475-F05A38068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6" y="2053319"/>
            <a:ext cx="2834257" cy="1273356"/>
          </a:xfrm>
        </p:spPr>
        <p:txBody>
          <a:bodyPr>
            <a:normAutofit/>
          </a:bodyPr>
          <a:lstStyle/>
          <a:p>
            <a:r>
              <a:rPr lang="en-US"/>
              <a:t>Click to add agenda title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3876" y="1786228"/>
            <a:ext cx="4017644" cy="509678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3876" y="2833468"/>
            <a:ext cx="4017644" cy="509678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33876" y="3880708"/>
            <a:ext cx="4017644" cy="509678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3876" y="4927948"/>
            <a:ext cx="4017644" cy="509678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33876" y="5975188"/>
            <a:ext cx="4017644" cy="509678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819AF5B-E47A-4ACD-8D8C-52AD38CE5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40140" y="1786227"/>
            <a:ext cx="4017644" cy="5096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88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7691383-ECAA-4F80-A331-7B599A1F5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40140" y="2833467"/>
            <a:ext cx="4017644" cy="5096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88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EB794D8-6580-4801-92C4-B9CDBE015B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40140" y="3880707"/>
            <a:ext cx="4017644" cy="5096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88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49BB865-6EA1-4E1B-A365-5C4C9B6EA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40140" y="4927947"/>
            <a:ext cx="4017644" cy="5096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88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9D7038-1075-4AFC-AF51-44462E8C84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40140" y="5975187"/>
            <a:ext cx="4017644" cy="5096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88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9636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0" userDrawn="1">
          <p15:clr>
            <a:srgbClr val="A4A3A4"/>
          </p15:clr>
        </p15:guide>
        <p15:guide id="3" pos="5506" userDrawn="1">
          <p15:clr>
            <a:srgbClr val="A4A3A4"/>
          </p15:clr>
        </p15:guide>
        <p15:guide id="5" pos="5261" userDrawn="1">
          <p15:clr>
            <a:srgbClr val="A4A3A4"/>
          </p15:clr>
        </p15:guide>
        <p15:guide id="6" pos="8038" userDrawn="1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508765" y="923774"/>
            <a:ext cx="11612873" cy="63820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1520" dirty="0"/>
              <a:t>Do not use layouts</a:t>
            </a:r>
            <a:br>
              <a:rPr lang="en-US" sz="11520" dirty="0"/>
            </a:br>
            <a:r>
              <a:rPr lang="en-US" sz="1152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A47BD16A-294C-6E4F-BEDB-E99B3D28E5E6}"/>
              </a:ext>
            </a:extLst>
          </p:cNvPr>
          <p:cNvSpPr/>
          <p:nvPr userDrawn="1"/>
        </p:nvSpPr>
        <p:spPr>
          <a:xfrm>
            <a:off x="182880" y="18288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720"/>
              </a:spcAft>
            </a:pPr>
            <a:endParaRPr lang="en-US" sz="2592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5599190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3376137"/>
            <a:ext cx="3659506" cy="1477327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2253" y="1285620"/>
            <a:ext cx="1279918" cy="1279916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49341" y="1461561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49341" y="1921002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652253" y="2880459"/>
            <a:ext cx="1279918" cy="1279916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49341" y="3056144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49341" y="3515585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52253" y="4475299"/>
            <a:ext cx="1279918" cy="1279916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49341" y="4650984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49341" y="5110424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52253" y="6070138"/>
            <a:ext cx="1279918" cy="1279916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49341" y="6245823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49341" y="6705264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578582" y="1285620"/>
            <a:ext cx="1279918" cy="1279916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073766" y="1461561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73766" y="1921002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578582" y="2880459"/>
            <a:ext cx="1279918" cy="1279916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073766" y="3056144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3766" y="3515585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578582" y="4475299"/>
            <a:ext cx="1279918" cy="1279916"/>
          </a:xfrm>
          <a:prstGeom prst="ellipse">
            <a:avLst/>
          </a:prstGeom>
          <a:blipFill>
            <a:blip r:embed="rId9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3766" y="4650984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3766" y="5110424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578582" y="6070138"/>
            <a:ext cx="1279918" cy="1279916"/>
          </a:xfrm>
          <a:prstGeom prst="ellipse">
            <a:avLst/>
          </a:prstGeom>
          <a:blipFill>
            <a:blip r:embed="rId10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073766" y="6245823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073766" y="6705264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049F64B-628A-48DE-84B4-38397AAB7DC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248150" y="1285619"/>
            <a:ext cx="0" cy="61660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44854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76" userDrawn="1">
          <p15:clr>
            <a:srgbClr val="C35EA4"/>
          </p15:clr>
        </p15:guide>
        <p15:guide id="3" pos="5806" userDrawn="1">
          <p15:clr>
            <a:srgbClr val="A4A3A4"/>
          </p15:clr>
        </p15:guide>
        <p15:guide id="4" pos="6840" userDrawn="1">
          <p15:clr>
            <a:srgbClr val="A4A3A4"/>
          </p15:clr>
        </p15:guide>
        <p15:guide id="5" pos="3737" userDrawn="1">
          <p15:clr>
            <a:srgbClr val="A4A3A4"/>
          </p15:clr>
        </p15:guide>
        <p15:guide id="7" pos="3874" userDrawn="1">
          <p15:clr>
            <a:srgbClr val="A4A3A4"/>
          </p15:clr>
        </p15:guide>
        <p15:guide id="10" pos="6976" userDrawn="1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3376137"/>
            <a:ext cx="3659506" cy="1477327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00795" y="2625716"/>
            <a:ext cx="1279918" cy="1279916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07232" y="4249830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07232" y="4709270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683111" y="2625716"/>
            <a:ext cx="1279918" cy="1279916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91451" y="4249830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791451" y="4709270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1967330" y="2573692"/>
            <a:ext cx="1279918" cy="1279916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73766" y="4249830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073766" y="4709270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36C08F25-EA22-4E4E-83B5-7858728FD10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248150" y="1285619"/>
            <a:ext cx="0" cy="61660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57201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76" userDrawn="1">
          <p15:clr>
            <a:srgbClr val="C35EA4"/>
          </p15:clr>
        </p15:guide>
        <p15:guide id="3" pos="4907" userDrawn="1">
          <p15:clr>
            <a:srgbClr val="A4A3A4"/>
          </p15:clr>
        </p15:guide>
        <p15:guide id="4" pos="6840" userDrawn="1">
          <p15:clr>
            <a:srgbClr val="A4A3A4"/>
          </p15:clr>
        </p15:guide>
        <p15:guide id="5" pos="2839" userDrawn="1">
          <p15:clr>
            <a:srgbClr val="A4A3A4"/>
          </p15:clr>
        </p15:guide>
        <p15:guide id="7" pos="4771" userDrawn="1">
          <p15:clr>
            <a:srgbClr val="A4A3A4"/>
          </p15:clr>
        </p15:guide>
        <p15:guide id="10" pos="6976" userDrawn="1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3376137"/>
            <a:ext cx="3659506" cy="1477327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2253" y="1285620"/>
            <a:ext cx="1279918" cy="1279916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49341" y="1461561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49341" y="1921002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652253" y="2880459"/>
            <a:ext cx="1279918" cy="1279916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49341" y="3056144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49341" y="3515585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52253" y="4475299"/>
            <a:ext cx="1279918" cy="1279916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49341" y="4650984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49341" y="5110424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52253" y="6070138"/>
            <a:ext cx="1279918" cy="1279916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49341" y="6245823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49341" y="6705264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578582" y="1285620"/>
            <a:ext cx="1279918" cy="1279916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073766" y="1461561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73766" y="1921002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578582" y="2880459"/>
            <a:ext cx="1279918" cy="1279916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073766" y="3056144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3766" y="3515585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578582" y="4475299"/>
            <a:ext cx="1279918" cy="1279916"/>
          </a:xfrm>
          <a:prstGeom prst="ellipse">
            <a:avLst/>
          </a:prstGeom>
          <a:blipFill>
            <a:blip r:embed="rId9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3766" y="4650984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3766" y="5110424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578582" y="6070138"/>
            <a:ext cx="1279918" cy="1279916"/>
          </a:xfrm>
          <a:prstGeom prst="ellipse">
            <a:avLst/>
          </a:prstGeom>
          <a:blipFill>
            <a:blip r:embed="rId10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073766" y="6245823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073766" y="6705264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480DF74-92FB-4ECD-B23E-4C539F84744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248150" y="1285619"/>
            <a:ext cx="0" cy="616605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19413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76" userDrawn="1">
          <p15:clr>
            <a:srgbClr val="C35EA4"/>
          </p15:clr>
        </p15:guide>
        <p15:guide id="3" pos="5806" userDrawn="1">
          <p15:clr>
            <a:srgbClr val="A4A3A4"/>
          </p15:clr>
        </p15:guide>
        <p15:guide id="4" pos="6840" userDrawn="1">
          <p15:clr>
            <a:srgbClr val="A4A3A4"/>
          </p15:clr>
        </p15:guide>
        <p15:guide id="5" pos="3737" userDrawn="1">
          <p15:clr>
            <a:srgbClr val="A4A3A4"/>
          </p15:clr>
        </p15:guide>
        <p15:guide id="7" pos="3874" userDrawn="1">
          <p15:clr>
            <a:srgbClr val="A4A3A4"/>
          </p15:clr>
        </p15:guide>
        <p15:guide id="10" pos="6976" userDrawn="1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85" y="3376137"/>
            <a:ext cx="3659506" cy="1477327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00795" y="2625716"/>
            <a:ext cx="1279918" cy="1279916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07232" y="4249830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07232" y="4709270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683111" y="2625716"/>
            <a:ext cx="1279918" cy="1279916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91451" y="4249830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791451" y="4709270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1967330" y="2573692"/>
            <a:ext cx="1279918" cy="1279916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73766" y="4249830"/>
            <a:ext cx="3067050" cy="431420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073766" y="4709270"/>
            <a:ext cx="3067050" cy="37602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216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12BF79A8-D986-47A9-9552-53F98E10767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248150" y="1285619"/>
            <a:ext cx="0" cy="616605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344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76" userDrawn="1">
          <p15:clr>
            <a:srgbClr val="C35EA4"/>
          </p15:clr>
        </p15:guide>
        <p15:guide id="3" pos="4907" userDrawn="1">
          <p15:clr>
            <a:srgbClr val="A4A3A4"/>
          </p15:clr>
        </p15:guide>
        <p15:guide id="4" pos="6840" userDrawn="1">
          <p15:clr>
            <a:srgbClr val="A4A3A4"/>
          </p15:clr>
        </p15:guide>
        <p15:guide id="5" pos="2839" userDrawn="1">
          <p15:clr>
            <a:srgbClr val="A4A3A4"/>
          </p15:clr>
        </p15:guide>
        <p15:guide id="7" pos="4771" userDrawn="1">
          <p15:clr>
            <a:srgbClr val="A4A3A4"/>
          </p15:clr>
        </p15:guide>
        <p15:guide id="10" pos="6976" userDrawn="1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508765" y="923774"/>
            <a:ext cx="11612873" cy="63820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96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11520"/>
              <a:t>Do not use layouts</a:t>
            </a:r>
            <a:br>
              <a:rPr lang="en-US" sz="11520"/>
            </a:br>
            <a:r>
              <a:rPr lang="en-US" sz="1152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1ACB46BA-7BAE-3F4C-9E6D-BBDFFAAF37B1}"/>
              </a:ext>
            </a:extLst>
          </p:cNvPr>
          <p:cNvSpPr/>
          <p:nvPr userDrawn="1"/>
        </p:nvSpPr>
        <p:spPr>
          <a:xfrm>
            <a:off x="182880" y="18288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720"/>
              </a:spcAft>
            </a:pPr>
            <a:endParaRPr lang="en-US" sz="2592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6482090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40D7-DC13-4D28-9957-EA7D59028B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85" y="2868931"/>
            <a:ext cx="2160270" cy="216027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62325" y="2868931"/>
            <a:ext cx="2160270" cy="216027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35065" y="2868931"/>
            <a:ext cx="2160270" cy="216027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07805" y="2868931"/>
            <a:ext cx="2160270" cy="216027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80545" y="2868931"/>
            <a:ext cx="2160270" cy="216027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B5788CA3-B109-4C1E-8BEF-296AE5E5BBD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564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8" userDrawn="1">
          <p15:clr>
            <a:srgbClr val="C35EA4"/>
          </p15:clr>
        </p15:guide>
        <p15:guide id="2" orient="horz" pos="1177" userDrawn="1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Logo Holder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40D7-DC13-4D28-9957-EA7D59028B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85" y="214998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62325" y="214998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35065" y="214998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07805" y="214998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80545" y="214998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528F52C5-394F-4E1B-B272-53ADE5734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925955" y="366255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10FBB93-0F37-4614-B044-1F82ABF9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798695" y="366255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B422470C-0E1C-419C-8572-16476BEE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671435" y="366255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31AA156-F64E-4378-B7E9-92F3B5958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44175" y="366255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55383348-573F-407C-AC42-10E5B337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89585" y="517512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433BEA04-0693-4052-8B02-BF6FC678B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362325" y="517512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B88C8BE9-D35E-4988-80D5-BB7AD3E6A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35065" y="517512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18A22AE5-FC27-4F35-A0A4-5A75925C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107805" y="517512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918B138-DFE8-4A19-AB1C-B0F83FA25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1980545" y="5175123"/>
            <a:ext cx="1810513" cy="1810513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CCEEFB9C-D904-475F-96C7-94205FF977B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96977" y="7500182"/>
            <a:ext cx="11460960" cy="67325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60"/>
              </a:spcAft>
              <a:buNone/>
              <a:defRPr sz="96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24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8" userDrawn="1">
          <p15:clr>
            <a:srgbClr val="C35EA4"/>
          </p15:clr>
        </p15:guide>
        <p15:guide id="2" orient="horz" pos="1177" userDrawn="1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508765" y="923774"/>
            <a:ext cx="11612873" cy="63820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1520" dirty="0"/>
              <a:t>Do not use layouts</a:t>
            </a:r>
            <a:br>
              <a:rPr lang="en-US" sz="11520" dirty="0"/>
            </a:br>
            <a:r>
              <a:rPr lang="en-US" sz="1152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C17AC543-38B8-5244-ACFA-121DD8C94A06}"/>
              </a:ext>
            </a:extLst>
          </p:cNvPr>
          <p:cNvSpPr/>
          <p:nvPr userDrawn="1"/>
        </p:nvSpPr>
        <p:spPr>
          <a:xfrm>
            <a:off x="182880" y="18288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720"/>
              </a:spcAft>
            </a:pPr>
            <a:endParaRPr lang="en-US" sz="2592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83179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ags" Target="../tags/tag12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ags" Target="../tags/tag3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slideLayout" Target="../slideLayouts/slideLayout43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4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50.xml"/><Relationship Id="rId9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7" Type="http://schemas.openxmlformats.org/officeDocument/2006/relationships/tags" Target="../tags/tag59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tags" Target="../tags/tag65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9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.png"/><Relationship Id="rId5" Type="http://schemas.openxmlformats.org/officeDocument/2006/relationships/tags" Target="../tags/tag71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485775"/>
            <a:ext cx="13651230" cy="12089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585" y="1868806"/>
            <a:ext cx="13651230" cy="5564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65195" y="7747510"/>
            <a:ext cx="1535230" cy="370974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7747510"/>
            <a:ext cx="489586" cy="37097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 dirty="0"/>
              <a:t> 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12587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3846" r:id="rId2"/>
    <p:sldLayoutId id="2147483987" r:id="rId3"/>
    <p:sldLayoutId id="2147483840" r:id="rId4"/>
    <p:sldLayoutId id="2147483850" r:id="rId5"/>
    <p:sldLayoutId id="2147483950" r:id="rId6"/>
    <p:sldLayoutId id="2147483849" r:id="rId7"/>
    <p:sldLayoutId id="2147483851" r:id="rId8"/>
    <p:sldLayoutId id="2147483852" r:id="rId9"/>
  </p:sldLayoutIdLst>
  <p:hf hdr="0" ftr="0"/>
  <p:txStyles>
    <p:titleStyle>
      <a:lvl1pPr algn="l" defTabSz="1097280" rtl="0" eaLnBrk="1" latinLnBrk="0" hangingPunct="1">
        <a:lnSpc>
          <a:spcPct val="100000"/>
        </a:lnSpc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720"/>
        </a:spcBef>
        <a:spcAft>
          <a:spcPts val="72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552960" marR="0" indent="-274320" algn="l" defTabSz="1097280" rtl="0" eaLnBrk="1" fontAlgn="auto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tabLst/>
        <a:defRPr lang="en-US" sz="288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2944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0592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8240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8" userDrawn="1">
          <p15:clr>
            <a:srgbClr val="C35EA4"/>
          </p15:clr>
        </p15:guide>
        <p15:guide id="2" pos="8908" userDrawn="1">
          <p15:clr>
            <a:srgbClr val="C35EA4"/>
          </p15:clr>
        </p15:guide>
        <p15:guide id="3" orient="horz" pos="4687" userDrawn="1">
          <p15:clr>
            <a:srgbClr val="C35EA4"/>
          </p15:clr>
        </p15:guide>
        <p15:guide id="4" orient="horz" pos="306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485775"/>
            <a:ext cx="13651230" cy="12089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65195" y="7745761"/>
            <a:ext cx="1535230" cy="370974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7745761"/>
            <a:ext cx="489584" cy="37097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585" y="1881376"/>
            <a:ext cx="13651230" cy="5564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23"/>
    </p:custDataLst>
    <p:extLst>
      <p:ext uri="{BB962C8B-B14F-4D97-AF65-F5344CB8AC3E}">
        <p14:creationId xmlns:p14="http://schemas.microsoft.com/office/powerpoint/2010/main" val="253249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4121" r:id="rId2"/>
    <p:sldLayoutId id="2147483904" r:id="rId3"/>
    <p:sldLayoutId id="2147483848" r:id="rId4"/>
    <p:sldLayoutId id="2147484116" r:id="rId5"/>
    <p:sldLayoutId id="2147484114" r:id="rId6"/>
    <p:sldLayoutId id="2147484115" r:id="rId7"/>
    <p:sldLayoutId id="2147483993" r:id="rId8"/>
    <p:sldLayoutId id="2147483994" r:id="rId9"/>
    <p:sldLayoutId id="2147484101" r:id="rId10"/>
    <p:sldLayoutId id="2147484102" r:id="rId11"/>
    <p:sldLayoutId id="2147484103" r:id="rId12"/>
    <p:sldLayoutId id="2147484104" r:id="rId13"/>
    <p:sldLayoutId id="2147484122" r:id="rId14"/>
    <p:sldLayoutId id="2147484123" r:id="rId15"/>
    <p:sldLayoutId id="2147484124" r:id="rId16"/>
    <p:sldLayoutId id="2147484125" r:id="rId17"/>
    <p:sldLayoutId id="2147484127" r:id="rId18"/>
    <p:sldLayoutId id="2147484128" r:id="rId19"/>
    <p:sldLayoutId id="2147484129" r:id="rId20"/>
    <p:sldLayoutId id="2147483985" r:id="rId21"/>
  </p:sldLayoutIdLst>
  <p:hf hdr="0" ftr="0"/>
  <p:txStyles>
    <p:titleStyle>
      <a:lvl1pPr algn="l" defTabSz="1097280" rtl="0" eaLnBrk="1" latinLnBrk="0" hangingPunct="1">
        <a:lnSpc>
          <a:spcPct val="100000"/>
        </a:lnSpc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720"/>
        </a:spcBef>
        <a:spcAft>
          <a:spcPts val="72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552960" marR="0" indent="-276480" algn="l" defTabSz="1097280" rtl="0" eaLnBrk="1" fontAlgn="auto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tabLst/>
        <a:defRPr lang="en-US" sz="288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2944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0592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38240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8" userDrawn="1">
          <p15:clr>
            <a:srgbClr val="C35EA4"/>
          </p15:clr>
        </p15:guide>
        <p15:guide id="2" pos="8908" userDrawn="1">
          <p15:clr>
            <a:srgbClr val="C35EA4"/>
          </p15:clr>
        </p15:guide>
        <p15:guide id="3" orient="horz" pos="4687" userDrawn="1">
          <p15:clr>
            <a:srgbClr val="C35EA4"/>
          </p15:clr>
        </p15:guide>
        <p15:guide id="4" orient="horz" pos="306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485775"/>
            <a:ext cx="13651230" cy="12089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65195" y="7745761"/>
            <a:ext cx="1535230" cy="370974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7745761"/>
            <a:ext cx="489584" cy="37097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585" y="1881376"/>
            <a:ext cx="13651230" cy="5564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2"/>
    </p:custDataLst>
    <p:extLst>
      <p:ext uri="{BB962C8B-B14F-4D97-AF65-F5344CB8AC3E}">
        <p14:creationId xmlns:p14="http://schemas.microsoft.com/office/powerpoint/2010/main" val="3912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091" r:id="rId2"/>
    <p:sldLayoutId id="2147484105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100" r:id="rId10"/>
  </p:sldLayoutIdLst>
  <p:hf hdr="0" ftr="0"/>
  <p:txStyles>
    <p:titleStyle>
      <a:lvl1pPr algn="l" defTabSz="1097280" rtl="0" eaLnBrk="1" latinLnBrk="0" hangingPunct="1">
        <a:lnSpc>
          <a:spcPct val="100000"/>
        </a:lnSpc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720"/>
        </a:spcBef>
        <a:spcAft>
          <a:spcPts val="72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552960" marR="0" indent="-276480" algn="l" defTabSz="1097280" rtl="0" eaLnBrk="1" fontAlgn="auto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tabLst/>
        <a:defRPr lang="en-US" sz="288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2944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0592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38240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8" userDrawn="1">
          <p15:clr>
            <a:srgbClr val="C35EA4"/>
          </p15:clr>
        </p15:guide>
        <p15:guide id="2" pos="8908" userDrawn="1">
          <p15:clr>
            <a:srgbClr val="C35EA4"/>
          </p15:clr>
        </p15:guide>
        <p15:guide id="3" orient="horz" pos="4687" userDrawn="1">
          <p15:clr>
            <a:srgbClr val="C35EA4"/>
          </p15:clr>
        </p15:guide>
        <p15:guide id="4" orient="horz" pos="306" userDrawn="1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485775"/>
            <a:ext cx="13651230" cy="12089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65195" y="7745761"/>
            <a:ext cx="1535230" cy="370974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7745761"/>
            <a:ext cx="489586" cy="37097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585" y="1881376"/>
            <a:ext cx="13651230" cy="5564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375433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50" r:id="rId3"/>
    <p:sldLayoutId id="2147484108" r:id="rId4"/>
    <p:sldLayoutId id="2147484006" r:id="rId5"/>
    <p:sldLayoutId id="2147484008" r:id="rId6"/>
  </p:sldLayoutIdLst>
  <p:hf hdr="0" ftr="0"/>
  <p:txStyles>
    <p:titleStyle>
      <a:lvl1pPr algn="l" defTabSz="1097280" rtl="0" eaLnBrk="1" latinLnBrk="0" hangingPunct="1">
        <a:lnSpc>
          <a:spcPct val="100000"/>
        </a:lnSpc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720"/>
        </a:spcBef>
        <a:spcAft>
          <a:spcPts val="72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552960" marR="0" indent="-276480" algn="l" defTabSz="1097280" rtl="0" eaLnBrk="1" fontAlgn="auto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tabLst/>
        <a:defRPr lang="en-US" sz="288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2944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0592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38240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8" userDrawn="1">
          <p15:clr>
            <a:srgbClr val="C35EA4"/>
          </p15:clr>
        </p15:guide>
        <p15:guide id="2" pos="8908" userDrawn="1">
          <p15:clr>
            <a:srgbClr val="C35EA4"/>
          </p15:clr>
        </p15:guide>
        <p15:guide id="3" orient="horz" pos="4687" userDrawn="1">
          <p15:clr>
            <a:srgbClr val="C35EA4"/>
          </p15:clr>
        </p15:guide>
        <p15:guide id="4" orient="horz" pos="306" userDrawn="1">
          <p15:clr>
            <a:srgbClr val="C35E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485775"/>
            <a:ext cx="13651230" cy="12089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65195" y="7745761"/>
            <a:ext cx="1535230" cy="370974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7745761"/>
            <a:ext cx="489586" cy="37097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585" y="1881377"/>
            <a:ext cx="13651230" cy="5564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3274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117" r:id="rId5"/>
    <p:sldLayoutId id="2147484019" r:id="rId6"/>
  </p:sldLayoutIdLst>
  <p:hf hdr="0" ftr="0"/>
  <p:txStyles>
    <p:titleStyle>
      <a:lvl1pPr algn="l" defTabSz="1097280" rtl="0" eaLnBrk="1" latinLnBrk="0" hangingPunct="1">
        <a:lnSpc>
          <a:spcPct val="100000"/>
        </a:lnSpc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720"/>
        </a:spcBef>
        <a:spcAft>
          <a:spcPts val="72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552960" marR="0" indent="-276480" algn="l" defTabSz="1097280" rtl="0" eaLnBrk="1" fontAlgn="auto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tabLst/>
        <a:defRPr lang="en-US"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82944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0592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38240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8" userDrawn="1">
          <p15:clr>
            <a:srgbClr val="C35EA4"/>
          </p15:clr>
        </p15:guide>
        <p15:guide id="2" pos="8908" userDrawn="1">
          <p15:clr>
            <a:srgbClr val="C35EA4"/>
          </p15:clr>
        </p15:guide>
        <p15:guide id="3" orient="horz" pos="4687" userDrawn="1">
          <p15:clr>
            <a:srgbClr val="C35EA4"/>
          </p15:clr>
        </p15:guide>
        <p15:guide id="4" orient="horz" pos="306" userDrawn="1">
          <p15:clr>
            <a:srgbClr val="C35E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485775"/>
            <a:ext cx="13651230" cy="12089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65195" y="7745761"/>
            <a:ext cx="1535230" cy="370974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7745761"/>
            <a:ext cx="489586" cy="37097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585" y="1881376"/>
            <a:ext cx="13651230" cy="5564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24521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3" r:id="rId2"/>
    <p:sldLayoutId id="2147484111" r:id="rId3"/>
    <p:sldLayoutId id="2147484112" r:id="rId4"/>
    <p:sldLayoutId id="2147484025" r:id="rId5"/>
  </p:sldLayoutIdLst>
  <p:hf hdr="0" ftr="0"/>
  <p:txStyles>
    <p:titleStyle>
      <a:lvl1pPr algn="l" defTabSz="1097280" rtl="0" eaLnBrk="1" latinLnBrk="0" hangingPunct="1">
        <a:lnSpc>
          <a:spcPct val="100000"/>
        </a:lnSpc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720"/>
        </a:spcBef>
        <a:spcAft>
          <a:spcPts val="72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552960" marR="0" indent="-276480" algn="l" defTabSz="1097280" rtl="0" eaLnBrk="1" fontAlgn="auto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tabLst/>
        <a:defRPr lang="en-US"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82944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0592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38240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8" userDrawn="1">
          <p15:clr>
            <a:srgbClr val="C35EA4"/>
          </p15:clr>
        </p15:guide>
        <p15:guide id="2" pos="8908" userDrawn="1">
          <p15:clr>
            <a:srgbClr val="C35EA4"/>
          </p15:clr>
        </p15:guide>
        <p15:guide id="3" orient="horz" pos="4687" userDrawn="1">
          <p15:clr>
            <a:srgbClr val="C35EA4"/>
          </p15:clr>
        </p15:guide>
        <p15:guide id="4" orient="horz" pos="306" userDrawn="1">
          <p15:clr>
            <a:srgbClr val="C35EA4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485775"/>
            <a:ext cx="13651230" cy="12089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65195" y="7745761"/>
            <a:ext cx="1535230" cy="370974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7745761"/>
            <a:ext cx="489584" cy="37097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585" y="1881376"/>
            <a:ext cx="13651230" cy="5564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4264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118" r:id="rId2"/>
    <p:sldLayoutId id="2147484119" r:id="rId3"/>
    <p:sldLayoutId id="2147484120" r:id="rId4"/>
    <p:sldLayoutId id="2147484031" r:id="rId5"/>
  </p:sldLayoutIdLst>
  <p:hf hdr="0" ftr="0"/>
  <p:txStyles>
    <p:titleStyle>
      <a:lvl1pPr algn="l" defTabSz="1097280" rtl="0" eaLnBrk="1" latinLnBrk="0" hangingPunct="1">
        <a:lnSpc>
          <a:spcPct val="100000"/>
        </a:lnSpc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720"/>
        </a:spcBef>
        <a:spcAft>
          <a:spcPts val="72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552960" marR="0" indent="-276480" algn="l" defTabSz="1097280" rtl="0" eaLnBrk="1" fontAlgn="auto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tabLst/>
        <a:defRPr lang="en-US" sz="288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2944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0592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38240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8" userDrawn="1">
          <p15:clr>
            <a:srgbClr val="C35EA4"/>
          </p15:clr>
        </p15:guide>
        <p15:guide id="2" pos="8908" userDrawn="1">
          <p15:clr>
            <a:srgbClr val="C35EA4"/>
          </p15:clr>
        </p15:guide>
        <p15:guide id="3" orient="horz" pos="4687" userDrawn="1">
          <p15:clr>
            <a:srgbClr val="C35EA4"/>
          </p15:clr>
        </p15:guide>
        <p15:guide id="4" orient="horz" pos="306" userDrawn="1">
          <p15:clr>
            <a:srgbClr val="C35EA4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485775"/>
            <a:ext cx="13651230" cy="12089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165195" y="7745761"/>
            <a:ext cx="1535230" cy="370974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7745761"/>
            <a:ext cx="489584" cy="37097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3916581" y="7564799"/>
            <a:ext cx="353774" cy="42611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920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585" y="1881376"/>
            <a:ext cx="13651230" cy="5564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2357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</p:sldLayoutIdLst>
  <p:hf hdr="0" ftr="0"/>
  <p:txStyles>
    <p:titleStyle>
      <a:lvl1pPr algn="l" defTabSz="1097280" rtl="0" eaLnBrk="1" latinLnBrk="0" hangingPunct="1">
        <a:lnSpc>
          <a:spcPct val="100000"/>
        </a:lnSpc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720"/>
        </a:spcBef>
        <a:spcAft>
          <a:spcPts val="72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552960" marR="0" indent="-276480" algn="l" defTabSz="1097280" rtl="0" eaLnBrk="1" fontAlgn="auto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tabLst/>
        <a:defRPr lang="en-US" sz="288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2944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05920" indent="-27648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38240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8" userDrawn="1">
          <p15:clr>
            <a:srgbClr val="C35EA4"/>
          </p15:clr>
        </p15:guide>
        <p15:guide id="2" pos="8908" userDrawn="1">
          <p15:clr>
            <a:srgbClr val="C35EA4"/>
          </p15:clr>
        </p15:guide>
        <p15:guide id="3" orient="horz" pos="4687" userDrawn="1">
          <p15:clr>
            <a:srgbClr val="C35EA4"/>
          </p15:clr>
        </p15:guide>
        <p15:guide id="4" orient="horz" pos="30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BECB97-9952-5BA6-95EE-D96C030B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4" y="1783565"/>
            <a:ext cx="6714645" cy="3178962"/>
          </a:xfrm>
        </p:spPr>
        <p:txBody>
          <a:bodyPr>
            <a:noAutofit/>
          </a:bodyPr>
          <a:lstStyle/>
          <a:p>
            <a:br>
              <a:rPr lang="en-US" sz="3200" dirty="0"/>
            </a:br>
            <a:r>
              <a:rPr lang="en-US" sz="3200" dirty="0"/>
              <a:t>HIGH AGITATION ADAPTATION AS A FRAMEWORK FOR NEXT GENERATION MANUFACTURING CLONE SELECTION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9B7F0F-FA36-9F0D-9387-4B69E603D4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M Annoh, S Das, J Finch, Y Lan, J Coffman, K Lee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8D6E4-36A9-92D1-B7E3-2FA43E6BED93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D8B8B8-D747-F486-9D27-B4466838CC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471B1BE-4801-DA0F-FD2D-8815C73006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0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FE62892-0C7D-5224-9176-CE0F798B5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559" y="146208"/>
            <a:ext cx="13651230" cy="1209674"/>
          </a:xfrm>
        </p:spPr>
        <p:txBody>
          <a:bodyPr>
            <a:normAutofit/>
          </a:bodyPr>
          <a:lstStyle/>
          <a:p>
            <a:r>
              <a:rPr lang="en-US" sz="2800" dirty="0"/>
              <a:t>Project motivation:</a:t>
            </a:r>
          </a:p>
        </p:txBody>
      </p:sp>
      <p:sp>
        <p:nvSpPr>
          <p:cNvPr id="75" name="Content Placeholder 74">
            <a:extLst>
              <a:ext uri="{FF2B5EF4-FFF2-40B4-BE49-F238E27FC236}">
                <a16:creationId xmlns:a16="http://schemas.microsoft.com/office/drawing/2014/main" id="{4805D063-BC1F-BFA6-55BE-B6E7E847DCF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44793" y="517502"/>
            <a:ext cx="10384123" cy="632067"/>
          </a:xfrm>
        </p:spPr>
        <p:txBody>
          <a:bodyPr/>
          <a:lstStyle/>
          <a:p>
            <a:r>
              <a:rPr lang="en-US" sz="2000" dirty="0"/>
              <a:t>How do we improve cell culture performance with existing clones previously selected in a Fed-batch environment?</a:t>
            </a:r>
          </a:p>
          <a:p>
            <a:r>
              <a:rPr lang="en-US" sz="2000" dirty="0"/>
              <a:t>Can phenotypic/genotypic plasticity of existing clones allow for implementation of adaptation techniques during clone selection?</a:t>
            </a:r>
          </a:p>
          <a:p>
            <a:endParaRPr lang="en-US" sz="1440" dirty="0"/>
          </a:p>
          <a:p>
            <a:endParaRPr lang="en-US" sz="144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8A574-0357-2585-7A54-16A22DEA8CE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0" y="7747636"/>
            <a:ext cx="489586" cy="371474"/>
          </a:xfrm>
        </p:spPr>
        <p:txBody>
          <a:bodyPr/>
          <a:lstStyle/>
          <a:p>
            <a:fld id="{F8E47D07-9D1E-4FE9-B31A-2F5863681021}" type="slidenum">
              <a:rPr lang="en-GB" sz="1440"/>
              <a:pPr/>
              <a:t>2</a:t>
            </a:fld>
            <a:endParaRPr lang="en-GB" sz="1440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63A69CA7-5F95-F2A9-5D1D-16584956FAFF}"/>
              </a:ext>
            </a:extLst>
          </p:cNvPr>
          <p:cNvSpPr/>
          <p:nvPr/>
        </p:nvSpPr>
        <p:spPr>
          <a:xfrm>
            <a:off x="2948211" y="3679805"/>
            <a:ext cx="261548" cy="398032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D23FE4-3901-31A0-0343-550AE874F243}"/>
              </a:ext>
            </a:extLst>
          </p:cNvPr>
          <p:cNvGrpSpPr/>
          <p:nvPr/>
        </p:nvGrpSpPr>
        <p:grpSpPr>
          <a:xfrm>
            <a:off x="2588727" y="3007170"/>
            <a:ext cx="2903221" cy="3625714"/>
            <a:chOff x="1673620" y="1998959"/>
            <a:chExt cx="1814513" cy="2266071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92304FF-842F-5485-AB60-E05D4A6D28F2}"/>
                </a:ext>
              </a:extLst>
            </p:cNvPr>
            <p:cNvSpPr/>
            <p:nvPr/>
          </p:nvSpPr>
          <p:spPr>
            <a:xfrm>
              <a:off x="1714895" y="2483342"/>
              <a:ext cx="1735016" cy="1781687"/>
            </a:xfrm>
            <a:prstGeom prst="roundRect">
              <a:avLst/>
            </a:prstGeom>
            <a:solidFill>
              <a:srgbClr val="FFE191"/>
            </a:solidFill>
            <a:ln w="63500">
              <a:solidFill>
                <a:srgbClr val="FFE1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4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519FC45-145A-380B-C84C-1DAC2FF21D05}"/>
                </a:ext>
              </a:extLst>
            </p:cNvPr>
            <p:cNvSpPr/>
            <p:nvPr/>
          </p:nvSpPr>
          <p:spPr>
            <a:xfrm>
              <a:off x="1711965" y="2252905"/>
              <a:ext cx="1737946" cy="8655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4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46B8040-C216-9DEC-1826-AF5504AF13E2}"/>
                </a:ext>
              </a:extLst>
            </p:cNvPr>
            <p:cNvGrpSpPr/>
            <p:nvPr/>
          </p:nvGrpSpPr>
          <p:grpSpPr>
            <a:xfrm>
              <a:off x="1673620" y="1998959"/>
              <a:ext cx="1814513" cy="2266071"/>
              <a:chOff x="2435224" y="1661160"/>
              <a:chExt cx="1814513" cy="2266071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BC958F62-AB26-8F99-A838-2B78F9B043A6}"/>
                  </a:ext>
                </a:extLst>
              </p:cNvPr>
              <p:cNvSpPr/>
              <p:nvPr/>
            </p:nvSpPr>
            <p:spPr>
              <a:xfrm>
                <a:off x="2473569" y="1735015"/>
                <a:ext cx="1735016" cy="2192216"/>
              </a:xfrm>
              <a:prstGeom prst="roundRect">
                <a:avLst/>
              </a:prstGeom>
              <a:noFill/>
              <a:ln w="6350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4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CE9563D-5BCC-451C-C044-0CDC59ACA5EB}"/>
                  </a:ext>
                </a:extLst>
              </p:cNvPr>
              <p:cNvSpPr/>
              <p:nvPr/>
            </p:nvSpPr>
            <p:spPr>
              <a:xfrm>
                <a:off x="2435224" y="1661160"/>
                <a:ext cx="1814513" cy="4343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4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26A7C20-5394-A5CE-2243-A7CBB2B0C02A}"/>
                </a:ext>
              </a:extLst>
            </p:cNvPr>
            <p:cNvGrpSpPr/>
            <p:nvPr/>
          </p:nvGrpSpPr>
          <p:grpSpPr>
            <a:xfrm>
              <a:off x="2207020" y="2263437"/>
              <a:ext cx="762000" cy="1704975"/>
              <a:chOff x="4191000" y="1925638"/>
              <a:chExt cx="762000" cy="1704975"/>
            </a:xfrm>
            <a:solidFill>
              <a:schemeClr val="bg1">
                <a:lumMod val="50000"/>
              </a:schemeClr>
            </a:solidFill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AED638D-279E-1934-16FF-ADD094BADC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000" y="1925638"/>
                <a:ext cx="0" cy="1704975"/>
              </a:xfrm>
              <a:prstGeom prst="line">
                <a:avLst/>
              </a:prstGeom>
              <a:grpFill/>
              <a:ln w="7620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99F42F4-6822-E2EF-57A2-55391B45BC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2000" y="3457575"/>
                <a:ext cx="360000" cy="0"/>
              </a:xfrm>
              <a:prstGeom prst="lin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7F86F66-E8B7-C702-C05E-6C02456E8E22}"/>
                  </a:ext>
                </a:extLst>
              </p:cNvPr>
              <p:cNvSpPr/>
              <p:nvPr/>
            </p:nvSpPr>
            <p:spPr>
              <a:xfrm>
                <a:off x="4752000" y="3381375"/>
                <a:ext cx="201000" cy="152400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4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F59F47D-9662-62CF-A6A3-07A02683321D}"/>
                  </a:ext>
                </a:extLst>
              </p:cNvPr>
              <p:cNvSpPr/>
              <p:nvPr/>
            </p:nvSpPr>
            <p:spPr>
              <a:xfrm>
                <a:off x="4191000" y="3381375"/>
                <a:ext cx="201000" cy="152400"/>
              </a:xfrm>
              <a:prstGeom prst="rect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40"/>
              </a:p>
            </p:txBody>
          </p:sp>
        </p:grp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0735A4-1955-9660-70F3-26E80C9036F9}"/>
              </a:ext>
            </a:extLst>
          </p:cNvPr>
          <p:cNvCxnSpPr>
            <a:cxnSpLocks/>
          </p:cNvCxnSpPr>
          <p:nvPr/>
        </p:nvCxnSpPr>
        <p:spPr>
          <a:xfrm>
            <a:off x="7214610" y="5692891"/>
            <a:ext cx="0" cy="420474"/>
          </a:xfrm>
          <a:prstGeom prst="line">
            <a:avLst/>
          </a:prstGeom>
          <a:ln w="76200">
            <a:solidFill>
              <a:srgbClr val="FFE1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A2DEEF27-B9BB-F33F-EEA5-D591EE607123}"/>
              </a:ext>
            </a:extLst>
          </p:cNvPr>
          <p:cNvCxnSpPr>
            <a:cxnSpLocks/>
            <a:stCxn id="49" idx="2"/>
            <a:endCxn id="28" idx="0"/>
          </p:cNvCxnSpPr>
          <p:nvPr/>
        </p:nvCxnSpPr>
        <p:spPr>
          <a:xfrm rot="10800000">
            <a:off x="4500568" y="5759515"/>
            <a:ext cx="2086878" cy="454422"/>
          </a:xfrm>
          <a:prstGeom prst="bentConnector4">
            <a:avLst>
              <a:gd name="adj1" fmla="val 24518"/>
              <a:gd name="adj2" fmla="val 600059"/>
            </a:avLst>
          </a:prstGeom>
          <a:ln w="76200">
            <a:solidFill>
              <a:srgbClr val="FFE1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06766A6-961B-8BA3-08E2-0081B7E62B0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02968" y="3053531"/>
            <a:ext cx="3173867" cy="2634178"/>
          </a:xfrm>
          <a:prstGeom prst="bentConnector2">
            <a:avLst/>
          </a:prstGeom>
          <a:ln w="76200">
            <a:solidFill>
              <a:srgbClr val="FFE1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896437E7-1857-1DCC-6A8C-8A253A743ED9}"/>
              </a:ext>
            </a:extLst>
          </p:cNvPr>
          <p:cNvSpPr/>
          <p:nvPr/>
        </p:nvSpPr>
        <p:spPr>
          <a:xfrm>
            <a:off x="4381036" y="4794314"/>
            <a:ext cx="258182" cy="258182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56E7AF6-4D16-7AD3-757E-D21FC4A6D006}"/>
              </a:ext>
            </a:extLst>
          </p:cNvPr>
          <p:cNvSpPr/>
          <p:nvPr/>
        </p:nvSpPr>
        <p:spPr>
          <a:xfrm>
            <a:off x="4381036" y="4794314"/>
            <a:ext cx="258182" cy="258182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47968A-8428-70AB-2535-1984D787F4FA}"/>
              </a:ext>
            </a:extLst>
          </p:cNvPr>
          <p:cNvSpPr/>
          <p:nvPr/>
        </p:nvSpPr>
        <p:spPr>
          <a:xfrm>
            <a:off x="4381036" y="4794314"/>
            <a:ext cx="258182" cy="258182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2BD6211-BD54-D126-19D0-7ED15CB1D65F}"/>
              </a:ext>
            </a:extLst>
          </p:cNvPr>
          <p:cNvSpPr/>
          <p:nvPr/>
        </p:nvSpPr>
        <p:spPr>
          <a:xfrm>
            <a:off x="4381036" y="4794314"/>
            <a:ext cx="258182" cy="258182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9DE6E0-B307-E1A9-CF98-DB9266BB641E}"/>
              </a:ext>
            </a:extLst>
          </p:cNvPr>
          <p:cNvGrpSpPr/>
          <p:nvPr/>
        </p:nvGrpSpPr>
        <p:grpSpPr>
          <a:xfrm>
            <a:off x="6689705" y="2739907"/>
            <a:ext cx="929474" cy="2977174"/>
            <a:chOff x="7545135" y="918746"/>
            <a:chExt cx="580922" cy="1860733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CE3BEC5-E5C5-7C4B-7D9E-2E8EF71EA6E3}"/>
                </a:ext>
              </a:extLst>
            </p:cNvPr>
            <p:cNvSpPr/>
            <p:nvPr/>
          </p:nvSpPr>
          <p:spPr>
            <a:xfrm>
              <a:off x="7683124" y="2026514"/>
              <a:ext cx="70510" cy="7051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4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9AB4EE7-8D90-9F57-32E5-9571191B6B68}"/>
                </a:ext>
              </a:extLst>
            </p:cNvPr>
            <p:cNvSpPr/>
            <p:nvPr/>
          </p:nvSpPr>
          <p:spPr>
            <a:xfrm>
              <a:off x="7683124" y="2026514"/>
              <a:ext cx="70510" cy="7051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4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2A15521-B0F8-3E0E-0149-DDF7C1CB32D8}"/>
                </a:ext>
              </a:extLst>
            </p:cNvPr>
            <p:cNvSpPr/>
            <p:nvPr/>
          </p:nvSpPr>
          <p:spPr>
            <a:xfrm>
              <a:off x="7683124" y="2026514"/>
              <a:ext cx="70510" cy="7051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4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A11C7D2-E2D6-31C3-EF35-40E792B2D37B}"/>
                </a:ext>
              </a:extLst>
            </p:cNvPr>
            <p:cNvSpPr/>
            <p:nvPr/>
          </p:nvSpPr>
          <p:spPr>
            <a:xfrm>
              <a:off x="8068470" y="1572162"/>
              <a:ext cx="57587" cy="57587"/>
            </a:xfrm>
            <a:prstGeom prst="ellipse">
              <a:avLst/>
            </a:prstGeom>
            <a:solidFill>
              <a:srgbClr val="FFD9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4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437A691-15AD-5562-ED23-00F3D586348E}"/>
                </a:ext>
              </a:extLst>
            </p:cNvPr>
            <p:cNvSpPr/>
            <p:nvPr/>
          </p:nvSpPr>
          <p:spPr>
            <a:xfrm>
              <a:off x="7545135" y="918746"/>
              <a:ext cx="550153" cy="1860733"/>
            </a:xfrm>
            <a:prstGeom prst="rect">
              <a:avLst/>
            </a:prstGeom>
            <a:solidFill>
              <a:srgbClr val="FFF4D5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40" dirty="0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B704F9F8-EC5D-8551-C08F-C5B6DE3C5B1B}"/>
                </a:ext>
              </a:extLst>
            </p:cNvPr>
            <p:cNvSpPr/>
            <p:nvPr/>
          </p:nvSpPr>
          <p:spPr>
            <a:xfrm>
              <a:off x="7565595" y="975736"/>
              <a:ext cx="509234" cy="1785384"/>
            </a:xfrm>
            <a:prstGeom prst="triangle">
              <a:avLst>
                <a:gd name="adj" fmla="val 0"/>
              </a:avLst>
            </a:prstGeom>
            <a:solidFill>
              <a:srgbClr val="FFDE84"/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4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ABD8FE-6C0C-D86C-45AE-8457D112CD1F}"/>
              </a:ext>
            </a:extLst>
          </p:cNvPr>
          <p:cNvGrpSpPr/>
          <p:nvPr/>
        </p:nvGrpSpPr>
        <p:grpSpPr>
          <a:xfrm>
            <a:off x="6587443" y="5836504"/>
            <a:ext cx="754867" cy="829372"/>
            <a:chOff x="5958191" y="3652736"/>
            <a:chExt cx="471792" cy="518357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F2F45B38-8243-27AC-B42F-880C5A12B50A}"/>
                </a:ext>
              </a:extLst>
            </p:cNvPr>
            <p:cNvSpPr/>
            <p:nvPr/>
          </p:nvSpPr>
          <p:spPr>
            <a:xfrm>
              <a:off x="5958191" y="3764376"/>
              <a:ext cx="471792" cy="406717"/>
            </a:xfrm>
            <a:prstGeom prst="triangle">
              <a:avLst/>
            </a:prstGeom>
            <a:solidFill>
              <a:srgbClr val="FFE191"/>
            </a:solidFill>
            <a:ln w="3810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738C686-5A3E-7A31-F77A-F0F61C432557}"/>
                </a:ext>
              </a:extLst>
            </p:cNvPr>
            <p:cNvSpPr/>
            <p:nvPr/>
          </p:nvSpPr>
          <p:spPr>
            <a:xfrm>
              <a:off x="5958191" y="3652736"/>
              <a:ext cx="471792" cy="471792"/>
            </a:xfrm>
            <a:prstGeom prst="ellipse">
              <a:avLst/>
            </a:prstGeom>
            <a:solidFill>
              <a:srgbClr val="FFE191"/>
            </a:solidFill>
            <a:ln w="3810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B27E103-B7C9-39D3-152D-2076D19A44F2}"/>
              </a:ext>
            </a:extLst>
          </p:cNvPr>
          <p:cNvSpPr txBox="1"/>
          <p:nvPr/>
        </p:nvSpPr>
        <p:spPr>
          <a:xfrm>
            <a:off x="9145480" y="3504061"/>
            <a:ext cx="2051744" cy="491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720"/>
              </a:spcAft>
            </a:pPr>
            <a:r>
              <a:rPr lang="en-US" sz="1440" dirty="0"/>
              <a:t>High product retention from filter fouling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6C842E-47AE-19A0-C5F2-79B0574A1090}"/>
              </a:ext>
            </a:extLst>
          </p:cNvPr>
          <p:cNvSpPr txBox="1"/>
          <p:nvPr/>
        </p:nvSpPr>
        <p:spPr>
          <a:xfrm>
            <a:off x="8837351" y="5737339"/>
            <a:ext cx="2238446" cy="69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720"/>
              </a:spcAft>
            </a:pPr>
            <a:r>
              <a:rPr lang="en-US" sz="1440" dirty="0"/>
              <a:t>Shear stress susceptibility of cells especially with increasing viscosity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251D3DE-A1B3-8225-55FA-3AF48633CE8E}"/>
              </a:ext>
            </a:extLst>
          </p:cNvPr>
          <p:cNvSpPr txBox="1"/>
          <p:nvPr/>
        </p:nvSpPr>
        <p:spPr>
          <a:xfrm>
            <a:off x="6083411" y="7000678"/>
            <a:ext cx="2422613" cy="491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720"/>
              </a:spcAft>
            </a:pPr>
            <a:r>
              <a:rPr lang="en-US" sz="1440" dirty="0"/>
              <a:t>Toxic metabolite accumulation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652D4D0-2A21-A263-5E1B-164236927B3A}"/>
              </a:ext>
            </a:extLst>
          </p:cNvPr>
          <p:cNvSpPr txBox="1"/>
          <p:nvPr/>
        </p:nvSpPr>
        <p:spPr>
          <a:xfrm>
            <a:off x="2253853" y="7622771"/>
            <a:ext cx="3172252" cy="491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720"/>
              </a:spcAft>
            </a:pPr>
            <a:r>
              <a:rPr lang="en-US" sz="1440" dirty="0"/>
              <a:t>Decrease in cell culture performance beyond d10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96F010B-4DB6-FCC2-98C7-2165CAC443F9}"/>
              </a:ext>
            </a:extLst>
          </p:cNvPr>
          <p:cNvCxnSpPr>
            <a:cxnSpLocks/>
          </p:cNvCxnSpPr>
          <p:nvPr/>
        </p:nvCxnSpPr>
        <p:spPr>
          <a:xfrm flipH="1">
            <a:off x="7342310" y="3877513"/>
            <a:ext cx="1742866" cy="0"/>
          </a:xfrm>
          <a:prstGeom prst="line">
            <a:avLst/>
          </a:prstGeom>
          <a:ln w="285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60E3E59-9895-BE89-E2C0-D03EAAFE9E98}"/>
              </a:ext>
            </a:extLst>
          </p:cNvPr>
          <p:cNvCxnSpPr>
            <a:cxnSpLocks/>
          </p:cNvCxnSpPr>
          <p:nvPr/>
        </p:nvCxnSpPr>
        <p:spPr>
          <a:xfrm flipH="1">
            <a:off x="7092932" y="6232787"/>
            <a:ext cx="1742866" cy="0"/>
          </a:xfrm>
          <a:prstGeom prst="line">
            <a:avLst/>
          </a:prstGeom>
          <a:ln w="285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EC1A38E-5861-22A8-79E0-DF2004C575EE}"/>
              </a:ext>
            </a:extLst>
          </p:cNvPr>
          <p:cNvGrpSpPr/>
          <p:nvPr/>
        </p:nvGrpSpPr>
        <p:grpSpPr>
          <a:xfrm>
            <a:off x="4769727" y="5944308"/>
            <a:ext cx="1283542" cy="1307435"/>
            <a:chOff x="2425902" y="4656205"/>
            <a:chExt cx="1471926" cy="117630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AFD5C28-186B-9335-E6EF-6314EBFF64B5}"/>
                </a:ext>
              </a:extLst>
            </p:cNvPr>
            <p:cNvCxnSpPr/>
            <p:nvPr/>
          </p:nvCxnSpPr>
          <p:spPr>
            <a:xfrm>
              <a:off x="2425902" y="5811655"/>
              <a:ext cx="1471926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5068AEC-5A51-C519-2593-EEAECB2378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5902" y="4656205"/>
              <a:ext cx="0" cy="1176304"/>
            </a:xfrm>
            <a:prstGeom prst="line">
              <a:avLst/>
            </a:prstGeom>
            <a:ln w="28575"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F786FA9-E3BE-A636-76CC-562594333987}"/>
              </a:ext>
            </a:extLst>
          </p:cNvPr>
          <p:cNvCxnSpPr>
            <a:cxnSpLocks/>
          </p:cNvCxnSpPr>
          <p:nvPr/>
        </p:nvCxnSpPr>
        <p:spPr>
          <a:xfrm flipV="1">
            <a:off x="3091736" y="6315337"/>
            <a:ext cx="0" cy="1307435"/>
          </a:xfrm>
          <a:prstGeom prst="line">
            <a:avLst/>
          </a:prstGeom>
          <a:ln w="285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6174E18-AC7E-8BDA-D9C1-5B130465965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14592" y="3197160"/>
            <a:ext cx="1279120" cy="825041"/>
          </a:xfrm>
          <a:prstGeom prst="bentConnector3">
            <a:avLst>
              <a:gd name="adj1" fmla="val 1685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A1DEDE-4992-6AC1-F69A-AD6F0D40538D}"/>
              </a:ext>
            </a:extLst>
          </p:cNvPr>
          <p:cNvCxnSpPr/>
          <p:nvPr/>
        </p:nvCxnSpPr>
        <p:spPr>
          <a:xfrm>
            <a:off x="7569949" y="3053531"/>
            <a:ext cx="831228" cy="0"/>
          </a:xfrm>
          <a:prstGeom prst="straightConnector1">
            <a:avLst/>
          </a:prstGeom>
          <a:ln w="28575">
            <a:solidFill>
              <a:srgbClr val="B4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A2BC815-9987-6179-1D7A-CF775B8AF17F}"/>
              </a:ext>
            </a:extLst>
          </p:cNvPr>
          <p:cNvSpPr txBox="1"/>
          <p:nvPr/>
        </p:nvSpPr>
        <p:spPr>
          <a:xfrm>
            <a:off x="697233" y="6840764"/>
            <a:ext cx="108082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67" i="1"/>
            </a:lvl1pPr>
          </a:lstStyle>
          <a:p>
            <a:r>
              <a:rPr lang="en-US" sz="1440" dirty="0"/>
              <a:t>Bleed stream</a:t>
            </a:r>
            <a:endParaRPr lang="en-US" sz="1440" baseline="-25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3C87CC-CEC9-0A9A-BC56-2E135F83779F}"/>
              </a:ext>
            </a:extLst>
          </p:cNvPr>
          <p:cNvSpPr txBox="1"/>
          <p:nvPr/>
        </p:nvSpPr>
        <p:spPr>
          <a:xfrm>
            <a:off x="8432869" y="2754972"/>
            <a:ext cx="132232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67" i="1"/>
            </a:lvl1pPr>
          </a:lstStyle>
          <a:p>
            <a:r>
              <a:rPr lang="en-US" sz="1440" dirty="0"/>
              <a:t>Permeate stream</a:t>
            </a:r>
            <a:endParaRPr lang="en-US" sz="1440" baseline="-250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4619AB0-3D6C-A2E7-B737-BA6183E7F974}"/>
              </a:ext>
            </a:extLst>
          </p:cNvPr>
          <p:cNvSpPr/>
          <p:nvPr/>
        </p:nvSpPr>
        <p:spPr>
          <a:xfrm>
            <a:off x="10480890" y="215632"/>
            <a:ext cx="4131254" cy="261546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720"/>
              </a:spcAft>
            </a:pPr>
            <a:endParaRPr lang="en-US" sz="1440" dirty="0" err="1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39FF9D96-3F53-C6DE-B869-A7B2689B65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93755" y="6482770"/>
            <a:ext cx="2218492" cy="696636"/>
          </a:xfrm>
          <a:prstGeom prst="bentConnector3">
            <a:avLst>
              <a:gd name="adj1" fmla="val -1166"/>
            </a:avLst>
          </a:prstGeom>
          <a:ln w="38100">
            <a:solidFill>
              <a:srgbClr val="B4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DC3D193-EEA7-A51B-3BF5-759A7D0E9AE2}"/>
              </a:ext>
            </a:extLst>
          </p:cNvPr>
          <p:cNvSpPr txBox="1"/>
          <p:nvPr/>
        </p:nvSpPr>
        <p:spPr>
          <a:xfrm>
            <a:off x="866100" y="2665733"/>
            <a:ext cx="160057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67" i="1"/>
            </a:lvl1pPr>
          </a:lstStyle>
          <a:p>
            <a:r>
              <a:rPr lang="en-US" sz="1440" dirty="0"/>
              <a:t>Continuous feed stream</a:t>
            </a:r>
            <a:endParaRPr lang="en-US" sz="1440" baseline="-25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8854A-D1D2-D100-4CB2-8CEC8779268F}"/>
              </a:ext>
            </a:extLst>
          </p:cNvPr>
          <p:cNvSpPr txBox="1"/>
          <p:nvPr/>
        </p:nvSpPr>
        <p:spPr>
          <a:xfrm>
            <a:off x="10628916" y="345669"/>
            <a:ext cx="395979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720"/>
              </a:spcBef>
              <a:spcAft>
                <a:spcPts val="720"/>
              </a:spcAft>
              <a:defRPr/>
            </a:pPr>
            <a:r>
              <a:rPr lang="en-US" sz="1600" b="1" dirty="0">
                <a:solidFill>
                  <a:srgbClr val="3F4444"/>
                </a:solidFill>
                <a:latin typeface="Calibri"/>
              </a:rPr>
              <a:t>Key words:</a:t>
            </a:r>
          </a:p>
          <a:p>
            <a:pPr>
              <a:spcBef>
                <a:spcPts val="480"/>
              </a:spcBef>
              <a:spcAft>
                <a:spcPts val="480"/>
              </a:spcAft>
              <a:defRPr/>
            </a:pPr>
            <a:r>
              <a:rPr lang="en-US" sz="1600" b="1" dirty="0">
                <a:solidFill>
                  <a:srgbClr val="3F4444"/>
                </a:solidFill>
                <a:latin typeface="Calibri"/>
              </a:rPr>
              <a:t>NGM- </a:t>
            </a:r>
            <a:r>
              <a:rPr lang="en-US" sz="1600" dirty="0">
                <a:solidFill>
                  <a:srgbClr val="3F4444"/>
                </a:solidFill>
                <a:latin typeface="Calibri"/>
              </a:rPr>
              <a:t>Next Generation Manufacturing (now IDB, integrated Dynamic Bioprocessing)</a:t>
            </a:r>
          </a:p>
          <a:p>
            <a:pPr>
              <a:spcBef>
                <a:spcPts val="480"/>
              </a:spcBef>
              <a:spcAft>
                <a:spcPts val="480"/>
              </a:spcAft>
              <a:defRPr/>
            </a:pPr>
            <a:r>
              <a:rPr lang="en-US" sz="1600" b="1" dirty="0">
                <a:solidFill>
                  <a:srgbClr val="3F4444"/>
                </a:solidFill>
                <a:latin typeface="Calibri"/>
              </a:rPr>
              <a:t>HAA- </a:t>
            </a:r>
            <a:r>
              <a:rPr lang="en-US" sz="1600" dirty="0">
                <a:solidFill>
                  <a:srgbClr val="3F4444"/>
                </a:solidFill>
                <a:latin typeface="Calibri"/>
              </a:rPr>
              <a:t>High Agitation Adapted</a:t>
            </a:r>
            <a:endParaRPr lang="en-US" sz="1600" b="1" dirty="0">
              <a:solidFill>
                <a:srgbClr val="3F4444"/>
              </a:solidFill>
              <a:latin typeface="Calibri"/>
            </a:endParaRPr>
          </a:p>
          <a:p>
            <a:pPr>
              <a:spcBef>
                <a:spcPts val="480"/>
              </a:spcBef>
              <a:spcAft>
                <a:spcPts val="480"/>
              </a:spcAft>
              <a:defRPr/>
            </a:pPr>
            <a:r>
              <a:rPr lang="en-US" sz="1600" b="1" dirty="0">
                <a:solidFill>
                  <a:srgbClr val="3F4444"/>
                </a:solidFill>
                <a:latin typeface="Calibri"/>
              </a:rPr>
              <a:t>TFF- </a:t>
            </a:r>
            <a:r>
              <a:rPr lang="en-US" sz="1600" dirty="0">
                <a:solidFill>
                  <a:srgbClr val="3F4444"/>
                </a:solidFill>
                <a:latin typeface="Calibri"/>
              </a:rPr>
              <a:t>Tangential flow filtration</a:t>
            </a:r>
          </a:p>
          <a:p>
            <a:pPr>
              <a:spcBef>
                <a:spcPts val="480"/>
              </a:spcBef>
              <a:spcAft>
                <a:spcPts val="480"/>
              </a:spcAft>
              <a:defRPr/>
            </a:pPr>
            <a:r>
              <a:rPr lang="en-US" sz="1600" b="1" dirty="0">
                <a:solidFill>
                  <a:srgbClr val="3F4444"/>
                </a:solidFill>
                <a:latin typeface="Calibri"/>
              </a:rPr>
              <a:t>Product retention- [</a:t>
            </a:r>
            <a:r>
              <a:rPr lang="en-US" sz="1600" dirty="0">
                <a:solidFill>
                  <a:srgbClr val="3F4444"/>
                </a:solidFill>
                <a:latin typeface="Calibri"/>
              </a:rPr>
              <a:t>(1-permeate titer/retentate titer)*100</a:t>
            </a:r>
            <a:r>
              <a:rPr lang="en-US" sz="1600" b="1" dirty="0">
                <a:solidFill>
                  <a:srgbClr val="3F4444"/>
                </a:solidFill>
                <a:latin typeface="Calibri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8127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3 L -0.00052 -0.17292 L 0.10729 -0.17292 L 0.10729 0.15741 L 0.18581 0.15741 L 0.18581 -0.22616 L -0.06133 -0.22616 L -0.06133 0.00023 " pathEditMode="relative" rAng="0" ptsTypes="AAAAAAAA">
                                      <p:cBhvr>
                                        <p:cTn id="6" dur="2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76" y="-33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00052 -0.00093 L -0.00052 -0.17292 L 0.10729 -0.17292 L 0.10729 0.15741 L 0.18581 0.15741 L 0.18581 -0.22616 L -0.06133 -0.22616 L -0.06133 0.00023 " pathEditMode="relative" rAng="0" ptsTypes="AAAAAAAA">
                                      <p:cBhvr>
                                        <p:cTn id="8" dur="2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76" y="-33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animMotion origin="layout" path="M -0.00052 -0.00093 L -0.00052 -0.17292 L 0.10729 -0.17292 L 0.10729 0.15741 L 0.18581 0.15741 L 0.18581 -0.22616 L -0.06133 -0.22616 L -0.06133 0.00023 " pathEditMode="relative" rAng="0" ptsTypes="AAAAAAAA">
                                      <p:cBhvr>
                                        <p:cTn id="10" dur="2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76" y="-335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grpId="0" nodeType="withEffect">
                                  <p:stCondLst>
                                    <p:cond delay="15000"/>
                                  </p:stCondLst>
                                  <p:childTnLst>
                                    <p:animMotion origin="layout" path="M -0.00052 -0.00093 L -0.00052 -0.17292 L 0.10729 -0.17292 L 0.10729 0.15741 L 0.18581 0.15741 L 0.18581 -0.22616 L -0.06133 -0.22616 L -0.06133 0.00023 " pathEditMode="relative" rAng="0" ptsTypes="AAAAAAAA">
                                      <p:cBhvr>
                                        <p:cTn id="12" dur="2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76" y="-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60" grpId="0"/>
      <p:bldP spid="61" grpId="0"/>
      <p:bldP spid="67" grpId="0"/>
      <p:bldP spid="74" grpId="0"/>
      <p:bldP spid="56" grpId="0"/>
      <p:bldP spid="58" grpId="0"/>
      <p:bldP spid="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C987B31E-1868-3C7E-594D-C6FE45D7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33" y="132198"/>
            <a:ext cx="13651230" cy="641548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hypothesis: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02402-33D6-CA51-42EC-CFD96AE3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7747636"/>
            <a:ext cx="489586" cy="371474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ABFF3B-5925-2AD3-56F1-153D75F105FF}"/>
              </a:ext>
            </a:extLst>
          </p:cNvPr>
          <p:cNvSpPr txBox="1"/>
          <p:nvPr/>
        </p:nvSpPr>
        <p:spPr>
          <a:xfrm>
            <a:off x="244793" y="744794"/>
            <a:ext cx="140783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‘Pre-stressing/adapting’ clones in a simple </a:t>
            </a:r>
            <a:r>
              <a:rPr lang="en-US" sz="2000" b="1">
                <a:solidFill>
                  <a:srgbClr val="FF0000"/>
                </a:solidFill>
              </a:rPr>
              <a:t>shake flask</a:t>
            </a:r>
            <a:r>
              <a:rPr lang="en-US" sz="2000" b="1" dirty="0">
                <a:solidFill>
                  <a:srgbClr val="FF0000"/>
                </a:solidFill>
              </a:rPr>
              <a:t> prior to bioreactor </a:t>
            </a:r>
            <a:r>
              <a:rPr lang="en-US" sz="2000" b="1">
                <a:solidFill>
                  <a:srgbClr val="FF0000"/>
                </a:solidFill>
              </a:rPr>
              <a:t>inoculation</a:t>
            </a:r>
            <a:r>
              <a:rPr lang="en-US" sz="2000" b="1" dirty="0">
                <a:solidFill>
                  <a:srgbClr val="FF0000"/>
                </a:solidFill>
              </a:rPr>
              <a:t> yields increased survivability, as well as improved product quality and retention profiles.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8944E30-FFB8-7B0D-C209-D51DACE3D9F3}"/>
              </a:ext>
            </a:extLst>
          </p:cNvPr>
          <p:cNvGraphicFramePr/>
          <p:nvPr/>
        </p:nvGraphicFramePr>
        <p:xfrm>
          <a:off x="-1690861" y="1771755"/>
          <a:ext cx="9865512" cy="6060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06D107ED-54FC-41EF-0481-C696B392D430}"/>
              </a:ext>
            </a:extLst>
          </p:cNvPr>
          <p:cNvGrpSpPr/>
          <p:nvPr/>
        </p:nvGrpSpPr>
        <p:grpSpPr>
          <a:xfrm>
            <a:off x="7587981" y="2542658"/>
            <a:ext cx="287899" cy="447442"/>
            <a:chOff x="3435927" y="276409"/>
            <a:chExt cx="397164" cy="59377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5B8B18F-57E7-B71F-0888-9A4BDFA48689}"/>
                </a:ext>
              </a:extLst>
            </p:cNvPr>
            <p:cNvSpPr/>
            <p:nvPr/>
          </p:nvSpPr>
          <p:spPr>
            <a:xfrm>
              <a:off x="3505200" y="436076"/>
              <a:ext cx="258618" cy="4341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720"/>
                </a:spcAft>
                <a:defRPr/>
              </a:pPr>
              <a:endParaRPr lang="en-US" err="1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3C776D-6B5D-140B-1073-EB47E0AF5DCC}"/>
                </a:ext>
              </a:extLst>
            </p:cNvPr>
            <p:cNvSpPr/>
            <p:nvPr/>
          </p:nvSpPr>
          <p:spPr>
            <a:xfrm>
              <a:off x="3435927" y="276409"/>
              <a:ext cx="397164" cy="1669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720"/>
                </a:spcAft>
                <a:defRPr/>
              </a:pPr>
              <a:endParaRPr lang="en-US" err="1">
                <a:solidFill>
                  <a:srgbClr val="FFFFFF"/>
                </a:solidFill>
                <a:latin typeface="Calibri"/>
              </a:endParaRP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818C7F-37A3-760A-C15D-454D3C3AA4E3}"/>
              </a:ext>
            </a:extLst>
          </p:cNvPr>
          <p:cNvCxnSpPr>
            <a:cxnSpLocks/>
          </p:cNvCxnSpPr>
          <p:nvPr/>
        </p:nvCxnSpPr>
        <p:spPr>
          <a:xfrm>
            <a:off x="8232793" y="2632098"/>
            <a:ext cx="602449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BDB6BC-A95C-DA06-DD01-A4FFF172A716}"/>
              </a:ext>
            </a:extLst>
          </p:cNvPr>
          <p:cNvGrpSpPr/>
          <p:nvPr/>
        </p:nvGrpSpPr>
        <p:grpSpPr>
          <a:xfrm>
            <a:off x="8771402" y="2188219"/>
            <a:ext cx="922849" cy="1299749"/>
            <a:chOff x="5073505" y="2021600"/>
            <a:chExt cx="3052733" cy="263917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9DCAA1-1AB9-C1D3-9731-415D7791D317}"/>
                </a:ext>
              </a:extLst>
            </p:cNvPr>
            <p:cNvGrpSpPr/>
            <p:nvPr/>
          </p:nvGrpSpPr>
          <p:grpSpPr>
            <a:xfrm>
              <a:off x="5073505" y="2021600"/>
              <a:ext cx="3052733" cy="2639179"/>
              <a:chOff x="5072774" y="2364924"/>
              <a:chExt cx="2161129" cy="229585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C2562D1-1036-C865-222F-949006457093}"/>
                  </a:ext>
                </a:extLst>
              </p:cNvPr>
              <p:cNvSpPr/>
              <p:nvPr/>
            </p:nvSpPr>
            <p:spPr>
              <a:xfrm>
                <a:off x="5813069" y="2364924"/>
                <a:ext cx="664149" cy="89428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  <a:defRPr/>
                </a:pPr>
                <a:endParaRPr lang="en-US" err="1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30" name="Rectangle: Rounded Corners 31">
                <a:extLst>
                  <a:ext uri="{FF2B5EF4-FFF2-40B4-BE49-F238E27FC236}">
                    <a16:creationId xmlns:a16="http://schemas.microsoft.com/office/drawing/2014/main" id="{10299D96-8FC7-EBCC-8505-44DB3C5E38C7}"/>
                  </a:ext>
                </a:extLst>
              </p:cNvPr>
              <p:cNvSpPr/>
              <p:nvPr/>
            </p:nvSpPr>
            <p:spPr>
              <a:xfrm>
                <a:off x="5072774" y="3285658"/>
                <a:ext cx="2161129" cy="1375122"/>
              </a:xfrm>
              <a:custGeom>
                <a:avLst/>
                <a:gdLst>
                  <a:gd name="connsiteX0" fmla="*/ 0 w 2096566"/>
                  <a:gd name="connsiteY0" fmla="*/ 232152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2096566 w 2096566"/>
                  <a:gd name="connsiteY3" fmla="*/ 23215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0 w 2096566"/>
                  <a:gd name="connsiteY8" fmla="*/ 232152 h 1392884"/>
                  <a:gd name="connsiteX0" fmla="*/ 256854 w 2096566"/>
                  <a:gd name="connsiteY0" fmla="*/ 345168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2096566 w 2096566"/>
                  <a:gd name="connsiteY3" fmla="*/ 23215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256854 w 2096566"/>
                  <a:gd name="connsiteY8" fmla="*/ 345168 h 1392884"/>
                  <a:gd name="connsiteX0" fmla="*/ 256854 w 2096566"/>
                  <a:gd name="connsiteY0" fmla="*/ 345168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1747244 w 2096566"/>
                  <a:gd name="connsiteY3" fmla="*/ 35544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256854 w 2096566"/>
                  <a:gd name="connsiteY8" fmla="*/ 345168 h 1392884"/>
                  <a:gd name="connsiteX0" fmla="*/ 256854 w 2096566"/>
                  <a:gd name="connsiteY0" fmla="*/ 345168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1747244 w 2096566"/>
                  <a:gd name="connsiteY3" fmla="*/ 35544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256854 w 2096566"/>
                  <a:gd name="connsiteY8" fmla="*/ 345168 h 1392884"/>
                  <a:gd name="connsiteX0" fmla="*/ 256854 w 2096566"/>
                  <a:gd name="connsiteY0" fmla="*/ 355442 h 1403158"/>
                  <a:gd name="connsiteX1" fmla="*/ 632844 w 2096566"/>
                  <a:gd name="connsiteY1" fmla="*/ 0 h 1403158"/>
                  <a:gd name="connsiteX2" fmla="*/ 1864414 w 2096566"/>
                  <a:gd name="connsiteY2" fmla="*/ 10274 h 1403158"/>
                  <a:gd name="connsiteX3" fmla="*/ 1747244 w 2096566"/>
                  <a:gd name="connsiteY3" fmla="*/ 365716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256854 w 2096566"/>
                  <a:gd name="connsiteY8" fmla="*/ 355442 h 1403158"/>
                  <a:gd name="connsiteX0" fmla="*/ 318499 w 2096566"/>
                  <a:gd name="connsiteY0" fmla="*/ 304071 h 1403158"/>
                  <a:gd name="connsiteX1" fmla="*/ 632844 w 2096566"/>
                  <a:gd name="connsiteY1" fmla="*/ 0 h 1403158"/>
                  <a:gd name="connsiteX2" fmla="*/ 1864414 w 2096566"/>
                  <a:gd name="connsiteY2" fmla="*/ 10274 h 1403158"/>
                  <a:gd name="connsiteX3" fmla="*/ 1747244 w 2096566"/>
                  <a:gd name="connsiteY3" fmla="*/ 365716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18499 w 2096566"/>
                  <a:gd name="connsiteY8" fmla="*/ 304071 h 1403158"/>
                  <a:gd name="connsiteX0" fmla="*/ 318499 w 2096566"/>
                  <a:gd name="connsiteY0" fmla="*/ 304071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47244 w 2096566"/>
                  <a:gd name="connsiteY3" fmla="*/ 365716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18499 w 2096566"/>
                  <a:gd name="connsiteY8" fmla="*/ 304071 h 1403158"/>
                  <a:gd name="connsiteX0" fmla="*/ 318499 w 2096566"/>
                  <a:gd name="connsiteY0" fmla="*/ 304071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18499 w 2096566"/>
                  <a:gd name="connsiteY8" fmla="*/ 304071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537347 w 2096566"/>
                  <a:gd name="connsiteY3" fmla="*/ 271902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638312 w 2096566"/>
                  <a:gd name="connsiteY0" fmla="*/ 96702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537347 w 2096566"/>
                  <a:gd name="connsiteY3" fmla="*/ 271902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638312 w 2096566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86698 h 1393154"/>
                  <a:gd name="connsiteX1" fmla="*/ 786727 w 2087773"/>
                  <a:gd name="connsiteY1" fmla="*/ 54521 h 1393154"/>
                  <a:gd name="connsiteX2" fmla="*/ 1252892 w 2087773"/>
                  <a:gd name="connsiteY2" fmla="*/ 0 h 1393154"/>
                  <a:gd name="connsiteX3" fmla="*/ 1528554 w 2087773"/>
                  <a:gd name="connsiteY3" fmla="*/ 261898 h 1393154"/>
                  <a:gd name="connsiteX4" fmla="*/ 2087773 w 2087773"/>
                  <a:gd name="connsiteY4" fmla="*/ 1161002 h 1393154"/>
                  <a:gd name="connsiteX5" fmla="*/ 1855621 w 2087773"/>
                  <a:gd name="connsiteY5" fmla="*/ 1393154 h 1393154"/>
                  <a:gd name="connsiteX6" fmla="*/ 223359 w 2087773"/>
                  <a:gd name="connsiteY6" fmla="*/ 1393154 h 1393154"/>
                  <a:gd name="connsiteX7" fmla="*/ 0 w 2087773"/>
                  <a:gd name="connsiteY7" fmla="*/ 1151784 h 1393154"/>
                  <a:gd name="connsiteX8" fmla="*/ 629519 w 2087773"/>
                  <a:gd name="connsiteY8" fmla="*/ 86698 h 1393154"/>
                  <a:gd name="connsiteX0" fmla="*/ 631229 w 2089483"/>
                  <a:gd name="connsiteY0" fmla="*/ 86698 h 1393154"/>
                  <a:gd name="connsiteX1" fmla="*/ 788437 w 2089483"/>
                  <a:gd name="connsiteY1" fmla="*/ 54521 h 1393154"/>
                  <a:gd name="connsiteX2" fmla="*/ 1254602 w 2089483"/>
                  <a:gd name="connsiteY2" fmla="*/ 0 h 1393154"/>
                  <a:gd name="connsiteX3" fmla="*/ 1530264 w 2089483"/>
                  <a:gd name="connsiteY3" fmla="*/ 261898 h 1393154"/>
                  <a:gd name="connsiteX4" fmla="*/ 2089483 w 2089483"/>
                  <a:gd name="connsiteY4" fmla="*/ 1161002 h 1393154"/>
                  <a:gd name="connsiteX5" fmla="*/ 1857331 w 2089483"/>
                  <a:gd name="connsiteY5" fmla="*/ 1393154 h 1393154"/>
                  <a:gd name="connsiteX6" fmla="*/ 225069 w 2089483"/>
                  <a:gd name="connsiteY6" fmla="*/ 1393154 h 1393154"/>
                  <a:gd name="connsiteX7" fmla="*/ 1710 w 2089483"/>
                  <a:gd name="connsiteY7" fmla="*/ 1151784 h 1393154"/>
                  <a:gd name="connsiteX8" fmla="*/ 83321 w 2089483"/>
                  <a:gd name="connsiteY8" fmla="*/ 777020 h 1393154"/>
                  <a:gd name="connsiteX9" fmla="*/ 631229 w 2089483"/>
                  <a:gd name="connsiteY9" fmla="*/ 86698 h 1393154"/>
                  <a:gd name="connsiteX0" fmla="*/ 631229 w 2096005"/>
                  <a:gd name="connsiteY0" fmla="*/ 86698 h 1393154"/>
                  <a:gd name="connsiteX1" fmla="*/ 788437 w 2096005"/>
                  <a:gd name="connsiteY1" fmla="*/ 54521 h 1393154"/>
                  <a:gd name="connsiteX2" fmla="*/ 1254602 w 2096005"/>
                  <a:gd name="connsiteY2" fmla="*/ 0 h 1393154"/>
                  <a:gd name="connsiteX3" fmla="*/ 1530264 w 2096005"/>
                  <a:gd name="connsiteY3" fmla="*/ 261898 h 1393154"/>
                  <a:gd name="connsiteX4" fmla="*/ 2020454 w 2096005"/>
                  <a:gd name="connsiteY4" fmla="*/ 806665 h 1393154"/>
                  <a:gd name="connsiteX5" fmla="*/ 2089483 w 2096005"/>
                  <a:gd name="connsiteY5" fmla="*/ 1161002 h 1393154"/>
                  <a:gd name="connsiteX6" fmla="*/ 1857331 w 2096005"/>
                  <a:gd name="connsiteY6" fmla="*/ 1393154 h 1393154"/>
                  <a:gd name="connsiteX7" fmla="*/ 225069 w 2096005"/>
                  <a:gd name="connsiteY7" fmla="*/ 1393154 h 1393154"/>
                  <a:gd name="connsiteX8" fmla="*/ 1710 w 2096005"/>
                  <a:gd name="connsiteY8" fmla="*/ 1151784 h 1393154"/>
                  <a:gd name="connsiteX9" fmla="*/ 83321 w 2096005"/>
                  <a:gd name="connsiteY9" fmla="*/ 777020 h 1393154"/>
                  <a:gd name="connsiteX10" fmla="*/ 631229 w 2096005"/>
                  <a:gd name="connsiteY10" fmla="*/ 86698 h 1393154"/>
                  <a:gd name="connsiteX0" fmla="*/ 631229 w 2090350"/>
                  <a:gd name="connsiteY0" fmla="*/ 86698 h 1393154"/>
                  <a:gd name="connsiteX1" fmla="*/ 788437 w 2090350"/>
                  <a:gd name="connsiteY1" fmla="*/ 54521 h 1393154"/>
                  <a:gd name="connsiteX2" fmla="*/ 1254602 w 2090350"/>
                  <a:gd name="connsiteY2" fmla="*/ 0 h 1393154"/>
                  <a:gd name="connsiteX3" fmla="*/ 1530264 w 2090350"/>
                  <a:gd name="connsiteY3" fmla="*/ 261898 h 1393154"/>
                  <a:gd name="connsiteX4" fmla="*/ 1952486 w 2090350"/>
                  <a:gd name="connsiteY4" fmla="*/ 810798 h 1393154"/>
                  <a:gd name="connsiteX5" fmla="*/ 2089483 w 2090350"/>
                  <a:gd name="connsiteY5" fmla="*/ 1161002 h 1393154"/>
                  <a:gd name="connsiteX6" fmla="*/ 1857331 w 2090350"/>
                  <a:gd name="connsiteY6" fmla="*/ 1393154 h 1393154"/>
                  <a:gd name="connsiteX7" fmla="*/ 225069 w 2090350"/>
                  <a:gd name="connsiteY7" fmla="*/ 1393154 h 1393154"/>
                  <a:gd name="connsiteX8" fmla="*/ 1710 w 2090350"/>
                  <a:gd name="connsiteY8" fmla="*/ 1151784 h 1393154"/>
                  <a:gd name="connsiteX9" fmla="*/ 83321 w 2090350"/>
                  <a:gd name="connsiteY9" fmla="*/ 777020 h 1393154"/>
                  <a:gd name="connsiteX10" fmla="*/ 631229 w 2090350"/>
                  <a:gd name="connsiteY10" fmla="*/ 86698 h 1393154"/>
                  <a:gd name="connsiteX0" fmla="*/ 629518 w 2088639"/>
                  <a:gd name="connsiteY0" fmla="*/ 86698 h 1393154"/>
                  <a:gd name="connsiteX1" fmla="*/ 786726 w 2088639"/>
                  <a:gd name="connsiteY1" fmla="*/ 54521 h 1393154"/>
                  <a:gd name="connsiteX2" fmla="*/ 1252891 w 2088639"/>
                  <a:gd name="connsiteY2" fmla="*/ 0 h 1393154"/>
                  <a:gd name="connsiteX3" fmla="*/ 1528553 w 2088639"/>
                  <a:gd name="connsiteY3" fmla="*/ 261898 h 1393154"/>
                  <a:gd name="connsiteX4" fmla="*/ 1950775 w 2088639"/>
                  <a:gd name="connsiteY4" fmla="*/ 810798 h 1393154"/>
                  <a:gd name="connsiteX5" fmla="*/ 2087772 w 2088639"/>
                  <a:gd name="connsiteY5" fmla="*/ 1161002 h 1393154"/>
                  <a:gd name="connsiteX6" fmla="*/ 1855620 w 2088639"/>
                  <a:gd name="connsiteY6" fmla="*/ 1393154 h 1393154"/>
                  <a:gd name="connsiteX7" fmla="*/ 223358 w 2088639"/>
                  <a:gd name="connsiteY7" fmla="*/ 1393154 h 1393154"/>
                  <a:gd name="connsiteX8" fmla="*/ -1 w 2088639"/>
                  <a:gd name="connsiteY8" fmla="*/ 1151784 h 1393154"/>
                  <a:gd name="connsiteX9" fmla="*/ 139122 w 2088639"/>
                  <a:gd name="connsiteY9" fmla="*/ 777021 h 1393154"/>
                  <a:gd name="connsiteX10" fmla="*/ 629518 w 2088639"/>
                  <a:gd name="connsiteY10" fmla="*/ 86698 h 1393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8639" h="1393154">
                    <a:moveTo>
                      <a:pt x="629518" y="86698"/>
                    </a:moveTo>
                    <a:cubicBezTo>
                      <a:pt x="763082" y="20129"/>
                      <a:pt x="658512" y="54521"/>
                      <a:pt x="786726" y="54521"/>
                    </a:cubicBezTo>
                    <a:lnTo>
                      <a:pt x="1252891" y="0"/>
                    </a:lnTo>
                    <a:cubicBezTo>
                      <a:pt x="1381105" y="0"/>
                      <a:pt x="1528553" y="133684"/>
                      <a:pt x="1528553" y="261898"/>
                    </a:cubicBezTo>
                    <a:cubicBezTo>
                      <a:pt x="1637342" y="396342"/>
                      <a:pt x="1857572" y="660947"/>
                      <a:pt x="1950775" y="810798"/>
                    </a:cubicBezTo>
                    <a:cubicBezTo>
                      <a:pt x="2043978" y="960649"/>
                      <a:pt x="2096106" y="1063254"/>
                      <a:pt x="2087772" y="1161002"/>
                    </a:cubicBezTo>
                    <a:cubicBezTo>
                      <a:pt x="2087772" y="1289216"/>
                      <a:pt x="1983834" y="1393154"/>
                      <a:pt x="1855620" y="1393154"/>
                    </a:cubicBezTo>
                    <a:lnTo>
                      <a:pt x="223358" y="1393154"/>
                    </a:lnTo>
                    <a:cubicBezTo>
                      <a:pt x="95144" y="1393154"/>
                      <a:pt x="-1" y="1279998"/>
                      <a:pt x="-1" y="1151784"/>
                    </a:cubicBezTo>
                    <a:cubicBezTo>
                      <a:pt x="1119" y="1050330"/>
                      <a:pt x="34202" y="954535"/>
                      <a:pt x="139122" y="777021"/>
                    </a:cubicBezTo>
                    <a:cubicBezTo>
                      <a:pt x="244042" y="599507"/>
                      <a:pt x="536743" y="208350"/>
                      <a:pt x="629518" y="86698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</a:pPr>
                <a:endParaRPr lang="en-US" sz="2592" err="1"/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158C08CA-AB35-62A7-CDFB-D6B1E42A4223}"/>
                  </a:ext>
                </a:extLst>
              </p:cNvPr>
              <p:cNvSpPr/>
              <p:nvPr/>
            </p:nvSpPr>
            <p:spPr>
              <a:xfrm>
                <a:off x="5096860" y="2507300"/>
                <a:ext cx="2096565" cy="175775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  <a:defRPr/>
                </a:pPr>
                <a:endParaRPr lang="en-US" err="1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5FC48B1-4A85-E5CF-8665-A55915EA1A7A}"/>
                </a:ext>
              </a:extLst>
            </p:cNvPr>
            <p:cNvGrpSpPr/>
            <p:nvPr/>
          </p:nvGrpSpPr>
          <p:grpSpPr>
            <a:xfrm>
              <a:off x="5284683" y="4256312"/>
              <a:ext cx="627797" cy="391112"/>
              <a:chOff x="5284683" y="4256312"/>
              <a:chExt cx="627797" cy="391112"/>
            </a:xfrm>
          </p:grpSpPr>
          <p:sp>
            <p:nvSpPr>
              <p:cNvPr id="27" name="Isosceles Triangle 33">
                <a:extLst>
                  <a:ext uri="{FF2B5EF4-FFF2-40B4-BE49-F238E27FC236}">
                    <a16:creationId xmlns:a16="http://schemas.microsoft.com/office/drawing/2014/main" id="{5671DDD2-3FA7-270D-E3C9-45ADF3844B6A}"/>
                  </a:ext>
                </a:extLst>
              </p:cNvPr>
              <p:cNvSpPr/>
              <p:nvPr/>
            </p:nvSpPr>
            <p:spPr>
              <a:xfrm>
                <a:off x="5284683" y="4256312"/>
                <a:ext cx="627797" cy="391112"/>
              </a:xfrm>
              <a:custGeom>
                <a:avLst/>
                <a:gdLst>
                  <a:gd name="connsiteX0" fmla="*/ 0 w 491320"/>
                  <a:gd name="connsiteY0" fmla="*/ 391112 h 391112"/>
                  <a:gd name="connsiteX1" fmla="*/ 245660 w 491320"/>
                  <a:gd name="connsiteY1" fmla="*/ 0 h 391112"/>
                  <a:gd name="connsiteX2" fmla="*/ 491320 w 491320"/>
                  <a:gd name="connsiteY2" fmla="*/ 391112 h 391112"/>
                  <a:gd name="connsiteX3" fmla="*/ 0 w 491320"/>
                  <a:gd name="connsiteY3" fmla="*/ 391112 h 391112"/>
                  <a:gd name="connsiteX0" fmla="*/ 0 w 627797"/>
                  <a:gd name="connsiteY0" fmla="*/ 386563 h 391112"/>
                  <a:gd name="connsiteX1" fmla="*/ 382137 w 627797"/>
                  <a:gd name="connsiteY1" fmla="*/ 0 h 391112"/>
                  <a:gd name="connsiteX2" fmla="*/ 627797 w 627797"/>
                  <a:gd name="connsiteY2" fmla="*/ 391112 h 391112"/>
                  <a:gd name="connsiteX3" fmla="*/ 0 w 627797"/>
                  <a:gd name="connsiteY3" fmla="*/ 386563 h 391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7797" h="391112">
                    <a:moveTo>
                      <a:pt x="0" y="386563"/>
                    </a:moveTo>
                    <a:lnTo>
                      <a:pt x="382137" y="0"/>
                    </a:lnTo>
                    <a:lnTo>
                      <a:pt x="627797" y="391112"/>
                    </a:lnTo>
                    <a:lnTo>
                      <a:pt x="0" y="386563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>
                <a:normAutofit fontScale="325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</a:pPr>
                <a:endParaRPr lang="en-US" sz="2592" err="1"/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98C24E9-64AB-2813-330F-EB3F8AE54020}"/>
                  </a:ext>
                </a:extLst>
              </p:cNvPr>
              <p:cNvCxnSpPr>
                <a:stCxn id="27" idx="1"/>
              </p:cNvCxnSpPr>
              <p:nvPr/>
            </p:nvCxnSpPr>
            <p:spPr>
              <a:xfrm flipH="1">
                <a:off x="5639506" y="4256312"/>
                <a:ext cx="27314" cy="389713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F2C5A33-6193-EB91-FD7F-80FE22D128A8}"/>
                </a:ext>
              </a:extLst>
            </p:cNvPr>
            <p:cNvGrpSpPr/>
            <p:nvPr/>
          </p:nvGrpSpPr>
          <p:grpSpPr>
            <a:xfrm>
              <a:off x="7020892" y="4247428"/>
              <a:ext cx="668741" cy="413351"/>
              <a:chOff x="7020892" y="4247428"/>
              <a:chExt cx="668741" cy="413351"/>
            </a:xfrm>
          </p:grpSpPr>
          <p:sp>
            <p:nvSpPr>
              <p:cNvPr id="25" name="Isosceles Triangle 35">
                <a:extLst>
                  <a:ext uri="{FF2B5EF4-FFF2-40B4-BE49-F238E27FC236}">
                    <a16:creationId xmlns:a16="http://schemas.microsoft.com/office/drawing/2014/main" id="{FED155DB-84A1-39C3-99B8-947B019F7B27}"/>
                  </a:ext>
                </a:extLst>
              </p:cNvPr>
              <p:cNvSpPr/>
              <p:nvPr/>
            </p:nvSpPr>
            <p:spPr>
              <a:xfrm>
                <a:off x="7020892" y="4247428"/>
                <a:ext cx="668741" cy="395661"/>
              </a:xfrm>
              <a:custGeom>
                <a:avLst/>
                <a:gdLst>
                  <a:gd name="connsiteX0" fmla="*/ 0 w 491320"/>
                  <a:gd name="connsiteY0" fmla="*/ 391112 h 391112"/>
                  <a:gd name="connsiteX1" fmla="*/ 245660 w 491320"/>
                  <a:gd name="connsiteY1" fmla="*/ 0 h 391112"/>
                  <a:gd name="connsiteX2" fmla="*/ 491320 w 491320"/>
                  <a:gd name="connsiteY2" fmla="*/ 391112 h 391112"/>
                  <a:gd name="connsiteX3" fmla="*/ 0 w 491320"/>
                  <a:gd name="connsiteY3" fmla="*/ 391112 h 391112"/>
                  <a:gd name="connsiteX0" fmla="*/ 0 w 668741"/>
                  <a:gd name="connsiteY0" fmla="*/ 391112 h 395661"/>
                  <a:gd name="connsiteX1" fmla="*/ 245660 w 668741"/>
                  <a:gd name="connsiteY1" fmla="*/ 0 h 395661"/>
                  <a:gd name="connsiteX2" fmla="*/ 668741 w 668741"/>
                  <a:gd name="connsiteY2" fmla="*/ 395661 h 395661"/>
                  <a:gd name="connsiteX3" fmla="*/ 0 w 668741"/>
                  <a:gd name="connsiteY3" fmla="*/ 391112 h 395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8741" h="395661">
                    <a:moveTo>
                      <a:pt x="0" y="391112"/>
                    </a:moveTo>
                    <a:lnTo>
                      <a:pt x="245660" y="0"/>
                    </a:lnTo>
                    <a:lnTo>
                      <a:pt x="668741" y="395661"/>
                    </a:lnTo>
                    <a:lnTo>
                      <a:pt x="0" y="391112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>
                <a:normAutofit fontScale="325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</a:pPr>
                <a:endParaRPr lang="en-US" sz="2592" err="1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7DB5B7F-60DB-C7E4-0635-0AB3B39C39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9402" y="4268788"/>
                <a:ext cx="85861" cy="391991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DC37E62-C8B7-AAD2-47F3-9CDA57E7C240}"/>
              </a:ext>
            </a:extLst>
          </p:cNvPr>
          <p:cNvGrpSpPr/>
          <p:nvPr/>
        </p:nvGrpSpPr>
        <p:grpSpPr>
          <a:xfrm>
            <a:off x="10640996" y="1979078"/>
            <a:ext cx="1504937" cy="1739689"/>
            <a:chOff x="5073505" y="2021600"/>
            <a:chExt cx="3052733" cy="263917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F4D9387-C74E-BE99-A4B2-F42C91F15A87}"/>
                </a:ext>
              </a:extLst>
            </p:cNvPr>
            <p:cNvGrpSpPr/>
            <p:nvPr/>
          </p:nvGrpSpPr>
          <p:grpSpPr>
            <a:xfrm>
              <a:off x="5073505" y="2021600"/>
              <a:ext cx="3052733" cy="2639179"/>
              <a:chOff x="5072774" y="2364924"/>
              <a:chExt cx="2161129" cy="229585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98A1B45-ED98-C904-386A-FF73A9C869F5}"/>
                  </a:ext>
                </a:extLst>
              </p:cNvPr>
              <p:cNvSpPr/>
              <p:nvPr/>
            </p:nvSpPr>
            <p:spPr>
              <a:xfrm>
                <a:off x="5813069" y="2364924"/>
                <a:ext cx="664149" cy="89428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  <a:defRPr/>
                </a:pPr>
                <a:endParaRPr lang="en-US" err="1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41" name="Rectangle: Rounded Corners 31">
                <a:extLst>
                  <a:ext uri="{FF2B5EF4-FFF2-40B4-BE49-F238E27FC236}">
                    <a16:creationId xmlns:a16="http://schemas.microsoft.com/office/drawing/2014/main" id="{5825BBB1-67C5-4BFC-C72C-41B7BC626D52}"/>
                  </a:ext>
                </a:extLst>
              </p:cNvPr>
              <p:cNvSpPr/>
              <p:nvPr/>
            </p:nvSpPr>
            <p:spPr>
              <a:xfrm>
                <a:off x="5072774" y="3285658"/>
                <a:ext cx="2161129" cy="1375122"/>
              </a:xfrm>
              <a:custGeom>
                <a:avLst/>
                <a:gdLst>
                  <a:gd name="connsiteX0" fmla="*/ 0 w 2096566"/>
                  <a:gd name="connsiteY0" fmla="*/ 232152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2096566 w 2096566"/>
                  <a:gd name="connsiteY3" fmla="*/ 23215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0 w 2096566"/>
                  <a:gd name="connsiteY8" fmla="*/ 232152 h 1392884"/>
                  <a:gd name="connsiteX0" fmla="*/ 256854 w 2096566"/>
                  <a:gd name="connsiteY0" fmla="*/ 345168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2096566 w 2096566"/>
                  <a:gd name="connsiteY3" fmla="*/ 23215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256854 w 2096566"/>
                  <a:gd name="connsiteY8" fmla="*/ 345168 h 1392884"/>
                  <a:gd name="connsiteX0" fmla="*/ 256854 w 2096566"/>
                  <a:gd name="connsiteY0" fmla="*/ 345168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1747244 w 2096566"/>
                  <a:gd name="connsiteY3" fmla="*/ 35544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256854 w 2096566"/>
                  <a:gd name="connsiteY8" fmla="*/ 345168 h 1392884"/>
                  <a:gd name="connsiteX0" fmla="*/ 256854 w 2096566"/>
                  <a:gd name="connsiteY0" fmla="*/ 345168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1747244 w 2096566"/>
                  <a:gd name="connsiteY3" fmla="*/ 35544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256854 w 2096566"/>
                  <a:gd name="connsiteY8" fmla="*/ 345168 h 1392884"/>
                  <a:gd name="connsiteX0" fmla="*/ 256854 w 2096566"/>
                  <a:gd name="connsiteY0" fmla="*/ 355442 h 1403158"/>
                  <a:gd name="connsiteX1" fmla="*/ 632844 w 2096566"/>
                  <a:gd name="connsiteY1" fmla="*/ 0 h 1403158"/>
                  <a:gd name="connsiteX2" fmla="*/ 1864414 w 2096566"/>
                  <a:gd name="connsiteY2" fmla="*/ 10274 h 1403158"/>
                  <a:gd name="connsiteX3" fmla="*/ 1747244 w 2096566"/>
                  <a:gd name="connsiteY3" fmla="*/ 365716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256854 w 2096566"/>
                  <a:gd name="connsiteY8" fmla="*/ 355442 h 1403158"/>
                  <a:gd name="connsiteX0" fmla="*/ 318499 w 2096566"/>
                  <a:gd name="connsiteY0" fmla="*/ 304071 h 1403158"/>
                  <a:gd name="connsiteX1" fmla="*/ 632844 w 2096566"/>
                  <a:gd name="connsiteY1" fmla="*/ 0 h 1403158"/>
                  <a:gd name="connsiteX2" fmla="*/ 1864414 w 2096566"/>
                  <a:gd name="connsiteY2" fmla="*/ 10274 h 1403158"/>
                  <a:gd name="connsiteX3" fmla="*/ 1747244 w 2096566"/>
                  <a:gd name="connsiteY3" fmla="*/ 365716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18499 w 2096566"/>
                  <a:gd name="connsiteY8" fmla="*/ 304071 h 1403158"/>
                  <a:gd name="connsiteX0" fmla="*/ 318499 w 2096566"/>
                  <a:gd name="connsiteY0" fmla="*/ 304071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47244 w 2096566"/>
                  <a:gd name="connsiteY3" fmla="*/ 365716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18499 w 2096566"/>
                  <a:gd name="connsiteY8" fmla="*/ 304071 h 1403158"/>
                  <a:gd name="connsiteX0" fmla="*/ 318499 w 2096566"/>
                  <a:gd name="connsiteY0" fmla="*/ 304071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18499 w 2096566"/>
                  <a:gd name="connsiteY8" fmla="*/ 304071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537347 w 2096566"/>
                  <a:gd name="connsiteY3" fmla="*/ 271902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638312 w 2096566"/>
                  <a:gd name="connsiteY0" fmla="*/ 96702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537347 w 2096566"/>
                  <a:gd name="connsiteY3" fmla="*/ 271902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638312 w 2096566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86698 h 1393154"/>
                  <a:gd name="connsiteX1" fmla="*/ 786727 w 2087773"/>
                  <a:gd name="connsiteY1" fmla="*/ 54521 h 1393154"/>
                  <a:gd name="connsiteX2" fmla="*/ 1252892 w 2087773"/>
                  <a:gd name="connsiteY2" fmla="*/ 0 h 1393154"/>
                  <a:gd name="connsiteX3" fmla="*/ 1528554 w 2087773"/>
                  <a:gd name="connsiteY3" fmla="*/ 261898 h 1393154"/>
                  <a:gd name="connsiteX4" fmla="*/ 2087773 w 2087773"/>
                  <a:gd name="connsiteY4" fmla="*/ 1161002 h 1393154"/>
                  <a:gd name="connsiteX5" fmla="*/ 1855621 w 2087773"/>
                  <a:gd name="connsiteY5" fmla="*/ 1393154 h 1393154"/>
                  <a:gd name="connsiteX6" fmla="*/ 223359 w 2087773"/>
                  <a:gd name="connsiteY6" fmla="*/ 1393154 h 1393154"/>
                  <a:gd name="connsiteX7" fmla="*/ 0 w 2087773"/>
                  <a:gd name="connsiteY7" fmla="*/ 1151784 h 1393154"/>
                  <a:gd name="connsiteX8" fmla="*/ 629519 w 2087773"/>
                  <a:gd name="connsiteY8" fmla="*/ 86698 h 1393154"/>
                  <a:gd name="connsiteX0" fmla="*/ 631229 w 2089483"/>
                  <a:gd name="connsiteY0" fmla="*/ 86698 h 1393154"/>
                  <a:gd name="connsiteX1" fmla="*/ 788437 w 2089483"/>
                  <a:gd name="connsiteY1" fmla="*/ 54521 h 1393154"/>
                  <a:gd name="connsiteX2" fmla="*/ 1254602 w 2089483"/>
                  <a:gd name="connsiteY2" fmla="*/ 0 h 1393154"/>
                  <a:gd name="connsiteX3" fmla="*/ 1530264 w 2089483"/>
                  <a:gd name="connsiteY3" fmla="*/ 261898 h 1393154"/>
                  <a:gd name="connsiteX4" fmla="*/ 2089483 w 2089483"/>
                  <a:gd name="connsiteY4" fmla="*/ 1161002 h 1393154"/>
                  <a:gd name="connsiteX5" fmla="*/ 1857331 w 2089483"/>
                  <a:gd name="connsiteY5" fmla="*/ 1393154 h 1393154"/>
                  <a:gd name="connsiteX6" fmla="*/ 225069 w 2089483"/>
                  <a:gd name="connsiteY6" fmla="*/ 1393154 h 1393154"/>
                  <a:gd name="connsiteX7" fmla="*/ 1710 w 2089483"/>
                  <a:gd name="connsiteY7" fmla="*/ 1151784 h 1393154"/>
                  <a:gd name="connsiteX8" fmla="*/ 83321 w 2089483"/>
                  <a:gd name="connsiteY8" fmla="*/ 777020 h 1393154"/>
                  <a:gd name="connsiteX9" fmla="*/ 631229 w 2089483"/>
                  <a:gd name="connsiteY9" fmla="*/ 86698 h 1393154"/>
                  <a:gd name="connsiteX0" fmla="*/ 631229 w 2096005"/>
                  <a:gd name="connsiteY0" fmla="*/ 86698 h 1393154"/>
                  <a:gd name="connsiteX1" fmla="*/ 788437 w 2096005"/>
                  <a:gd name="connsiteY1" fmla="*/ 54521 h 1393154"/>
                  <a:gd name="connsiteX2" fmla="*/ 1254602 w 2096005"/>
                  <a:gd name="connsiteY2" fmla="*/ 0 h 1393154"/>
                  <a:gd name="connsiteX3" fmla="*/ 1530264 w 2096005"/>
                  <a:gd name="connsiteY3" fmla="*/ 261898 h 1393154"/>
                  <a:gd name="connsiteX4" fmla="*/ 2020454 w 2096005"/>
                  <a:gd name="connsiteY4" fmla="*/ 806665 h 1393154"/>
                  <a:gd name="connsiteX5" fmla="*/ 2089483 w 2096005"/>
                  <a:gd name="connsiteY5" fmla="*/ 1161002 h 1393154"/>
                  <a:gd name="connsiteX6" fmla="*/ 1857331 w 2096005"/>
                  <a:gd name="connsiteY6" fmla="*/ 1393154 h 1393154"/>
                  <a:gd name="connsiteX7" fmla="*/ 225069 w 2096005"/>
                  <a:gd name="connsiteY7" fmla="*/ 1393154 h 1393154"/>
                  <a:gd name="connsiteX8" fmla="*/ 1710 w 2096005"/>
                  <a:gd name="connsiteY8" fmla="*/ 1151784 h 1393154"/>
                  <a:gd name="connsiteX9" fmla="*/ 83321 w 2096005"/>
                  <a:gd name="connsiteY9" fmla="*/ 777020 h 1393154"/>
                  <a:gd name="connsiteX10" fmla="*/ 631229 w 2096005"/>
                  <a:gd name="connsiteY10" fmla="*/ 86698 h 1393154"/>
                  <a:gd name="connsiteX0" fmla="*/ 631229 w 2090350"/>
                  <a:gd name="connsiteY0" fmla="*/ 86698 h 1393154"/>
                  <a:gd name="connsiteX1" fmla="*/ 788437 w 2090350"/>
                  <a:gd name="connsiteY1" fmla="*/ 54521 h 1393154"/>
                  <a:gd name="connsiteX2" fmla="*/ 1254602 w 2090350"/>
                  <a:gd name="connsiteY2" fmla="*/ 0 h 1393154"/>
                  <a:gd name="connsiteX3" fmla="*/ 1530264 w 2090350"/>
                  <a:gd name="connsiteY3" fmla="*/ 261898 h 1393154"/>
                  <a:gd name="connsiteX4" fmla="*/ 1952486 w 2090350"/>
                  <a:gd name="connsiteY4" fmla="*/ 810798 h 1393154"/>
                  <a:gd name="connsiteX5" fmla="*/ 2089483 w 2090350"/>
                  <a:gd name="connsiteY5" fmla="*/ 1161002 h 1393154"/>
                  <a:gd name="connsiteX6" fmla="*/ 1857331 w 2090350"/>
                  <a:gd name="connsiteY6" fmla="*/ 1393154 h 1393154"/>
                  <a:gd name="connsiteX7" fmla="*/ 225069 w 2090350"/>
                  <a:gd name="connsiteY7" fmla="*/ 1393154 h 1393154"/>
                  <a:gd name="connsiteX8" fmla="*/ 1710 w 2090350"/>
                  <a:gd name="connsiteY8" fmla="*/ 1151784 h 1393154"/>
                  <a:gd name="connsiteX9" fmla="*/ 83321 w 2090350"/>
                  <a:gd name="connsiteY9" fmla="*/ 777020 h 1393154"/>
                  <a:gd name="connsiteX10" fmla="*/ 631229 w 2090350"/>
                  <a:gd name="connsiteY10" fmla="*/ 86698 h 1393154"/>
                  <a:gd name="connsiteX0" fmla="*/ 629518 w 2088639"/>
                  <a:gd name="connsiteY0" fmla="*/ 86698 h 1393154"/>
                  <a:gd name="connsiteX1" fmla="*/ 786726 w 2088639"/>
                  <a:gd name="connsiteY1" fmla="*/ 54521 h 1393154"/>
                  <a:gd name="connsiteX2" fmla="*/ 1252891 w 2088639"/>
                  <a:gd name="connsiteY2" fmla="*/ 0 h 1393154"/>
                  <a:gd name="connsiteX3" fmla="*/ 1528553 w 2088639"/>
                  <a:gd name="connsiteY3" fmla="*/ 261898 h 1393154"/>
                  <a:gd name="connsiteX4" fmla="*/ 1950775 w 2088639"/>
                  <a:gd name="connsiteY4" fmla="*/ 810798 h 1393154"/>
                  <a:gd name="connsiteX5" fmla="*/ 2087772 w 2088639"/>
                  <a:gd name="connsiteY5" fmla="*/ 1161002 h 1393154"/>
                  <a:gd name="connsiteX6" fmla="*/ 1855620 w 2088639"/>
                  <a:gd name="connsiteY6" fmla="*/ 1393154 h 1393154"/>
                  <a:gd name="connsiteX7" fmla="*/ 223358 w 2088639"/>
                  <a:gd name="connsiteY7" fmla="*/ 1393154 h 1393154"/>
                  <a:gd name="connsiteX8" fmla="*/ -1 w 2088639"/>
                  <a:gd name="connsiteY8" fmla="*/ 1151784 h 1393154"/>
                  <a:gd name="connsiteX9" fmla="*/ 139122 w 2088639"/>
                  <a:gd name="connsiteY9" fmla="*/ 777021 h 1393154"/>
                  <a:gd name="connsiteX10" fmla="*/ 629518 w 2088639"/>
                  <a:gd name="connsiteY10" fmla="*/ 86698 h 1393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8639" h="1393154">
                    <a:moveTo>
                      <a:pt x="629518" y="86698"/>
                    </a:moveTo>
                    <a:cubicBezTo>
                      <a:pt x="763082" y="20129"/>
                      <a:pt x="658512" y="54521"/>
                      <a:pt x="786726" y="54521"/>
                    </a:cubicBezTo>
                    <a:lnTo>
                      <a:pt x="1252891" y="0"/>
                    </a:lnTo>
                    <a:cubicBezTo>
                      <a:pt x="1381105" y="0"/>
                      <a:pt x="1528553" y="133684"/>
                      <a:pt x="1528553" y="261898"/>
                    </a:cubicBezTo>
                    <a:cubicBezTo>
                      <a:pt x="1637342" y="396342"/>
                      <a:pt x="1857572" y="660947"/>
                      <a:pt x="1950775" y="810798"/>
                    </a:cubicBezTo>
                    <a:cubicBezTo>
                      <a:pt x="2043978" y="960649"/>
                      <a:pt x="2096106" y="1063254"/>
                      <a:pt x="2087772" y="1161002"/>
                    </a:cubicBezTo>
                    <a:cubicBezTo>
                      <a:pt x="2087772" y="1289216"/>
                      <a:pt x="1983834" y="1393154"/>
                      <a:pt x="1855620" y="1393154"/>
                    </a:cubicBezTo>
                    <a:lnTo>
                      <a:pt x="223358" y="1393154"/>
                    </a:lnTo>
                    <a:cubicBezTo>
                      <a:pt x="95144" y="1393154"/>
                      <a:pt x="-1" y="1279998"/>
                      <a:pt x="-1" y="1151784"/>
                    </a:cubicBezTo>
                    <a:cubicBezTo>
                      <a:pt x="1119" y="1050330"/>
                      <a:pt x="34202" y="954535"/>
                      <a:pt x="139122" y="777021"/>
                    </a:cubicBezTo>
                    <a:cubicBezTo>
                      <a:pt x="244042" y="599507"/>
                      <a:pt x="536743" y="208350"/>
                      <a:pt x="629518" y="86698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</a:pPr>
                <a:endParaRPr lang="en-US" sz="2592" err="1"/>
              </a:p>
            </p:txBody>
          </p:sp>
          <p:sp>
            <p:nvSpPr>
              <p:cNvPr id="42" name="Isosceles Triangle 41">
                <a:extLst>
                  <a:ext uri="{FF2B5EF4-FFF2-40B4-BE49-F238E27FC236}">
                    <a16:creationId xmlns:a16="http://schemas.microsoft.com/office/drawing/2014/main" id="{31F0950C-D1A1-9D5C-8674-CEF7CE9ADD2D}"/>
                  </a:ext>
                </a:extLst>
              </p:cNvPr>
              <p:cNvSpPr/>
              <p:nvPr/>
            </p:nvSpPr>
            <p:spPr>
              <a:xfrm>
                <a:off x="5096860" y="2507300"/>
                <a:ext cx="2096565" cy="175775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  <a:defRPr/>
                </a:pPr>
                <a:endParaRPr lang="en-US" err="1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E203DBD-02AC-CC76-FA0E-9AE7AC7A56E1}"/>
                </a:ext>
              </a:extLst>
            </p:cNvPr>
            <p:cNvGrpSpPr/>
            <p:nvPr/>
          </p:nvGrpSpPr>
          <p:grpSpPr>
            <a:xfrm>
              <a:off x="5284683" y="4256312"/>
              <a:ext cx="627797" cy="391112"/>
              <a:chOff x="5284683" y="4256312"/>
              <a:chExt cx="627797" cy="391112"/>
            </a:xfrm>
          </p:grpSpPr>
          <p:sp>
            <p:nvSpPr>
              <p:cNvPr id="38" name="Isosceles Triangle 33">
                <a:extLst>
                  <a:ext uri="{FF2B5EF4-FFF2-40B4-BE49-F238E27FC236}">
                    <a16:creationId xmlns:a16="http://schemas.microsoft.com/office/drawing/2014/main" id="{DDEEFB42-3339-B8A5-4BAF-8CDC1319BF12}"/>
                  </a:ext>
                </a:extLst>
              </p:cNvPr>
              <p:cNvSpPr/>
              <p:nvPr/>
            </p:nvSpPr>
            <p:spPr>
              <a:xfrm>
                <a:off x="5284683" y="4256312"/>
                <a:ext cx="627797" cy="391112"/>
              </a:xfrm>
              <a:custGeom>
                <a:avLst/>
                <a:gdLst>
                  <a:gd name="connsiteX0" fmla="*/ 0 w 491320"/>
                  <a:gd name="connsiteY0" fmla="*/ 391112 h 391112"/>
                  <a:gd name="connsiteX1" fmla="*/ 245660 w 491320"/>
                  <a:gd name="connsiteY1" fmla="*/ 0 h 391112"/>
                  <a:gd name="connsiteX2" fmla="*/ 491320 w 491320"/>
                  <a:gd name="connsiteY2" fmla="*/ 391112 h 391112"/>
                  <a:gd name="connsiteX3" fmla="*/ 0 w 491320"/>
                  <a:gd name="connsiteY3" fmla="*/ 391112 h 391112"/>
                  <a:gd name="connsiteX0" fmla="*/ 0 w 627797"/>
                  <a:gd name="connsiteY0" fmla="*/ 386563 h 391112"/>
                  <a:gd name="connsiteX1" fmla="*/ 382137 w 627797"/>
                  <a:gd name="connsiteY1" fmla="*/ 0 h 391112"/>
                  <a:gd name="connsiteX2" fmla="*/ 627797 w 627797"/>
                  <a:gd name="connsiteY2" fmla="*/ 391112 h 391112"/>
                  <a:gd name="connsiteX3" fmla="*/ 0 w 627797"/>
                  <a:gd name="connsiteY3" fmla="*/ 386563 h 391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7797" h="391112">
                    <a:moveTo>
                      <a:pt x="0" y="386563"/>
                    </a:moveTo>
                    <a:lnTo>
                      <a:pt x="382137" y="0"/>
                    </a:lnTo>
                    <a:lnTo>
                      <a:pt x="627797" y="391112"/>
                    </a:lnTo>
                    <a:lnTo>
                      <a:pt x="0" y="386563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>
                <a:normAutofit fontScale="550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</a:pPr>
                <a:endParaRPr lang="en-US" sz="2592" err="1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5970E13-C951-3CB9-57D9-DAC67FFDF4C8}"/>
                  </a:ext>
                </a:extLst>
              </p:cNvPr>
              <p:cNvCxnSpPr>
                <a:stCxn id="38" idx="1"/>
              </p:cNvCxnSpPr>
              <p:nvPr/>
            </p:nvCxnSpPr>
            <p:spPr>
              <a:xfrm flipH="1">
                <a:off x="5639506" y="4256312"/>
                <a:ext cx="27314" cy="389713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AD23D35-8A91-81B4-1AB7-910EFF54C6B9}"/>
                </a:ext>
              </a:extLst>
            </p:cNvPr>
            <p:cNvGrpSpPr/>
            <p:nvPr/>
          </p:nvGrpSpPr>
          <p:grpSpPr>
            <a:xfrm>
              <a:off x="7020892" y="4247428"/>
              <a:ext cx="668741" cy="413351"/>
              <a:chOff x="7020892" y="4247428"/>
              <a:chExt cx="668741" cy="413351"/>
            </a:xfrm>
          </p:grpSpPr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6A145297-202C-7479-6AF9-A87CEF9825F8}"/>
                  </a:ext>
                </a:extLst>
              </p:cNvPr>
              <p:cNvSpPr/>
              <p:nvPr/>
            </p:nvSpPr>
            <p:spPr>
              <a:xfrm>
                <a:off x="7020892" y="4247428"/>
                <a:ext cx="668741" cy="395661"/>
              </a:xfrm>
              <a:custGeom>
                <a:avLst/>
                <a:gdLst>
                  <a:gd name="connsiteX0" fmla="*/ 0 w 491320"/>
                  <a:gd name="connsiteY0" fmla="*/ 391112 h 391112"/>
                  <a:gd name="connsiteX1" fmla="*/ 245660 w 491320"/>
                  <a:gd name="connsiteY1" fmla="*/ 0 h 391112"/>
                  <a:gd name="connsiteX2" fmla="*/ 491320 w 491320"/>
                  <a:gd name="connsiteY2" fmla="*/ 391112 h 391112"/>
                  <a:gd name="connsiteX3" fmla="*/ 0 w 491320"/>
                  <a:gd name="connsiteY3" fmla="*/ 391112 h 391112"/>
                  <a:gd name="connsiteX0" fmla="*/ 0 w 668741"/>
                  <a:gd name="connsiteY0" fmla="*/ 391112 h 395661"/>
                  <a:gd name="connsiteX1" fmla="*/ 245660 w 668741"/>
                  <a:gd name="connsiteY1" fmla="*/ 0 h 395661"/>
                  <a:gd name="connsiteX2" fmla="*/ 668741 w 668741"/>
                  <a:gd name="connsiteY2" fmla="*/ 395661 h 395661"/>
                  <a:gd name="connsiteX3" fmla="*/ 0 w 668741"/>
                  <a:gd name="connsiteY3" fmla="*/ 391112 h 395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8741" h="395661">
                    <a:moveTo>
                      <a:pt x="0" y="391112"/>
                    </a:moveTo>
                    <a:lnTo>
                      <a:pt x="245660" y="0"/>
                    </a:lnTo>
                    <a:lnTo>
                      <a:pt x="668741" y="395661"/>
                    </a:lnTo>
                    <a:lnTo>
                      <a:pt x="0" y="391112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>
                <a:normAutofit fontScale="550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</a:pPr>
                <a:endParaRPr lang="en-US" sz="2592" err="1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FF0E9A9-3364-4880-8281-844447684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9402" y="4268788"/>
                <a:ext cx="85861" cy="391991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3FB6D05-6715-8176-D143-9C091C3A1BC1}"/>
              </a:ext>
            </a:extLst>
          </p:cNvPr>
          <p:cNvCxnSpPr>
            <a:cxnSpLocks/>
          </p:cNvCxnSpPr>
          <p:nvPr/>
        </p:nvCxnSpPr>
        <p:spPr>
          <a:xfrm>
            <a:off x="9676966" y="2632245"/>
            <a:ext cx="804773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06A558A2-C512-4C8C-CD99-B09C7B7D44F6}"/>
              </a:ext>
            </a:extLst>
          </p:cNvPr>
          <p:cNvCxnSpPr>
            <a:cxnSpLocks/>
          </p:cNvCxnSpPr>
          <p:nvPr/>
        </p:nvCxnSpPr>
        <p:spPr>
          <a:xfrm>
            <a:off x="10791571" y="3616877"/>
            <a:ext cx="953122" cy="168509"/>
          </a:xfrm>
          <a:prstGeom prst="curvedConnector3">
            <a:avLst>
              <a:gd name="adj1" fmla="val -52679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AFE6E8C7-4104-40A5-59F0-5897445C77B7}"/>
              </a:ext>
            </a:extLst>
          </p:cNvPr>
          <p:cNvCxnSpPr>
            <a:cxnSpLocks/>
          </p:cNvCxnSpPr>
          <p:nvPr/>
        </p:nvCxnSpPr>
        <p:spPr>
          <a:xfrm rot="10800000">
            <a:off x="11054594" y="3574057"/>
            <a:ext cx="984562" cy="132757"/>
          </a:xfrm>
          <a:prstGeom prst="curvedConnector3">
            <a:avLst>
              <a:gd name="adj1" fmla="val -44129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A0C14077-9713-2F19-7602-C12E9F645DB1}"/>
              </a:ext>
            </a:extLst>
          </p:cNvPr>
          <p:cNvCxnSpPr>
            <a:cxnSpLocks/>
          </p:cNvCxnSpPr>
          <p:nvPr/>
        </p:nvCxnSpPr>
        <p:spPr>
          <a:xfrm>
            <a:off x="10751261" y="2861677"/>
            <a:ext cx="953122" cy="168509"/>
          </a:xfrm>
          <a:prstGeom prst="curvedConnector3">
            <a:avLst>
              <a:gd name="adj1" fmla="val -52679"/>
            </a:avLst>
          </a:prstGeom>
          <a:ln w="127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1A97A6C3-6012-1460-74AB-FA56C47A82FF}"/>
              </a:ext>
            </a:extLst>
          </p:cNvPr>
          <p:cNvCxnSpPr>
            <a:cxnSpLocks/>
          </p:cNvCxnSpPr>
          <p:nvPr/>
        </p:nvCxnSpPr>
        <p:spPr>
          <a:xfrm rot="10800000">
            <a:off x="11108738" y="2709473"/>
            <a:ext cx="984562" cy="132757"/>
          </a:xfrm>
          <a:prstGeom prst="curvedConnector3">
            <a:avLst>
              <a:gd name="adj1" fmla="val -44129"/>
            </a:avLst>
          </a:prstGeom>
          <a:ln w="12700"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EE30895-A4DD-945F-A082-5AFF7F94D53E}"/>
              </a:ext>
            </a:extLst>
          </p:cNvPr>
          <p:cNvGrpSpPr/>
          <p:nvPr/>
        </p:nvGrpSpPr>
        <p:grpSpPr>
          <a:xfrm>
            <a:off x="13181796" y="2411131"/>
            <a:ext cx="318115" cy="447442"/>
            <a:chOff x="3435927" y="276409"/>
            <a:chExt cx="438848" cy="593776"/>
          </a:xfrm>
          <a:solidFill>
            <a:schemeClr val="accent6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2A623F3-DD94-AF95-3806-23FB3FB21ED2}"/>
                </a:ext>
              </a:extLst>
            </p:cNvPr>
            <p:cNvSpPr/>
            <p:nvPr/>
          </p:nvSpPr>
          <p:spPr>
            <a:xfrm>
              <a:off x="3543043" y="436077"/>
              <a:ext cx="258618" cy="4341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720"/>
                </a:spcAft>
                <a:defRPr/>
              </a:pPr>
              <a:endParaRPr lang="en-US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1D3AFA7-628C-DD2D-29C3-AD433B7BE5A6}"/>
                </a:ext>
              </a:extLst>
            </p:cNvPr>
            <p:cNvSpPr/>
            <p:nvPr/>
          </p:nvSpPr>
          <p:spPr>
            <a:xfrm>
              <a:off x="3435927" y="276409"/>
              <a:ext cx="438848" cy="174543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720"/>
                </a:spcAft>
                <a:defRPr/>
              </a:pPr>
              <a:endParaRPr lang="en-US" err="1">
                <a:solidFill>
                  <a:srgbClr val="FFFFFF"/>
                </a:solidFill>
                <a:latin typeface="Calibri"/>
              </a:endParaRPr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F6B37FF-6FAE-B56A-BDDB-8EE68AAF0711}"/>
              </a:ext>
            </a:extLst>
          </p:cNvPr>
          <p:cNvCxnSpPr>
            <a:cxnSpLocks/>
          </p:cNvCxnSpPr>
          <p:nvPr/>
        </p:nvCxnSpPr>
        <p:spPr>
          <a:xfrm>
            <a:off x="12145933" y="2626477"/>
            <a:ext cx="804773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96E1998-A29E-3978-086F-317C47C08F9E}"/>
              </a:ext>
            </a:extLst>
          </p:cNvPr>
          <p:cNvSpPr txBox="1"/>
          <p:nvPr/>
        </p:nvSpPr>
        <p:spPr>
          <a:xfrm>
            <a:off x="7348633" y="3931645"/>
            <a:ext cx="1344085" cy="69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720"/>
              </a:spcAft>
            </a:pPr>
            <a:r>
              <a:rPr lang="en-US" sz="1440" b="1" dirty="0"/>
              <a:t>Development working cell bank vial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9DCB22-7A3C-598D-E571-43FEDA268D85}"/>
              </a:ext>
            </a:extLst>
          </p:cNvPr>
          <p:cNvSpPr txBox="1"/>
          <p:nvPr/>
        </p:nvSpPr>
        <p:spPr>
          <a:xfrm>
            <a:off x="8534017" y="3944334"/>
            <a:ext cx="1695551" cy="640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720"/>
              </a:spcAft>
            </a:pPr>
            <a:r>
              <a:rPr lang="en-US" sz="1320" b="1" dirty="0"/>
              <a:t>Recovery/ expansion flask (250ml flat bottom, 120 RPM)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FB4294-113C-D7FB-4DB3-17BDC34874C1}"/>
              </a:ext>
            </a:extLst>
          </p:cNvPr>
          <p:cNvSpPr txBox="1"/>
          <p:nvPr/>
        </p:nvSpPr>
        <p:spPr>
          <a:xfrm>
            <a:off x="10481738" y="3932735"/>
            <a:ext cx="2230015" cy="1179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720"/>
              </a:spcAft>
            </a:pPr>
            <a:r>
              <a:rPr lang="en-US" sz="1320" b="1" dirty="0"/>
              <a:t>High agitation adaptation flask</a:t>
            </a:r>
          </a:p>
          <a:p>
            <a:pPr>
              <a:lnSpc>
                <a:spcPct val="90000"/>
              </a:lnSpc>
              <a:spcAft>
                <a:spcPts val="720"/>
              </a:spcAft>
            </a:pPr>
            <a:r>
              <a:rPr lang="en-US" sz="1320" b="1" dirty="0"/>
              <a:t>(2L baffled, 400 RPM)</a:t>
            </a:r>
          </a:p>
          <a:p>
            <a:pPr>
              <a:lnSpc>
                <a:spcPct val="90000"/>
              </a:lnSpc>
              <a:spcAft>
                <a:spcPts val="720"/>
              </a:spcAft>
            </a:pPr>
            <a:endParaRPr lang="en-US" sz="2592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DF173F-632D-F27A-99BD-7489CC40476A}"/>
              </a:ext>
            </a:extLst>
          </p:cNvPr>
          <p:cNvSpPr txBox="1"/>
          <p:nvPr/>
        </p:nvSpPr>
        <p:spPr>
          <a:xfrm>
            <a:off x="12711754" y="3944469"/>
            <a:ext cx="1977844" cy="1355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720"/>
              </a:spcAft>
            </a:pPr>
            <a:r>
              <a:rPr lang="en-US" sz="1320" b="1" dirty="0"/>
              <a:t>High agitation adapted cell bank (HAA)</a:t>
            </a:r>
          </a:p>
          <a:p>
            <a:pPr>
              <a:lnSpc>
                <a:spcPct val="90000"/>
              </a:lnSpc>
              <a:spcAft>
                <a:spcPts val="720"/>
              </a:spcAft>
            </a:pPr>
            <a:endParaRPr lang="en-US" sz="2592" b="1" dirty="0"/>
          </a:p>
          <a:p>
            <a:pPr>
              <a:lnSpc>
                <a:spcPct val="90000"/>
              </a:lnSpc>
              <a:spcAft>
                <a:spcPts val="720"/>
              </a:spcAft>
            </a:pPr>
            <a:endParaRPr lang="en-US" sz="2592" b="1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7FC7D73-8CF8-B5E4-7071-671F9FE65B46}"/>
              </a:ext>
            </a:extLst>
          </p:cNvPr>
          <p:cNvCxnSpPr>
            <a:cxnSpLocks/>
          </p:cNvCxnSpPr>
          <p:nvPr/>
        </p:nvCxnSpPr>
        <p:spPr>
          <a:xfrm>
            <a:off x="6777066" y="1663003"/>
            <a:ext cx="0" cy="626999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E433F90-D13B-3770-B113-F32E3E5B3114}"/>
              </a:ext>
            </a:extLst>
          </p:cNvPr>
          <p:cNvSpPr txBox="1"/>
          <p:nvPr/>
        </p:nvSpPr>
        <p:spPr>
          <a:xfrm>
            <a:off x="9542463" y="1320413"/>
            <a:ext cx="2653292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720"/>
              </a:spcAft>
            </a:pPr>
            <a:r>
              <a:rPr lang="en-US" sz="2592" u="sng" dirty="0">
                <a:solidFill>
                  <a:schemeClr val="accent4"/>
                </a:solidFill>
              </a:rPr>
              <a:t>Proposed schema: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0DBE34-3D0B-762B-9465-486ADCEE7738}"/>
              </a:ext>
            </a:extLst>
          </p:cNvPr>
          <p:cNvGrpSpPr/>
          <p:nvPr/>
        </p:nvGrpSpPr>
        <p:grpSpPr>
          <a:xfrm>
            <a:off x="11110126" y="5867793"/>
            <a:ext cx="2596314" cy="2092605"/>
            <a:chOff x="7154836" y="2837624"/>
            <a:chExt cx="2009188" cy="211748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169DDD6-DAC4-412B-DA8D-E92FE5B18AAE}"/>
                </a:ext>
              </a:extLst>
            </p:cNvPr>
            <p:cNvGrpSpPr/>
            <p:nvPr/>
          </p:nvGrpSpPr>
          <p:grpSpPr>
            <a:xfrm>
              <a:off x="7154836" y="2837624"/>
              <a:ext cx="2009188" cy="2117489"/>
              <a:chOff x="7094991" y="1412238"/>
              <a:chExt cx="2009188" cy="2117489"/>
            </a:xfrm>
          </p:grpSpPr>
          <p:sp>
            <p:nvSpPr>
              <p:cNvPr id="56" name="Rectangle: Top Corners Rounded 55">
                <a:extLst>
                  <a:ext uri="{FF2B5EF4-FFF2-40B4-BE49-F238E27FC236}">
                    <a16:creationId xmlns:a16="http://schemas.microsoft.com/office/drawing/2014/main" id="{56911E30-0104-DEAE-2633-840494E8A045}"/>
                  </a:ext>
                </a:extLst>
              </p:cNvPr>
              <p:cNvSpPr/>
              <p:nvPr/>
            </p:nvSpPr>
            <p:spPr>
              <a:xfrm rot="10800000">
                <a:off x="7094991" y="2304865"/>
                <a:ext cx="869979" cy="11486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err="1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6E0D92D5-5232-9018-9B14-1F91A4296909}"/>
                  </a:ext>
                </a:extLst>
              </p:cNvPr>
              <p:cNvGrpSpPr/>
              <p:nvPr/>
            </p:nvGrpSpPr>
            <p:grpSpPr>
              <a:xfrm>
                <a:off x="7101831" y="1412238"/>
                <a:ext cx="2002348" cy="2117489"/>
                <a:chOff x="8995100" y="2003143"/>
                <a:chExt cx="2002348" cy="2117489"/>
              </a:xfrm>
            </p:grpSpPr>
            <p:sp>
              <p:nvSpPr>
                <p:cNvPr id="59" name="Block Arc 58">
                  <a:extLst>
                    <a:ext uri="{FF2B5EF4-FFF2-40B4-BE49-F238E27FC236}">
                      <a16:creationId xmlns:a16="http://schemas.microsoft.com/office/drawing/2014/main" id="{62ED9D27-C75B-84F6-05CA-E906419EA132}"/>
                    </a:ext>
                  </a:extLst>
                </p:cNvPr>
                <p:cNvSpPr/>
                <p:nvPr/>
              </p:nvSpPr>
              <p:spPr>
                <a:xfrm rot="4612161">
                  <a:off x="10468213" y="3371793"/>
                  <a:ext cx="457742" cy="397491"/>
                </a:xfrm>
                <a:prstGeom prst="blockArc">
                  <a:avLst>
                    <a:gd name="adj1" fmla="val 17360543"/>
                    <a:gd name="adj2" fmla="val 21309872"/>
                    <a:gd name="adj3" fmla="val 20349"/>
                  </a:avLst>
                </a:prstGeom>
                <a:no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47500" lnSpcReduction="20000"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Isosceles Triangle 59">
                  <a:extLst>
                    <a:ext uri="{FF2B5EF4-FFF2-40B4-BE49-F238E27FC236}">
                      <a16:creationId xmlns:a16="http://schemas.microsoft.com/office/drawing/2014/main" id="{E0E3A4E8-62D1-4EE9-BFF3-51156CD517D9}"/>
                    </a:ext>
                  </a:extLst>
                </p:cNvPr>
                <p:cNvSpPr/>
                <p:nvPr/>
              </p:nvSpPr>
              <p:spPr>
                <a:xfrm>
                  <a:off x="10397566" y="3783349"/>
                  <a:ext cx="427490" cy="337283"/>
                </a:xfrm>
                <a:prstGeom prst="triangl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D2242FA0-9506-1667-A207-85A7E00A1E1E}"/>
                    </a:ext>
                  </a:extLst>
                </p:cNvPr>
                <p:cNvSpPr/>
                <p:nvPr/>
              </p:nvSpPr>
              <p:spPr>
                <a:xfrm>
                  <a:off x="10397566" y="3662890"/>
                  <a:ext cx="427490" cy="425619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70000" lnSpcReduction="20000"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  <p:cxnSp>
              <p:nvCxnSpPr>
                <p:cNvPr id="63" name="Connector: Elbow 62">
                  <a:extLst>
                    <a:ext uri="{FF2B5EF4-FFF2-40B4-BE49-F238E27FC236}">
                      <a16:creationId xmlns:a16="http://schemas.microsoft.com/office/drawing/2014/main" id="{29881056-96E7-C084-99AB-F6964EE54FDF}"/>
                    </a:ext>
                  </a:extLst>
                </p:cNvPr>
                <p:cNvCxnSpPr>
                  <a:cxnSpLocks/>
                  <a:stCxn id="66" idx="1"/>
                  <a:endCxn id="61" idx="2"/>
                </p:cNvCxnSpPr>
                <p:nvPr/>
              </p:nvCxnSpPr>
              <p:spPr>
                <a:xfrm rot="16200000" flipH="1">
                  <a:off x="9274145" y="2752279"/>
                  <a:ext cx="1537849" cy="708992"/>
                </a:xfrm>
                <a:prstGeom prst="bentConnector4">
                  <a:avLst>
                    <a:gd name="adj1" fmla="val -10966"/>
                    <a:gd name="adj2" fmla="val 62447"/>
                  </a:avLst>
                </a:prstGeom>
                <a:ln w="222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Rectangle: Top Corners Rounded 63">
                  <a:extLst>
                    <a:ext uri="{FF2B5EF4-FFF2-40B4-BE49-F238E27FC236}">
                      <a16:creationId xmlns:a16="http://schemas.microsoft.com/office/drawing/2014/main" id="{BEBD9E51-D35F-BF1C-3DD0-6539EDD7630E}"/>
                    </a:ext>
                  </a:extLst>
                </p:cNvPr>
                <p:cNvSpPr/>
                <p:nvPr/>
              </p:nvSpPr>
              <p:spPr>
                <a:xfrm rot="10800000">
                  <a:off x="8995100" y="2340859"/>
                  <a:ext cx="869979" cy="1694446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no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C0A45505-17C3-2F72-B293-3B299D6ED7D3}"/>
                    </a:ext>
                  </a:extLst>
                </p:cNvPr>
                <p:cNvCxnSpPr/>
                <p:nvPr/>
              </p:nvCxnSpPr>
              <p:spPr>
                <a:xfrm>
                  <a:off x="9685084" y="2337850"/>
                  <a:ext cx="0" cy="1537849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Rectangle: Top Corners Rounded 65">
                  <a:extLst>
                    <a:ext uri="{FF2B5EF4-FFF2-40B4-BE49-F238E27FC236}">
                      <a16:creationId xmlns:a16="http://schemas.microsoft.com/office/drawing/2014/main" id="{00A87C30-4AA5-9CA4-63F4-570DFE5C9B0C}"/>
                    </a:ext>
                  </a:extLst>
                </p:cNvPr>
                <p:cNvSpPr/>
                <p:nvPr/>
              </p:nvSpPr>
              <p:spPr>
                <a:xfrm rot="10800000">
                  <a:off x="9512071" y="2337850"/>
                  <a:ext cx="353007" cy="1694446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noFill/>
                <a:ln w="222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CEC249DD-25BC-9CCB-131C-0CA935F935AD}"/>
                    </a:ext>
                  </a:extLst>
                </p:cNvPr>
                <p:cNvSpPr/>
                <p:nvPr/>
              </p:nvSpPr>
              <p:spPr>
                <a:xfrm>
                  <a:off x="10806955" y="2064811"/>
                  <a:ext cx="99133" cy="1471799"/>
                </a:xfrm>
                <a:prstGeom prst="rect">
                  <a:avLst/>
                </a:prstGeom>
                <a:pattFill prst="narVert">
                  <a:fgClr>
                    <a:schemeClr val="tx1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1905F760-56DD-A067-B548-975235A5D776}"/>
                    </a:ext>
                  </a:extLst>
                </p:cNvPr>
                <p:cNvSpPr/>
                <p:nvPr/>
              </p:nvSpPr>
              <p:spPr>
                <a:xfrm>
                  <a:off x="10912189" y="2241483"/>
                  <a:ext cx="85259" cy="96366"/>
                </a:xfrm>
                <a:prstGeom prst="rect">
                  <a:avLst/>
                </a:prstGeom>
                <a:no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91401795-29E9-5AD9-1620-FE3A26791CC3}"/>
                    </a:ext>
                  </a:extLst>
                </p:cNvPr>
                <p:cNvCxnSpPr/>
                <p:nvPr/>
              </p:nvCxnSpPr>
              <p:spPr>
                <a:xfrm>
                  <a:off x="9315741" y="2337850"/>
                  <a:ext cx="0" cy="1537849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14905D94-824A-E1FE-A1FF-044191A6A90B}"/>
                    </a:ext>
                  </a:extLst>
                </p:cNvPr>
                <p:cNvSpPr/>
                <p:nvPr/>
              </p:nvSpPr>
              <p:spPr>
                <a:xfrm>
                  <a:off x="10747125" y="3529685"/>
                  <a:ext cx="209994" cy="62034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AE4B7782-5CF5-3239-4ABD-A65285621241}"/>
                    </a:ext>
                  </a:extLst>
                </p:cNvPr>
                <p:cNvSpPr/>
                <p:nvPr/>
              </p:nvSpPr>
              <p:spPr>
                <a:xfrm>
                  <a:off x="10747125" y="2003144"/>
                  <a:ext cx="209994" cy="62034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  <p:cxnSp>
              <p:nvCxnSpPr>
                <p:cNvPr id="72" name="Connector: Elbow 71">
                  <a:extLst>
                    <a:ext uri="{FF2B5EF4-FFF2-40B4-BE49-F238E27FC236}">
                      <a16:creationId xmlns:a16="http://schemas.microsoft.com/office/drawing/2014/main" id="{449AD4EF-91DD-C5CF-87EE-5CFF10E0A97B}"/>
                    </a:ext>
                  </a:extLst>
                </p:cNvPr>
                <p:cNvCxnSpPr>
                  <a:cxnSpLocks/>
                  <a:stCxn id="71" idx="0"/>
                </p:cNvCxnSpPr>
                <p:nvPr/>
              </p:nvCxnSpPr>
              <p:spPr>
                <a:xfrm rot="16200000" flipH="1" flipV="1">
                  <a:off x="9916579" y="1402305"/>
                  <a:ext cx="334705" cy="1536381"/>
                </a:xfrm>
                <a:prstGeom prst="bentConnector4">
                  <a:avLst>
                    <a:gd name="adj1" fmla="val -68299"/>
                    <a:gd name="adj2" fmla="val 100270"/>
                  </a:avLst>
                </a:prstGeom>
                <a:ln w="222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7DEDB859-E40E-DC5A-58BF-D9433A727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30088" y="2337850"/>
                  <a:ext cx="0" cy="132503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BF5B4986-85A0-9F9B-C4E3-36DD6E164321}"/>
                    </a:ext>
                  </a:extLst>
                </p:cNvPr>
                <p:cNvSpPr/>
                <p:nvPr/>
              </p:nvSpPr>
              <p:spPr>
                <a:xfrm>
                  <a:off x="9394830" y="3581580"/>
                  <a:ext cx="256976" cy="106405"/>
                </a:xfrm>
                <a:prstGeom prst="ellipse">
                  <a:avLst/>
                </a:prstGeom>
                <a:solidFill>
                  <a:schemeClr val="tx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EEFC0D64-0220-E0FE-27BB-EFE9D4D954F3}"/>
                    </a:ext>
                  </a:extLst>
                </p:cNvPr>
                <p:cNvSpPr/>
                <p:nvPr/>
              </p:nvSpPr>
              <p:spPr>
                <a:xfrm>
                  <a:off x="9192853" y="3581580"/>
                  <a:ext cx="256976" cy="106405"/>
                </a:xfrm>
                <a:prstGeom prst="ellipse">
                  <a:avLst/>
                </a:prstGeom>
                <a:solidFill>
                  <a:schemeClr val="tx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 fontScale="25000" lnSpcReduction="20000"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err="1"/>
                </a:p>
              </p:txBody>
            </p:sp>
          </p:grp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8BB98E9-3C36-8A78-E5B4-C5EDC2D3C4D5}"/>
                </a:ext>
              </a:extLst>
            </p:cNvPr>
            <p:cNvCxnSpPr/>
            <p:nvPr/>
          </p:nvCxnSpPr>
          <p:spPr>
            <a:xfrm>
              <a:off x="7366182" y="3174120"/>
              <a:ext cx="0" cy="1537849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7B7055F-43FE-39D4-B405-140B15639CE1}"/>
              </a:ext>
            </a:extLst>
          </p:cNvPr>
          <p:cNvGrpSpPr/>
          <p:nvPr/>
        </p:nvGrpSpPr>
        <p:grpSpPr>
          <a:xfrm>
            <a:off x="7640254" y="6511013"/>
            <a:ext cx="318115" cy="447442"/>
            <a:chOff x="3435927" y="276409"/>
            <a:chExt cx="438848" cy="593776"/>
          </a:xfrm>
          <a:solidFill>
            <a:schemeClr val="accent6"/>
          </a:solidFill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8D289C0-D770-555F-DC31-8723B77F4B4D}"/>
                </a:ext>
              </a:extLst>
            </p:cNvPr>
            <p:cNvSpPr/>
            <p:nvPr/>
          </p:nvSpPr>
          <p:spPr>
            <a:xfrm>
              <a:off x="3543043" y="436077"/>
              <a:ext cx="258618" cy="4341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720"/>
                </a:spcAft>
                <a:defRPr/>
              </a:pPr>
              <a:endParaRPr lang="en-US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5D9C288-A214-9FE7-546E-024FB6E107E1}"/>
                </a:ext>
              </a:extLst>
            </p:cNvPr>
            <p:cNvSpPr/>
            <p:nvPr/>
          </p:nvSpPr>
          <p:spPr>
            <a:xfrm>
              <a:off x="3435927" y="276409"/>
              <a:ext cx="438848" cy="174543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720"/>
                </a:spcAft>
                <a:defRPr/>
              </a:pPr>
              <a:endParaRPr lang="en-US" err="1">
                <a:solidFill>
                  <a:srgbClr val="FFFFFF"/>
                </a:solidFill>
                <a:latin typeface="Calibri"/>
              </a:endParaRPr>
            </a:p>
          </p:txBody>
        </p: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985FF73-C13D-A491-5487-5299D53EC19B}"/>
              </a:ext>
            </a:extLst>
          </p:cNvPr>
          <p:cNvCxnSpPr>
            <a:cxnSpLocks/>
          </p:cNvCxnSpPr>
          <p:nvPr/>
        </p:nvCxnSpPr>
        <p:spPr>
          <a:xfrm>
            <a:off x="8261368" y="6651648"/>
            <a:ext cx="602449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0439701-DB73-E322-B219-0114E38C8295}"/>
              </a:ext>
            </a:extLst>
          </p:cNvPr>
          <p:cNvGrpSpPr/>
          <p:nvPr/>
        </p:nvGrpSpPr>
        <p:grpSpPr>
          <a:xfrm>
            <a:off x="9184708" y="6259312"/>
            <a:ext cx="922849" cy="1299749"/>
            <a:chOff x="5073505" y="2021600"/>
            <a:chExt cx="3052733" cy="2639179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FF907BEB-ABAE-D072-1E03-5CB0C2A19837}"/>
                </a:ext>
              </a:extLst>
            </p:cNvPr>
            <p:cNvGrpSpPr/>
            <p:nvPr/>
          </p:nvGrpSpPr>
          <p:grpSpPr>
            <a:xfrm>
              <a:off x="5073505" y="2021600"/>
              <a:ext cx="3052733" cy="2639179"/>
              <a:chOff x="5072774" y="2364924"/>
              <a:chExt cx="2161129" cy="2295856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43D99C3-4059-1FE4-7601-DFE6BF9CB692}"/>
                  </a:ext>
                </a:extLst>
              </p:cNvPr>
              <p:cNvSpPr/>
              <p:nvPr/>
            </p:nvSpPr>
            <p:spPr>
              <a:xfrm>
                <a:off x="5813069" y="2364924"/>
                <a:ext cx="664149" cy="89428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  <a:defRPr/>
                </a:pPr>
                <a:endParaRPr lang="en-US" err="1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93" name="Rectangle: Rounded Corners 31">
                <a:extLst>
                  <a:ext uri="{FF2B5EF4-FFF2-40B4-BE49-F238E27FC236}">
                    <a16:creationId xmlns:a16="http://schemas.microsoft.com/office/drawing/2014/main" id="{25FD4E7E-3E72-40C0-A93C-4B8FB2BC4E2E}"/>
                  </a:ext>
                </a:extLst>
              </p:cNvPr>
              <p:cNvSpPr/>
              <p:nvPr/>
            </p:nvSpPr>
            <p:spPr>
              <a:xfrm>
                <a:off x="5072774" y="3285658"/>
                <a:ext cx="2161129" cy="1375122"/>
              </a:xfrm>
              <a:custGeom>
                <a:avLst/>
                <a:gdLst>
                  <a:gd name="connsiteX0" fmla="*/ 0 w 2096566"/>
                  <a:gd name="connsiteY0" fmla="*/ 232152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2096566 w 2096566"/>
                  <a:gd name="connsiteY3" fmla="*/ 23215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0 w 2096566"/>
                  <a:gd name="connsiteY8" fmla="*/ 232152 h 1392884"/>
                  <a:gd name="connsiteX0" fmla="*/ 256854 w 2096566"/>
                  <a:gd name="connsiteY0" fmla="*/ 345168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2096566 w 2096566"/>
                  <a:gd name="connsiteY3" fmla="*/ 23215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256854 w 2096566"/>
                  <a:gd name="connsiteY8" fmla="*/ 345168 h 1392884"/>
                  <a:gd name="connsiteX0" fmla="*/ 256854 w 2096566"/>
                  <a:gd name="connsiteY0" fmla="*/ 345168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1747244 w 2096566"/>
                  <a:gd name="connsiteY3" fmla="*/ 35544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256854 w 2096566"/>
                  <a:gd name="connsiteY8" fmla="*/ 345168 h 1392884"/>
                  <a:gd name="connsiteX0" fmla="*/ 256854 w 2096566"/>
                  <a:gd name="connsiteY0" fmla="*/ 345168 h 1392884"/>
                  <a:gd name="connsiteX1" fmla="*/ 232152 w 2096566"/>
                  <a:gd name="connsiteY1" fmla="*/ 0 h 1392884"/>
                  <a:gd name="connsiteX2" fmla="*/ 1864414 w 2096566"/>
                  <a:gd name="connsiteY2" fmla="*/ 0 h 1392884"/>
                  <a:gd name="connsiteX3" fmla="*/ 1747244 w 2096566"/>
                  <a:gd name="connsiteY3" fmla="*/ 355442 h 1392884"/>
                  <a:gd name="connsiteX4" fmla="*/ 2096566 w 2096566"/>
                  <a:gd name="connsiteY4" fmla="*/ 1160732 h 1392884"/>
                  <a:gd name="connsiteX5" fmla="*/ 1864414 w 2096566"/>
                  <a:gd name="connsiteY5" fmla="*/ 1392884 h 1392884"/>
                  <a:gd name="connsiteX6" fmla="*/ 232152 w 2096566"/>
                  <a:gd name="connsiteY6" fmla="*/ 1392884 h 1392884"/>
                  <a:gd name="connsiteX7" fmla="*/ 0 w 2096566"/>
                  <a:gd name="connsiteY7" fmla="*/ 1160732 h 1392884"/>
                  <a:gd name="connsiteX8" fmla="*/ 256854 w 2096566"/>
                  <a:gd name="connsiteY8" fmla="*/ 345168 h 1392884"/>
                  <a:gd name="connsiteX0" fmla="*/ 256854 w 2096566"/>
                  <a:gd name="connsiteY0" fmla="*/ 355442 h 1403158"/>
                  <a:gd name="connsiteX1" fmla="*/ 632844 w 2096566"/>
                  <a:gd name="connsiteY1" fmla="*/ 0 h 1403158"/>
                  <a:gd name="connsiteX2" fmla="*/ 1864414 w 2096566"/>
                  <a:gd name="connsiteY2" fmla="*/ 10274 h 1403158"/>
                  <a:gd name="connsiteX3" fmla="*/ 1747244 w 2096566"/>
                  <a:gd name="connsiteY3" fmla="*/ 365716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256854 w 2096566"/>
                  <a:gd name="connsiteY8" fmla="*/ 355442 h 1403158"/>
                  <a:gd name="connsiteX0" fmla="*/ 318499 w 2096566"/>
                  <a:gd name="connsiteY0" fmla="*/ 304071 h 1403158"/>
                  <a:gd name="connsiteX1" fmla="*/ 632844 w 2096566"/>
                  <a:gd name="connsiteY1" fmla="*/ 0 h 1403158"/>
                  <a:gd name="connsiteX2" fmla="*/ 1864414 w 2096566"/>
                  <a:gd name="connsiteY2" fmla="*/ 10274 h 1403158"/>
                  <a:gd name="connsiteX3" fmla="*/ 1747244 w 2096566"/>
                  <a:gd name="connsiteY3" fmla="*/ 365716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18499 w 2096566"/>
                  <a:gd name="connsiteY8" fmla="*/ 304071 h 1403158"/>
                  <a:gd name="connsiteX0" fmla="*/ 318499 w 2096566"/>
                  <a:gd name="connsiteY0" fmla="*/ 304071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47244 w 2096566"/>
                  <a:gd name="connsiteY3" fmla="*/ 365716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18499 w 2096566"/>
                  <a:gd name="connsiteY8" fmla="*/ 304071 h 1403158"/>
                  <a:gd name="connsiteX0" fmla="*/ 318499 w 2096566"/>
                  <a:gd name="connsiteY0" fmla="*/ 304071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18499 w 2096566"/>
                  <a:gd name="connsiteY8" fmla="*/ 304071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360981 w 2096566"/>
                  <a:gd name="connsiteY2" fmla="*/ 30822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706148 w 2096566"/>
                  <a:gd name="connsiteY3" fmla="*/ 375991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380144 w 2096566"/>
                  <a:gd name="connsiteY0" fmla="*/ 242426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537347 w 2096566"/>
                  <a:gd name="connsiteY3" fmla="*/ 271902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380144 w 2096566"/>
                  <a:gd name="connsiteY8" fmla="*/ 242426 h 1403158"/>
                  <a:gd name="connsiteX0" fmla="*/ 638312 w 2096566"/>
                  <a:gd name="connsiteY0" fmla="*/ 96702 h 1403158"/>
                  <a:gd name="connsiteX1" fmla="*/ 632844 w 2096566"/>
                  <a:gd name="connsiteY1" fmla="*/ 0 h 1403158"/>
                  <a:gd name="connsiteX2" fmla="*/ 1261685 w 2096566"/>
                  <a:gd name="connsiteY2" fmla="*/ 10004 h 1403158"/>
                  <a:gd name="connsiteX3" fmla="*/ 1537347 w 2096566"/>
                  <a:gd name="connsiteY3" fmla="*/ 271902 h 1403158"/>
                  <a:gd name="connsiteX4" fmla="*/ 2096566 w 2096566"/>
                  <a:gd name="connsiteY4" fmla="*/ 1171006 h 1403158"/>
                  <a:gd name="connsiteX5" fmla="*/ 1864414 w 2096566"/>
                  <a:gd name="connsiteY5" fmla="*/ 1403158 h 1403158"/>
                  <a:gd name="connsiteX6" fmla="*/ 232152 w 2096566"/>
                  <a:gd name="connsiteY6" fmla="*/ 1403158 h 1403158"/>
                  <a:gd name="connsiteX7" fmla="*/ 0 w 2096566"/>
                  <a:gd name="connsiteY7" fmla="*/ 1171006 h 1403158"/>
                  <a:gd name="connsiteX8" fmla="*/ 638312 w 2096566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96702 h 1403158"/>
                  <a:gd name="connsiteX1" fmla="*/ 624051 w 2087773"/>
                  <a:gd name="connsiteY1" fmla="*/ 0 h 1403158"/>
                  <a:gd name="connsiteX2" fmla="*/ 1252892 w 2087773"/>
                  <a:gd name="connsiteY2" fmla="*/ 10004 h 1403158"/>
                  <a:gd name="connsiteX3" fmla="*/ 1528554 w 2087773"/>
                  <a:gd name="connsiteY3" fmla="*/ 271902 h 1403158"/>
                  <a:gd name="connsiteX4" fmla="*/ 2087773 w 2087773"/>
                  <a:gd name="connsiteY4" fmla="*/ 1171006 h 1403158"/>
                  <a:gd name="connsiteX5" fmla="*/ 1855621 w 2087773"/>
                  <a:gd name="connsiteY5" fmla="*/ 1403158 h 1403158"/>
                  <a:gd name="connsiteX6" fmla="*/ 223359 w 2087773"/>
                  <a:gd name="connsiteY6" fmla="*/ 1403158 h 1403158"/>
                  <a:gd name="connsiteX7" fmla="*/ 0 w 2087773"/>
                  <a:gd name="connsiteY7" fmla="*/ 1161788 h 1403158"/>
                  <a:gd name="connsiteX8" fmla="*/ 629519 w 2087773"/>
                  <a:gd name="connsiteY8" fmla="*/ 96702 h 1403158"/>
                  <a:gd name="connsiteX0" fmla="*/ 629519 w 2087773"/>
                  <a:gd name="connsiteY0" fmla="*/ 86698 h 1393154"/>
                  <a:gd name="connsiteX1" fmla="*/ 786727 w 2087773"/>
                  <a:gd name="connsiteY1" fmla="*/ 54521 h 1393154"/>
                  <a:gd name="connsiteX2" fmla="*/ 1252892 w 2087773"/>
                  <a:gd name="connsiteY2" fmla="*/ 0 h 1393154"/>
                  <a:gd name="connsiteX3" fmla="*/ 1528554 w 2087773"/>
                  <a:gd name="connsiteY3" fmla="*/ 261898 h 1393154"/>
                  <a:gd name="connsiteX4" fmla="*/ 2087773 w 2087773"/>
                  <a:gd name="connsiteY4" fmla="*/ 1161002 h 1393154"/>
                  <a:gd name="connsiteX5" fmla="*/ 1855621 w 2087773"/>
                  <a:gd name="connsiteY5" fmla="*/ 1393154 h 1393154"/>
                  <a:gd name="connsiteX6" fmla="*/ 223359 w 2087773"/>
                  <a:gd name="connsiteY6" fmla="*/ 1393154 h 1393154"/>
                  <a:gd name="connsiteX7" fmla="*/ 0 w 2087773"/>
                  <a:gd name="connsiteY7" fmla="*/ 1151784 h 1393154"/>
                  <a:gd name="connsiteX8" fmla="*/ 629519 w 2087773"/>
                  <a:gd name="connsiteY8" fmla="*/ 86698 h 1393154"/>
                  <a:gd name="connsiteX0" fmla="*/ 631229 w 2089483"/>
                  <a:gd name="connsiteY0" fmla="*/ 86698 h 1393154"/>
                  <a:gd name="connsiteX1" fmla="*/ 788437 w 2089483"/>
                  <a:gd name="connsiteY1" fmla="*/ 54521 h 1393154"/>
                  <a:gd name="connsiteX2" fmla="*/ 1254602 w 2089483"/>
                  <a:gd name="connsiteY2" fmla="*/ 0 h 1393154"/>
                  <a:gd name="connsiteX3" fmla="*/ 1530264 w 2089483"/>
                  <a:gd name="connsiteY3" fmla="*/ 261898 h 1393154"/>
                  <a:gd name="connsiteX4" fmla="*/ 2089483 w 2089483"/>
                  <a:gd name="connsiteY4" fmla="*/ 1161002 h 1393154"/>
                  <a:gd name="connsiteX5" fmla="*/ 1857331 w 2089483"/>
                  <a:gd name="connsiteY5" fmla="*/ 1393154 h 1393154"/>
                  <a:gd name="connsiteX6" fmla="*/ 225069 w 2089483"/>
                  <a:gd name="connsiteY6" fmla="*/ 1393154 h 1393154"/>
                  <a:gd name="connsiteX7" fmla="*/ 1710 w 2089483"/>
                  <a:gd name="connsiteY7" fmla="*/ 1151784 h 1393154"/>
                  <a:gd name="connsiteX8" fmla="*/ 83321 w 2089483"/>
                  <a:gd name="connsiteY8" fmla="*/ 777020 h 1393154"/>
                  <a:gd name="connsiteX9" fmla="*/ 631229 w 2089483"/>
                  <a:gd name="connsiteY9" fmla="*/ 86698 h 1393154"/>
                  <a:gd name="connsiteX0" fmla="*/ 631229 w 2096005"/>
                  <a:gd name="connsiteY0" fmla="*/ 86698 h 1393154"/>
                  <a:gd name="connsiteX1" fmla="*/ 788437 w 2096005"/>
                  <a:gd name="connsiteY1" fmla="*/ 54521 h 1393154"/>
                  <a:gd name="connsiteX2" fmla="*/ 1254602 w 2096005"/>
                  <a:gd name="connsiteY2" fmla="*/ 0 h 1393154"/>
                  <a:gd name="connsiteX3" fmla="*/ 1530264 w 2096005"/>
                  <a:gd name="connsiteY3" fmla="*/ 261898 h 1393154"/>
                  <a:gd name="connsiteX4" fmla="*/ 2020454 w 2096005"/>
                  <a:gd name="connsiteY4" fmla="*/ 806665 h 1393154"/>
                  <a:gd name="connsiteX5" fmla="*/ 2089483 w 2096005"/>
                  <a:gd name="connsiteY5" fmla="*/ 1161002 h 1393154"/>
                  <a:gd name="connsiteX6" fmla="*/ 1857331 w 2096005"/>
                  <a:gd name="connsiteY6" fmla="*/ 1393154 h 1393154"/>
                  <a:gd name="connsiteX7" fmla="*/ 225069 w 2096005"/>
                  <a:gd name="connsiteY7" fmla="*/ 1393154 h 1393154"/>
                  <a:gd name="connsiteX8" fmla="*/ 1710 w 2096005"/>
                  <a:gd name="connsiteY8" fmla="*/ 1151784 h 1393154"/>
                  <a:gd name="connsiteX9" fmla="*/ 83321 w 2096005"/>
                  <a:gd name="connsiteY9" fmla="*/ 777020 h 1393154"/>
                  <a:gd name="connsiteX10" fmla="*/ 631229 w 2096005"/>
                  <a:gd name="connsiteY10" fmla="*/ 86698 h 1393154"/>
                  <a:gd name="connsiteX0" fmla="*/ 631229 w 2090350"/>
                  <a:gd name="connsiteY0" fmla="*/ 86698 h 1393154"/>
                  <a:gd name="connsiteX1" fmla="*/ 788437 w 2090350"/>
                  <a:gd name="connsiteY1" fmla="*/ 54521 h 1393154"/>
                  <a:gd name="connsiteX2" fmla="*/ 1254602 w 2090350"/>
                  <a:gd name="connsiteY2" fmla="*/ 0 h 1393154"/>
                  <a:gd name="connsiteX3" fmla="*/ 1530264 w 2090350"/>
                  <a:gd name="connsiteY3" fmla="*/ 261898 h 1393154"/>
                  <a:gd name="connsiteX4" fmla="*/ 1952486 w 2090350"/>
                  <a:gd name="connsiteY4" fmla="*/ 810798 h 1393154"/>
                  <a:gd name="connsiteX5" fmla="*/ 2089483 w 2090350"/>
                  <a:gd name="connsiteY5" fmla="*/ 1161002 h 1393154"/>
                  <a:gd name="connsiteX6" fmla="*/ 1857331 w 2090350"/>
                  <a:gd name="connsiteY6" fmla="*/ 1393154 h 1393154"/>
                  <a:gd name="connsiteX7" fmla="*/ 225069 w 2090350"/>
                  <a:gd name="connsiteY7" fmla="*/ 1393154 h 1393154"/>
                  <a:gd name="connsiteX8" fmla="*/ 1710 w 2090350"/>
                  <a:gd name="connsiteY8" fmla="*/ 1151784 h 1393154"/>
                  <a:gd name="connsiteX9" fmla="*/ 83321 w 2090350"/>
                  <a:gd name="connsiteY9" fmla="*/ 777020 h 1393154"/>
                  <a:gd name="connsiteX10" fmla="*/ 631229 w 2090350"/>
                  <a:gd name="connsiteY10" fmla="*/ 86698 h 1393154"/>
                  <a:gd name="connsiteX0" fmla="*/ 629518 w 2088639"/>
                  <a:gd name="connsiteY0" fmla="*/ 86698 h 1393154"/>
                  <a:gd name="connsiteX1" fmla="*/ 786726 w 2088639"/>
                  <a:gd name="connsiteY1" fmla="*/ 54521 h 1393154"/>
                  <a:gd name="connsiteX2" fmla="*/ 1252891 w 2088639"/>
                  <a:gd name="connsiteY2" fmla="*/ 0 h 1393154"/>
                  <a:gd name="connsiteX3" fmla="*/ 1528553 w 2088639"/>
                  <a:gd name="connsiteY3" fmla="*/ 261898 h 1393154"/>
                  <a:gd name="connsiteX4" fmla="*/ 1950775 w 2088639"/>
                  <a:gd name="connsiteY4" fmla="*/ 810798 h 1393154"/>
                  <a:gd name="connsiteX5" fmla="*/ 2087772 w 2088639"/>
                  <a:gd name="connsiteY5" fmla="*/ 1161002 h 1393154"/>
                  <a:gd name="connsiteX6" fmla="*/ 1855620 w 2088639"/>
                  <a:gd name="connsiteY6" fmla="*/ 1393154 h 1393154"/>
                  <a:gd name="connsiteX7" fmla="*/ 223358 w 2088639"/>
                  <a:gd name="connsiteY7" fmla="*/ 1393154 h 1393154"/>
                  <a:gd name="connsiteX8" fmla="*/ -1 w 2088639"/>
                  <a:gd name="connsiteY8" fmla="*/ 1151784 h 1393154"/>
                  <a:gd name="connsiteX9" fmla="*/ 139122 w 2088639"/>
                  <a:gd name="connsiteY9" fmla="*/ 777021 h 1393154"/>
                  <a:gd name="connsiteX10" fmla="*/ 629518 w 2088639"/>
                  <a:gd name="connsiteY10" fmla="*/ 86698 h 1393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8639" h="1393154">
                    <a:moveTo>
                      <a:pt x="629518" y="86698"/>
                    </a:moveTo>
                    <a:cubicBezTo>
                      <a:pt x="763082" y="20129"/>
                      <a:pt x="658512" y="54521"/>
                      <a:pt x="786726" y="54521"/>
                    </a:cubicBezTo>
                    <a:lnTo>
                      <a:pt x="1252891" y="0"/>
                    </a:lnTo>
                    <a:cubicBezTo>
                      <a:pt x="1381105" y="0"/>
                      <a:pt x="1528553" y="133684"/>
                      <a:pt x="1528553" y="261898"/>
                    </a:cubicBezTo>
                    <a:cubicBezTo>
                      <a:pt x="1637342" y="396342"/>
                      <a:pt x="1857572" y="660947"/>
                      <a:pt x="1950775" y="810798"/>
                    </a:cubicBezTo>
                    <a:cubicBezTo>
                      <a:pt x="2043978" y="960649"/>
                      <a:pt x="2096106" y="1063254"/>
                      <a:pt x="2087772" y="1161002"/>
                    </a:cubicBezTo>
                    <a:cubicBezTo>
                      <a:pt x="2087772" y="1289216"/>
                      <a:pt x="1983834" y="1393154"/>
                      <a:pt x="1855620" y="1393154"/>
                    </a:cubicBezTo>
                    <a:lnTo>
                      <a:pt x="223358" y="1393154"/>
                    </a:lnTo>
                    <a:cubicBezTo>
                      <a:pt x="95144" y="1393154"/>
                      <a:pt x="-1" y="1279998"/>
                      <a:pt x="-1" y="1151784"/>
                    </a:cubicBezTo>
                    <a:cubicBezTo>
                      <a:pt x="1119" y="1050330"/>
                      <a:pt x="34202" y="954535"/>
                      <a:pt x="139122" y="777021"/>
                    </a:cubicBezTo>
                    <a:cubicBezTo>
                      <a:pt x="244042" y="599507"/>
                      <a:pt x="536743" y="208350"/>
                      <a:pt x="629518" y="86698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</a:pPr>
                <a:endParaRPr lang="en-US" sz="2592" err="1"/>
              </a:p>
            </p:txBody>
          </p:sp>
          <p:sp>
            <p:nvSpPr>
              <p:cNvPr id="94" name="Isosceles Triangle 93">
                <a:extLst>
                  <a:ext uri="{FF2B5EF4-FFF2-40B4-BE49-F238E27FC236}">
                    <a16:creationId xmlns:a16="http://schemas.microsoft.com/office/drawing/2014/main" id="{6C55017C-0326-37DD-93AE-7726396ECAF5}"/>
                  </a:ext>
                </a:extLst>
              </p:cNvPr>
              <p:cNvSpPr/>
              <p:nvPr/>
            </p:nvSpPr>
            <p:spPr>
              <a:xfrm>
                <a:off x="5096860" y="2507300"/>
                <a:ext cx="2096565" cy="1757755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  <a:defRPr/>
                </a:pPr>
                <a:endParaRPr lang="en-US" err="1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703F2CB-A64B-8478-D9B8-4BABAF595CD2}"/>
                </a:ext>
              </a:extLst>
            </p:cNvPr>
            <p:cNvGrpSpPr/>
            <p:nvPr/>
          </p:nvGrpSpPr>
          <p:grpSpPr>
            <a:xfrm>
              <a:off x="5284683" y="4256312"/>
              <a:ext cx="627797" cy="391112"/>
              <a:chOff x="5284683" y="4256312"/>
              <a:chExt cx="627797" cy="391112"/>
            </a:xfrm>
          </p:grpSpPr>
          <p:sp>
            <p:nvSpPr>
              <p:cNvPr id="90" name="Isosceles Triangle 33">
                <a:extLst>
                  <a:ext uri="{FF2B5EF4-FFF2-40B4-BE49-F238E27FC236}">
                    <a16:creationId xmlns:a16="http://schemas.microsoft.com/office/drawing/2014/main" id="{00F0E6A7-082D-7EC4-9855-39A2982C92B1}"/>
                  </a:ext>
                </a:extLst>
              </p:cNvPr>
              <p:cNvSpPr/>
              <p:nvPr/>
            </p:nvSpPr>
            <p:spPr>
              <a:xfrm>
                <a:off x="5284683" y="4256312"/>
                <a:ext cx="627797" cy="391112"/>
              </a:xfrm>
              <a:custGeom>
                <a:avLst/>
                <a:gdLst>
                  <a:gd name="connsiteX0" fmla="*/ 0 w 491320"/>
                  <a:gd name="connsiteY0" fmla="*/ 391112 h 391112"/>
                  <a:gd name="connsiteX1" fmla="*/ 245660 w 491320"/>
                  <a:gd name="connsiteY1" fmla="*/ 0 h 391112"/>
                  <a:gd name="connsiteX2" fmla="*/ 491320 w 491320"/>
                  <a:gd name="connsiteY2" fmla="*/ 391112 h 391112"/>
                  <a:gd name="connsiteX3" fmla="*/ 0 w 491320"/>
                  <a:gd name="connsiteY3" fmla="*/ 391112 h 391112"/>
                  <a:gd name="connsiteX0" fmla="*/ 0 w 627797"/>
                  <a:gd name="connsiteY0" fmla="*/ 386563 h 391112"/>
                  <a:gd name="connsiteX1" fmla="*/ 382137 w 627797"/>
                  <a:gd name="connsiteY1" fmla="*/ 0 h 391112"/>
                  <a:gd name="connsiteX2" fmla="*/ 627797 w 627797"/>
                  <a:gd name="connsiteY2" fmla="*/ 391112 h 391112"/>
                  <a:gd name="connsiteX3" fmla="*/ 0 w 627797"/>
                  <a:gd name="connsiteY3" fmla="*/ 386563 h 391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7797" h="391112">
                    <a:moveTo>
                      <a:pt x="0" y="386563"/>
                    </a:moveTo>
                    <a:lnTo>
                      <a:pt x="382137" y="0"/>
                    </a:lnTo>
                    <a:lnTo>
                      <a:pt x="627797" y="391112"/>
                    </a:lnTo>
                    <a:lnTo>
                      <a:pt x="0" y="386563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>
                <a:normAutofit fontScale="325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</a:pPr>
                <a:endParaRPr lang="en-US" sz="2592" err="1"/>
              </a:p>
            </p:txBody>
          </p: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A62438E5-2912-20E4-13EC-94E2ADCC0338}"/>
                  </a:ext>
                </a:extLst>
              </p:cNvPr>
              <p:cNvCxnSpPr>
                <a:stCxn id="90" idx="1"/>
              </p:cNvCxnSpPr>
              <p:nvPr/>
            </p:nvCxnSpPr>
            <p:spPr>
              <a:xfrm flipH="1">
                <a:off x="5639506" y="4256312"/>
                <a:ext cx="27314" cy="389713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5254F2E-8DF0-0AB6-9D79-C58ABD22DF3E}"/>
                </a:ext>
              </a:extLst>
            </p:cNvPr>
            <p:cNvGrpSpPr/>
            <p:nvPr/>
          </p:nvGrpSpPr>
          <p:grpSpPr>
            <a:xfrm>
              <a:off x="7020892" y="4247428"/>
              <a:ext cx="668741" cy="413351"/>
              <a:chOff x="7020892" y="4247428"/>
              <a:chExt cx="668741" cy="413351"/>
            </a:xfrm>
          </p:grpSpPr>
          <p:sp>
            <p:nvSpPr>
              <p:cNvPr id="88" name="Isosceles Triangle 35">
                <a:extLst>
                  <a:ext uri="{FF2B5EF4-FFF2-40B4-BE49-F238E27FC236}">
                    <a16:creationId xmlns:a16="http://schemas.microsoft.com/office/drawing/2014/main" id="{5E9DBEEF-013D-3723-CFF5-42CAC24AA131}"/>
                  </a:ext>
                </a:extLst>
              </p:cNvPr>
              <p:cNvSpPr/>
              <p:nvPr/>
            </p:nvSpPr>
            <p:spPr>
              <a:xfrm>
                <a:off x="7020892" y="4247428"/>
                <a:ext cx="668741" cy="395661"/>
              </a:xfrm>
              <a:custGeom>
                <a:avLst/>
                <a:gdLst>
                  <a:gd name="connsiteX0" fmla="*/ 0 w 491320"/>
                  <a:gd name="connsiteY0" fmla="*/ 391112 h 391112"/>
                  <a:gd name="connsiteX1" fmla="*/ 245660 w 491320"/>
                  <a:gd name="connsiteY1" fmla="*/ 0 h 391112"/>
                  <a:gd name="connsiteX2" fmla="*/ 491320 w 491320"/>
                  <a:gd name="connsiteY2" fmla="*/ 391112 h 391112"/>
                  <a:gd name="connsiteX3" fmla="*/ 0 w 491320"/>
                  <a:gd name="connsiteY3" fmla="*/ 391112 h 391112"/>
                  <a:gd name="connsiteX0" fmla="*/ 0 w 668741"/>
                  <a:gd name="connsiteY0" fmla="*/ 391112 h 395661"/>
                  <a:gd name="connsiteX1" fmla="*/ 245660 w 668741"/>
                  <a:gd name="connsiteY1" fmla="*/ 0 h 395661"/>
                  <a:gd name="connsiteX2" fmla="*/ 668741 w 668741"/>
                  <a:gd name="connsiteY2" fmla="*/ 395661 h 395661"/>
                  <a:gd name="connsiteX3" fmla="*/ 0 w 668741"/>
                  <a:gd name="connsiteY3" fmla="*/ 391112 h 395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8741" h="395661">
                    <a:moveTo>
                      <a:pt x="0" y="391112"/>
                    </a:moveTo>
                    <a:lnTo>
                      <a:pt x="245660" y="0"/>
                    </a:lnTo>
                    <a:lnTo>
                      <a:pt x="668741" y="395661"/>
                    </a:lnTo>
                    <a:lnTo>
                      <a:pt x="0" y="391112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>
                <a:normAutofit fontScale="325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720"/>
                  </a:spcAft>
                </a:pPr>
                <a:endParaRPr lang="en-US" sz="2592" err="1"/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0F8AB98-C8EE-98A4-FC60-290254D2FE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9402" y="4268788"/>
                <a:ext cx="85861" cy="391991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D4EB8C6-436E-A8A0-F76F-6185FE9285E4}"/>
              </a:ext>
            </a:extLst>
          </p:cNvPr>
          <p:cNvCxnSpPr>
            <a:cxnSpLocks/>
          </p:cNvCxnSpPr>
          <p:nvPr/>
        </p:nvCxnSpPr>
        <p:spPr>
          <a:xfrm>
            <a:off x="9937126" y="6651648"/>
            <a:ext cx="914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64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FE62892-0C7D-5224-9176-CE0F798B5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236396"/>
            <a:ext cx="13651230" cy="549545"/>
          </a:xfrm>
        </p:spPr>
        <p:txBody>
          <a:bodyPr>
            <a:normAutofit/>
          </a:bodyPr>
          <a:lstStyle/>
          <a:p>
            <a:r>
              <a:rPr lang="en-US" sz="3000" dirty="0">
                <a:ea typeface="Calibri" panose="020F0502020204030204" pitchFamily="34" charset="0"/>
                <a:cs typeface="Calibri" panose="020F0502020204030204" pitchFamily="34" charset="0"/>
              </a:rPr>
              <a:t>Novel aspects and Potential Impact: </a:t>
            </a:r>
            <a:endParaRPr lang="en-US" sz="30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B53D26-AB57-53DC-E68F-E240DF3FF3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89586" y="992777"/>
            <a:ext cx="7576241" cy="645088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Agitation Adaptation of three projects (two shown) demonstrated improved cell culture performance with significant improvements in end of run viability, with no trade-offs with biomass generation and cell specific productivities.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Adapted clones in both projects demonstrated significantly improved product quality attributes. A small improvement in product retention was observed in late-stage culture for both projects compared to </a:t>
            </a:r>
            <a:r>
              <a:rPr lang="en-US" sz="2000" dirty="0" err="1">
                <a:solidFill>
                  <a:srgbClr val="19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unadapted</a:t>
            </a:r>
            <a:r>
              <a:rPr lang="en-US" sz="2000" dirty="0">
                <a:solidFill>
                  <a:srgbClr val="19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controls.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assessed minimum energy dissipation levels required for adaptation using computational fluid dynamics.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1B1B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 proteome of assessed projects was probed to elucidate specific pathways and potential markers involved in improving shear susceptibility.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1B1B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 found that pathways associated with lipid biosynthesis, inflammatory response and cytoskeleton reorganization, were differentially expressed in successfully adapted clones.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8A574-0357-2585-7A54-16A22DEA8CE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480C7E-8FC6-E9AC-C57F-EC7196DD795B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BE17C-C074-40E6-CBB9-D81A11E2AE1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4722988-7F6B-8E78-3DC7-EE41EB77D8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7998815"/>
              </p:ext>
            </p:extLst>
          </p:nvPr>
        </p:nvGraphicFramePr>
        <p:xfrm>
          <a:off x="8434314" y="432152"/>
          <a:ext cx="5404513" cy="3122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73C1E9F-3994-3B22-B62A-4302D23C3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447" y="4042723"/>
            <a:ext cx="3707245" cy="413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0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ASTRAZENECA STANDARD TEMPLATE" val="EvVFCk6W"/>
  <p:tag name="ARTICULATE_DESIGN_ID_1_ASTRAZENECA STANDARD TEMPLATE" val="kGJp0GDe"/>
  <p:tag name="ARTICULATE_DESIGN_ID_ALTERNATIVE LAYOUTS" val="Bt42LpTg"/>
  <p:tag name="ARTICULATE_DESIGN_ID_1_ALTERNATIVE LAYOUTS" val="Pu40bbUa"/>
  <p:tag name="ARTICULATE_DESIGN_ID_AGENDAS" val="ut6QGGsg"/>
  <p:tag name="ARTICULATE_DESIGN_ID_1_AGENDAS" val="zZqOLfMe"/>
  <p:tag name="ARTICULATE_DESIGN_ID_KEY MESSAGE LAYOUTS" val="EG1WQXxn"/>
  <p:tag name="ARTICULATE_DESIGN_ID_LISTS" val="M0QWvWS1"/>
  <p:tag name="ARTICULATE_DESIGN_ID_1_KEY MESSAGE LAYOUTS" val="ks627C6Q"/>
  <p:tag name="ARTICULATE_DESIGN_ID_DIAGRAMS" val="EHtI07Fq"/>
  <p:tag name="ARTICULATE_DESIGN_ID_ALTERNATIVE CONTENT LAYOUTS" val="ywJnDDcd"/>
  <p:tag name="ARTICULATE_DESIGN_ID_PERSONNEL" val="nHHLeDJ2"/>
  <p:tag name="ARTICULATE_DESIGN_ID_STAFF AND ORGANISATIONS" val="fzkdDkSo"/>
  <p:tag name="ARTICULATE_DESIGN_ID_1_ALTERNATIVE CONTENT LAYOUTS" val="iY0BipYY"/>
  <p:tag name="ARTICULATE_DESIGN_ID_1_LISTS" val="vezrIkHU"/>
  <p:tag name="ARTICULATE_DESIGN_ID_1_STAFF AND ORGANISATIONS" val="gu0rVs6s"/>
  <p:tag name="BRANDIN_CONFIG" val="CONFIG.INI"/>
  <p:tag name="BRANDIN_CHARTS" val="PROCESS CHARTS"/>
  <p:tag name="BRANDIN_RULES" val="RUN RULES"/>
  <p:tag name="ARTICULATE_DESIGN_ID_LOGO HOLDERS" val="frTQuPG5"/>
  <p:tag name="ARTICULATE_DESIGN_ID_SPEAKERS" val="lTM5UYkU"/>
  <p:tag name="ARTICULATE_DESIGN_ID_TEXT LAYOUTS" val="4lYw8SxY"/>
  <p:tag name="ARTICULATE_DESIGN_ID_KEY STATEMENTS" val="PiA9xBfC"/>
  <p:tag name="ARTICULATE_DESIGN_ID_TEXT WITH IMAGE" val="bQgCS8wS"/>
  <p:tag name="ARTICULATE_DESIGN_ID_TEXT WITH IMAGE LAYOUTS" val="4MQoe47W"/>
  <p:tag name="ARTICULATE_SLIDE_THUMBNAIL_REFRESH" val="1"/>
  <p:tag name="ARTICULATE_PROJECT_OPEN" val="0"/>
  <p:tag name="ARTICULATE_SLIDE_COUNT" val="55"/>
  <p:tag name="BRANDIN_SMARTPASTE" val="ACTIVE"/>
  <p:tag name="BRANDIN_WORKSPACE_NAME" val="AstraZenec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straZeneca Standard Templat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D1A674E-3E18-48C8-8111-13918292A9CD}"/>
    </a:ext>
  </a:extLst>
</a:theme>
</file>

<file path=ppt/theme/theme2.xml><?xml version="1.0" encoding="utf-8"?>
<a:theme xmlns:a="http://schemas.openxmlformats.org/drawingml/2006/main" name="Alternative Content Layou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8A2B839-B926-47C5-8DA5-FE68E2B7180C}"/>
    </a:ext>
  </a:extLst>
</a:theme>
</file>

<file path=ppt/theme/theme3.xml><?xml version="1.0" encoding="utf-8"?>
<a:theme xmlns:a="http://schemas.openxmlformats.org/drawingml/2006/main" name="Text with Image Layou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FF4F857E-D025-4A8C-A516-DC792C9086B8}"/>
    </a:ext>
  </a:extLst>
</a:theme>
</file>

<file path=ppt/theme/theme4.xml><?xml version="1.0" encoding="utf-8"?>
<a:theme xmlns:a="http://schemas.openxmlformats.org/drawingml/2006/main" name="Key Statemen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86D9450B-4865-45B4-A3C1-AC495C4B5E51}"/>
    </a:ext>
  </a:extLst>
</a:theme>
</file>

<file path=ppt/theme/theme5.xml><?xml version="1.0" encoding="utf-8"?>
<a:theme xmlns:a="http://schemas.openxmlformats.org/drawingml/2006/main" name="Lis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DC6603E1-665B-4720-813E-777E4753678A}"/>
    </a:ext>
  </a:extLst>
</a:theme>
</file>

<file path=ppt/theme/theme6.xml><?xml version="1.0" encoding="utf-8"?>
<a:theme xmlns:a="http://schemas.openxmlformats.org/drawingml/2006/main" name="Agenda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7C967E50-2B4F-49AB-B60F-A552999DBF81}"/>
    </a:ext>
  </a:extLst>
</a:theme>
</file>

<file path=ppt/theme/theme7.xml><?xml version="1.0" encoding="utf-8"?>
<a:theme xmlns:a="http://schemas.openxmlformats.org/drawingml/2006/main" name="Speaker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DD585AD-C703-46E6-A6AA-37E180751FB5}"/>
    </a:ext>
  </a:extLst>
</a:theme>
</file>

<file path=ppt/theme/theme8.xml><?xml version="1.0" encoding="utf-8"?>
<a:theme xmlns:a="http://schemas.openxmlformats.org/drawingml/2006/main" name="Logo Holder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0D3E82B-71DD-4FC0-AED6-A039D92FEFB4}"/>
    </a:ext>
  </a:extLst>
</a:theme>
</file>

<file path=ppt/theme/theme9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item1.xml><?xml version="1.0" encoding="utf-8"?>
<BrandIn lastLayout="1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99DB2226E9054EAA931B5CD736B336" ma:contentTypeVersion="16" ma:contentTypeDescription="Create a new document." ma:contentTypeScope="" ma:versionID="a537e1f2e56204b41a6b6aac0143137b">
  <xsd:schema xmlns:xsd="http://www.w3.org/2001/XMLSchema" xmlns:xs="http://www.w3.org/2001/XMLSchema" xmlns:p="http://schemas.microsoft.com/office/2006/metadata/properties" xmlns:ns2="0c9131b5-4f7a-4fc7-9a57-73dee8b9041c" xmlns:ns3="a5bf85ab-5b89-45d5-812d-d881043611a5" targetNamespace="http://schemas.microsoft.com/office/2006/metadata/properties" ma:root="true" ma:fieldsID="5c72eae6c28d3701aaa6ae81f9139337" ns2:_="" ns3:_="">
    <xsd:import namespace="0c9131b5-4f7a-4fc7-9a57-73dee8b9041c"/>
    <xsd:import namespace="a5bf85ab-5b89-45d5-812d-d881043611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131b5-4f7a-4fc7-9a57-73dee8b904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f367377-cea2-4f59-9866-8491a8f07a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f85ab-5b89-45d5-812d-d881043611a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018993d-1d16-43cf-b63c-2f328976747f}" ma:internalName="TaxCatchAll" ma:showField="CatchAllData" ma:web="a5bf85ab-5b89-45d5-812d-d881043611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9131b5-4f7a-4fc7-9a57-73dee8b9041c">
      <Terms xmlns="http://schemas.microsoft.com/office/infopath/2007/PartnerControls"/>
    </lcf76f155ced4ddcb4097134ff3c332f>
    <TaxCatchAll xmlns="a5bf85ab-5b89-45d5-812d-d881043611a5" xsi:nil="true"/>
  </documentManagement>
</p:properties>
</file>

<file path=customXml/item4.xml><?xml version="1.0" encoding="utf-8"?>
<BrandIn lastLayout="1"/>
</file>

<file path=customXml/item5.xml><?xml version="1.0" encoding="utf-8"?>
<BrandIn lastLayout="1"/>
</file>

<file path=customXml/item6.xml><?xml version="1.0" encoding="utf-8"?>
<BrandIn lastLayout="1"/>
</file>

<file path=customXml/item7.xml><?xml version="1.0" encoding="utf-8"?>
<BrandIn lastLayout="1"/>
</file>

<file path=customXml/item8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9.xml><?xml version="1.0" encoding="utf-8"?>
<BrandIn lastLayout="1"/>
</file>

<file path=customXml/item10.xml><?xml version="1.0" encoding="utf-8"?>
<BrandIn lastLayout="1"/>
</file>

<file path=customXml/item11.xml><?xml version="1.0" encoding="utf-8"?>
<BrandIn lastLayout="1"/>
</file>

<file path=customXml/item12.xml><?xml version="1.0" encoding="utf-8"?>
<BrandIn lastLayout="1"/>
</file>

<file path=customXml/itemProps1.xml><?xml version="1.0" encoding="utf-8"?>
<ds:datastoreItem xmlns:ds="http://schemas.openxmlformats.org/officeDocument/2006/customXml" ds:itemID="{D8B9FEFC-EE17-4515-A8D9-AD44478F0ED6}">
  <ds:schemaRefs/>
</ds:datastoreItem>
</file>

<file path=customXml/itemProps2.xml><?xml version="1.0" encoding="utf-8"?>
<ds:datastoreItem xmlns:ds="http://schemas.openxmlformats.org/officeDocument/2006/customXml" ds:itemID="{35A613A1-DBAE-4F68-A61A-09083C135D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9131b5-4f7a-4fc7-9a57-73dee8b9041c"/>
    <ds:schemaRef ds:uri="a5bf85ab-5b89-45d5-812d-d881043611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D41FD2-E42A-4705-AA0D-85221307178A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a5bf85ab-5b89-45d5-812d-d881043611a5"/>
    <ds:schemaRef ds:uri="http://purl.org/dc/terms/"/>
    <ds:schemaRef ds:uri="http://schemas.microsoft.com/office/infopath/2007/PartnerControls"/>
    <ds:schemaRef ds:uri="0c9131b5-4f7a-4fc7-9a57-73dee8b9041c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8B6B0787-9734-4296-B5D3-EC4759041B1D}">
  <ds:schemaRefs/>
</ds:datastoreItem>
</file>

<file path=customXml/itemProps5.xml><?xml version="1.0" encoding="utf-8"?>
<ds:datastoreItem xmlns:ds="http://schemas.openxmlformats.org/officeDocument/2006/customXml" ds:itemID="{F6414CD9-7AB0-4F44-807F-DF912C5E1A13}">
  <ds:schemaRefs/>
</ds:datastoreItem>
</file>

<file path=customXml/itemProps6.xml><?xml version="1.0" encoding="utf-8"?>
<ds:datastoreItem xmlns:ds="http://schemas.openxmlformats.org/officeDocument/2006/customXml" ds:itemID="{A9377F0E-6DE4-47A6-94F7-B5269FE2FCE0}">
  <ds:schemaRefs/>
</ds:datastoreItem>
</file>

<file path=customXml/itemProps7.xml><?xml version="1.0" encoding="utf-8"?>
<ds:datastoreItem xmlns:ds="http://schemas.openxmlformats.org/officeDocument/2006/customXml" ds:itemID="{65C99F1C-FB57-46A7-9B3A-75339810ED4F}">
  <ds:schemaRefs/>
</ds:datastoreItem>
</file>

<file path=customXml/itemProps8.xml><?xml version="1.0" encoding="utf-8"?>
<ds:datastoreItem xmlns:ds="http://schemas.openxmlformats.org/officeDocument/2006/customXml" ds:itemID="{39C02748-3634-4A24-AAB5-5A1F224A40F5}">
  <ds:schemaRefs>
    <ds:schemaRef ds:uri="http://schemas.microsoft.com/sharepoint/v3/contenttype/forms"/>
  </ds:schemaRefs>
</ds:datastoreItem>
</file>

<file path=customXml/itemProps9.xml><?xml version="1.0" encoding="utf-8"?>
<ds:datastoreItem xmlns:ds="http://schemas.openxmlformats.org/officeDocument/2006/customXml" ds:itemID="{3DB22CCA-FF5C-41A5-90F8-AC554C621565}">
  <ds:schemaRefs/>
</ds:datastoreItem>
</file>

<file path=customXml/itemProps10.xml><?xml version="1.0" encoding="utf-8"?>
<ds:datastoreItem xmlns:ds="http://schemas.openxmlformats.org/officeDocument/2006/customXml" ds:itemID="{60BB04B5-40D2-4FDA-9336-7994D079CE4F}">
  <ds:schemaRefs/>
</ds:datastoreItem>
</file>

<file path=customXml/itemProps11.xml><?xml version="1.0" encoding="utf-8"?>
<ds:datastoreItem xmlns:ds="http://schemas.openxmlformats.org/officeDocument/2006/customXml" ds:itemID="{CE231AE7-799C-476B-948C-13293BA93F71}">
  <ds:schemaRefs/>
</ds:datastoreItem>
</file>

<file path=customXml/itemProps12.xml><?xml version="1.0" encoding="utf-8"?>
<ds:datastoreItem xmlns:ds="http://schemas.openxmlformats.org/officeDocument/2006/customXml" ds:itemID="{82D07F71-FAE4-4758-BC0B-60609551B1C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1399</TotalTime>
  <Words>444</Words>
  <Application>Microsoft Office PowerPoint</Application>
  <PresentationFormat>Custom</PresentationFormat>
  <Paragraphs>49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Arial</vt:lpstr>
      <vt:lpstr>Calibri</vt:lpstr>
      <vt:lpstr>Calisto MT</vt:lpstr>
      <vt:lpstr>AstraZeneca Standard Template</vt:lpstr>
      <vt:lpstr>Alternative Content Layouts</vt:lpstr>
      <vt:lpstr>Text with Image Layouts</vt:lpstr>
      <vt:lpstr>Key Statements</vt:lpstr>
      <vt:lpstr>Lists</vt:lpstr>
      <vt:lpstr>Agendas</vt:lpstr>
      <vt:lpstr>Speakers</vt:lpstr>
      <vt:lpstr>Logo Holders</vt:lpstr>
      <vt:lpstr> HIGH AGITATION ADAPTATION AS A FRAMEWORK FOR NEXT GENERATION MANUFACTURING CLONE SELECTION </vt:lpstr>
      <vt:lpstr>Project motivation:</vt:lpstr>
      <vt:lpstr>Project hypothesis:</vt:lpstr>
      <vt:lpstr>Novel aspects and Potential Impact: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ECI/ICB spotlight presentation</dc:title>
  <dc:subject/>
  <dc:creator>Annoh, Maxine Esi</dc:creator>
  <cp:keywords/>
  <dc:description/>
  <cp:lastModifiedBy>Annoh, Maxine Esi</cp:lastModifiedBy>
  <cp:revision>2</cp:revision>
  <dcterms:created xsi:type="dcterms:W3CDTF">2024-10-16T03:55:30Z</dcterms:created>
  <dcterms:modified xsi:type="dcterms:W3CDTF">2024-10-17T12:09:11Z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0x010100EC99DB2226E9054EAA931B5CD736B336</vt:lpwstr>
  </property>
  <property fmtid="{D5CDD505-2E9C-101B-9397-08002B2CF9AE}" pid="3" name="Version">
    <vt:lpwstr>AstraZeneca Template 24.05.2022</vt:lpwstr>
  </property>
  <property fmtid="{D5CDD505-2E9C-101B-9397-08002B2CF9AE}" pid="4" name="ArticulateGUID">
    <vt:lpwstr>3147F588-80EE-4A79-8B90-D2BF272EDFE6</vt:lpwstr>
  </property>
  <property fmtid="{D5CDD505-2E9C-101B-9397-08002B2CF9AE}" pid="5" name="ArticulatePath">
    <vt:lpwstr>https://brightcarbon.sharepoint.com/sites/Intranet/Projects/ABCD/AstraZeneca/ASTR 3935 - AstraZeneca Template Build Project/Corporate Templates Design/BrightCarbon Template-Build/ASTR 3935 - Template &amp; Model Slides 13</vt:lpwstr>
  </property>
</Properties>
</file>