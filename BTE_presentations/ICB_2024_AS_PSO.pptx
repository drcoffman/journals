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5.xml" ContentType="application/vnd.openxmlformats-officedocument.them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6.xml" ContentType="application/vnd.openxmlformats-officedocument.them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7.xml" ContentType="application/vnd.openxmlformats-officedocument.them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8.xml" ContentType="application/vnd.openxmlformats-officedocument.them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heme/theme9.xml" ContentType="application/vnd.openxmlformats-officedocument.theme+xml"/>
  <Override PartName="/ppt/theme/theme10.xml" ContentType="application/vnd.openxmlformats-officedocument.theme+xml"/>
  <Override PartName="/ppt/tags/tag7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drawings/drawing1.xml" ContentType="application/vnd.openxmlformats-officedocument.drawingml.chartshape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4.xml" ContentType="application/vnd.openxmlformats-officedocument.presentationml.notesSlide+xml"/>
  <Override PartName="/ppt/comments/modernComment_1D50_FFC2ACB3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4"/>
    <p:sldMasterId id="2147483975" r:id="rId15"/>
    <p:sldMasterId id="2147484082" r:id="rId16"/>
    <p:sldMasterId id="2147484000" r:id="rId17"/>
    <p:sldMasterId id="2147484009" r:id="rId18"/>
    <p:sldMasterId id="2147484020" r:id="rId19"/>
    <p:sldMasterId id="2147484026" r:id="rId20"/>
    <p:sldMasterId id="2147484051" r:id="rId21"/>
  </p:sldMasterIdLst>
  <p:notesMasterIdLst>
    <p:notesMasterId r:id="rId48"/>
  </p:notesMasterIdLst>
  <p:handoutMasterIdLst>
    <p:handoutMasterId r:id="rId49"/>
  </p:handoutMasterIdLst>
  <p:sldIdLst>
    <p:sldId id="693" r:id="rId22"/>
    <p:sldId id="700" r:id="rId23"/>
    <p:sldId id="7490" r:id="rId24"/>
    <p:sldId id="7531" r:id="rId25"/>
    <p:sldId id="7489" r:id="rId26"/>
    <p:sldId id="7492" r:id="rId27"/>
    <p:sldId id="713" r:id="rId28"/>
    <p:sldId id="7536" r:id="rId29"/>
    <p:sldId id="7532" r:id="rId30"/>
    <p:sldId id="7525" r:id="rId31"/>
    <p:sldId id="7524" r:id="rId32"/>
    <p:sldId id="7534" r:id="rId33"/>
    <p:sldId id="7533" r:id="rId34"/>
    <p:sldId id="7512" r:id="rId35"/>
    <p:sldId id="709" r:id="rId36"/>
    <p:sldId id="7499" r:id="rId37"/>
    <p:sldId id="7527" r:id="rId38"/>
    <p:sldId id="7529" r:id="rId39"/>
    <p:sldId id="7500" r:id="rId40"/>
    <p:sldId id="7530" r:id="rId41"/>
    <p:sldId id="7515" r:id="rId42"/>
    <p:sldId id="7535" r:id="rId43"/>
    <p:sldId id="7495" r:id="rId44"/>
    <p:sldId id="710" r:id="rId45"/>
    <p:sldId id="711" r:id="rId46"/>
    <p:sldId id="7504" r:id="rId47"/>
  </p:sldIdLst>
  <p:sldSz cx="12192000" cy="6858000"/>
  <p:notesSz cx="6858000" cy="9144000"/>
  <p:custDataLst>
    <p:tags r:id="rId5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0C39622-650E-7B27-1A9A-D859457C266B}" name="Squeri, Andrea" initials="SA" userId="S::kmfp387@astrazeneca.net::863f5dad-9ee1-4b4e-822f-01a204bbf411" providerId="AD"/>
  <p188:author id="{5740198C-24BE-52B9-7FFD-922EFBD37AFB}" name="Lee, Ken" initials="LK" userId="S::knjf769@astrazeneca.net::3a317f84-af31-4e86-a92d-021b55f9a2d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sa Boyes" initials="LB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DD"/>
    <a:srgbClr val="0D907F"/>
    <a:srgbClr val="0D90FF"/>
    <a:srgbClr val="95CD09"/>
    <a:srgbClr val="F0AB00"/>
    <a:srgbClr val="830051"/>
    <a:srgbClr val="2BB9CA"/>
    <a:srgbClr val="F1F6C6"/>
    <a:srgbClr val="6666FF"/>
    <a:srgbClr val="EDF3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146" autoAdjust="0"/>
  </p:normalViewPr>
  <p:slideViewPr>
    <p:cSldViewPr snapToGrid="0">
      <p:cViewPr varScale="1">
        <p:scale>
          <a:sx n="69" d="100"/>
          <a:sy n="69" d="100"/>
        </p:scale>
        <p:origin x="29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slideMaster" Target="slideMasters/slideMaster5.xml"/><Relationship Id="rId26" Type="http://schemas.openxmlformats.org/officeDocument/2006/relationships/slide" Target="slides/slide5.xml"/><Relationship Id="rId39" Type="http://schemas.openxmlformats.org/officeDocument/2006/relationships/slide" Target="slides/slide18.xml"/><Relationship Id="rId21" Type="http://schemas.openxmlformats.org/officeDocument/2006/relationships/slideMaster" Target="slideMasters/slideMaster8.xml"/><Relationship Id="rId34" Type="http://schemas.openxmlformats.org/officeDocument/2006/relationships/slide" Target="slides/slide13.xml"/><Relationship Id="rId42" Type="http://schemas.openxmlformats.org/officeDocument/2006/relationships/slide" Target="slides/slide21.xml"/><Relationship Id="rId47" Type="http://schemas.openxmlformats.org/officeDocument/2006/relationships/slide" Target="slides/slide26.xml"/><Relationship Id="rId50" Type="http://schemas.openxmlformats.org/officeDocument/2006/relationships/tags" Target="tags/tag1.xml"/><Relationship Id="rId55" Type="http://schemas.openxmlformats.org/officeDocument/2006/relationships/tableStyles" Target="tableStyles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3.xml"/><Relationship Id="rId29" Type="http://schemas.openxmlformats.org/officeDocument/2006/relationships/slide" Target="slides/slide8.xml"/><Relationship Id="rId11" Type="http://schemas.openxmlformats.org/officeDocument/2006/relationships/customXml" Target="../customXml/item11.xml"/><Relationship Id="rId24" Type="http://schemas.openxmlformats.org/officeDocument/2006/relationships/slide" Target="slides/slide3.xml"/><Relationship Id="rId32" Type="http://schemas.openxmlformats.org/officeDocument/2006/relationships/slide" Target="slides/slide11.xml"/><Relationship Id="rId37" Type="http://schemas.openxmlformats.org/officeDocument/2006/relationships/slide" Target="slides/slide16.xml"/><Relationship Id="rId40" Type="http://schemas.openxmlformats.org/officeDocument/2006/relationships/slide" Target="slides/slide19.xml"/><Relationship Id="rId45" Type="http://schemas.openxmlformats.org/officeDocument/2006/relationships/slide" Target="slides/slide24.xml"/><Relationship Id="rId53" Type="http://schemas.openxmlformats.org/officeDocument/2006/relationships/viewProps" Target="viewProps.xml"/><Relationship Id="rId5" Type="http://schemas.openxmlformats.org/officeDocument/2006/relationships/customXml" Target="../customXml/item5.xml"/><Relationship Id="rId10" Type="http://schemas.openxmlformats.org/officeDocument/2006/relationships/customXml" Target="../customXml/item10.xml"/><Relationship Id="rId19" Type="http://schemas.openxmlformats.org/officeDocument/2006/relationships/slideMaster" Target="slideMasters/slideMaster6.xml"/><Relationship Id="rId31" Type="http://schemas.openxmlformats.org/officeDocument/2006/relationships/slide" Target="slides/slide10.xml"/><Relationship Id="rId44" Type="http://schemas.openxmlformats.org/officeDocument/2006/relationships/slide" Target="slides/slide23.xml"/><Relationship Id="rId52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Master" Target="slideMasters/slideMaster1.xml"/><Relationship Id="rId22" Type="http://schemas.openxmlformats.org/officeDocument/2006/relationships/slide" Target="slides/slide1.xml"/><Relationship Id="rId27" Type="http://schemas.openxmlformats.org/officeDocument/2006/relationships/slide" Target="slides/slide6.xml"/><Relationship Id="rId30" Type="http://schemas.openxmlformats.org/officeDocument/2006/relationships/slide" Target="slides/slide9.xml"/><Relationship Id="rId35" Type="http://schemas.openxmlformats.org/officeDocument/2006/relationships/slide" Target="slides/slide14.xml"/><Relationship Id="rId43" Type="http://schemas.openxmlformats.org/officeDocument/2006/relationships/slide" Target="slides/slide22.xml"/><Relationship Id="rId48" Type="http://schemas.openxmlformats.org/officeDocument/2006/relationships/notesMaster" Target="notesMasters/notesMaster1.xml"/><Relationship Id="rId56" Type="http://schemas.microsoft.com/office/2018/10/relationships/authors" Target="authors.xml"/><Relationship Id="rId8" Type="http://schemas.openxmlformats.org/officeDocument/2006/relationships/customXml" Target="../customXml/item8.xml"/><Relationship Id="rId51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slideMaster" Target="slideMasters/slideMaster4.xml"/><Relationship Id="rId25" Type="http://schemas.openxmlformats.org/officeDocument/2006/relationships/slide" Target="slides/slide4.xml"/><Relationship Id="rId33" Type="http://schemas.openxmlformats.org/officeDocument/2006/relationships/slide" Target="slides/slide12.xml"/><Relationship Id="rId38" Type="http://schemas.openxmlformats.org/officeDocument/2006/relationships/slide" Target="slides/slide17.xml"/><Relationship Id="rId46" Type="http://schemas.openxmlformats.org/officeDocument/2006/relationships/slide" Target="slides/slide25.xml"/><Relationship Id="rId20" Type="http://schemas.openxmlformats.org/officeDocument/2006/relationships/slideMaster" Target="slideMasters/slideMaster7.xml"/><Relationship Id="rId41" Type="http://schemas.openxmlformats.org/officeDocument/2006/relationships/slide" Target="slides/slide20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slideMaster" Target="slideMasters/slideMaster2.xml"/><Relationship Id="rId23" Type="http://schemas.openxmlformats.org/officeDocument/2006/relationships/slide" Target="slides/slide2.xml"/><Relationship Id="rId28" Type="http://schemas.openxmlformats.org/officeDocument/2006/relationships/slide" Target="slides/slide7.xml"/><Relationship Id="rId36" Type="http://schemas.openxmlformats.org/officeDocument/2006/relationships/slide" Target="slides/slide15.xml"/><Relationship Id="rId49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https://azcollaboration.sharepoint.com/sites/BioProcessTechnologiesandEngineering/Shared%20Documents/General/17%20Regulatory/Briefing%20Document%20Dynamic%20Perfusion%20(meeting%201)%20-%20cell%20culture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5" Type="http://schemas.openxmlformats.org/officeDocument/2006/relationships/chartUserShapes" Target="../drawings/drawing1.xml"/><Relationship Id="rId4" Type="http://schemas.openxmlformats.org/officeDocument/2006/relationships/oleObject" Target="https://azcollaboration.sharepoint.com/sites/BioProcessTechnologiesandEngineering/Shared%20Documents/General/17%20Regulatory/Briefing%20Document%20Dynamic%20Perfusion%20(meeting%201)%20-%20cell%20culture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5593136182833542"/>
          <c:y val="5.4488127707689127E-2"/>
          <c:w val="0.59085779084243095"/>
          <c:h val="0.65994637740648898"/>
        </c:manualLayout>
      </c:layout>
      <c:scatterChart>
        <c:scatterStyle val="lineMarker"/>
        <c:varyColors val="0"/>
        <c:ser>
          <c:idx val="2"/>
          <c:order val="2"/>
          <c:tx>
            <c:strRef>
              <c:f>'console average data'!$A$37:$A$51</c:f>
              <c:strCache>
                <c:ptCount val="15"/>
                <c:pt idx="0">
                  <c:v>FluA - Raman feed &amp; bleed</c:v>
                </c:pt>
              </c:strCache>
            </c:strRef>
          </c:tx>
          <c:spPr>
            <a:ln w="15875" cap="rnd">
              <a:solidFill>
                <a:srgbClr val="D0006F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rgbClr val="D0006F"/>
              </a:solidFill>
              <a:ln w="9525">
                <a:solidFill>
                  <a:srgbClr val="D0006F"/>
                </a:solidFill>
              </a:ln>
              <a:effectLst/>
            </c:spPr>
          </c:marker>
          <c:xVal>
            <c:numRef>
              <c:f>'console average data'!$C$37:$C$51</c:f>
              <c:numCache>
                <c:formatCode>General</c:formatCode>
                <c:ptCount val="15"/>
                <c:pt idx="0">
                  <c:v>0</c:v>
                </c:pt>
                <c:pt idx="1">
                  <c:v>0.60499999999999998</c:v>
                </c:pt>
                <c:pt idx="2">
                  <c:v>1.74</c:v>
                </c:pt>
                <c:pt idx="3">
                  <c:v>2.62</c:v>
                </c:pt>
                <c:pt idx="4">
                  <c:v>4.84</c:v>
                </c:pt>
                <c:pt idx="5">
                  <c:v>5.59</c:v>
                </c:pt>
                <c:pt idx="6">
                  <c:v>6.5949999999999998</c:v>
                </c:pt>
                <c:pt idx="7">
                  <c:v>7.6050000000000004</c:v>
                </c:pt>
                <c:pt idx="8">
                  <c:v>8.625</c:v>
                </c:pt>
                <c:pt idx="9">
                  <c:v>9.625</c:v>
                </c:pt>
                <c:pt idx="10">
                  <c:v>10.600000000000001</c:v>
                </c:pt>
                <c:pt idx="11">
                  <c:v>11.685</c:v>
                </c:pt>
                <c:pt idx="12">
                  <c:v>12.645</c:v>
                </c:pt>
                <c:pt idx="13">
                  <c:v>13.54</c:v>
                </c:pt>
              </c:numCache>
            </c:numRef>
          </c:xVal>
          <c:yVal>
            <c:numRef>
              <c:f>'console average data'!$IC$37:$IC$51</c:f>
              <c:numCache>
                <c:formatCode>General</c:formatCode>
                <c:ptCount val="1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1.25</c:v>
                </c:pt>
                <c:pt idx="5">
                  <c:v>#N/A</c:v>
                </c:pt>
                <c:pt idx="6">
                  <c:v>#N/A</c:v>
                </c:pt>
                <c:pt idx="7">
                  <c:v>1.85</c:v>
                </c:pt>
                <c:pt idx="8">
                  <c:v>#N/A</c:v>
                </c:pt>
                <c:pt idx="9">
                  <c:v>#N/A</c:v>
                </c:pt>
                <c:pt idx="10">
                  <c:v>3.75</c:v>
                </c:pt>
                <c:pt idx="11">
                  <c:v>#N/A</c:v>
                </c:pt>
                <c:pt idx="12">
                  <c:v>#N/A</c:v>
                </c:pt>
                <c:pt idx="13">
                  <c:v>11.4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6D9-44BE-AEBC-983529CB56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98375807"/>
        <c:axId val="578461359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'console average data'!$A$3:$A$17</c15:sqref>
                        </c15:formulaRef>
                      </c:ext>
                    </c:extLst>
                    <c:strCache>
                      <c:ptCount val="15"/>
                      <c:pt idx="0">
                        <c:v>AZD2796 - manual control</c:v>
                      </c:pt>
                    </c:strCache>
                  </c:strRef>
                </c:tx>
                <c:spPr>
                  <a:ln w="19050" cap="rnd">
                    <a:solidFill>
                      <a:schemeClr val="tx1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</a:ln>
                    <a:effectLst/>
                  </c:spPr>
                </c:marker>
                <c:xVal>
                  <c:numRef>
                    <c:extLst>
                      <c:ext uri="{02D57815-91ED-43cb-92C2-25804820EDAC}">
                        <c15:formulaRef>
                          <c15:sqref>'console average data'!$C$3:$C$17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0</c:v>
                      </c:pt>
                      <c:pt idx="1">
                        <c:v>0.875</c:v>
                      </c:pt>
                      <c:pt idx="2">
                        <c:v>1.81</c:v>
                      </c:pt>
                      <c:pt idx="3">
                        <c:v>2.65</c:v>
                      </c:pt>
                      <c:pt idx="4">
                        <c:v>3.73</c:v>
                      </c:pt>
                      <c:pt idx="5">
                        <c:v>4.7149999999999999</c:v>
                      </c:pt>
                      <c:pt idx="6">
                        <c:v>5.6899999999999995</c:v>
                      </c:pt>
                      <c:pt idx="7">
                        <c:v>6.7949999999999999</c:v>
                      </c:pt>
                      <c:pt idx="8">
                        <c:v>7.67</c:v>
                      </c:pt>
                      <c:pt idx="9">
                        <c:v>8.9</c:v>
                      </c:pt>
                      <c:pt idx="10">
                        <c:v>9.67</c:v>
                      </c:pt>
                      <c:pt idx="11">
                        <c:v>10.78</c:v>
                      </c:pt>
                      <c:pt idx="12">
                        <c:v>11.7</c:v>
                      </c:pt>
                      <c:pt idx="13">
                        <c:v>12.71</c:v>
                      </c:pt>
                      <c:pt idx="14">
                        <c:v>13.715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'console average data'!$IC$3:$IC$17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#N/A</c:v>
                      </c:pt>
                      <c:pt idx="1">
                        <c:v>#N/A</c:v>
                      </c:pt>
                      <c:pt idx="2">
                        <c:v>#N/A</c:v>
                      </c:pt>
                      <c:pt idx="3">
                        <c:v>#N/A</c:v>
                      </c:pt>
                      <c:pt idx="4">
                        <c:v>#N/A</c:v>
                      </c:pt>
                      <c:pt idx="5">
                        <c:v>1.4</c:v>
                      </c:pt>
                      <c:pt idx="6">
                        <c:v>#N/A</c:v>
                      </c:pt>
                      <c:pt idx="7">
                        <c:v>#N/A</c:v>
                      </c:pt>
                      <c:pt idx="8">
                        <c:v>1.1000000000000001</c:v>
                      </c:pt>
                      <c:pt idx="9">
                        <c:v>#N/A</c:v>
                      </c:pt>
                      <c:pt idx="10">
                        <c:v>#N/A</c:v>
                      </c:pt>
                      <c:pt idx="11">
                        <c:v>3.7</c:v>
                      </c:pt>
                      <c:pt idx="12">
                        <c:v>#N/A</c:v>
                      </c:pt>
                      <c:pt idx="13">
                        <c:v>#N/A</c:v>
                      </c:pt>
                      <c:pt idx="14">
                        <c:v>14.9</c:v>
                      </c:pt>
                    </c:numCache>
                  </c:numRef>
                </c:yVal>
                <c:smooth val="0"/>
                <c:extLst>
                  <c:ext xmlns:c16="http://schemas.microsoft.com/office/drawing/2014/chart" uri="{C3380CC4-5D6E-409C-BE32-E72D297353CC}">
                    <c16:uniqueId val="{00000001-76D9-44BE-AEBC-983529CB56D0}"/>
                  </c:ext>
                </c:extLst>
              </c15:ser>
            </c15:filteredScatterSeries>
            <c15:filteredScatte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'console average data'!$A$20:$A$34</c15:sqref>
                        </c15:formulaRef>
                      </c:ext>
                    </c:extLst>
                    <c:strCache>
                      <c:ptCount val="15"/>
                      <c:pt idx="0">
                        <c:v>AZD2796 - Raman feed &amp; bleed</c:v>
                      </c:pt>
                    </c:strCache>
                  </c:strRef>
                </c:tx>
                <c:spPr>
                  <a:ln w="19050" cap="rnd">
                    <a:solidFill>
                      <a:sysClr val="windowText" lastClr="000000"/>
                    </a:solidFill>
                    <a:prstDash val="solid"/>
                    <a:round/>
                  </a:ln>
                  <a:effectLst/>
                </c:spPr>
                <c:marker>
                  <c:symbol val="circle"/>
                  <c:size val="5"/>
                  <c:spPr>
                    <a:noFill/>
                    <a:ln w="9525">
                      <a:solidFill>
                        <a:schemeClr val="tx1"/>
                      </a:solidFill>
                    </a:ln>
                    <a:effectLst/>
                  </c:spPr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'console average data'!$C$20:$C$34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0</c:v>
                      </c:pt>
                      <c:pt idx="1">
                        <c:v>0.83499999999999996</c:v>
                      </c:pt>
                      <c:pt idx="2">
                        <c:v>1.81</c:v>
                      </c:pt>
                      <c:pt idx="3">
                        <c:v>2.65</c:v>
                      </c:pt>
                      <c:pt idx="4">
                        <c:v>3.7350000000000003</c:v>
                      </c:pt>
                      <c:pt idx="5">
                        <c:v>4.71</c:v>
                      </c:pt>
                      <c:pt idx="6">
                        <c:v>5.6550000000000002</c:v>
                      </c:pt>
                      <c:pt idx="7">
                        <c:v>6.8450000000000006</c:v>
                      </c:pt>
                      <c:pt idx="8">
                        <c:v>7.67</c:v>
                      </c:pt>
                      <c:pt idx="9">
                        <c:v>8.89</c:v>
                      </c:pt>
                      <c:pt idx="10">
                        <c:v>9.67</c:v>
                      </c:pt>
                      <c:pt idx="11">
                        <c:v>10.78</c:v>
                      </c:pt>
                      <c:pt idx="12">
                        <c:v>11.73</c:v>
                      </c:pt>
                      <c:pt idx="13">
                        <c:v>12.715</c:v>
                      </c:pt>
                      <c:pt idx="14">
                        <c:v>13.71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'console average data'!$IC$20:$IC$34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#N/A</c:v>
                      </c:pt>
                      <c:pt idx="1">
                        <c:v>#N/A</c:v>
                      </c:pt>
                      <c:pt idx="2">
                        <c:v>#N/A</c:v>
                      </c:pt>
                      <c:pt idx="3">
                        <c:v>#N/A</c:v>
                      </c:pt>
                      <c:pt idx="4">
                        <c:v>#N/A</c:v>
                      </c:pt>
                      <c:pt idx="5">
                        <c:v>1.4</c:v>
                      </c:pt>
                      <c:pt idx="6">
                        <c:v>#N/A</c:v>
                      </c:pt>
                      <c:pt idx="7">
                        <c:v>#N/A</c:v>
                      </c:pt>
                      <c:pt idx="8">
                        <c:v>1.6</c:v>
                      </c:pt>
                      <c:pt idx="9">
                        <c:v>#N/A</c:v>
                      </c:pt>
                      <c:pt idx="10">
                        <c:v>#N/A</c:v>
                      </c:pt>
                      <c:pt idx="11">
                        <c:v>6.2</c:v>
                      </c:pt>
                      <c:pt idx="12">
                        <c:v>#N/A</c:v>
                      </c:pt>
                      <c:pt idx="13">
                        <c:v>#N/A</c:v>
                      </c:pt>
                      <c:pt idx="14">
                        <c:v>20.6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76D9-44BE-AEBC-983529CB56D0}"/>
                  </c:ext>
                </c:extLst>
              </c15:ser>
            </c15:filteredScatterSeries>
            <c15:filteredScatte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'console average data'!$A$54:$A$68</c15:sqref>
                        </c15:formulaRef>
                      </c:ext>
                    </c:extLst>
                    <c:strCache>
                      <c:ptCount val="15"/>
                      <c:pt idx="0">
                        <c:v>FluA - manual control</c:v>
                      </c:pt>
                    </c:strCache>
                  </c:strRef>
                </c:tx>
                <c:spPr>
                  <a:ln w="19050" cap="rnd">
                    <a:solidFill>
                      <a:srgbClr val="FF0000"/>
                    </a:solidFill>
                    <a:prstDash val="dash"/>
                    <a:round/>
                  </a:ln>
                  <a:effectLst/>
                </c:spPr>
                <c:marker>
                  <c:symbol val="circle"/>
                  <c:size val="5"/>
                  <c:spPr>
                    <a:noFill/>
                    <a:ln w="9525">
                      <a:solidFill>
                        <a:srgbClr val="FF0000"/>
                      </a:solidFill>
                    </a:ln>
                    <a:effectLst/>
                  </c:spPr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'console average data'!$C$54:$C$68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0</c:v>
                      </c:pt>
                      <c:pt idx="1">
                        <c:v>0.72499999999999998</c:v>
                      </c:pt>
                      <c:pt idx="2">
                        <c:v>1.8</c:v>
                      </c:pt>
                      <c:pt idx="3">
                        <c:v>2.67</c:v>
                      </c:pt>
                      <c:pt idx="4">
                        <c:v>3.79</c:v>
                      </c:pt>
                      <c:pt idx="5">
                        <c:v>4.8899999999999997</c:v>
                      </c:pt>
                      <c:pt idx="6">
                        <c:v>5.625</c:v>
                      </c:pt>
                      <c:pt idx="7">
                        <c:v>6.6449999999999996</c:v>
                      </c:pt>
                      <c:pt idx="8">
                        <c:v>7.6749999999999998</c:v>
                      </c:pt>
                      <c:pt idx="9">
                        <c:v>8.6750000000000007</c:v>
                      </c:pt>
                      <c:pt idx="10">
                        <c:v>9.6649999999999991</c:v>
                      </c:pt>
                      <c:pt idx="11">
                        <c:v>10.65</c:v>
                      </c:pt>
                      <c:pt idx="12">
                        <c:v>11.75</c:v>
                      </c:pt>
                      <c:pt idx="13">
                        <c:v>12.664999999999999</c:v>
                      </c:pt>
                      <c:pt idx="14">
                        <c:v>13.63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'console average data'!$IC$54:$IC$68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#N/A</c:v>
                      </c:pt>
                      <c:pt idx="1">
                        <c:v>#N/A</c:v>
                      </c:pt>
                      <c:pt idx="2">
                        <c:v>#N/A</c:v>
                      </c:pt>
                      <c:pt idx="3">
                        <c:v>#N/A</c:v>
                      </c:pt>
                      <c:pt idx="4">
                        <c:v>#N/A</c:v>
                      </c:pt>
                      <c:pt idx="5">
                        <c:v>1.9</c:v>
                      </c:pt>
                      <c:pt idx="6">
                        <c:v>#N/A</c:v>
                      </c:pt>
                      <c:pt idx="7">
                        <c:v>#N/A</c:v>
                      </c:pt>
                      <c:pt idx="8">
                        <c:v>2.5</c:v>
                      </c:pt>
                      <c:pt idx="9">
                        <c:v>#N/A</c:v>
                      </c:pt>
                      <c:pt idx="10">
                        <c:v>#N/A</c:v>
                      </c:pt>
                      <c:pt idx="11">
                        <c:v>4</c:v>
                      </c:pt>
                      <c:pt idx="12">
                        <c:v>#N/A</c:v>
                      </c:pt>
                      <c:pt idx="13">
                        <c:v>#N/A</c:v>
                      </c:pt>
                      <c:pt idx="14">
                        <c:v>10.7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76D9-44BE-AEBC-983529CB56D0}"/>
                  </c:ext>
                </c:extLst>
              </c15:ser>
            </c15:filteredScatterSeries>
            <c15:filteredScatte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'console average data'!$A$71:$A$85</c15:sqref>
                        </c15:formulaRef>
                      </c:ext>
                    </c:extLst>
                    <c:strCache>
                      <c:ptCount val="15"/>
                      <c:pt idx="0">
                        <c:v>Imfinzi - Raman feed &amp; bleed</c:v>
                      </c:pt>
                    </c:strCache>
                  </c:strRef>
                </c:tx>
                <c:spPr>
                  <a:ln w="19050" cap="rnd">
                    <a:solidFill>
                      <a:srgbClr val="00FF00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rgbClr val="00FF00"/>
                    </a:solidFill>
                    <a:ln w="9525">
                      <a:solidFill>
                        <a:srgbClr val="00FF00"/>
                      </a:solidFill>
                    </a:ln>
                    <a:effectLst/>
                  </c:spPr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'console average data'!$C$71:$C$85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0</c:v>
                      </c:pt>
                      <c:pt idx="1">
                        <c:v>0.66</c:v>
                      </c:pt>
                      <c:pt idx="2">
                        <c:v>1.79</c:v>
                      </c:pt>
                      <c:pt idx="3">
                        <c:v>2.67</c:v>
                      </c:pt>
                      <c:pt idx="4">
                        <c:v>4.8949999999999996</c:v>
                      </c:pt>
                      <c:pt idx="5">
                        <c:v>5.65</c:v>
                      </c:pt>
                      <c:pt idx="6">
                        <c:v>6.65</c:v>
                      </c:pt>
                      <c:pt idx="7">
                        <c:v>7.66</c:v>
                      </c:pt>
                      <c:pt idx="8">
                        <c:v>8.68</c:v>
                      </c:pt>
                      <c:pt idx="9">
                        <c:v>9.67</c:v>
                      </c:pt>
                      <c:pt idx="10">
                        <c:v>10.65</c:v>
                      </c:pt>
                      <c:pt idx="11">
                        <c:v>11.75</c:v>
                      </c:pt>
                      <c:pt idx="12">
                        <c:v>12.66</c:v>
                      </c:pt>
                      <c:pt idx="13">
                        <c:v>13.63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'console average data'!$IC$71:$IC$85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#N/A</c:v>
                      </c:pt>
                      <c:pt idx="1">
                        <c:v>#N/A</c:v>
                      </c:pt>
                      <c:pt idx="2">
                        <c:v>#N/A</c:v>
                      </c:pt>
                      <c:pt idx="3">
                        <c:v>#N/A</c:v>
                      </c:pt>
                      <c:pt idx="4">
                        <c:v>0.5</c:v>
                      </c:pt>
                      <c:pt idx="5">
                        <c:v>#N/A</c:v>
                      </c:pt>
                      <c:pt idx="6">
                        <c:v>#N/A</c:v>
                      </c:pt>
                      <c:pt idx="7">
                        <c:v>0.5</c:v>
                      </c:pt>
                      <c:pt idx="8">
                        <c:v>#N/A</c:v>
                      </c:pt>
                      <c:pt idx="9">
                        <c:v>#N/A</c:v>
                      </c:pt>
                      <c:pt idx="10">
                        <c:v>0.5</c:v>
                      </c:pt>
                      <c:pt idx="11">
                        <c:v>#N/A</c:v>
                      </c:pt>
                      <c:pt idx="12">
                        <c:v>#N/A</c:v>
                      </c:pt>
                      <c:pt idx="13">
                        <c:v>0.8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76D9-44BE-AEBC-983529CB56D0}"/>
                  </c:ext>
                </c:extLst>
              </c15:ser>
            </c15:filteredScatterSeries>
            <c15:filteredScatte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'console average data'!$A$88:$A$102</c15:sqref>
                        </c15:formulaRef>
                      </c:ext>
                    </c:extLst>
                    <c:strCache>
                      <c:ptCount val="15"/>
                      <c:pt idx="0">
                        <c:v>Imfinzi - manual control</c:v>
                      </c:pt>
                    </c:strCache>
                  </c:strRef>
                </c:tx>
                <c:spPr>
                  <a:ln w="19050" cap="rnd">
                    <a:solidFill>
                      <a:srgbClr val="00FF00"/>
                    </a:solidFill>
                    <a:prstDash val="dash"/>
                    <a:round/>
                  </a:ln>
                  <a:effectLst/>
                </c:spPr>
                <c:marker>
                  <c:symbol val="circle"/>
                  <c:size val="5"/>
                  <c:spPr>
                    <a:noFill/>
                    <a:ln w="9525">
                      <a:solidFill>
                        <a:srgbClr val="00FF00"/>
                      </a:solidFill>
                    </a:ln>
                    <a:effectLst/>
                  </c:spPr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'console average data'!$C$88:$C$102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0</c:v>
                      </c:pt>
                      <c:pt idx="1">
                        <c:v>0.78</c:v>
                      </c:pt>
                      <c:pt idx="2">
                        <c:v>1.7949999999999999</c:v>
                      </c:pt>
                      <c:pt idx="3">
                        <c:v>2.67</c:v>
                      </c:pt>
                      <c:pt idx="4">
                        <c:v>4.8899999999999997</c:v>
                      </c:pt>
                      <c:pt idx="5">
                        <c:v>5.65</c:v>
                      </c:pt>
                      <c:pt idx="6">
                        <c:v>6.65</c:v>
                      </c:pt>
                      <c:pt idx="7">
                        <c:v>7.66</c:v>
                      </c:pt>
                      <c:pt idx="8">
                        <c:v>8.68</c:v>
                      </c:pt>
                      <c:pt idx="9">
                        <c:v>9.67</c:v>
                      </c:pt>
                      <c:pt idx="10">
                        <c:v>10.65</c:v>
                      </c:pt>
                      <c:pt idx="11">
                        <c:v>11.75</c:v>
                      </c:pt>
                      <c:pt idx="12">
                        <c:v>12.664999999999999</c:v>
                      </c:pt>
                      <c:pt idx="13">
                        <c:v>13.63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'console average data'!$IC$88:$IC$102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#N/A</c:v>
                      </c:pt>
                      <c:pt idx="1">
                        <c:v>#N/A</c:v>
                      </c:pt>
                      <c:pt idx="2">
                        <c:v>#N/A</c:v>
                      </c:pt>
                      <c:pt idx="3">
                        <c:v>#N/A</c:v>
                      </c:pt>
                      <c:pt idx="4">
                        <c:v>0.8</c:v>
                      </c:pt>
                      <c:pt idx="5">
                        <c:v>#N/A</c:v>
                      </c:pt>
                      <c:pt idx="6">
                        <c:v>#N/A</c:v>
                      </c:pt>
                      <c:pt idx="7">
                        <c:v>0.7</c:v>
                      </c:pt>
                      <c:pt idx="8">
                        <c:v>#N/A</c:v>
                      </c:pt>
                      <c:pt idx="9">
                        <c:v>#N/A</c:v>
                      </c:pt>
                      <c:pt idx="10">
                        <c:v>0.8</c:v>
                      </c:pt>
                      <c:pt idx="11">
                        <c:v>#N/A</c:v>
                      </c:pt>
                      <c:pt idx="12">
                        <c:v>#N/A</c:v>
                      </c:pt>
                      <c:pt idx="13">
                        <c:v>0.9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76D9-44BE-AEBC-983529CB56D0}"/>
                  </c:ext>
                </c:extLst>
              </c15:ser>
            </c15:filteredScatterSeries>
            <c15:filteredScatte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'console average data'!$A$105:$A$119</c15:sqref>
                        </c15:formulaRef>
                      </c:ext>
                    </c:extLst>
                    <c:strCache>
                      <c:ptCount val="15"/>
                      <c:pt idx="0">
                        <c:v>ALXN2230 - Raman feed &amp; bleed</c:v>
                      </c:pt>
                    </c:strCache>
                  </c:strRef>
                </c:tx>
                <c:spPr>
                  <a:ln w="19050" cap="rnd">
                    <a:solidFill>
                      <a:srgbClr val="0000FF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rgbClr val="0000FF"/>
                    </a:solidFill>
                    <a:ln w="9525">
                      <a:solidFill>
                        <a:srgbClr val="0000FF"/>
                      </a:solidFill>
                    </a:ln>
                    <a:effectLst/>
                  </c:spPr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'console average data'!$C$105:$C$119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0</c:v>
                      </c:pt>
                      <c:pt idx="1">
                        <c:v>0.67</c:v>
                      </c:pt>
                      <c:pt idx="2">
                        <c:v>1.69</c:v>
                      </c:pt>
                      <c:pt idx="3">
                        <c:v>2.84</c:v>
                      </c:pt>
                      <c:pt idx="4">
                        <c:v>3.75</c:v>
                      </c:pt>
                      <c:pt idx="5">
                        <c:v>4.62</c:v>
                      </c:pt>
                      <c:pt idx="6">
                        <c:v>5.63</c:v>
                      </c:pt>
                      <c:pt idx="7">
                        <c:v>6.62</c:v>
                      </c:pt>
                      <c:pt idx="8">
                        <c:v>7.64</c:v>
                      </c:pt>
                      <c:pt idx="9">
                        <c:v>8.6199999999999992</c:v>
                      </c:pt>
                      <c:pt idx="10">
                        <c:v>9.68</c:v>
                      </c:pt>
                      <c:pt idx="11">
                        <c:v>10.65</c:v>
                      </c:pt>
                      <c:pt idx="12">
                        <c:v>11.65</c:v>
                      </c:pt>
                      <c:pt idx="13">
                        <c:v>12.74</c:v>
                      </c:pt>
                      <c:pt idx="14">
                        <c:v>13.65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'console average data'!$IC$105:$IC$119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#N/A</c:v>
                      </c:pt>
                      <c:pt idx="1">
                        <c:v>#N/A</c:v>
                      </c:pt>
                      <c:pt idx="2">
                        <c:v>#N/A</c:v>
                      </c:pt>
                      <c:pt idx="3">
                        <c:v>#N/A</c:v>
                      </c:pt>
                      <c:pt idx="4">
                        <c:v>#N/A</c:v>
                      </c:pt>
                      <c:pt idx="5">
                        <c:v>#N/A</c:v>
                      </c:pt>
                      <c:pt idx="6">
                        <c:v>#N/A</c:v>
                      </c:pt>
                      <c:pt idx="7">
                        <c:v>#N/A</c:v>
                      </c:pt>
                      <c:pt idx="8">
                        <c:v>#N/A</c:v>
                      </c:pt>
                      <c:pt idx="9">
                        <c:v>#N/A</c:v>
                      </c:pt>
                      <c:pt idx="10">
                        <c:v>#N/A</c:v>
                      </c:pt>
                      <c:pt idx="11">
                        <c:v>#N/A</c:v>
                      </c:pt>
                      <c:pt idx="12">
                        <c:v>#N/A</c:v>
                      </c:pt>
                      <c:pt idx="13">
                        <c:v>#N/A</c:v>
                      </c:pt>
                      <c:pt idx="14">
                        <c:v>#N/A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76D9-44BE-AEBC-983529CB56D0}"/>
                  </c:ext>
                </c:extLst>
              </c15:ser>
            </c15:filteredScatterSeries>
            <c15:filteredScatte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'console average data'!$A$122:$A$136</c15:sqref>
                        </c15:formulaRef>
                      </c:ext>
                    </c:extLst>
                    <c:strCache>
                      <c:ptCount val="15"/>
                      <c:pt idx="0">
                        <c:v>MEDI0618 - manual control</c:v>
                      </c:pt>
                    </c:strCache>
                  </c:strRef>
                </c:tx>
                <c:spPr>
                  <a:ln w="19050" cap="rnd">
                    <a:solidFill>
                      <a:srgbClr val="7030A0"/>
                    </a:solidFill>
                    <a:prstDash val="solid"/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rgbClr val="7030A0"/>
                    </a:solidFill>
                    <a:ln w="9525">
                      <a:solidFill>
                        <a:srgbClr val="7030A0"/>
                      </a:solidFill>
                    </a:ln>
                    <a:effectLst/>
                  </c:spPr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'console average data'!$C$122:$C$136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0</c:v>
                      </c:pt>
                      <c:pt idx="1">
                        <c:v>0.76000000000000012</c:v>
                      </c:pt>
                      <c:pt idx="2">
                        <c:v>1.7633333333333334</c:v>
                      </c:pt>
                      <c:pt idx="3">
                        <c:v>2.7900000000000005</c:v>
                      </c:pt>
                      <c:pt idx="4">
                        <c:v>3.8166666666666664</c:v>
                      </c:pt>
                      <c:pt idx="5">
                        <c:v>4.78</c:v>
                      </c:pt>
                      <c:pt idx="6">
                        <c:v>5.7600000000000007</c:v>
                      </c:pt>
                      <c:pt idx="7">
                        <c:v>6.8299999999999992</c:v>
                      </c:pt>
                      <c:pt idx="8">
                        <c:v>7.8133333333333326</c:v>
                      </c:pt>
                      <c:pt idx="9">
                        <c:v>8.7733333333333334</c:v>
                      </c:pt>
                      <c:pt idx="10">
                        <c:v>10.15</c:v>
                      </c:pt>
                      <c:pt idx="11">
                        <c:v>11.013333333333334</c:v>
                      </c:pt>
                      <c:pt idx="12">
                        <c:v>11.78</c:v>
                      </c:pt>
                      <c:pt idx="13">
                        <c:v>12.746666666666668</c:v>
                      </c:pt>
                      <c:pt idx="14">
                        <c:v>13.753333333333336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'console average data'!$IC$122:$IC$136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#N/A</c:v>
                      </c:pt>
                      <c:pt idx="1">
                        <c:v>#N/A</c:v>
                      </c:pt>
                      <c:pt idx="2">
                        <c:v>#N/A</c:v>
                      </c:pt>
                      <c:pt idx="3">
                        <c:v>#N/A</c:v>
                      </c:pt>
                      <c:pt idx="4">
                        <c:v>#N/A</c:v>
                      </c:pt>
                      <c:pt idx="5">
                        <c:v>2.0666666666666669</c:v>
                      </c:pt>
                      <c:pt idx="6">
                        <c:v>#N/A</c:v>
                      </c:pt>
                      <c:pt idx="7">
                        <c:v>#N/A</c:v>
                      </c:pt>
                      <c:pt idx="8">
                        <c:v>2</c:v>
                      </c:pt>
                      <c:pt idx="9">
                        <c:v>#N/A</c:v>
                      </c:pt>
                      <c:pt idx="10">
                        <c:v>#N/A</c:v>
                      </c:pt>
                      <c:pt idx="11">
                        <c:v>1.9666666666666668</c:v>
                      </c:pt>
                      <c:pt idx="12">
                        <c:v>#N/A</c:v>
                      </c:pt>
                      <c:pt idx="13">
                        <c:v>#N/A</c:v>
                      </c:pt>
                      <c:pt idx="14">
                        <c:v>2.1666666666666665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76D9-44BE-AEBC-983529CB56D0}"/>
                  </c:ext>
                </c:extLst>
              </c15:ser>
            </c15:filteredScatterSeries>
          </c:ext>
        </c:extLst>
      </c:scatterChart>
      <c:valAx>
        <c:axId val="1198375807"/>
        <c:scaling>
          <c:orientation val="minMax"/>
          <c:max val="14"/>
          <c:min val="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191B1B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sz="1400" b="1">
                    <a:solidFill>
                      <a:srgbClr val="191B1B"/>
                    </a:solidFill>
                    <a:latin typeface="+mn-lt"/>
                    <a:cs typeface="Arial" panose="020B0604020202020204" pitchFamily="34" charset="0"/>
                  </a:rPr>
                  <a:t>Culture Time (days)</a:t>
                </a:r>
              </a:p>
            </c:rich>
          </c:tx>
          <c:layout>
            <c:manualLayout>
              <c:xMode val="edge"/>
              <c:yMode val="edge"/>
              <c:x val="0.3036403699907318"/>
              <c:y val="0.7806087918589995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rgbClr val="191B1B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one"/>
        <c:spPr>
          <a:noFill/>
          <a:ln w="12700" cap="flat" cmpd="sng" algn="ctr">
            <a:solidFill>
              <a:srgbClr val="3F4444">
                <a:lumMod val="50000"/>
              </a:srgb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191B1B"/>
                </a:solidFill>
                <a:latin typeface="+mn-lt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578461359"/>
        <c:crosses val="autoZero"/>
        <c:crossBetween val="midCat"/>
        <c:majorUnit val="2"/>
      </c:valAx>
      <c:valAx>
        <c:axId val="578461359"/>
        <c:scaling>
          <c:orientation val="minMax"/>
          <c:max val="14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191B1B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sz="1400" b="1">
                    <a:solidFill>
                      <a:srgbClr val="191B1B"/>
                    </a:solidFill>
                    <a:latin typeface="+mn-lt"/>
                  </a:rPr>
                  <a:t>Product Quality Attribute (%)</a:t>
                </a:r>
              </a:p>
            </c:rich>
          </c:tx>
          <c:layout>
            <c:manualLayout>
              <c:xMode val="edge"/>
              <c:yMode val="edge"/>
              <c:x val="7.0402970470067064E-2"/>
              <c:y val="7.4610784613986209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rgbClr val="191B1B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one"/>
        <c:spPr>
          <a:noFill/>
          <a:ln w="12700" cap="flat" cmpd="sng" algn="ctr">
            <a:solidFill>
              <a:srgbClr val="3F4444">
                <a:lumMod val="50000"/>
              </a:srgb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19837580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solidFill>
      <a:srgbClr val="FFFFFF"/>
    </a:solidFill>
    <a:ln w="12700">
      <a:solidFill>
        <a:srgbClr val="3F4444"/>
      </a:solidFill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4073256953763464"/>
          <c:y val="9.921019821226558E-2"/>
          <c:w val="0.55373869037702106"/>
          <c:h val="0.65457350105957524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'console average data'!$A$37:$A$51</c:f>
              <c:strCache>
                <c:ptCount val="1"/>
                <c:pt idx="0">
                  <c:v>FluA - Raman feed &amp; bleed</c:v>
                </c:pt>
              </c:strCache>
            </c:strRef>
          </c:tx>
          <c:spPr>
            <a:solidFill>
              <a:srgbClr val="D0006F"/>
            </a:solidFill>
            <a:ln>
              <a:solidFill>
                <a:srgbClr val="D0006F"/>
              </a:solidFill>
            </a:ln>
            <a:effectLst/>
          </c:spPr>
          <c:invertIfNegative val="0"/>
          <c:cat>
            <c:strLit>
              <c:ptCount val="1"/>
              <c:pt idx="0">
                <c:v>mass averaged at end of run</c:v>
              </c:pt>
            </c:strLit>
          </c:cat>
          <c:val>
            <c:numRef>
              <c:f>'console average data'!$JI$50</c:f>
              <c:numCache>
                <c:formatCode>General</c:formatCode>
                <c:ptCount val="1"/>
                <c:pt idx="0">
                  <c:v>4.5695203280231604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6D-4332-8075-9CB97B4249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98375807"/>
        <c:axId val="578461359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'console average data'!$A$3:$A$17</c15:sqref>
                        </c15:formulaRef>
                      </c:ext>
                    </c:extLst>
                    <c:strCache>
                      <c:ptCount val="1"/>
                      <c:pt idx="0">
                        <c:v>AZD2796 - manual control</c:v>
                      </c:pt>
                    </c:strCache>
                  </c:strRef>
                </c:tx>
                <c:spPr>
                  <a:solidFill>
                    <a:sysClr val="windowText" lastClr="000000"/>
                  </a:solidFill>
                  <a:ln>
                    <a:noFill/>
                  </a:ln>
                  <a:effectLst/>
                </c:spPr>
                <c:invertIfNegative val="0"/>
                <c:cat>
                  <c:strLit>
                    <c:ptCount val="1"/>
                    <c:pt idx="0">
                      <c:v>mass averaged at end of run</c:v>
                    </c:pt>
                  </c:strLit>
                </c:cat>
                <c:val>
                  <c:numRef>
                    <c:extLst>
                      <c:ext uri="{02D57815-91ED-43cb-92C2-25804820EDAC}">
                        <c15:formulaRef>
                          <c15:sqref>'console average data'!$JI$17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4.2967663621372161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C96D-4332-8075-9CB97B424975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'console average data'!$A$20:$A$34</c15:sqref>
                        </c15:formulaRef>
                      </c:ext>
                    </c:extLst>
                    <c:strCache>
                      <c:ptCount val="1"/>
                      <c:pt idx="0">
                        <c:v>AZD2796 - Raman feed &amp; bleed</c:v>
                      </c:pt>
                    </c:strCache>
                  </c:strRef>
                </c:tx>
                <c:spPr>
                  <a:solidFill>
                    <a:sysClr val="windowText" lastClr="000000"/>
                  </a:solidFill>
                  <a:ln>
                    <a:noFill/>
                  </a:ln>
                  <a:effectLst/>
                </c:spPr>
                <c:invertIfNegative val="0"/>
                <c:cat>
                  <c:strLit>
                    <c:ptCount val="1"/>
                    <c:pt idx="0">
                      <c:v>mass averaged at end of run</c:v>
                    </c:pt>
                  </c:strLit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'console average data'!$JI$34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6.327638540242801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C96D-4332-8075-9CB97B424975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'console average data'!$A$54:$A$68</c15:sqref>
                        </c15:formulaRef>
                      </c:ext>
                    </c:extLst>
                    <c:strCache>
                      <c:ptCount val="1"/>
                      <c:pt idx="0">
                        <c:v>FluA - manual control</c:v>
                      </c:pt>
                    </c:strCache>
                  </c:strRef>
                </c:tx>
                <c:spPr>
                  <a:solidFill>
                    <a:srgbClr val="FF7F7F"/>
                  </a:solidFill>
                  <a:ln>
                    <a:noFill/>
                  </a:ln>
                  <a:effectLst/>
                </c:spPr>
                <c:invertIfNegative val="0"/>
                <c:cat>
                  <c:strLit>
                    <c:ptCount val="1"/>
                    <c:pt idx="0">
                      <c:v>mass averaged at end of run</c:v>
                    </c:pt>
                  </c:strLit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'console average data'!$JI$68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4.5112810083248505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C96D-4332-8075-9CB97B424975}"/>
                  </c:ext>
                </c:extLst>
              </c15:ser>
            </c15:filteredBarSeries>
            <c15:filteredB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'console average data'!$A$71:$A$85</c15:sqref>
                        </c15:formulaRef>
                      </c:ext>
                    </c:extLst>
                    <c:strCache>
                      <c:ptCount val="1"/>
                      <c:pt idx="0">
                        <c:v>Imfinzi - Raman feed &amp; bleed</c:v>
                      </c:pt>
                    </c:strCache>
                  </c:strRef>
                </c:tx>
                <c:spPr>
                  <a:solidFill>
                    <a:srgbClr val="00FF00"/>
                  </a:solidFill>
                  <a:ln>
                    <a:noFill/>
                  </a:ln>
                  <a:effectLst/>
                </c:spPr>
                <c:invertIfNegative val="0"/>
                <c:cat>
                  <c:strLit>
                    <c:ptCount val="1"/>
                    <c:pt idx="0">
                      <c:v>mass averaged at end of run</c:v>
                    </c:pt>
                  </c:strLit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'console average data'!$JI$84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0.55413154656868402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C96D-4332-8075-9CB97B424975}"/>
                  </c:ext>
                </c:extLst>
              </c15:ser>
            </c15:filteredBarSeries>
            <c15:filteredB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'console average data'!$A$88:$A$102</c15:sqref>
                        </c15:formulaRef>
                      </c:ext>
                    </c:extLst>
                    <c:strCache>
                      <c:ptCount val="1"/>
                      <c:pt idx="0">
                        <c:v>Imfinzi - manual control</c:v>
                      </c:pt>
                    </c:strCache>
                  </c:strRef>
                </c:tx>
                <c:spPr>
                  <a:solidFill>
                    <a:srgbClr val="7FFF7F"/>
                  </a:solidFill>
                  <a:ln>
                    <a:noFill/>
                  </a:ln>
                  <a:effectLst/>
                </c:spPr>
                <c:invertIfNegative val="0"/>
                <c:cat>
                  <c:strLit>
                    <c:ptCount val="1"/>
                    <c:pt idx="0">
                      <c:v>mass averaged at end of run</c:v>
                    </c:pt>
                  </c:strLit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'console average data'!$JI$102</c15:sqref>
                        </c15:formulaRef>
                      </c:ext>
                    </c:extLst>
                    <c:numCache>
                      <c:formatCode>General</c:formatCode>
                      <c:ptCount val="1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C96D-4332-8075-9CB97B424975}"/>
                  </c:ext>
                </c:extLst>
              </c15:ser>
            </c15:filteredBarSeries>
            <c15:filteredB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'console average data'!$A$105:$A$119</c15:sqref>
                        </c15:formulaRef>
                      </c:ext>
                    </c:extLst>
                    <c:strCache>
                      <c:ptCount val="1"/>
                      <c:pt idx="0">
                        <c:v>ALXN2230 - Raman feed &amp; bleed</c:v>
                      </c:pt>
                    </c:strCache>
                  </c:strRef>
                </c:tx>
                <c:spPr>
                  <a:solidFill>
                    <a:srgbClr val="0000FF"/>
                  </a:solidFill>
                  <a:ln>
                    <a:noFill/>
                  </a:ln>
                  <a:effectLst/>
                </c:spPr>
                <c:invertIfNegative val="0"/>
                <c:cat>
                  <c:strLit>
                    <c:ptCount val="1"/>
                    <c:pt idx="0">
                      <c:v>mass averaged at end of run</c:v>
                    </c:pt>
                  </c:strLit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'console average data'!$JI$119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#N/A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C96D-4332-8075-9CB97B424975}"/>
                  </c:ext>
                </c:extLst>
              </c15:ser>
            </c15:filteredBarSeries>
            <c15:filteredB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'console average data'!$A$122:$A$136</c15:sqref>
                        </c15:formulaRef>
                      </c:ext>
                    </c:extLst>
                    <c:strCache>
                      <c:ptCount val="1"/>
                      <c:pt idx="0">
                        <c:v>MEDI0618 - manual control</c:v>
                      </c:pt>
                    </c:strCache>
                  </c:strRef>
                </c:tx>
                <c:spPr>
                  <a:solidFill>
                    <a:srgbClr val="7030A0"/>
                  </a:solidFill>
                  <a:ln>
                    <a:noFill/>
                  </a:ln>
                  <a:effectLst/>
                </c:spPr>
                <c:invertIfNegative val="0"/>
                <c:cat>
                  <c:strLit>
                    <c:ptCount val="1"/>
                    <c:pt idx="0">
                      <c:v>mass averaged at end of run</c:v>
                    </c:pt>
                  </c:strLit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'console average data'!$JI$136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2.0363247084350418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C96D-4332-8075-9CB97B424975}"/>
                  </c:ext>
                </c:extLst>
              </c15:ser>
            </c15:filteredBarSeries>
          </c:ext>
        </c:extLst>
      </c:barChart>
      <c:catAx>
        <c:axId val="1198375807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>
                    <a:solidFill>
                      <a:srgbClr val="191B1B"/>
                    </a:solidFill>
                  </a:rPr>
                  <a:t>Pooled drug substance</a:t>
                </a:r>
              </a:p>
            </c:rich>
          </c:tx>
          <c:layout>
            <c:manualLayout>
              <c:xMode val="edge"/>
              <c:yMode val="edge"/>
              <c:x val="0.232655908936932"/>
              <c:y val="0.7742914413173035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crossAx val="578461359"/>
        <c:crosses val="autoZero"/>
        <c:auto val="1"/>
        <c:lblAlgn val="ctr"/>
        <c:lblOffset val="100"/>
        <c:noMultiLvlLbl val="0"/>
      </c:catAx>
      <c:valAx>
        <c:axId val="578461359"/>
        <c:scaling>
          <c:orientation val="minMax"/>
          <c:max val="14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rgbClr val="191B1B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>
                    <a:solidFill>
                      <a:srgbClr val="191B1B"/>
                    </a:solidFill>
                  </a:rPr>
                  <a:t>Product</a:t>
                </a:r>
                <a:r>
                  <a:rPr lang="en-US" sz="1400" b="1" baseline="0">
                    <a:solidFill>
                      <a:srgbClr val="191B1B"/>
                    </a:solidFill>
                  </a:rPr>
                  <a:t> Quality Attribute (%)</a:t>
                </a:r>
                <a:endParaRPr lang="en-US" sz="1400" b="1">
                  <a:solidFill>
                    <a:srgbClr val="191B1B"/>
                  </a:solidFill>
                </a:endParaRPr>
              </a:p>
            </c:rich>
          </c:tx>
          <c:layout>
            <c:manualLayout>
              <c:xMode val="edge"/>
              <c:yMode val="edge"/>
              <c:x val="2.8742657624376673E-2"/>
              <c:y val="0.1195338267395357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rgbClr val="191B1B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one"/>
        <c:spPr>
          <a:noFill/>
          <a:ln w="12700" cap="flat" cmpd="sng" algn="ctr">
            <a:solidFill>
              <a:srgbClr val="3F4444">
                <a:lumMod val="50000"/>
              </a:srgb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8375807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12700">
      <a:solidFill>
        <a:srgbClr val="3F4444"/>
      </a:solidFill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userShapes r:id="rId5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2BB9CA"/>
            </a:solidFill>
            <a:ln w="25400"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Sheet1!$O$2</c:f>
              <c:numCache>
                <c:formatCode>0.0</c:formatCode>
                <c:ptCount val="1"/>
                <c:pt idx="0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CA-4E4A-958C-DFF77D814020}"/>
            </c:ext>
          </c:extLst>
        </c:ser>
        <c:ser>
          <c:idx val="1"/>
          <c:order val="1"/>
          <c:spPr>
            <a:solidFill>
              <a:srgbClr val="830051"/>
            </a:solidFill>
            <a:ln w="25400"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Sheet1!$O$3</c:f>
              <c:numCache>
                <c:formatCode>0.0</c:formatCode>
                <c:ptCount val="1"/>
                <c:pt idx="0">
                  <c:v>47.126436781609193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5CA-4E4A-958C-DFF77D814020}"/>
            </c:ext>
          </c:extLst>
        </c:ser>
        <c:ser>
          <c:idx val="2"/>
          <c:order val="2"/>
          <c:spPr>
            <a:solidFill>
              <a:srgbClr val="F0AB00"/>
            </a:solidFill>
            <a:ln>
              <a:solidFill>
                <a:schemeClr val="tx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0AB00"/>
              </a:solidFill>
              <a:ln w="2540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5CA-4E4A-958C-DFF77D81402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Sheet1!$O$4</c:f>
              <c:numCache>
                <c:formatCode>0.0</c:formatCode>
                <c:ptCount val="1"/>
                <c:pt idx="0">
                  <c:v>35.632183908045981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5CA-4E4A-958C-DFF77D81402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048487759"/>
        <c:axId val="2048488239"/>
      </c:barChart>
      <c:catAx>
        <c:axId val="2048487759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>
                    <a:solidFill>
                      <a:schemeClr val="tx1"/>
                    </a:solidFill>
                  </a:rPr>
                  <a:t>Day 14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2048488239"/>
        <c:crosses val="autoZero"/>
        <c:auto val="1"/>
        <c:lblAlgn val="ctr"/>
        <c:lblOffset val="100"/>
        <c:noMultiLvlLbl val="0"/>
      </c:catAx>
      <c:valAx>
        <c:axId val="2048488239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>
                    <a:solidFill>
                      <a:schemeClr val="tx1"/>
                    </a:solidFill>
                  </a:rPr>
                  <a:t>Cost of Goods for DS Manufacture, normalized to fed-batch ($/g)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" sourceLinked="1"/>
        <c:majorTickMark val="none"/>
        <c:minorTickMark val="none"/>
        <c:tickLblPos val="nextTo"/>
        <c:crossAx val="20484877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1D50_FFC2ACB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7493714-9ECE-47DE-BEF9-50096782312B}" authorId="{5740198C-24BE-52B9-7FFD-922EFBD37AFB}" created="2024-10-03T14:18:29.35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90948275" sldId="7504"/>
      <ac:spMk id="15" creationId="{AEE1C52C-88A0-B137-7912-8ED5A95B5936}"/>
    </ac:deMkLst>
    <p188:replyLst>
      <p188:reply id="{19618F1B-D393-4740-BE4C-58ADFAABC5B0}" authorId="{5740198C-24BE-52B9-7FFD-922EFBD37AFB}" created="2024-10-03T14:20:19.549">
        <p188:txBody>
          <a:bodyPr/>
          <a:lstStyle/>
          <a:p>
            <a:r>
              <a:rPr lang="en-US"/>
              <a:t>Also Mollet etc.?</a:t>
            </a:r>
          </a:p>
        </p188:txBody>
      </p188:reply>
    </p188:replyLst>
    <p188:txBody>
      <a:bodyPr/>
      <a:lstStyle/>
      <a:p>
        <a:r>
          <a:rPr lang="en-US"/>
          <a:t>Remove: already recognised in the title slide
I also removed my name from BTE</a:t>
        </a:r>
      </a:p>
    </p188:txBody>
  </p188:cm>
  <p188:cm id="{E7C177BF-59D6-4F07-9678-10E82D5DF8A1}" authorId="{5740198C-24BE-52B9-7FFD-922EFBD37AFB}" created="2024-10-03T14:20:00.53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90948275" sldId="7504"/>
      <ac:spMk id="9" creationId="{323D0FA4-14E5-79C3-CCB0-5EA2D2924CEB}"/>
    </ac:deMkLst>
    <p188:txBody>
      <a:bodyPr/>
      <a:lstStyle/>
      <a:p>
        <a:r>
          <a:rPr lang="en-US"/>
          <a:t>Did Imfinzi run in Jim's lab? Also include DSC members, or include them in the support functions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230F95-244B-4A99-998B-119C2ABB8179}" type="doc">
      <dgm:prSet loTypeId="urn:microsoft.com/office/officeart/2005/8/layout/vList3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A67721C0-8C1D-498A-80E6-B560E64EB7E8}">
      <dgm:prSet phldrT="[Text]" custT="1"/>
      <dgm:spPr>
        <a:ln w="28575">
          <a:solidFill>
            <a:schemeClr val="accent1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2000" b="1" dirty="0"/>
            <a:t>Maintain similar productivity and product quality scaling up </a:t>
          </a:r>
          <a:endParaRPr lang="en-US" sz="2000" dirty="0"/>
        </a:p>
      </dgm:t>
    </dgm:pt>
    <dgm:pt modelId="{65ADDA88-ACCD-4B4E-91F1-C6C4B852C249}" type="parTrans" cxnId="{BEE97AE3-5F4F-40D1-8571-49CAA5E6CEFF}">
      <dgm:prSet/>
      <dgm:spPr/>
      <dgm:t>
        <a:bodyPr/>
        <a:lstStyle/>
        <a:p>
          <a:endParaRPr lang="en-US" sz="1200"/>
        </a:p>
      </dgm:t>
    </dgm:pt>
    <dgm:pt modelId="{D282FC03-E21F-4B40-B384-895E9BBEFE79}" type="sibTrans" cxnId="{BEE97AE3-5F4F-40D1-8571-49CAA5E6CEFF}">
      <dgm:prSet/>
      <dgm:spPr/>
      <dgm:t>
        <a:bodyPr/>
        <a:lstStyle/>
        <a:p>
          <a:endParaRPr lang="en-US" sz="1200"/>
        </a:p>
      </dgm:t>
    </dgm:pt>
    <dgm:pt modelId="{82B14A11-653C-46C6-B944-13505264D5E0}">
      <dgm:prSet phldrT="[Text]" custT="1"/>
      <dgm:spPr>
        <a:ln w="28575">
          <a:solidFill>
            <a:schemeClr val="accent1"/>
          </a:solidFill>
        </a:ln>
      </dgm:spPr>
      <dgm:t>
        <a:bodyPr/>
        <a:lstStyle/>
        <a:p>
          <a:endParaRPr lang="en-US" sz="1200" b="1" dirty="0"/>
        </a:p>
        <a:p>
          <a:r>
            <a:rPr lang="en-US" sz="2000" b="1" dirty="0"/>
            <a:t>Optimization to match fed-batch product quality for non-CQAs</a:t>
          </a:r>
        </a:p>
      </dgm:t>
    </dgm:pt>
    <dgm:pt modelId="{EA7619ED-64EC-4C10-A639-32C878EC4F92}" type="parTrans" cxnId="{C8D85264-1841-43BE-8CF2-1964694CA90F}">
      <dgm:prSet/>
      <dgm:spPr/>
      <dgm:t>
        <a:bodyPr/>
        <a:lstStyle/>
        <a:p>
          <a:endParaRPr lang="en-US" sz="1200"/>
        </a:p>
      </dgm:t>
    </dgm:pt>
    <dgm:pt modelId="{73223ACF-A1A6-483E-A997-7749F9F911EB}" type="sibTrans" cxnId="{C8D85264-1841-43BE-8CF2-1964694CA90F}">
      <dgm:prSet/>
      <dgm:spPr/>
      <dgm:t>
        <a:bodyPr/>
        <a:lstStyle/>
        <a:p>
          <a:endParaRPr lang="en-US" sz="1200"/>
        </a:p>
      </dgm:t>
    </dgm:pt>
    <dgm:pt modelId="{5750265D-E184-4C6D-A006-41B00BAFE419}">
      <dgm:prSet phldrT="[Text]" custT="1"/>
      <dgm:spPr>
        <a:ln w="28575">
          <a:solidFill>
            <a:schemeClr val="accent1"/>
          </a:solidFill>
        </a:ln>
      </dgm:spPr>
      <dgm:t>
        <a:bodyPr/>
        <a:lstStyle/>
        <a:p>
          <a:r>
            <a:rPr lang="en-US" sz="2000" dirty="0"/>
            <a:t>Media optimization to bring PQA 6 into acceptable range for 14-day process</a:t>
          </a:r>
        </a:p>
      </dgm:t>
    </dgm:pt>
    <dgm:pt modelId="{AFCAECAD-47EA-454C-A503-E102F1FF7ECB}" type="parTrans" cxnId="{2872445B-6983-4DC9-BFC3-C31D6BABA8AB}">
      <dgm:prSet/>
      <dgm:spPr/>
      <dgm:t>
        <a:bodyPr/>
        <a:lstStyle/>
        <a:p>
          <a:endParaRPr lang="en-US" sz="1200"/>
        </a:p>
      </dgm:t>
    </dgm:pt>
    <dgm:pt modelId="{EBB1DCEF-F1A1-4802-8966-1B22ABBE536A}" type="sibTrans" cxnId="{2872445B-6983-4DC9-BFC3-C31D6BABA8AB}">
      <dgm:prSet/>
      <dgm:spPr/>
      <dgm:t>
        <a:bodyPr/>
        <a:lstStyle/>
        <a:p>
          <a:endParaRPr lang="en-US" sz="1200"/>
        </a:p>
      </dgm:t>
    </dgm:pt>
    <dgm:pt modelId="{C58A1E47-18C4-4C8C-859A-FB3ACC6F70D6}">
      <dgm:prSet phldrT="[Text]" custT="1"/>
      <dgm:spPr>
        <a:ln w="28575">
          <a:solidFill>
            <a:schemeClr val="accent1"/>
          </a:solidFill>
        </a:ln>
      </dgm:spPr>
      <dgm:t>
        <a:bodyPr/>
        <a:lstStyle/>
        <a:p>
          <a:r>
            <a:rPr lang="en-US" sz="2000" dirty="0"/>
            <a:t>Compare product quality post small-scale capture to post continuous capture</a:t>
          </a:r>
        </a:p>
      </dgm:t>
    </dgm:pt>
    <dgm:pt modelId="{606C66BA-06FF-4DA7-8EBA-F4D86634BDB7}" type="parTrans" cxnId="{F2128F35-CFD4-4157-9AA3-0E7193878E1E}">
      <dgm:prSet/>
      <dgm:spPr/>
      <dgm:t>
        <a:bodyPr/>
        <a:lstStyle/>
        <a:p>
          <a:endParaRPr lang="en-US"/>
        </a:p>
      </dgm:t>
    </dgm:pt>
    <dgm:pt modelId="{17F5A396-0EFF-42A1-89D0-0179DEA9D495}" type="sibTrans" cxnId="{F2128F35-CFD4-4157-9AA3-0E7193878E1E}">
      <dgm:prSet/>
      <dgm:spPr/>
      <dgm:t>
        <a:bodyPr/>
        <a:lstStyle/>
        <a:p>
          <a:endParaRPr lang="en-US"/>
        </a:p>
      </dgm:t>
    </dgm:pt>
    <dgm:pt modelId="{BD8664AC-9D6B-4327-9F7E-A3C9A9770BEA}">
      <dgm:prSet phldrT="[Text]" custT="1"/>
      <dgm:spPr>
        <a:ln w="28575">
          <a:solidFill>
            <a:schemeClr val="accent1"/>
          </a:solidFill>
        </a:ln>
      </dgm:spPr>
      <dgm:t>
        <a:bodyPr/>
        <a:lstStyle/>
        <a:p>
          <a:r>
            <a:rPr lang="en-US" sz="2000" dirty="0"/>
            <a:t>Complete first 250L scale integrated run</a:t>
          </a:r>
        </a:p>
      </dgm:t>
    </dgm:pt>
    <dgm:pt modelId="{E7612690-CBFB-40C2-8155-978374CC5A6C}" type="sibTrans" cxnId="{04401FA7-BC28-4642-BE57-FE490786A3F1}">
      <dgm:prSet/>
      <dgm:spPr/>
      <dgm:t>
        <a:bodyPr/>
        <a:lstStyle/>
        <a:p>
          <a:endParaRPr lang="en-US" sz="1200"/>
        </a:p>
      </dgm:t>
    </dgm:pt>
    <dgm:pt modelId="{D9FD3AD0-28E5-4BC4-B08E-B8B8FB6306BD}" type="parTrans" cxnId="{04401FA7-BC28-4642-BE57-FE490786A3F1}">
      <dgm:prSet/>
      <dgm:spPr/>
      <dgm:t>
        <a:bodyPr/>
        <a:lstStyle/>
        <a:p>
          <a:endParaRPr lang="en-US" sz="1200"/>
        </a:p>
      </dgm:t>
    </dgm:pt>
    <dgm:pt modelId="{95C5A850-8494-47BE-8EFB-9A8A1CBE80E3}" type="pres">
      <dgm:prSet presAssocID="{E9230F95-244B-4A99-998B-119C2ABB8179}" presName="linearFlow" presStyleCnt="0">
        <dgm:presLayoutVars>
          <dgm:dir/>
          <dgm:resizeHandles val="exact"/>
        </dgm:presLayoutVars>
      </dgm:prSet>
      <dgm:spPr/>
    </dgm:pt>
    <dgm:pt modelId="{D1ED50DC-3702-48AB-8EF2-86C38E0A1083}" type="pres">
      <dgm:prSet presAssocID="{A67721C0-8C1D-498A-80E6-B560E64EB7E8}" presName="composite" presStyleCnt="0"/>
      <dgm:spPr/>
    </dgm:pt>
    <dgm:pt modelId="{7B0984FE-F1A2-4837-9640-FA9DA7D65557}" type="pres">
      <dgm:prSet presAssocID="{A67721C0-8C1D-498A-80E6-B560E64EB7E8}" presName="imgShp" presStyleLbl="fgImgPlace1" presStyleIdx="0" presStyleCnt="2"/>
      <dgm:spPr>
        <a:ln w="28575">
          <a:solidFill>
            <a:schemeClr val="accent1"/>
          </a:solidFill>
        </a:ln>
      </dgm:spPr>
    </dgm:pt>
    <dgm:pt modelId="{349C5644-D90D-4DE1-808C-93E93B653670}" type="pres">
      <dgm:prSet presAssocID="{A67721C0-8C1D-498A-80E6-B560E64EB7E8}" presName="txShp" presStyleLbl="node1" presStyleIdx="0" presStyleCnt="2">
        <dgm:presLayoutVars>
          <dgm:bulletEnabled val="1"/>
        </dgm:presLayoutVars>
      </dgm:prSet>
      <dgm:spPr/>
    </dgm:pt>
    <dgm:pt modelId="{02B200E8-0DEF-4598-A038-90C45104DA77}" type="pres">
      <dgm:prSet presAssocID="{D282FC03-E21F-4B40-B384-895E9BBEFE79}" presName="spacing" presStyleCnt="0"/>
      <dgm:spPr/>
    </dgm:pt>
    <dgm:pt modelId="{7DFF29F5-9C99-4DA1-9862-D84A17650913}" type="pres">
      <dgm:prSet presAssocID="{82B14A11-653C-46C6-B944-13505264D5E0}" presName="composite" presStyleCnt="0"/>
      <dgm:spPr/>
    </dgm:pt>
    <dgm:pt modelId="{3DB35329-3522-4F59-9218-0D16C534849C}" type="pres">
      <dgm:prSet presAssocID="{82B14A11-653C-46C6-B944-13505264D5E0}" presName="imgShp" presStyleLbl="fgImgPlace1" presStyleIdx="1" presStyleCnt="2"/>
      <dgm:spPr>
        <a:ln w="28575">
          <a:solidFill>
            <a:schemeClr val="accent1"/>
          </a:solidFill>
        </a:ln>
      </dgm:spPr>
    </dgm:pt>
    <dgm:pt modelId="{08A02BA5-E2AB-4F3A-97CA-5FE1126DB5C7}" type="pres">
      <dgm:prSet presAssocID="{82B14A11-653C-46C6-B944-13505264D5E0}" presName="txShp" presStyleLbl="node1" presStyleIdx="1" presStyleCnt="2">
        <dgm:presLayoutVars>
          <dgm:bulletEnabled val="1"/>
        </dgm:presLayoutVars>
      </dgm:prSet>
      <dgm:spPr/>
    </dgm:pt>
  </dgm:ptLst>
  <dgm:cxnLst>
    <dgm:cxn modelId="{B01B7615-6B48-403E-BE3B-FC2A39B707C2}" type="presOf" srcId="{C58A1E47-18C4-4C8C-859A-FB3ACC6F70D6}" destId="{349C5644-D90D-4DE1-808C-93E93B653670}" srcOrd="0" destOrd="2" presId="urn:microsoft.com/office/officeart/2005/8/layout/vList3"/>
    <dgm:cxn modelId="{F2128F35-CFD4-4157-9AA3-0E7193878E1E}" srcId="{A67721C0-8C1D-498A-80E6-B560E64EB7E8}" destId="{C58A1E47-18C4-4C8C-859A-FB3ACC6F70D6}" srcOrd="1" destOrd="0" parTransId="{606C66BA-06FF-4DA7-8EBA-F4D86634BDB7}" sibTransId="{17F5A396-0EFF-42A1-89D0-0179DEA9D495}"/>
    <dgm:cxn modelId="{2872445B-6983-4DC9-BFC3-C31D6BABA8AB}" srcId="{82B14A11-653C-46C6-B944-13505264D5E0}" destId="{5750265D-E184-4C6D-A006-41B00BAFE419}" srcOrd="0" destOrd="0" parTransId="{AFCAECAD-47EA-454C-A503-E102F1FF7ECB}" sibTransId="{EBB1DCEF-F1A1-4802-8966-1B22ABBE536A}"/>
    <dgm:cxn modelId="{79658663-1459-4353-9B2B-8B26D0CCB1E3}" type="presOf" srcId="{A67721C0-8C1D-498A-80E6-B560E64EB7E8}" destId="{349C5644-D90D-4DE1-808C-93E93B653670}" srcOrd="0" destOrd="0" presId="urn:microsoft.com/office/officeart/2005/8/layout/vList3"/>
    <dgm:cxn modelId="{E1D3B843-853D-46C9-A187-91447C5C0C55}" type="presOf" srcId="{5750265D-E184-4C6D-A006-41B00BAFE419}" destId="{08A02BA5-E2AB-4F3A-97CA-5FE1126DB5C7}" srcOrd="0" destOrd="1" presId="urn:microsoft.com/office/officeart/2005/8/layout/vList3"/>
    <dgm:cxn modelId="{C8D85264-1841-43BE-8CF2-1964694CA90F}" srcId="{E9230F95-244B-4A99-998B-119C2ABB8179}" destId="{82B14A11-653C-46C6-B944-13505264D5E0}" srcOrd="1" destOrd="0" parTransId="{EA7619ED-64EC-4C10-A639-32C878EC4F92}" sibTransId="{73223ACF-A1A6-483E-A997-7749F9F911EB}"/>
    <dgm:cxn modelId="{695B8A44-1C54-46A0-B95A-268807D0DFF9}" type="presOf" srcId="{E9230F95-244B-4A99-998B-119C2ABB8179}" destId="{95C5A850-8494-47BE-8EFB-9A8A1CBE80E3}" srcOrd="0" destOrd="0" presId="urn:microsoft.com/office/officeart/2005/8/layout/vList3"/>
    <dgm:cxn modelId="{416B528C-2487-42C0-93BF-185F814F8D0C}" type="presOf" srcId="{BD8664AC-9D6B-4327-9F7E-A3C9A9770BEA}" destId="{349C5644-D90D-4DE1-808C-93E93B653670}" srcOrd="0" destOrd="1" presId="urn:microsoft.com/office/officeart/2005/8/layout/vList3"/>
    <dgm:cxn modelId="{088CF096-08B0-4F1D-8B6C-52B728BC8D30}" type="presOf" srcId="{82B14A11-653C-46C6-B944-13505264D5E0}" destId="{08A02BA5-E2AB-4F3A-97CA-5FE1126DB5C7}" srcOrd="0" destOrd="0" presId="urn:microsoft.com/office/officeart/2005/8/layout/vList3"/>
    <dgm:cxn modelId="{04401FA7-BC28-4642-BE57-FE490786A3F1}" srcId="{A67721C0-8C1D-498A-80E6-B560E64EB7E8}" destId="{BD8664AC-9D6B-4327-9F7E-A3C9A9770BEA}" srcOrd="0" destOrd="0" parTransId="{D9FD3AD0-28E5-4BC4-B08E-B8B8FB6306BD}" sibTransId="{E7612690-CBFB-40C2-8155-978374CC5A6C}"/>
    <dgm:cxn modelId="{BEE97AE3-5F4F-40D1-8571-49CAA5E6CEFF}" srcId="{E9230F95-244B-4A99-998B-119C2ABB8179}" destId="{A67721C0-8C1D-498A-80E6-B560E64EB7E8}" srcOrd="0" destOrd="0" parTransId="{65ADDA88-ACCD-4B4E-91F1-C6C4B852C249}" sibTransId="{D282FC03-E21F-4B40-B384-895E9BBEFE79}"/>
    <dgm:cxn modelId="{FDACAC81-B9FD-4857-8744-35E1AEC33F73}" type="presParOf" srcId="{95C5A850-8494-47BE-8EFB-9A8A1CBE80E3}" destId="{D1ED50DC-3702-48AB-8EF2-86C38E0A1083}" srcOrd="0" destOrd="0" presId="urn:microsoft.com/office/officeart/2005/8/layout/vList3"/>
    <dgm:cxn modelId="{F4738807-0CB8-4F12-8A5F-B31D3E36DC9E}" type="presParOf" srcId="{D1ED50DC-3702-48AB-8EF2-86C38E0A1083}" destId="{7B0984FE-F1A2-4837-9640-FA9DA7D65557}" srcOrd="0" destOrd="0" presId="urn:microsoft.com/office/officeart/2005/8/layout/vList3"/>
    <dgm:cxn modelId="{D50A4527-EE04-4C51-A21C-CF0A04FC79BF}" type="presParOf" srcId="{D1ED50DC-3702-48AB-8EF2-86C38E0A1083}" destId="{349C5644-D90D-4DE1-808C-93E93B653670}" srcOrd="1" destOrd="0" presId="urn:microsoft.com/office/officeart/2005/8/layout/vList3"/>
    <dgm:cxn modelId="{79972CB2-50D9-4334-9F3B-196775FF2A87}" type="presParOf" srcId="{95C5A850-8494-47BE-8EFB-9A8A1CBE80E3}" destId="{02B200E8-0DEF-4598-A038-90C45104DA77}" srcOrd="1" destOrd="0" presId="urn:microsoft.com/office/officeart/2005/8/layout/vList3"/>
    <dgm:cxn modelId="{0CAE2A93-FBFE-4F08-BF4A-03B51F6C35B4}" type="presParOf" srcId="{95C5A850-8494-47BE-8EFB-9A8A1CBE80E3}" destId="{7DFF29F5-9C99-4DA1-9862-D84A17650913}" srcOrd="2" destOrd="0" presId="urn:microsoft.com/office/officeart/2005/8/layout/vList3"/>
    <dgm:cxn modelId="{AC44176B-F239-4BAF-B6C4-F226E9C5F3BC}" type="presParOf" srcId="{7DFF29F5-9C99-4DA1-9862-D84A17650913}" destId="{3DB35329-3522-4F59-9218-0D16C534849C}" srcOrd="0" destOrd="0" presId="urn:microsoft.com/office/officeart/2005/8/layout/vList3"/>
    <dgm:cxn modelId="{EB8CC1A0-44AC-494E-8421-E82C0B442FB9}" type="presParOf" srcId="{7DFF29F5-9C99-4DA1-9862-D84A17650913}" destId="{08A02BA5-E2AB-4F3A-97CA-5FE1126DB5C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B0ABAA-FBEE-4208-8205-A021E89A9053}" type="doc">
      <dgm:prSet loTypeId="urn:diagrams.loki3.com/BracketLis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0DAE9439-97E9-4A4A-B917-41078DB80852}">
      <dgm:prSet phldrT="[Text]" custT="1"/>
      <dgm:spPr/>
      <dgm:t>
        <a:bodyPr/>
        <a:lstStyle/>
        <a:p>
          <a:r>
            <a:rPr lang="en-US" sz="2400" b="1" dirty="0"/>
            <a:t>Overhead</a:t>
          </a:r>
        </a:p>
      </dgm:t>
    </dgm:pt>
    <dgm:pt modelId="{D4CDC64A-67B5-436F-A241-CD0A626568E2}" type="parTrans" cxnId="{46A773DF-BCFC-4D4C-BB58-3DC230733AE2}">
      <dgm:prSet/>
      <dgm:spPr/>
      <dgm:t>
        <a:bodyPr/>
        <a:lstStyle/>
        <a:p>
          <a:endParaRPr lang="en-US" sz="1400"/>
        </a:p>
      </dgm:t>
    </dgm:pt>
    <dgm:pt modelId="{C4753650-F4DA-4BD8-9D29-3DAE9727BC9F}" type="sibTrans" cxnId="{46A773DF-BCFC-4D4C-BB58-3DC230733AE2}">
      <dgm:prSet/>
      <dgm:spPr/>
      <dgm:t>
        <a:bodyPr/>
        <a:lstStyle/>
        <a:p>
          <a:endParaRPr lang="en-US" sz="1400"/>
        </a:p>
      </dgm:t>
    </dgm:pt>
    <dgm:pt modelId="{8096E106-ECC0-4C51-92A0-623E80BCD5D8}">
      <dgm:prSet phldrT="[Text]" custT="1"/>
      <dgm:spPr>
        <a:solidFill>
          <a:srgbClr val="0D907F"/>
        </a:solidFill>
      </dgm:spPr>
      <dgm:t>
        <a:bodyPr/>
        <a:lstStyle/>
        <a:p>
          <a:r>
            <a:rPr lang="en-US" sz="2400" b="0" dirty="0"/>
            <a:t>Operators</a:t>
          </a:r>
        </a:p>
      </dgm:t>
    </dgm:pt>
    <dgm:pt modelId="{7C20C7C8-8A23-4893-9694-540A58B94977}" type="parTrans" cxnId="{16E8B1AF-1116-4E6C-B5B2-411413A36AB6}">
      <dgm:prSet/>
      <dgm:spPr/>
      <dgm:t>
        <a:bodyPr/>
        <a:lstStyle/>
        <a:p>
          <a:endParaRPr lang="en-US" sz="1400"/>
        </a:p>
      </dgm:t>
    </dgm:pt>
    <dgm:pt modelId="{3391E7E1-C8E4-457D-9BDE-4ACEE9B7ABD1}" type="sibTrans" cxnId="{16E8B1AF-1116-4E6C-B5B2-411413A36AB6}">
      <dgm:prSet/>
      <dgm:spPr/>
      <dgm:t>
        <a:bodyPr/>
        <a:lstStyle/>
        <a:p>
          <a:endParaRPr lang="en-US" sz="1400"/>
        </a:p>
      </dgm:t>
    </dgm:pt>
    <dgm:pt modelId="{C5059B49-CA32-4D81-AFC8-F36BF5C9094A}">
      <dgm:prSet phldrT="[Text]" custT="1"/>
      <dgm:spPr/>
      <dgm:t>
        <a:bodyPr/>
        <a:lstStyle/>
        <a:p>
          <a:r>
            <a:rPr lang="en-US" sz="2400" dirty="0"/>
            <a:t>Overheads, i.e., electrical, HVAC</a:t>
          </a:r>
        </a:p>
      </dgm:t>
    </dgm:pt>
    <dgm:pt modelId="{E6B4179E-170B-4429-A06C-263E48CDF0E9}" type="parTrans" cxnId="{678C8B42-5C05-466B-888A-117D63F219B1}">
      <dgm:prSet/>
      <dgm:spPr/>
      <dgm:t>
        <a:bodyPr/>
        <a:lstStyle/>
        <a:p>
          <a:endParaRPr lang="en-US" sz="1400"/>
        </a:p>
      </dgm:t>
    </dgm:pt>
    <dgm:pt modelId="{28809361-E342-4D4B-968F-EDFF88F31C20}" type="sibTrans" cxnId="{678C8B42-5C05-466B-888A-117D63F219B1}">
      <dgm:prSet/>
      <dgm:spPr/>
      <dgm:t>
        <a:bodyPr/>
        <a:lstStyle/>
        <a:p>
          <a:endParaRPr lang="en-US" sz="1400"/>
        </a:p>
      </dgm:t>
    </dgm:pt>
    <dgm:pt modelId="{70B2F57F-98CC-4B6B-9F8A-632404EA16A5}">
      <dgm:prSet phldrT="[Text]" custT="1"/>
      <dgm:spPr/>
      <dgm:t>
        <a:bodyPr/>
        <a:lstStyle/>
        <a:p>
          <a:pPr algn="ctr"/>
          <a:r>
            <a:rPr lang="en-US" sz="2400" b="1" dirty="0"/>
            <a:t>Raw materials</a:t>
          </a:r>
        </a:p>
      </dgm:t>
    </dgm:pt>
    <dgm:pt modelId="{C351B806-3282-4BF7-8662-ACFFE03E4E3F}" type="parTrans" cxnId="{5129EBFF-252A-41C3-91D0-097DDA43F58D}">
      <dgm:prSet/>
      <dgm:spPr/>
      <dgm:t>
        <a:bodyPr/>
        <a:lstStyle/>
        <a:p>
          <a:endParaRPr lang="en-US" sz="1400"/>
        </a:p>
      </dgm:t>
    </dgm:pt>
    <dgm:pt modelId="{EFFB8EB1-B2BE-40D4-A646-9818C731E3F7}" type="sibTrans" cxnId="{5129EBFF-252A-41C3-91D0-097DDA43F58D}">
      <dgm:prSet/>
      <dgm:spPr/>
      <dgm:t>
        <a:bodyPr/>
        <a:lstStyle/>
        <a:p>
          <a:endParaRPr lang="en-US" sz="1400"/>
        </a:p>
      </dgm:t>
    </dgm:pt>
    <dgm:pt modelId="{89FBC97E-1DCF-403C-B417-EF19665BE758}">
      <dgm:prSet phldrT="[Text]" custT="1"/>
      <dgm:spPr/>
      <dgm:t>
        <a:bodyPr/>
        <a:lstStyle/>
        <a:p>
          <a:r>
            <a:rPr lang="en-US" sz="2400" dirty="0"/>
            <a:t>Media</a:t>
          </a:r>
        </a:p>
      </dgm:t>
    </dgm:pt>
    <dgm:pt modelId="{4B93EF37-FCFC-4246-AE61-A739358AE5A2}" type="parTrans" cxnId="{D9394550-F899-4BE5-85DD-31A2792346AD}">
      <dgm:prSet/>
      <dgm:spPr/>
      <dgm:t>
        <a:bodyPr/>
        <a:lstStyle/>
        <a:p>
          <a:endParaRPr lang="en-US" sz="1400"/>
        </a:p>
      </dgm:t>
    </dgm:pt>
    <dgm:pt modelId="{15C10BD6-3719-4D18-906B-B97503A75175}" type="sibTrans" cxnId="{D9394550-F899-4BE5-85DD-31A2792346AD}">
      <dgm:prSet/>
      <dgm:spPr/>
      <dgm:t>
        <a:bodyPr/>
        <a:lstStyle/>
        <a:p>
          <a:endParaRPr lang="en-US" sz="1400"/>
        </a:p>
      </dgm:t>
    </dgm:pt>
    <dgm:pt modelId="{03838DA4-CBBA-45FB-921F-B75589494803}">
      <dgm:prSet phldrT="[Text]" custT="1"/>
      <dgm:spPr/>
      <dgm:t>
        <a:bodyPr/>
        <a:lstStyle/>
        <a:p>
          <a:r>
            <a:rPr lang="en-US" sz="2400" dirty="0"/>
            <a:t>Resin</a:t>
          </a:r>
        </a:p>
      </dgm:t>
    </dgm:pt>
    <dgm:pt modelId="{DBC313CD-E0B2-4274-8E21-BE376177D8DE}" type="parTrans" cxnId="{C9987DC5-6909-497B-9843-D80730E1362B}">
      <dgm:prSet/>
      <dgm:spPr/>
      <dgm:t>
        <a:bodyPr/>
        <a:lstStyle/>
        <a:p>
          <a:endParaRPr lang="en-US" sz="1400"/>
        </a:p>
      </dgm:t>
    </dgm:pt>
    <dgm:pt modelId="{888B4726-2674-4F2F-BE7B-8BF27FD44B2F}" type="sibTrans" cxnId="{C9987DC5-6909-497B-9843-D80730E1362B}">
      <dgm:prSet/>
      <dgm:spPr/>
      <dgm:t>
        <a:bodyPr/>
        <a:lstStyle/>
        <a:p>
          <a:endParaRPr lang="en-US" sz="1400"/>
        </a:p>
      </dgm:t>
    </dgm:pt>
    <dgm:pt modelId="{E7AFD686-B034-4557-B623-8F38AB1C68AE}">
      <dgm:prSet phldrT="[Text]" custT="1"/>
      <dgm:spPr/>
      <dgm:t>
        <a:bodyPr/>
        <a:lstStyle/>
        <a:p>
          <a:r>
            <a:rPr lang="en-US" sz="2400" dirty="0"/>
            <a:t>Single use components</a:t>
          </a:r>
        </a:p>
      </dgm:t>
    </dgm:pt>
    <dgm:pt modelId="{7E165B0A-2460-47E6-98A7-E0B7CEDB1DDB}" type="parTrans" cxnId="{CD2BCAEB-B2F6-48CD-AA72-0903D5147257}">
      <dgm:prSet/>
      <dgm:spPr/>
      <dgm:t>
        <a:bodyPr/>
        <a:lstStyle/>
        <a:p>
          <a:endParaRPr lang="en-US" sz="1400"/>
        </a:p>
      </dgm:t>
    </dgm:pt>
    <dgm:pt modelId="{86FC336A-2D5F-4797-AEB3-F298C39EEFFC}" type="sibTrans" cxnId="{CD2BCAEB-B2F6-48CD-AA72-0903D5147257}">
      <dgm:prSet/>
      <dgm:spPr/>
      <dgm:t>
        <a:bodyPr/>
        <a:lstStyle/>
        <a:p>
          <a:endParaRPr lang="en-US" sz="1400"/>
        </a:p>
      </dgm:t>
    </dgm:pt>
    <dgm:pt modelId="{0E3291C6-D4B5-4487-96C1-E8F355888BED}">
      <dgm:prSet phldrT="[Text]" custT="1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sz="2400" dirty="0"/>
            <a:t>Additional costs</a:t>
          </a:r>
        </a:p>
      </dgm:t>
    </dgm:pt>
    <dgm:pt modelId="{6B3EF1D4-AC42-4DDB-B1AC-1B3C9C692695}" type="parTrans" cxnId="{12CD2D78-1137-47C5-87A6-1801B17D6478}">
      <dgm:prSet/>
      <dgm:spPr/>
      <dgm:t>
        <a:bodyPr/>
        <a:lstStyle/>
        <a:p>
          <a:endParaRPr lang="en-US" sz="1400"/>
        </a:p>
      </dgm:t>
    </dgm:pt>
    <dgm:pt modelId="{3EE652D2-9058-42F5-ADFC-E594FA391D42}" type="sibTrans" cxnId="{12CD2D78-1137-47C5-87A6-1801B17D6478}">
      <dgm:prSet/>
      <dgm:spPr/>
      <dgm:t>
        <a:bodyPr/>
        <a:lstStyle/>
        <a:p>
          <a:endParaRPr lang="en-US" sz="1400"/>
        </a:p>
      </dgm:t>
    </dgm:pt>
    <dgm:pt modelId="{D65A50C0-1728-427B-9E52-21356F8D0C7F}">
      <dgm:prSet phldrT="[Text]" custT="1"/>
      <dgm:spPr/>
      <dgm:t>
        <a:bodyPr/>
        <a:lstStyle/>
        <a:p>
          <a:r>
            <a:rPr lang="en-US" sz="2400" dirty="0"/>
            <a:t>Capital depreciation</a:t>
          </a:r>
        </a:p>
      </dgm:t>
    </dgm:pt>
    <dgm:pt modelId="{78CD6DFB-582A-4D35-858D-FE2917EC083C}" type="parTrans" cxnId="{FDFA4493-0CC8-46A3-95EB-53F9F76029F6}">
      <dgm:prSet/>
      <dgm:spPr/>
      <dgm:t>
        <a:bodyPr/>
        <a:lstStyle/>
        <a:p>
          <a:endParaRPr lang="en-US" sz="1400"/>
        </a:p>
      </dgm:t>
    </dgm:pt>
    <dgm:pt modelId="{A168047E-4834-469F-B38B-20F592D36E3E}" type="sibTrans" cxnId="{FDFA4493-0CC8-46A3-95EB-53F9F76029F6}">
      <dgm:prSet/>
      <dgm:spPr/>
      <dgm:t>
        <a:bodyPr/>
        <a:lstStyle/>
        <a:p>
          <a:endParaRPr lang="en-US" sz="1400"/>
        </a:p>
      </dgm:t>
    </dgm:pt>
    <dgm:pt modelId="{7059E8E3-7C2F-45FB-9F9A-7E5B7027A54D}">
      <dgm:prSet phldrT="[Text]" custT="1"/>
      <dgm:spPr/>
      <dgm:t>
        <a:bodyPr/>
        <a:lstStyle/>
        <a:p>
          <a:r>
            <a:rPr lang="en-US" sz="2400" b="1" dirty="0"/>
            <a:t>Other</a:t>
          </a:r>
        </a:p>
      </dgm:t>
    </dgm:pt>
    <dgm:pt modelId="{29FA9D3D-17B4-482B-8D4C-415047CF3D1C}" type="parTrans" cxnId="{5D0B7CDC-5A14-462A-8629-A149D9FC61F6}">
      <dgm:prSet/>
      <dgm:spPr/>
      <dgm:t>
        <a:bodyPr/>
        <a:lstStyle/>
        <a:p>
          <a:endParaRPr lang="en-US" sz="1400"/>
        </a:p>
      </dgm:t>
    </dgm:pt>
    <dgm:pt modelId="{684C647C-D4B8-4002-888F-31B41D4D5439}" type="sibTrans" cxnId="{5D0B7CDC-5A14-462A-8629-A149D9FC61F6}">
      <dgm:prSet/>
      <dgm:spPr/>
      <dgm:t>
        <a:bodyPr/>
        <a:lstStyle/>
        <a:p>
          <a:endParaRPr lang="en-US" sz="1400"/>
        </a:p>
      </dgm:t>
    </dgm:pt>
    <dgm:pt modelId="{90A04AFB-E3BD-49C9-B998-DE138BBFBEEE}">
      <dgm:prSet phldrT="[Text]" custT="1"/>
      <dgm:spPr/>
      <dgm:t>
        <a:bodyPr/>
        <a:lstStyle/>
        <a:p>
          <a:r>
            <a:rPr lang="en-US" sz="2400" b="1" dirty="0"/>
            <a:t>Labor</a:t>
          </a:r>
        </a:p>
      </dgm:t>
    </dgm:pt>
    <dgm:pt modelId="{7D1C9A2D-2D5B-4FBE-B278-33BD26BA8178}" type="parTrans" cxnId="{A955E080-885A-49FB-92CD-F0CB3250AD90}">
      <dgm:prSet/>
      <dgm:spPr/>
      <dgm:t>
        <a:bodyPr/>
        <a:lstStyle/>
        <a:p>
          <a:endParaRPr lang="en-US" sz="1400"/>
        </a:p>
      </dgm:t>
    </dgm:pt>
    <dgm:pt modelId="{53C08011-12D8-4866-A5D9-3411A79E4021}" type="sibTrans" cxnId="{A955E080-885A-49FB-92CD-F0CB3250AD90}">
      <dgm:prSet/>
      <dgm:spPr/>
      <dgm:t>
        <a:bodyPr/>
        <a:lstStyle/>
        <a:p>
          <a:endParaRPr lang="en-US" sz="1400"/>
        </a:p>
      </dgm:t>
    </dgm:pt>
    <dgm:pt modelId="{624C3252-B8C2-423D-8DE1-D5E4350FDE1C}">
      <dgm:prSet phldrT="[Text]" custT="1"/>
      <dgm:spPr>
        <a:solidFill>
          <a:srgbClr val="0D907F"/>
        </a:solidFill>
      </dgm:spPr>
      <dgm:t>
        <a:bodyPr/>
        <a:lstStyle/>
        <a:p>
          <a:r>
            <a:rPr lang="en-US" sz="2400" b="0" dirty="0"/>
            <a:t>QA/QC</a:t>
          </a:r>
        </a:p>
      </dgm:t>
    </dgm:pt>
    <dgm:pt modelId="{ECD54E5F-1F6F-4DC6-9199-F1231267D39B}" type="parTrans" cxnId="{B2E81A4A-45C2-468D-B147-911A0EDF4FA9}">
      <dgm:prSet/>
      <dgm:spPr/>
      <dgm:t>
        <a:bodyPr/>
        <a:lstStyle/>
        <a:p>
          <a:endParaRPr lang="en-US" sz="1400"/>
        </a:p>
      </dgm:t>
    </dgm:pt>
    <dgm:pt modelId="{9F0D8F1A-D0C1-42CE-B5BE-C52C3BA9090C}" type="sibTrans" cxnId="{B2E81A4A-45C2-468D-B147-911A0EDF4FA9}">
      <dgm:prSet/>
      <dgm:spPr/>
      <dgm:t>
        <a:bodyPr/>
        <a:lstStyle/>
        <a:p>
          <a:endParaRPr lang="en-US" sz="1400"/>
        </a:p>
      </dgm:t>
    </dgm:pt>
    <dgm:pt modelId="{ED31DD96-D7E6-44C5-8F74-FFEC645C427B}" type="pres">
      <dgm:prSet presAssocID="{96B0ABAA-FBEE-4208-8205-A021E89A9053}" presName="Name0" presStyleCnt="0">
        <dgm:presLayoutVars>
          <dgm:dir/>
          <dgm:animLvl val="lvl"/>
          <dgm:resizeHandles val="exact"/>
        </dgm:presLayoutVars>
      </dgm:prSet>
      <dgm:spPr/>
    </dgm:pt>
    <dgm:pt modelId="{4DC5E54C-11AA-42F9-99A0-9C6CE2EC117E}" type="pres">
      <dgm:prSet presAssocID="{0DAE9439-97E9-4A4A-B917-41078DB80852}" presName="linNode" presStyleCnt="0"/>
      <dgm:spPr/>
    </dgm:pt>
    <dgm:pt modelId="{2D5B387D-1F00-4E46-B406-289DB6D6067B}" type="pres">
      <dgm:prSet presAssocID="{0DAE9439-97E9-4A4A-B917-41078DB80852}" presName="parTx" presStyleLbl="revTx" presStyleIdx="0" presStyleCnt="4">
        <dgm:presLayoutVars>
          <dgm:chMax val="1"/>
          <dgm:bulletEnabled val="1"/>
        </dgm:presLayoutVars>
      </dgm:prSet>
      <dgm:spPr/>
    </dgm:pt>
    <dgm:pt modelId="{C1A49018-2B20-4C28-9CE1-20C002C45832}" type="pres">
      <dgm:prSet presAssocID="{0DAE9439-97E9-4A4A-B917-41078DB80852}" presName="bracket" presStyleLbl="parChTrans1D1" presStyleIdx="0" presStyleCnt="4"/>
      <dgm:spPr/>
    </dgm:pt>
    <dgm:pt modelId="{10E9EB72-48AB-4747-BEC5-96B9B1452A31}" type="pres">
      <dgm:prSet presAssocID="{0DAE9439-97E9-4A4A-B917-41078DB80852}" presName="spH" presStyleCnt="0"/>
      <dgm:spPr/>
    </dgm:pt>
    <dgm:pt modelId="{DE2282D2-D1DF-4FAB-85F7-F7D967B5C03F}" type="pres">
      <dgm:prSet presAssocID="{0DAE9439-97E9-4A4A-B917-41078DB80852}" presName="desTx" presStyleLbl="node1" presStyleIdx="0" presStyleCnt="4" custScaleX="137926">
        <dgm:presLayoutVars>
          <dgm:bulletEnabled val="1"/>
        </dgm:presLayoutVars>
      </dgm:prSet>
      <dgm:spPr/>
    </dgm:pt>
    <dgm:pt modelId="{ABB30C4F-1507-4792-BA27-6736360849CB}" type="pres">
      <dgm:prSet presAssocID="{C4753650-F4DA-4BD8-9D29-3DAE9727BC9F}" presName="spV" presStyleCnt="0"/>
      <dgm:spPr/>
    </dgm:pt>
    <dgm:pt modelId="{E82400D1-5600-4127-860C-F3A522149586}" type="pres">
      <dgm:prSet presAssocID="{70B2F57F-98CC-4B6B-9F8A-632404EA16A5}" presName="linNode" presStyleCnt="0"/>
      <dgm:spPr/>
    </dgm:pt>
    <dgm:pt modelId="{3D46F387-9E03-416F-87B8-F43EA52FFCC5}" type="pres">
      <dgm:prSet presAssocID="{70B2F57F-98CC-4B6B-9F8A-632404EA16A5}" presName="parTx" presStyleLbl="revTx" presStyleIdx="1" presStyleCnt="4" custScaleX="121336">
        <dgm:presLayoutVars>
          <dgm:chMax val="1"/>
          <dgm:bulletEnabled val="1"/>
        </dgm:presLayoutVars>
      </dgm:prSet>
      <dgm:spPr/>
    </dgm:pt>
    <dgm:pt modelId="{E251C75C-C545-44F2-8286-37917E312F69}" type="pres">
      <dgm:prSet presAssocID="{70B2F57F-98CC-4B6B-9F8A-632404EA16A5}" presName="bracket" presStyleLbl="parChTrans1D1" presStyleIdx="1" presStyleCnt="4"/>
      <dgm:spPr/>
    </dgm:pt>
    <dgm:pt modelId="{DC3B7095-89C4-475B-8FC6-A328D2651794}" type="pres">
      <dgm:prSet presAssocID="{70B2F57F-98CC-4B6B-9F8A-632404EA16A5}" presName="spH" presStyleCnt="0"/>
      <dgm:spPr/>
    </dgm:pt>
    <dgm:pt modelId="{E20F0990-AA22-4BC4-BE5A-9E0AD065CFC3}" type="pres">
      <dgm:prSet presAssocID="{70B2F57F-98CC-4B6B-9F8A-632404EA16A5}" presName="desTx" presStyleLbl="node1" presStyleIdx="1" presStyleCnt="4" custScaleX="159702">
        <dgm:presLayoutVars>
          <dgm:bulletEnabled val="1"/>
        </dgm:presLayoutVars>
      </dgm:prSet>
      <dgm:spPr/>
    </dgm:pt>
    <dgm:pt modelId="{69166116-4AD9-450D-BF3A-B6FB1962A083}" type="pres">
      <dgm:prSet presAssocID="{EFFB8EB1-B2BE-40D4-A646-9818C731E3F7}" presName="spV" presStyleCnt="0"/>
      <dgm:spPr/>
    </dgm:pt>
    <dgm:pt modelId="{4741C51A-164D-445B-9490-A635D4E62D2C}" type="pres">
      <dgm:prSet presAssocID="{90A04AFB-E3BD-49C9-B998-DE138BBFBEEE}" presName="linNode" presStyleCnt="0"/>
      <dgm:spPr/>
    </dgm:pt>
    <dgm:pt modelId="{33422E63-B68C-4118-BBD5-23CAD5564D1B}" type="pres">
      <dgm:prSet presAssocID="{90A04AFB-E3BD-49C9-B998-DE138BBFBEEE}" presName="parTx" presStyleLbl="revTx" presStyleIdx="2" presStyleCnt="4">
        <dgm:presLayoutVars>
          <dgm:chMax val="1"/>
          <dgm:bulletEnabled val="1"/>
        </dgm:presLayoutVars>
      </dgm:prSet>
      <dgm:spPr/>
    </dgm:pt>
    <dgm:pt modelId="{FEE61BA7-8FDC-4275-A719-A58AD355AAF9}" type="pres">
      <dgm:prSet presAssocID="{90A04AFB-E3BD-49C9-B998-DE138BBFBEEE}" presName="bracket" presStyleLbl="parChTrans1D1" presStyleIdx="2" presStyleCnt="4"/>
      <dgm:spPr/>
    </dgm:pt>
    <dgm:pt modelId="{DC0AE467-C4CA-4CE8-97D4-C6F063E973C3}" type="pres">
      <dgm:prSet presAssocID="{90A04AFB-E3BD-49C9-B998-DE138BBFBEEE}" presName="spH" presStyleCnt="0"/>
      <dgm:spPr/>
    </dgm:pt>
    <dgm:pt modelId="{67D5B7A2-42F0-4115-815D-07D6B494FAFF}" type="pres">
      <dgm:prSet presAssocID="{90A04AFB-E3BD-49C9-B998-DE138BBFBEEE}" presName="desTx" presStyleLbl="node1" presStyleIdx="2" presStyleCnt="4" custScaleX="135088">
        <dgm:presLayoutVars>
          <dgm:bulletEnabled val="1"/>
        </dgm:presLayoutVars>
      </dgm:prSet>
      <dgm:spPr/>
    </dgm:pt>
    <dgm:pt modelId="{F8A8FBE9-45E2-490C-B275-C82254AE1168}" type="pres">
      <dgm:prSet presAssocID="{53C08011-12D8-4866-A5D9-3411A79E4021}" presName="spV" presStyleCnt="0"/>
      <dgm:spPr/>
    </dgm:pt>
    <dgm:pt modelId="{BC1AA582-505D-4FE2-AF85-1082ACF61D98}" type="pres">
      <dgm:prSet presAssocID="{7059E8E3-7C2F-45FB-9F9A-7E5B7027A54D}" presName="linNode" presStyleCnt="0"/>
      <dgm:spPr/>
    </dgm:pt>
    <dgm:pt modelId="{3CC88CD4-6EF7-4684-A77D-0E628B833171}" type="pres">
      <dgm:prSet presAssocID="{7059E8E3-7C2F-45FB-9F9A-7E5B7027A54D}" presName="parTx" presStyleLbl="revTx" presStyleIdx="3" presStyleCnt="4">
        <dgm:presLayoutVars>
          <dgm:chMax val="1"/>
          <dgm:bulletEnabled val="1"/>
        </dgm:presLayoutVars>
      </dgm:prSet>
      <dgm:spPr/>
    </dgm:pt>
    <dgm:pt modelId="{384AD915-B04A-4BF7-A627-541B02ED15FD}" type="pres">
      <dgm:prSet presAssocID="{7059E8E3-7C2F-45FB-9F9A-7E5B7027A54D}" presName="bracket" presStyleLbl="parChTrans1D1" presStyleIdx="3" presStyleCnt="4"/>
      <dgm:spPr/>
    </dgm:pt>
    <dgm:pt modelId="{C286BDE3-2763-4E70-B130-F4E5CC7DE3FB}" type="pres">
      <dgm:prSet presAssocID="{7059E8E3-7C2F-45FB-9F9A-7E5B7027A54D}" presName="spH" presStyleCnt="0"/>
      <dgm:spPr/>
    </dgm:pt>
    <dgm:pt modelId="{72A4B5A3-AA9B-4930-AB7B-5E0C6919E890}" type="pres">
      <dgm:prSet presAssocID="{7059E8E3-7C2F-45FB-9F9A-7E5B7027A54D}" presName="desTx" presStyleLbl="node1" presStyleIdx="3" presStyleCnt="4" custScaleX="136447">
        <dgm:presLayoutVars>
          <dgm:bulletEnabled val="1"/>
        </dgm:presLayoutVars>
      </dgm:prSet>
      <dgm:spPr/>
    </dgm:pt>
  </dgm:ptLst>
  <dgm:cxnLst>
    <dgm:cxn modelId="{5246DE1D-8345-4364-A947-000C8A3CCEF3}" type="presOf" srcId="{E7AFD686-B034-4557-B623-8F38AB1C68AE}" destId="{E20F0990-AA22-4BC4-BE5A-9E0AD065CFC3}" srcOrd="0" destOrd="2" presId="urn:diagrams.loki3.com/BracketList"/>
    <dgm:cxn modelId="{FC5C2938-ED1E-49CA-92C2-04DCA76D2C65}" type="presOf" srcId="{90A04AFB-E3BD-49C9-B998-DE138BBFBEEE}" destId="{33422E63-B68C-4118-BBD5-23CAD5564D1B}" srcOrd="0" destOrd="0" presId="urn:diagrams.loki3.com/BracketList"/>
    <dgm:cxn modelId="{9539AC3B-F7BF-4835-AD38-D2547656697D}" type="presOf" srcId="{8096E106-ECC0-4C51-92A0-623E80BCD5D8}" destId="{67D5B7A2-42F0-4115-815D-07D6B494FAFF}" srcOrd="0" destOrd="0" presId="urn:diagrams.loki3.com/BracketList"/>
    <dgm:cxn modelId="{1E930D5E-338E-489D-82A4-98063D232035}" type="presOf" srcId="{7059E8E3-7C2F-45FB-9F9A-7E5B7027A54D}" destId="{3CC88CD4-6EF7-4684-A77D-0E628B833171}" srcOrd="0" destOrd="0" presId="urn:diagrams.loki3.com/BracketList"/>
    <dgm:cxn modelId="{1A077341-FD01-4F04-A40C-D703AF329005}" type="presOf" srcId="{0E3291C6-D4B5-4487-96C1-E8F355888BED}" destId="{72A4B5A3-AA9B-4930-AB7B-5E0C6919E890}" srcOrd="0" destOrd="0" presId="urn:diagrams.loki3.com/BracketList"/>
    <dgm:cxn modelId="{678C8B42-5C05-466B-888A-117D63F219B1}" srcId="{0DAE9439-97E9-4A4A-B917-41078DB80852}" destId="{C5059B49-CA32-4D81-AFC8-F36BF5C9094A}" srcOrd="1" destOrd="0" parTransId="{E6B4179E-170B-4429-A06C-263E48CDF0E9}" sibTransId="{28809361-E342-4D4B-968F-EDFF88F31C20}"/>
    <dgm:cxn modelId="{B2E81A4A-45C2-468D-B147-911A0EDF4FA9}" srcId="{90A04AFB-E3BD-49C9-B998-DE138BBFBEEE}" destId="{624C3252-B8C2-423D-8DE1-D5E4350FDE1C}" srcOrd="1" destOrd="0" parTransId="{ECD54E5F-1F6F-4DC6-9199-F1231267D39B}" sibTransId="{9F0D8F1A-D0C1-42CE-B5BE-C52C3BA9090C}"/>
    <dgm:cxn modelId="{D9394550-F899-4BE5-85DD-31A2792346AD}" srcId="{70B2F57F-98CC-4B6B-9F8A-632404EA16A5}" destId="{89FBC97E-1DCF-403C-B417-EF19665BE758}" srcOrd="0" destOrd="0" parTransId="{4B93EF37-FCFC-4246-AE61-A739358AE5A2}" sibTransId="{15C10BD6-3719-4D18-906B-B97503A75175}"/>
    <dgm:cxn modelId="{12CD2D78-1137-47C5-87A6-1801B17D6478}" srcId="{7059E8E3-7C2F-45FB-9F9A-7E5B7027A54D}" destId="{0E3291C6-D4B5-4487-96C1-E8F355888BED}" srcOrd="0" destOrd="0" parTransId="{6B3EF1D4-AC42-4DDB-B1AC-1B3C9C692695}" sibTransId="{3EE652D2-9058-42F5-ADFC-E594FA391D42}"/>
    <dgm:cxn modelId="{64EB8358-8E17-4145-BA01-60BD78AB8491}" type="presOf" srcId="{96B0ABAA-FBEE-4208-8205-A021E89A9053}" destId="{ED31DD96-D7E6-44C5-8F74-FFEC645C427B}" srcOrd="0" destOrd="0" presId="urn:diagrams.loki3.com/BracketList"/>
    <dgm:cxn modelId="{EF37A57A-7E4F-4A2B-849F-1E57CCE17DAC}" type="presOf" srcId="{C5059B49-CA32-4D81-AFC8-F36BF5C9094A}" destId="{DE2282D2-D1DF-4FAB-85F7-F7D967B5C03F}" srcOrd="0" destOrd="1" presId="urn:diagrams.loki3.com/BracketList"/>
    <dgm:cxn modelId="{12C9287C-0AEB-4547-9143-D68409C4A7A4}" type="presOf" srcId="{89FBC97E-1DCF-403C-B417-EF19665BE758}" destId="{E20F0990-AA22-4BC4-BE5A-9E0AD065CFC3}" srcOrd="0" destOrd="0" presId="urn:diagrams.loki3.com/BracketList"/>
    <dgm:cxn modelId="{2377B680-1CC7-46E6-B516-DEE1653E67D3}" type="presOf" srcId="{D65A50C0-1728-427B-9E52-21356F8D0C7F}" destId="{DE2282D2-D1DF-4FAB-85F7-F7D967B5C03F}" srcOrd="0" destOrd="0" presId="urn:diagrams.loki3.com/BracketList"/>
    <dgm:cxn modelId="{A955E080-885A-49FB-92CD-F0CB3250AD90}" srcId="{96B0ABAA-FBEE-4208-8205-A021E89A9053}" destId="{90A04AFB-E3BD-49C9-B998-DE138BBFBEEE}" srcOrd="2" destOrd="0" parTransId="{7D1C9A2D-2D5B-4FBE-B278-33BD26BA8178}" sibTransId="{53C08011-12D8-4866-A5D9-3411A79E4021}"/>
    <dgm:cxn modelId="{AF68A484-B38E-4D9D-B9F5-0CB2AC43A85A}" type="presOf" srcId="{0DAE9439-97E9-4A4A-B917-41078DB80852}" destId="{2D5B387D-1F00-4E46-B406-289DB6D6067B}" srcOrd="0" destOrd="0" presId="urn:diagrams.loki3.com/BracketList"/>
    <dgm:cxn modelId="{FDFA4493-0CC8-46A3-95EB-53F9F76029F6}" srcId="{0DAE9439-97E9-4A4A-B917-41078DB80852}" destId="{D65A50C0-1728-427B-9E52-21356F8D0C7F}" srcOrd="0" destOrd="0" parTransId="{78CD6DFB-582A-4D35-858D-FE2917EC083C}" sibTransId="{A168047E-4834-469F-B38B-20F592D36E3E}"/>
    <dgm:cxn modelId="{CCCCC7A9-5DA7-48CD-A2DF-A975BAAF4D71}" type="presOf" srcId="{70B2F57F-98CC-4B6B-9F8A-632404EA16A5}" destId="{3D46F387-9E03-416F-87B8-F43EA52FFCC5}" srcOrd="0" destOrd="0" presId="urn:diagrams.loki3.com/BracketList"/>
    <dgm:cxn modelId="{16E8B1AF-1116-4E6C-B5B2-411413A36AB6}" srcId="{90A04AFB-E3BD-49C9-B998-DE138BBFBEEE}" destId="{8096E106-ECC0-4C51-92A0-623E80BCD5D8}" srcOrd="0" destOrd="0" parTransId="{7C20C7C8-8A23-4893-9694-540A58B94977}" sibTransId="{3391E7E1-C8E4-457D-9BDE-4ACEE9B7ABD1}"/>
    <dgm:cxn modelId="{EFD2C3B1-CD32-4823-B6EE-B2355149A446}" type="presOf" srcId="{03838DA4-CBBA-45FB-921F-B75589494803}" destId="{E20F0990-AA22-4BC4-BE5A-9E0AD065CFC3}" srcOrd="0" destOrd="1" presId="urn:diagrams.loki3.com/BracketList"/>
    <dgm:cxn modelId="{C9987DC5-6909-497B-9843-D80730E1362B}" srcId="{70B2F57F-98CC-4B6B-9F8A-632404EA16A5}" destId="{03838DA4-CBBA-45FB-921F-B75589494803}" srcOrd="1" destOrd="0" parTransId="{DBC313CD-E0B2-4274-8E21-BE376177D8DE}" sibTransId="{888B4726-2674-4F2F-BE7B-8BF27FD44B2F}"/>
    <dgm:cxn modelId="{5D0B7CDC-5A14-462A-8629-A149D9FC61F6}" srcId="{96B0ABAA-FBEE-4208-8205-A021E89A9053}" destId="{7059E8E3-7C2F-45FB-9F9A-7E5B7027A54D}" srcOrd="3" destOrd="0" parTransId="{29FA9D3D-17B4-482B-8D4C-415047CF3D1C}" sibTransId="{684C647C-D4B8-4002-888F-31B41D4D5439}"/>
    <dgm:cxn modelId="{255DDCDC-449F-4D8A-BC6A-0B4EAA78092C}" type="presOf" srcId="{624C3252-B8C2-423D-8DE1-D5E4350FDE1C}" destId="{67D5B7A2-42F0-4115-815D-07D6B494FAFF}" srcOrd="0" destOrd="1" presId="urn:diagrams.loki3.com/BracketList"/>
    <dgm:cxn modelId="{46A773DF-BCFC-4D4C-BB58-3DC230733AE2}" srcId="{96B0ABAA-FBEE-4208-8205-A021E89A9053}" destId="{0DAE9439-97E9-4A4A-B917-41078DB80852}" srcOrd="0" destOrd="0" parTransId="{D4CDC64A-67B5-436F-A241-CD0A626568E2}" sibTransId="{C4753650-F4DA-4BD8-9D29-3DAE9727BC9F}"/>
    <dgm:cxn modelId="{CD2BCAEB-B2F6-48CD-AA72-0903D5147257}" srcId="{70B2F57F-98CC-4B6B-9F8A-632404EA16A5}" destId="{E7AFD686-B034-4557-B623-8F38AB1C68AE}" srcOrd="2" destOrd="0" parTransId="{7E165B0A-2460-47E6-98A7-E0B7CEDB1DDB}" sibTransId="{86FC336A-2D5F-4797-AEB3-F298C39EEFFC}"/>
    <dgm:cxn modelId="{5129EBFF-252A-41C3-91D0-097DDA43F58D}" srcId="{96B0ABAA-FBEE-4208-8205-A021E89A9053}" destId="{70B2F57F-98CC-4B6B-9F8A-632404EA16A5}" srcOrd="1" destOrd="0" parTransId="{C351B806-3282-4BF7-8662-ACFFE03E4E3F}" sibTransId="{EFFB8EB1-B2BE-40D4-A646-9818C731E3F7}"/>
    <dgm:cxn modelId="{05B6CC67-7692-4EBC-B952-EECA1601DDF3}" type="presParOf" srcId="{ED31DD96-D7E6-44C5-8F74-FFEC645C427B}" destId="{4DC5E54C-11AA-42F9-99A0-9C6CE2EC117E}" srcOrd="0" destOrd="0" presId="urn:diagrams.loki3.com/BracketList"/>
    <dgm:cxn modelId="{A7D4F100-6242-4BA5-9357-2E7B176561E8}" type="presParOf" srcId="{4DC5E54C-11AA-42F9-99A0-9C6CE2EC117E}" destId="{2D5B387D-1F00-4E46-B406-289DB6D6067B}" srcOrd="0" destOrd="0" presId="urn:diagrams.loki3.com/BracketList"/>
    <dgm:cxn modelId="{7833280F-06CF-4DF1-B48B-E4C4D5349EB7}" type="presParOf" srcId="{4DC5E54C-11AA-42F9-99A0-9C6CE2EC117E}" destId="{C1A49018-2B20-4C28-9CE1-20C002C45832}" srcOrd="1" destOrd="0" presId="urn:diagrams.loki3.com/BracketList"/>
    <dgm:cxn modelId="{C828BA8B-6B1F-44AA-AFDC-92D841BE35F1}" type="presParOf" srcId="{4DC5E54C-11AA-42F9-99A0-9C6CE2EC117E}" destId="{10E9EB72-48AB-4747-BEC5-96B9B1452A31}" srcOrd="2" destOrd="0" presId="urn:diagrams.loki3.com/BracketList"/>
    <dgm:cxn modelId="{BC78D4D9-1600-482D-8CF7-46AF689E1397}" type="presParOf" srcId="{4DC5E54C-11AA-42F9-99A0-9C6CE2EC117E}" destId="{DE2282D2-D1DF-4FAB-85F7-F7D967B5C03F}" srcOrd="3" destOrd="0" presId="urn:diagrams.loki3.com/BracketList"/>
    <dgm:cxn modelId="{72059B81-1484-42DD-AD66-7429328A6F62}" type="presParOf" srcId="{ED31DD96-D7E6-44C5-8F74-FFEC645C427B}" destId="{ABB30C4F-1507-4792-BA27-6736360849CB}" srcOrd="1" destOrd="0" presId="urn:diagrams.loki3.com/BracketList"/>
    <dgm:cxn modelId="{E7A5A515-060B-422B-889C-BA4FA645BFFD}" type="presParOf" srcId="{ED31DD96-D7E6-44C5-8F74-FFEC645C427B}" destId="{E82400D1-5600-4127-860C-F3A522149586}" srcOrd="2" destOrd="0" presId="urn:diagrams.loki3.com/BracketList"/>
    <dgm:cxn modelId="{3DB48B43-2A61-4C51-8DD0-161A5C803BD1}" type="presParOf" srcId="{E82400D1-5600-4127-860C-F3A522149586}" destId="{3D46F387-9E03-416F-87B8-F43EA52FFCC5}" srcOrd="0" destOrd="0" presId="urn:diagrams.loki3.com/BracketList"/>
    <dgm:cxn modelId="{9D9F098B-A372-4DC4-A5B2-1351A467B6CC}" type="presParOf" srcId="{E82400D1-5600-4127-860C-F3A522149586}" destId="{E251C75C-C545-44F2-8286-37917E312F69}" srcOrd="1" destOrd="0" presId="urn:diagrams.loki3.com/BracketList"/>
    <dgm:cxn modelId="{9AA974CA-01CF-4A7D-9659-0AB79A9B9887}" type="presParOf" srcId="{E82400D1-5600-4127-860C-F3A522149586}" destId="{DC3B7095-89C4-475B-8FC6-A328D2651794}" srcOrd="2" destOrd="0" presId="urn:diagrams.loki3.com/BracketList"/>
    <dgm:cxn modelId="{082952AE-150B-4369-8D18-E8DFFEB1C3B0}" type="presParOf" srcId="{E82400D1-5600-4127-860C-F3A522149586}" destId="{E20F0990-AA22-4BC4-BE5A-9E0AD065CFC3}" srcOrd="3" destOrd="0" presId="urn:diagrams.loki3.com/BracketList"/>
    <dgm:cxn modelId="{115DD4E4-1AF1-456E-BA0E-6DEE53F65711}" type="presParOf" srcId="{ED31DD96-D7E6-44C5-8F74-FFEC645C427B}" destId="{69166116-4AD9-450D-BF3A-B6FB1962A083}" srcOrd="3" destOrd="0" presId="urn:diagrams.loki3.com/BracketList"/>
    <dgm:cxn modelId="{1478EA77-FF0A-427C-839B-9F8FA94295BE}" type="presParOf" srcId="{ED31DD96-D7E6-44C5-8F74-FFEC645C427B}" destId="{4741C51A-164D-445B-9490-A635D4E62D2C}" srcOrd="4" destOrd="0" presId="urn:diagrams.loki3.com/BracketList"/>
    <dgm:cxn modelId="{BF61FD6B-F6F0-44EE-BFA6-EE4A4CFA43BC}" type="presParOf" srcId="{4741C51A-164D-445B-9490-A635D4E62D2C}" destId="{33422E63-B68C-4118-BBD5-23CAD5564D1B}" srcOrd="0" destOrd="0" presId="urn:diagrams.loki3.com/BracketList"/>
    <dgm:cxn modelId="{79DE2FC7-E341-4A0D-A845-A1786DB7911C}" type="presParOf" srcId="{4741C51A-164D-445B-9490-A635D4E62D2C}" destId="{FEE61BA7-8FDC-4275-A719-A58AD355AAF9}" srcOrd="1" destOrd="0" presId="urn:diagrams.loki3.com/BracketList"/>
    <dgm:cxn modelId="{CD847DC9-9383-42A0-9D8E-BBEFEFABA6C3}" type="presParOf" srcId="{4741C51A-164D-445B-9490-A635D4E62D2C}" destId="{DC0AE467-C4CA-4CE8-97D4-C6F063E973C3}" srcOrd="2" destOrd="0" presId="urn:diagrams.loki3.com/BracketList"/>
    <dgm:cxn modelId="{91D94B58-C28E-4C9E-88A0-E2B0D8208AA7}" type="presParOf" srcId="{4741C51A-164D-445B-9490-A635D4E62D2C}" destId="{67D5B7A2-42F0-4115-815D-07D6B494FAFF}" srcOrd="3" destOrd="0" presId="urn:diagrams.loki3.com/BracketList"/>
    <dgm:cxn modelId="{99521C5B-0D4A-4D55-AC52-E1BD846B4534}" type="presParOf" srcId="{ED31DD96-D7E6-44C5-8F74-FFEC645C427B}" destId="{F8A8FBE9-45E2-490C-B275-C82254AE1168}" srcOrd="5" destOrd="0" presId="urn:diagrams.loki3.com/BracketList"/>
    <dgm:cxn modelId="{B427EDE7-CB2B-4682-A5B3-6AEED092C452}" type="presParOf" srcId="{ED31DD96-D7E6-44C5-8F74-FFEC645C427B}" destId="{BC1AA582-505D-4FE2-AF85-1082ACF61D98}" srcOrd="6" destOrd="0" presId="urn:diagrams.loki3.com/BracketList"/>
    <dgm:cxn modelId="{23F88A66-850D-40B0-8BA4-4CF34C94AF9E}" type="presParOf" srcId="{BC1AA582-505D-4FE2-AF85-1082ACF61D98}" destId="{3CC88CD4-6EF7-4684-A77D-0E628B833171}" srcOrd="0" destOrd="0" presId="urn:diagrams.loki3.com/BracketList"/>
    <dgm:cxn modelId="{023609BA-52DC-4657-B742-3509E03C2C18}" type="presParOf" srcId="{BC1AA582-505D-4FE2-AF85-1082ACF61D98}" destId="{384AD915-B04A-4BF7-A627-541B02ED15FD}" srcOrd="1" destOrd="0" presId="urn:diagrams.loki3.com/BracketList"/>
    <dgm:cxn modelId="{AFAA361D-636F-41E7-8335-9AF2F982576F}" type="presParOf" srcId="{BC1AA582-505D-4FE2-AF85-1082ACF61D98}" destId="{C286BDE3-2763-4E70-B130-F4E5CC7DE3FB}" srcOrd="2" destOrd="0" presId="urn:diagrams.loki3.com/BracketList"/>
    <dgm:cxn modelId="{F4542F68-DD65-417D-9FD2-5F6ED4553B0B}" type="presParOf" srcId="{BC1AA582-505D-4FE2-AF85-1082ACF61D98}" destId="{72A4B5A3-AA9B-4930-AB7B-5E0C6919E890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9C5644-D90D-4DE1-808C-93E93B653670}">
      <dsp:nvSpPr>
        <dsp:cNvPr id="0" name=""/>
        <dsp:cNvSpPr/>
      </dsp:nvSpPr>
      <dsp:spPr>
        <a:xfrm rot="10800000">
          <a:off x="2506139" y="440"/>
          <a:ext cx="8360096" cy="1601602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6262" tIns="76200" rIns="14224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b="1" kern="1200" dirty="0"/>
            <a:t>Maintain similar productivity and product quality scaling up 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Complete first 250L scale integrated run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Compare product quality post small-scale capture to post continuous capture</a:t>
          </a:r>
        </a:p>
      </dsp:txBody>
      <dsp:txXfrm rot="10800000">
        <a:off x="2906539" y="440"/>
        <a:ext cx="7959696" cy="1601602"/>
      </dsp:txXfrm>
    </dsp:sp>
    <dsp:sp modelId="{7B0984FE-F1A2-4837-9640-FA9DA7D65557}">
      <dsp:nvSpPr>
        <dsp:cNvPr id="0" name=""/>
        <dsp:cNvSpPr/>
      </dsp:nvSpPr>
      <dsp:spPr>
        <a:xfrm>
          <a:off x="1705337" y="440"/>
          <a:ext cx="1601602" cy="160160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A02BA5-E2AB-4F3A-97CA-5FE1126DB5C7}">
      <dsp:nvSpPr>
        <dsp:cNvPr id="0" name=""/>
        <dsp:cNvSpPr/>
      </dsp:nvSpPr>
      <dsp:spPr>
        <a:xfrm rot="10800000">
          <a:off x="2506139" y="2002443"/>
          <a:ext cx="8360096" cy="1601602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6262" tIns="45720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1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Optimization to match fed-batch product quality for non-CQAs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Media optimization to bring PQA 6 into acceptable range for 14-day process</a:t>
          </a:r>
        </a:p>
      </dsp:txBody>
      <dsp:txXfrm rot="10800000">
        <a:off x="2906539" y="2002443"/>
        <a:ext cx="7959696" cy="1601602"/>
      </dsp:txXfrm>
    </dsp:sp>
    <dsp:sp modelId="{3DB35329-3522-4F59-9218-0D16C534849C}">
      <dsp:nvSpPr>
        <dsp:cNvPr id="0" name=""/>
        <dsp:cNvSpPr/>
      </dsp:nvSpPr>
      <dsp:spPr>
        <a:xfrm>
          <a:off x="1705337" y="2002443"/>
          <a:ext cx="1601602" cy="160160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5B387D-1F00-4E46-B406-289DB6D6067B}">
      <dsp:nvSpPr>
        <dsp:cNvPr id="0" name=""/>
        <dsp:cNvSpPr/>
      </dsp:nvSpPr>
      <dsp:spPr>
        <a:xfrm>
          <a:off x="349" y="60985"/>
          <a:ext cx="1974122" cy="831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60960" rIns="170688" bIns="6096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Overhead</a:t>
          </a:r>
        </a:p>
      </dsp:txBody>
      <dsp:txXfrm>
        <a:off x="349" y="60985"/>
        <a:ext cx="1974122" cy="831600"/>
      </dsp:txXfrm>
    </dsp:sp>
    <dsp:sp modelId="{C1A49018-2B20-4C28-9CE1-20C002C45832}">
      <dsp:nvSpPr>
        <dsp:cNvPr id="0" name=""/>
        <dsp:cNvSpPr/>
      </dsp:nvSpPr>
      <dsp:spPr>
        <a:xfrm>
          <a:off x="1974471" y="22004"/>
          <a:ext cx="394824" cy="909562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2282D2-D1DF-4FAB-85F7-F7D967B5C03F}">
      <dsp:nvSpPr>
        <dsp:cNvPr id="0" name=""/>
        <dsp:cNvSpPr/>
      </dsp:nvSpPr>
      <dsp:spPr>
        <a:xfrm>
          <a:off x="2527226" y="22004"/>
          <a:ext cx="7406093" cy="90956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Capital depreciation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Overheads, i.e., electrical, HVAC</a:t>
          </a:r>
        </a:p>
      </dsp:txBody>
      <dsp:txXfrm>
        <a:off x="2527226" y="22004"/>
        <a:ext cx="7406093" cy="909562"/>
      </dsp:txXfrm>
    </dsp:sp>
    <dsp:sp modelId="{3D46F387-9E03-416F-87B8-F43EA52FFCC5}">
      <dsp:nvSpPr>
        <dsp:cNvPr id="0" name=""/>
        <dsp:cNvSpPr/>
      </dsp:nvSpPr>
      <dsp:spPr>
        <a:xfrm>
          <a:off x="349" y="1316654"/>
          <a:ext cx="2062801" cy="831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60960" rIns="170688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Raw materials</a:t>
          </a:r>
        </a:p>
      </dsp:txBody>
      <dsp:txXfrm>
        <a:off x="349" y="1316654"/>
        <a:ext cx="2062801" cy="831600"/>
      </dsp:txXfrm>
    </dsp:sp>
    <dsp:sp modelId="{E251C75C-C545-44F2-8286-37917E312F69}">
      <dsp:nvSpPr>
        <dsp:cNvPr id="0" name=""/>
        <dsp:cNvSpPr/>
      </dsp:nvSpPr>
      <dsp:spPr>
        <a:xfrm>
          <a:off x="2063150" y="1082767"/>
          <a:ext cx="340014" cy="1299375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0F0990-AA22-4BC4-BE5A-9E0AD065CFC3}">
      <dsp:nvSpPr>
        <dsp:cNvPr id="0" name=""/>
        <dsp:cNvSpPr/>
      </dsp:nvSpPr>
      <dsp:spPr>
        <a:xfrm>
          <a:off x="2539171" y="1082767"/>
          <a:ext cx="7384940" cy="1299375"/>
        </a:xfrm>
        <a:prstGeom prst="rect">
          <a:avLst/>
        </a:prstGeom>
        <a:solidFill>
          <a:schemeClr val="accent4">
            <a:hueOff val="-4287198"/>
            <a:satOff val="10772"/>
            <a:lumOff val="751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Media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Resin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Single use components</a:t>
          </a:r>
        </a:p>
      </dsp:txBody>
      <dsp:txXfrm>
        <a:off x="2539171" y="1082767"/>
        <a:ext cx="7384940" cy="1299375"/>
      </dsp:txXfrm>
    </dsp:sp>
    <dsp:sp modelId="{33422E63-B68C-4118-BBD5-23CAD5564D1B}">
      <dsp:nvSpPr>
        <dsp:cNvPr id="0" name=""/>
        <dsp:cNvSpPr/>
      </dsp:nvSpPr>
      <dsp:spPr>
        <a:xfrm>
          <a:off x="349" y="2572323"/>
          <a:ext cx="2003225" cy="831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60960" rIns="170688" bIns="6096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Labor</a:t>
          </a:r>
        </a:p>
      </dsp:txBody>
      <dsp:txXfrm>
        <a:off x="349" y="2572323"/>
        <a:ext cx="2003225" cy="831600"/>
      </dsp:txXfrm>
    </dsp:sp>
    <dsp:sp modelId="{FEE61BA7-8FDC-4275-A719-A58AD355AAF9}">
      <dsp:nvSpPr>
        <dsp:cNvPr id="0" name=""/>
        <dsp:cNvSpPr/>
      </dsp:nvSpPr>
      <dsp:spPr>
        <a:xfrm>
          <a:off x="2003574" y="2533342"/>
          <a:ext cx="400645" cy="909562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D5B7A2-42F0-4115-815D-07D6B494FAFF}">
      <dsp:nvSpPr>
        <dsp:cNvPr id="0" name=""/>
        <dsp:cNvSpPr/>
      </dsp:nvSpPr>
      <dsp:spPr>
        <a:xfrm>
          <a:off x="2564477" y="2533342"/>
          <a:ext cx="7360638" cy="909562"/>
        </a:xfrm>
        <a:prstGeom prst="rect">
          <a:avLst/>
        </a:prstGeom>
        <a:solidFill>
          <a:srgbClr val="0D907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kern="1200" dirty="0"/>
            <a:t>Operators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kern="1200" dirty="0"/>
            <a:t>QA/QC</a:t>
          </a:r>
        </a:p>
      </dsp:txBody>
      <dsp:txXfrm>
        <a:off x="2564477" y="2533342"/>
        <a:ext cx="7360638" cy="909562"/>
      </dsp:txXfrm>
    </dsp:sp>
    <dsp:sp modelId="{3CC88CD4-6EF7-4684-A77D-0E628B833171}">
      <dsp:nvSpPr>
        <dsp:cNvPr id="0" name=""/>
        <dsp:cNvSpPr/>
      </dsp:nvSpPr>
      <dsp:spPr>
        <a:xfrm>
          <a:off x="349" y="3594104"/>
          <a:ext cx="1988673" cy="831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60960" rIns="170688" bIns="6096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Other</a:t>
          </a:r>
        </a:p>
      </dsp:txBody>
      <dsp:txXfrm>
        <a:off x="349" y="3594104"/>
        <a:ext cx="1988673" cy="831600"/>
      </dsp:txXfrm>
    </dsp:sp>
    <dsp:sp modelId="{384AD915-B04A-4BF7-A627-541B02ED15FD}">
      <dsp:nvSpPr>
        <dsp:cNvPr id="0" name=""/>
        <dsp:cNvSpPr/>
      </dsp:nvSpPr>
      <dsp:spPr>
        <a:xfrm>
          <a:off x="1989023" y="3594104"/>
          <a:ext cx="397734" cy="8316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A4B5A3-AA9B-4930-AB7B-5E0C6919E890}">
      <dsp:nvSpPr>
        <dsp:cNvPr id="0" name=""/>
        <dsp:cNvSpPr/>
      </dsp:nvSpPr>
      <dsp:spPr>
        <a:xfrm>
          <a:off x="2545851" y="3594104"/>
          <a:ext cx="7380681" cy="831600"/>
        </a:xfrm>
        <a:prstGeom prst="rect">
          <a:avLst/>
        </a:prstGeom>
        <a:solidFill>
          <a:schemeClr val="accent5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Additional costs</a:t>
          </a:r>
        </a:p>
      </dsp:txBody>
      <dsp:txXfrm>
        <a:off x="2545851" y="3594104"/>
        <a:ext cx="7380681" cy="831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0.23751</cdr:x>
      <cdr:y>0.75173</cdr:y>
    </cdr:from>
    <cdr:to>
      <cdr:x>0.89455</cdr:x>
      <cdr:y>0.75173</cdr:y>
    </cdr:to>
    <cdr:cxnSp macro="">
      <cdr:nvCxnSpPr>
        <cdr:cNvPr id="3" name="Straight Connector 2">
          <a:extLst xmlns:a="http://schemas.openxmlformats.org/drawingml/2006/main">
            <a:ext uri="{FF2B5EF4-FFF2-40B4-BE49-F238E27FC236}">
              <a16:creationId xmlns:a16="http://schemas.microsoft.com/office/drawing/2014/main" id="{7259B803-15DC-3863-6BBE-4D53DDC4BA93}"/>
            </a:ext>
          </a:extLst>
        </cdr:cNvPr>
        <cdr:cNvCxnSpPr/>
      </cdr:nvCxnSpPr>
      <cdr:spPr>
        <a:xfrm xmlns:a="http://schemas.openxmlformats.org/drawingml/2006/main">
          <a:off x="600170" y="1509745"/>
          <a:ext cx="1660297" cy="0"/>
        </a:xfrm>
        <a:prstGeom xmlns:a="http://schemas.openxmlformats.org/drawingml/2006/main" prst="line">
          <a:avLst/>
        </a:prstGeom>
        <a:ln xmlns:a="http://schemas.openxmlformats.org/drawingml/2006/main" w="12700">
          <a:solidFill>
            <a:schemeClr val="tx1">
              <a:lumMod val="50000"/>
            </a:schemeClr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75.xml"/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3131E8-FB12-410D-BF61-66026F4B99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F84DA3-B4E6-4214-A070-882C7BF7CE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FD0D9C-4FB5-4727-9E3D-4B02106E0BF8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B9E54A-6E6E-45BD-A700-6E2757729EC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70E95B-A9AE-4EB9-81E6-ECFE9C38ED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5E8E-A04D-4A46-9BA0-C3F696754EF8}" type="slidenum">
              <a:rPr lang="en-US" smtClean="0"/>
              <a:t>‹#›</a:t>
            </a:fld>
            <a:endParaRPr lang="en-US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8587000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203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203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/>
            </a:lvl1pPr>
          </a:lstStyle>
          <a:p>
            <a:fld id="{8336942B-E6A5-475C-AB1E-005DE3D92BF2}" type="datetimeFigureOut">
              <a:rPr lang="en-GB" smtClean="0"/>
              <a:pPr/>
              <a:t>07/10/2024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0498" y="299584"/>
            <a:ext cx="5157004" cy="290081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16114" y="3296783"/>
            <a:ext cx="6625772" cy="5629503"/>
          </a:xfrm>
          <a:prstGeom prst="rect">
            <a:avLst/>
          </a:prstGeom>
        </p:spPr>
        <p:txBody>
          <a:bodyPr vert="horz" lIns="0" tIns="0" rIns="0" bIns="0" numCol="1" spcCol="36000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69829"/>
            <a:ext cx="2971800" cy="17417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969829"/>
            <a:ext cx="2971800" cy="17417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/>
            </a:lvl1pPr>
          </a:lstStyle>
          <a:p>
            <a:fld id="{48857A81-DEF9-4B57-AC08-20326D7F815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597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spcAft>
        <a:spcPts val="200"/>
      </a:spcAft>
      <a:buFont typeface="Arial" panose="020B0604020202020204" pitchFamily="34" charset="0"/>
      <a:buNone/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252000" indent="-108000" algn="l" defTabSz="914400" rtl="0" eaLnBrk="1" latinLnBrk="0" hangingPunct="1">
      <a:spcAft>
        <a:spcPts val="2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396000" indent="-108000" algn="l" defTabSz="914400" rtl="0" eaLnBrk="1" latinLnBrk="0" hangingPunct="1">
      <a:spcAft>
        <a:spcPts val="2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540000" indent="-108000" algn="l" defTabSz="914400" rtl="0" eaLnBrk="1" latinLnBrk="0" hangingPunct="1">
      <a:spcAft>
        <a:spcPts val="2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684000" indent="-108000" algn="l" defTabSz="914400" rtl="0" eaLnBrk="1" latinLnBrk="0" hangingPunct="1">
      <a:spcAft>
        <a:spcPts val="2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300038"/>
            <a:ext cx="5156200" cy="29003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57A81-DEF9-4B57-AC08-20326D7F815B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4767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300038"/>
            <a:ext cx="5156200" cy="29003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3F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57A81-DEF9-4B57-AC08-20326D7F815B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568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300038"/>
            <a:ext cx="5156200" cy="29003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857A81-DEF9-4B57-AC08-20326D7F815B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3F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3F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2223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300038"/>
            <a:ext cx="5156200" cy="29003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F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Release spec: drug substance specification the product must meet before it can be release to market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F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Tolerance interval: takes all existing data from commercial runs that completed as expected and determines the range that all future commercial runs should fall within: more runs=tighter tolerance interval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F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Fed-batch characterization data: data generated during cycle3 characterization, containing deliberate deviations in process parameters (pH, temp, etc.) so there could be a likelihood that PQ could fall back in line with process development</a:t>
            </a:r>
          </a:p>
          <a:p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00" b="0" i="0" u="none" strike="noStrike" dirty="0">
                <a:solidFill>
                  <a:srgbClr val="3F4444"/>
                </a:solidFill>
                <a:effectLst/>
                <a:latin typeface="Calibri" panose="020F0502020204030204" pitchFamily="34" charset="0"/>
              </a:rPr>
              <a:t>Overall goal of feasibility was to reduce the risk of not achieving COGM and PQ targets during the 18-month Cycle “2” and the one-year Cycle ”3” development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3F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57A81-DEF9-4B57-AC08-20326D7F815B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42749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300038"/>
            <a:ext cx="5156200" cy="29003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Mention all other process parameters kept similar such as nutrient feed strategy/amounts, perfusion rate, cell retention device parameters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57A81-DEF9-4B57-AC08-20326D7F815B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78575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300038"/>
            <a:ext cx="5156200" cy="29003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F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Metabolically behaving similarly, would expect product quality to be similar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3F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algn="l" rtl="0" fontAlgn="base"/>
            <a:r>
              <a:rPr lang="en-US" sz="1000" b="0" i="0" u="none" strike="noStrike" dirty="0">
                <a:solidFill>
                  <a:srgbClr val="3F4444"/>
                </a:solidFill>
                <a:effectLst/>
                <a:latin typeface="Calibri" panose="020F0502020204030204" pitchFamily="34" charset="0"/>
              </a:rPr>
              <a:t>Fed-batch productivity reported as product concentration (titer) because it typically occurs in 14 days. Comparing different fed-batch processes is done by comparing titer, because titer a shorthand describing the productivity. </a:t>
            </a:r>
            <a:r>
              <a:rPr lang="en-US" sz="1000" b="0" i="0" dirty="0">
                <a:solidFill>
                  <a:srgbClr val="3F4444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b="0" i="0" dirty="0">
              <a:solidFill>
                <a:srgbClr val="3F444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1000" b="0" i="0" u="none" strike="noStrike" dirty="0">
                <a:solidFill>
                  <a:srgbClr val="3F4444"/>
                </a:solidFill>
                <a:effectLst/>
                <a:latin typeface="Calibri" panose="020F0502020204030204" pitchFamily="34" charset="0"/>
              </a:rPr>
              <a:t>Perfusion can be developed to run as short as 14 days or as long as 120 days, so product concentration is not a good way of comparing different processes. </a:t>
            </a:r>
            <a:r>
              <a:rPr lang="en-US" sz="1000" b="0" i="0" dirty="0">
                <a:solidFill>
                  <a:srgbClr val="3F4444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b="0" i="0" dirty="0">
              <a:solidFill>
                <a:srgbClr val="3F444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1000" b="0" i="0" dirty="0">
                <a:solidFill>
                  <a:srgbClr val="3F4444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b="0" i="0" dirty="0">
              <a:solidFill>
                <a:srgbClr val="3F4444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1000" b="0" i="0" u="none" strike="noStrike" dirty="0">
                <a:solidFill>
                  <a:srgbClr val="3F4444"/>
                </a:solidFill>
                <a:effectLst/>
                <a:latin typeface="Calibri" panose="020F0502020204030204" pitchFamily="34" charset="0"/>
              </a:rPr>
              <a:t>Productivity is described in both fed-batch and perfusion by the Space-Time yield: The mass made per unit bioreactor volume per unit time: [g/L/day]</a:t>
            </a:r>
            <a:endParaRPr lang="en-US" b="0" i="0" dirty="0">
              <a:solidFill>
                <a:srgbClr val="3F4444"/>
              </a:solidFill>
              <a:effectLst/>
              <a:latin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3F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57A81-DEF9-4B57-AC08-20326D7F815B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63515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300038"/>
            <a:ext cx="5156200" cy="29003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57A81-DEF9-4B57-AC08-20326D7F815B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07931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300038"/>
            <a:ext cx="5156200" cy="29003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Metabolically behaving similarly, would expect product quality to be similar</a:t>
            </a:r>
          </a:p>
          <a:p>
            <a:endParaRPr lang="en-US" dirty="0"/>
          </a:p>
          <a:p>
            <a:r>
              <a:rPr lang="en-US" dirty="0"/>
              <a:t>Am I allowed to call out that a “steady state” was achieved with media 2?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57A81-DEF9-4B57-AC08-20326D7F815B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23649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300038"/>
            <a:ext cx="5156200" cy="29003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quality changes in this process appeared to be cell viability driven…?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57A81-DEF9-4B57-AC08-20326D7F815B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80392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300038"/>
            <a:ext cx="5156200" cy="29003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Media 1 process, pool results significantly changed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57A81-DEF9-4B57-AC08-20326D7F815B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0756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300038"/>
            <a:ext cx="5156200" cy="29003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2, specifically in the 14-day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57A81-DEF9-4B57-AC08-20326D7F815B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98858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300038"/>
            <a:ext cx="5156200" cy="29003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3F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57A81-DEF9-4B57-AC08-20326D7F815B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4217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300038"/>
            <a:ext cx="5156200" cy="29003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3F444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need to operate production at pH 6.70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57A81-DEF9-4B57-AC08-20326D7F815B}" type="slidenum">
              <a:rPr lang="en-GB" smtClean="0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64894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0900" y="300038"/>
            <a:ext cx="5156200" cy="29003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3F444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857A81-DEF9-4B57-AC08-20326D7F815B}" type="slidenum">
              <a:rPr lang="en-GB" smtClean="0"/>
              <a:pPr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945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2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customXml" Target="../../customXml/item1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7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8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9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0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3.xml"/><Relationship Id="rId1" Type="http://schemas.openxmlformats.org/officeDocument/2006/relationships/customXml" Target="../../customXml/item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35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36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37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38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39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0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4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44.xml"/><Relationship Id="rId1" Type="http://schemas.openxmlformats.org/officeDocument/2006/relationships/customXml" Target="../../customXml/item8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46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47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48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49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tags" Target="../tags/tag50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51.xml"/><Relationship Id="rId1" Type="http://schemas.openxmlformats.org/officeDocument/2006/relationships/customXml" Target="../../customXml/item7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5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6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tags" Target="../tags/tag57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5.xml"/><Relationship Id="rId2" Type="http://schemas.openxmlformats.org/officeDocument/2006/relationships/tags" Target="../tags/tag58.xml"/><Relationship Id="rId1" Type="http://schemas.openxmlformats.org/officeDocument/2006/relationships/customXml" Target="../../customXml/item13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60.xml"/><Relationship Id="rId4" Type="http://schemas.openxmlformats.org/officeDocument/2006/relationships/image" Target="../media/image2.sv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61.xml"/><Relationship Id="rId4" Type="http://schemas.openxmlformats.org/officeDocument/2006/relationships/image" Target="../media/image2.sv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62.xml"/><Relationship Id="rId4" Type="http://schemas.openxmlformats.org/officeDocument/2006/relationships/image" Target="../media/image2.sv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63.xml"/><Relationship Id="rId4" Type="http://schemas.openxmlformats.org/officeDocument/2006/relationships/image" Target="../media/image2.sv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64.xml"/><Relationship Id="rId1" Type="http://schemas.openxmlformats.org/officeDocument/2006/relationships/customXml" Target="../../customXml/item4.xml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6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6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6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69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70.xml"/><Relationship Id="rId1" Type="http://schemas.openxmlformats.org/officeDocument/2006/relationships/customXml" Target="../../customXml/item10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tags" Target="../tags/tag7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tags" Target="../tags/tag73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8.xml"/><Relationship Id="rId2" Type="http://schemas.openxmlformats.org/officeDocument/2006/relationships/tags" Target="../tags/tag74.xml"/><Relationship Id="rId1" Type="http://schemas.openxmlformats.org/officeDocument/2006/relationships/customXml" Target="../../customXml/item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DCC3B-CA12-4A4B-B5F5-D2062F3C58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1486304"/>
            <a:ext cx="5185093" cy="2649135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E5583-912E-4EA8-8EDC-7B6B86E7627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4328932"/>
            <a:ext cx="5184775" cy="1203767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subtitle / presenter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6A1CD-3FD6-4AD3-876A-75F060E88A2E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407987" y="5887668"/>
            <a:ext cx="1279358" cy="309145"/>
          </a:xfrm>
        </p:spPr>
        <p:txBody>
          <a:bodyPr lIns="0"/>
          <a:lstStyle>
            <a:lvl1pPr algn="l"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468ED59-10F2-418A-8E8D-5A205AB6BDF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8" y="6420976"/>
            <a:ext cx="5184775" cy="234286"/>
          </a:xfrm>
        </p:spPr>
        <p:txBody>
          <a:bodyPr lIns="0" tIns="36000" rIns="0" bIns="36000"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sz="1050"/>
            </a:lvl1pPr>
            <a:lvl2pPr marL="432000" indent="0">
              <a:buNone/>
              <a:defRPr sz="1050"/>
            </a:lvl2pPr>
            <a:lvl3pPr marL="684000" indent="0">
              <a:buNone/>
              <a:defRPr sz="1050"/>
            </a:lvl3pPr>
            <a:lvl4pPr marL="828000" indent="0">
              <a:buNone/>
              <a:defRPr sz="1050"/>
            </a:lvl4pPr>
            <a:lvl5pPr marL="959400" indent="0">
              <a:buNone/>
              <a:defRPr sz="1050"/>
            </a:lvl5pPr>
          </a:lstStyle>
          <a:p>
            <a:pPr lvl="0"/>
            <a:r>
              <a:rPr lang="en-US"/>
              <a:t>Click to add confidentiality statement here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506CBD9-0F78-454A-9842-87C254618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188475" y="0"/>
            <a:ext cx="6004761" cy="6865200"/>
          </a:xfrm>
          <a:custGeom>
            <a:avLst/>
            <a:gdLst>
              <a:gd name="connsiteX0" fmla="*/ 1547827 w 6004761"/>
              <a:gd name="connsiteY0" fmla="*/ 0 h 6864096"/>
              <a:gd name="connsiteX1" fmla="*/ 6004760 w 6004761"/>
              <a:gd name="connsiteY1" fmla="*/ 0 h 6864096"/>
              <a:gd name="connsiteX2" fmla="*/ 6004761 w 6004761"/>
              <a:gd name="connsiteY2" fmla="*/ 6864096 h 6864096"/>
              <a:gd name="connsiteX3" fmla="*/ 1554450 w 6004761"/>
              <a:gd name="connsiteY3" fmla="*/ 6864096 h 6864096"/>
              <a:gd name="connsiteX4" fmla="*/ 1379124 w 6004761"/>
              <a:gd name="connsiteY4" fmla="*/ 6702826 h 6864096"/>
              <a:gd name="connsiteX5" fmla="*/ 0 w 6004761"/>
              <a:gd name="connsiteY5" fmla="*/ 3429001 h 6864096"/>
              <a:gd name="connsiteX6" fmla="*/ 1379124 w 6004761"/>
              <a:gd name="connsiteY6" fmla="*/ 155178 h 686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04761" h="6864096">
                <a:moveTo>
                  <a:pt x="1547827" y="0"/>
                </a:moveTo>
                <a:lnTo>
                  <a:pt x="6004760" y="0"/>
                </a:lnTo>
                <a:lnTo>
                  <a:pt x="6004761" y="6864096"/>
                </a:lnTo>
                <a:lnTo>
                  <a:pt x="1554450" y="6864096"/>
                </a:lnTo>
                <a:lnTo>
                  <a:pt x="1379124" y="6702826"/>
                </a:lnTo>
                <a:cubicBezTo>
                  <a:pt x="528239" y="5871990"/>
                  <a:pt x="0" y="4712184"/>
                  <a:pt x="0" y="3429001"/>
                </a:cubicBezTo>
                <a:cubicBezTo>
                  <a:pt x="0" y="2145819"/>
                  <a:pt x="528239" y="986013"/>
                  <a:pt x="1379124" y="155178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tIns="429768" bIns="64922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_______________________________</a:t>
            </a:r>
            <a:br>
              <a:rPr lang="en-US"/>
            </a:br>
            <a:br>
              <a:rPr lang="en-US"/>
            </a:br>
            <a:r>
              <a:rPr lang="en-US"/>
              <a:t>To add an image here: </a:t>
            </a:r>
            <a:br>
              <a:rPr lang="en-US"/>
            </a:br>
            <a:r>
              <a:rPr lang="en-US"/>
              <a:t>Click the icon and select Brand Pictures, </a:t>
            </a:r>
            <a:br>
              <a:rPr lang="en-US"/>
            </a:br>
            <a:r>
              <a:rPr lang="en-US"/>
              <a:t>or insert a file from your computer.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The image can then be scaled within </a:t>
            </a:r>
            <a:br>
              <a:rPr lang="en-US"/>
            </a:br>
            <a:r>
              <a:rPr lang="en-US"/>
              <a:t>the frame by using the Crop feature in </a:t>
            </a:r>
            <a:br>
              <a:rPr lang="en-US"/>
            </a:br>
            <a:r>
              <a:rPr lang="en-US"/>
              <a:t>the Picture Format tab of the ribbon.</a:t>
            </a:r>
            <a:br>
              <a:rPr lang="en-US"/>
            </a:br>
            <a:r>
              <a:rPr lang="en-US"/>
              <a:t>_______________________________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ED72C3C-E918-420F-9374-6F1CBE394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276" y="576767"/>
            <a:ext cx="2405987" cy="651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6231862-37A9-4364-9D96-47810B118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2900" y="404813"/>
            <a:ext cx="2794000" cy="92048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endParaRPr lang="en-US" sz="2400" err="1">
              <a:latin typeface="+mj-lt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2260595-7C87-4D29-977E-EE25A0D92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087955" y="1"/>
            <a:ext cx="2064161" cy="6858000"/>
          </a:xfrm>
          <a:custGeom>
            <a:avLst/>
            <a:gdLst>
              <a:gd name="connsiteX0" fmla="*/ 0 w 2064161"/>
              <a:gd name="connsiteY0" fmla="*/ 0 h 6858000"/>
              <a:gd name="connsiteX1" fmla="*/ 2002971 w 2064161"/>
              <a:gd name="connsiteY1" fmla="*/ 0 h 6858000"/>
              <a:gd name="connsiteX2" fmla="*/ 2002971 w 2064161"/>
              <a:gd name="connsiteY2" fmla="*/ 6447122 h 6858000"/>
              <a:gd name="connsiteX3" fmla="*/ 2064161 w 2064161"/>
              <a:gd name="connsiteY3" fmla="*/ 6538118 h 6858000"/>
              <a:gd name="connsiteX4" fmla="*/ 2002971 w 2064161"/>
              <a:gd name="connsiteY4" fmla="*/ 6629114 h 6858000"/>
              <a:gd name="connsiteX5" fmla="*/ 2002971 w 2064161"/>
              <a:gd name="connsiteY5" fmla="*/ 6858000 h 6858000"/>
              <a:gd name="connsiteX6" fmla="*/ 0 w 206416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4161" h="6858000">
                <a:moveTo>
                  <a:pt x="0" y="0"/>
                </a:moveTo>
                <a:lnTo>
                  <a:pt x="2002971" y="0"/>
                </a:lnTo>
                <a:lnTo>
                  <a:pt x="2002971" y="6447122"/>
                </a:lnTo>
                <a:lnTo>
                  <a:pt x="2064161" y="6538118"/>
                </a:lnTo>
                <a:lnTo>
                  <a:pt x="2002971" y="6629114"/>
                </a:lnTo>
                <a:lnTo>
                  <a:pt x="2002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rIns="144000" bIns="216000" rtlCol="0" anchor="b" anchorCtr="0">
            <a:no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Please ensure you have added the correct confidentiality statement. 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Type the correct statement: </a:t>
            </a:r>
            <a:br>
              <a:rPr lang="en-GB" sz="1400">
                <a:solidFill>
                  <a:schemeClr val="accent1"/>
                </a:solidFill>
              </a:rPr>
            </a:br>
            <a:r>
              <a:rPr lang="en-GB" sz="1400">
                <a:solidFill>
                  <a:schemeClr val="accent1"/>
                </a:solidFill>
              </a:rPr>
              <a:t>‘</a:t>
            </a:r>
            <a:r>
              <a:rPr lang="en-GB" sz="1400" b="1" i="1">
                <a:solidFill>
                  <a:schemeClr val="accent1"/>
                </a:solidFill>
              </a:rPr>
              <a:t>Company Restricted’ </a:t>
            </a:r>
            <a:r>
              <a:rPr lang="en-GB" sz="1400" b="0">
                <a:solidFill>
                  <a:schemeClr val="tx1"/>
                </a:solidFill>
              </a:rPr>
              <a:t>or</a:t>
            </a:r>
            <a:r>
              <a:rPr lang="en-GB" sz="1400" b="1">
                <a:solidFill>
                  <a:schemeClr val="accent1"/>
                </a:solidFill>
              </a:rPr>
              <a:t> ‘</a:t>
            </a:r>
            <a:r>
              <a:rPr lang="en-GB" sz="1400" b="1" i="1">
                <a:solidFill>
                  <a:schemeClr val="accent1"/>
                </a:solidFill>
              </a:rPr>
              <a:t>Strictly Confidential’ </a:t>
            </a:r>
            <a:r>
              <a:rPr lang="en-GB" sz="1400" b="0" i="1">
                <a:solidFill>
                  <a:schemeClr val="tx1"/>
                </a:solidFill>
              </a:rPr>
              <a:t>.</a:t>
            </a:r>
            <a:r>
              <a:rPr lang="en-GB" sz="1400" b="1" i="1">
                <a:solidFill>
                  <a:schemeClr val="accent1"/>
                </a:solidFill>
              </a:rPr>
              <a:t> </a:t>
            </a:r>
            <a:r>
              <a:rPr lang="en-GB" sz="1400" b="0" i="0">
                <a:solidFill>
                  <a:schemeClr val="tx1"/>
                </a:solidFill>
              </a:rPr>
              <a:t>No statement is needed </a:t>
            </a:r>
            <a:br>
              <a:rPr lang="en-GB" sz="1400" b="0" i="0">
                <a:solidFill>
                  <a:schemeClr val="tx1"/>
                </a:solidFill>
              </a:rPr>
            </a:br>
            <a:r>
              <a:rPr lang="en-GB" sz="1400" b="0" i="0">
                <a:solidFill>
                  <a:schemeClr val="tx1"/>
                </a:solidFill>
              </a:rPr>
              <a:t>for public information. </a:t>
            </a:r>
            <a:endParaRPr lang="en-GB" sz="1400" b="0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4809C05-E460-4D1A-BC84-C63C988F5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944694" y="3878333"/>
            <a:ext cx="419968" cy="41996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400" b="1">
                <a:solidFill>
                  <a:schemeClr val="bg1"/>
                </a:solidFill>
                <a:latin typeface="+mn-lt"/>
              </a:rPr>
              <a:t>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48700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22" userDrawn="1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E4B5EC-9E53-45C3-B765-C1C483A070D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07988" y="1567814"/>
            <a:ext cx="11376024" cy="463523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1pPr>
            <a:lvl2pPr marL="460800" indent="-228600"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 here. </a:t>
            </a:r>
            <a:br>
              <a:rPr lang="en-US"/>
            </a:br>
            <a:r>
              <a:rPr lang="en-US"/>
              <a:t>When pasting copy from other slides, be sure to right-click and choose ‘Keep text only’.</a:t>
            </a:r>
            <a:br>
              <a:rPr lang="en-US"/>
            </a:br>
            <a:r>
              <a:rPr lang="en-US"/>
              <a:t>To increase bullet level, select your text and press Tab.</a:t>
            </a:r>
            <a:br>
              <a:rPr lang="en-US"/>
            </a:br>
            <a:r>
              <a:rPr lang="en-US"/>
              <a:t>To decrease bullet level, select your bullet text and press Shift + Tab.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938F29-84D5-4449-9358-343332B4B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C949FF72-87ED-4607-89DB-176C532FA3A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2CC1A-50FF-4A50-8660-D325E3429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3713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391" userDrawn="1">
          <p15:clr>
            <a:srgbClr val="A4A3A4"/>
          </p15:clr>
        </p15:guide>
        <p15:guide id="2" pos="1463" userDrawn="1">
          <p15:clr>
            <a:srgbClr val="A4A3A4"/>
          </p15:clr>
        </p15:guide>
        <p15:guide id="3" pos="2598" userDrawn="1">
          <p15:clr>
            <a:srgbClr val="A4A3A4"/>
          </p15:clr>
        </p15:guide>
        <p15:guide id="4" pos="2669" userDrawn="1">
          <p15:clr>
            <a:srgbClr val="A4A3A4"/>
          </p15:clr>
        </p15:guide>
        <p15:guide id="5" pos="3804" userDrawn="1">
          <p15:clr>
            <a:srgbClr val="A4A3A4"/>
          </p15:clr>
        </p15:guide>
        <p15:guide id="6" pos="3876" userDrawn="1">
          <p15:clr>
            <a:srgbClr val="A4A3A4"/>
          </p15:clr>
        </p15:guide>
        <p15:guide id="7" pos="5009" userDrawn="1">
          <p15:clr>
            <a:srgbClr val="A4A3A4"/>
          </p15:clr>
        </p15:guide>
        <p15:guide id="8" pos="5082" userDrawn="1">
          <p15:clr>
            <a:srgbClr val="A4A3A4"/>
          </p15:clr>
        </p15:guide>
        <p15:guide id="9" pos="6215" userDrawn="1">
          <p15:clr>
            <a:srgbClr val="A4A3A4"/>
          </p15:clr>
        </p15:guide>
        <p15:guide id="10" pos="6288" userDrawn="1">
          <p15:clr>
            <a:srgbClr val="A4A3A4"/>
          </p15:clr>
        </p15:guide>
        <p15:guide id="11" orient="horz" pos="890" userDrawn="1">
          <p15:clr>
            <a:srgbClr val="C35EA4"/>
          </p15:clr>
        </p15:guide>
        <p15:guide id="12" orient="horz" pos="981" userDrawn="1">
          <p15:clr>
            <a:srgbClr val="C35E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n L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CD0FA13F-5B1F-4795-B0E7-3E97B5D8E0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-1"/>
            <a:ext cx="3875391" cy="4330700"/>
          </a:xfrm>
          <a:custGeom>
            <a:avLst/>
            <a:gdLst>
              <a:gd name="connsiteX0" fmla="*/ 417122 w 3875391"/>
              <a:gd name="connsiteY0" fmla="*/ 0 h 4330700"/>
              <a:gd name="connsiteX1" fmla="*/ 2700571 w 3875391"/>
              <a:gd name="connsiteY1" fmla="*/ 0 h 4330700"/>
              <a:gd name="connsiteX2" fmla="*/ 2854048 w 3875391"/>
              <a:gd name="connsiteY2" fmla="*/ 93240 h 4330700"/>
              <a:gd name="connsiteX3" fmla="*/ 3875391 w 3875391"/>
              <a:gd name="connsiteY3" fmla="*/ 2014156 h 4330700"/>
              <a:gd name="connsiteX4" fmla="*/ 3479762 w 3875391"/>
              <a:gd name="connsiteY4" fmla="*/ 3309358 h 4330700"/>
              <a:gd name="connsiteX5" fmla="*/ 3457575 w 3875391"/>
              <a:gd name="connsiteY5" fmla="*/ 3339027 h 4330700"/>
              <a:gd name="connsiteX6" fmla="*/ 3457575 w 3875391"/>
              <a:gd name="connsiteY6" fmla="*/ 3343274 h 4330700"/>
              <a:gd name="connsiteX7" fmla="*/ 3454399 w 3875391"/>
              <a:gd name="connsiteY7" fmla="*/ 3343274 h 4330700"/>
              <a:gd name="connsiteX8" fmla="*/ 3346405 w 3875391"/>
              <a:gd name="connsiteY8" fmla="*/ 3487693 h 4330700"/>
              <a:gd name="connsiteX9" fmla="*/ 1558846 w 3875391"/>
              <a:gd name="connsiteY9" fmla="*/ 4330700 h 4330700"/>
              <a:gd name="connsiteX10" fmla="*/ 85309 w 3875391"/>
              <a:gd name="connsiteY10" fmla="*/ 3801714 h 4330700"/>
              <a:gd name="connsiteX11" fmla="*/ 0 w 3875391"/>
              <a:gd name="connsiteY11" fmla="*/ 3724180 h 4330700"/>
              <a:gd name="connsiteX12" fmla="*/ 0 w 3875391"/>
              <a:gd name="connsiteY12" fmla="*/ 304131 h 4330700"/>
              <a:gd name="connsiteX13" fmla="*/ 85309 w 3875391"/>
              <a:gd name="connsiteY13" fmla="*/ 226597 h 4330700"/>
              <a:gd name="connsiteX14" fmla="*/ 263644 w 3875391"/>
              <a:gd name="connsiteY14" fmla="*/ 93240 h 433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75391" h="4330700">
                <a:moveTo>
                  <a:pt x="417122" y="0"/>
                </a:moveTo>
                <a:lnTo>
                  <a:pt x="2700571" y="0"/>
                </a:lnTo>
                <a:lnTo>
                  <a:pt x="2854048" y="93240"/>
                </a:lnTo>
                <a:cubicBezTo>
                  <a:pt x="3470253" y="509540"/>
                  <a:pt x="3875391" y="1214535"/>
                  <a:pt x="3875391" y="2014156"/>
                </a:cubicBezTo>
                <a:cubicBezTo>
                  <a:pt x="3875391" y="2493928"/>
                  <a:pt x="3729542" y="2939635"/>
                  <a:pt x="3479762" y="3309358"/>
                </a:cubicBezTo>
                <a:lnTo>
                  <a:pt x="3457575" y="3339027"/>
                </a:lnTo>
                <a:lnTo>
                  <a:pt x="3457575" y="3343274"/>
                </a:lnTo>
                <a:lnTo>
                  <a:pt x="3454399" y="3343274"/>
                </a:lnTo>
                <a:lnTo>
                  <a:pt x="3346405" y="3487693"/>
                </a:lnTo>
                <a:cubicBezTo>
                  <a:pt x="2921516" y="4002539"/>
                  <a:pt x="2278504" y="4330700"/>
                  <a:pt x="1558846" y="4330700"/>
                </a:cubicBezTo>
                <a:cubicBezTo>
                  <a:pt x="999112" y="4330700"/>
                  <a:pt x="485745" y="4132183"/>
                  <a:pt x="85309" y="3801714"/>
                </a:cubicBezTo>
                <a:lnTo>
                  <a:pt x="0" y="3724180"/>
                </a:lnTo>
                <a:lnTo>
                  <a:pt x="0" y="304131"/>
                </a:lnTo>
                <a:lnTo>
                  <a:pt x="85309" y="226597"/>
                </a:lnTo>
                <a:cubicBezTo>
                  <a:pt x="142514" y="179387"/>
                  <a:pt x="202023" y="134871"/>
                  <a:pt x="263644" y="9324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396000" tIns="360000" rIns="90000" bIns="360000" anchor="ctr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4EBE2-41F7-48F4-B525-605699ECF92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38625" y="404813"/>
            <a:ext cx="7545387" cy="5796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286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286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286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 here. </a:t>
            </a:r>
            <a:br>
              <a:rPr lang="en-US"/>
            </a:br>
            <a:r>
              <a:rPr lang="en-US"/>
              <a:t>When pasting copy from other slides, be sure to right-click and choose ‘Keep text only’.</a:t>
            </a:r>
            <a:br>
              <a:rPr lang="en-US"/>
            </a:br>
            <a:r>
              <a:rPr lang="en-US"/>
              <a:t>To increase bullet level, select your text and press Tab.</a:t>
            </a:r>
            <a:br>
              <a:rPr lang="en-US"/>
            </a:br>
            <a:r>
              <a:rPr lang="en-US"/>
              <a:t>To decrease bullet level, select your bullet text and press Shift + Tab.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2C25B5D-B685-4B55-8498-3486110FD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96">
            <a:extLst>
              <a:ext uri="{FF2B5EF4-FFF2-40B4-BE49-F238E27FC236}">
                <a16:creationId xmlns:a16="http://schemas.microsoft.com/office/drawing/2014/main" id="{DFE25DB2-F58D-4AD2-B640-7A1061569FF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9C580CE-4074-4379-8D68-E5118B13A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040238-DCC8-4532-9AE6-EB7C834F3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540125" y="3730171"/>
            <a:ext cx="0" cy="24795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028580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30">
          <p15:clr>
            <a:srgbClr val="C35EA4"/>
          </p15:clr>
        </p15:guide>
        <p15:guide id="5" pos="2661" userDrawn="1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447ADDD-920E-4BEB-819B-9759B3CF06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5562601" cy="6858000"/>
          </a:xfrm>
          <a:custGeom>
            <a:avLst/>
            <a:gdLst>
              <a:gd name="connsiteX0" fmla="*/ 0 w 5562601"/>
              <a:gd name="connsiteY0" fmla="*/ 0 h 6858000"/>
              <a:gd name="connsiteX1" fmla="*/ 3124199 w 5562601"/>
              <a:gd name="connsiteY1" fmla="*/ 0 h 6858000"/>
              <a:gd name="connsiteX2" fmla="*/ 3694793 w 5562601"/>
              <a:gd name="connsiteY2" fmla="*/ 0 h 6858000"/>
              <a:gd name="connsiteX3" fmla="*/ 3762493 w 5562601"/>
              <a:gd name="connsiteY3" fmla="*/ 43402 h 6858000"/>
              <a:gd name="connsiteX4" fmla="*/ 5562601 w 5562601"/>
              <a:gd name="connsiteY4" fmla="*/ 3429000 h 6858000"/>
              <a:gd name="connsiteX5" fmla="*/ 3762493 w 5562601"/>
              <a:gd name="connsiteY5" fmla="*/ 6814598 h 6858000"/>
              <a:gd name="connsiteX6" fmla="*/ 3694792 w 5562601"/>
              <a:gd name="connsiteY6" fmla="*/ 6858000 h 6858000"/>
              <a:gd name="connsiteX7" fmla="*/ 0 w 5562601"/>
              <a:gd name="connsiteY7" fmla="*/ 6858000 h 6858000"/>
              <a:gd name="connsiteX8" fmla="*/ 0 w 5562601"/>
              <a:gd name="connsiteY8" fmla="*/ 260168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62601" h="6858000">
                <a:moveTo>
                  <a:pt x="0" y="0"/>
                </a:moveTo>
                <a:lnTo>
                  <a:pt x="3124199" y="0"/>
                </a:lnTo>
                <a:lnTo>
                  <a:pt x="3694793" y="0"/>
                </a:lnTo>
                <a:lnTo>
                  <a:pt x="3762493" y="43402"/>
                </a:lnTo>
                <a:cubicBezTo>
                  <a:pt x="4848549" y="777127"/>
                  <a:pt x="5562601" y="2019676"/>
                  <a:pt x="5562601" y="3429000"/>
                </a:cubicBezTo>
                <a:cubicBezTo>
                  <a:pt x="5562601" y="4838325"/>
                  <a:pt x="4848549" y="6080873"/>
                  <a:pt x="3762493" y="6814598"/>
                </a:cubicBezTo>
                <a:lnTo>
                  <a:pt x="3694792" y="6858000"/>
                </a:lnTo>
                <a:lnTo>
                  <a:pt x="0" y="6858000"/>
                </a:lnTo>
                <a:lnTo>
                  <a:pt x="0" y="260168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396000" tIns="2160000" bIns="2880000" anchor="b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</a:t>
            </a:r>
            <a:br>
              <a:rPr lang="en-US"/>
            </a:br>
            <a:r>
              <a:rPr lang="en-US"/>
              <a:t>section title here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758FA1-2B23-4C7E-97FD-FBA94AB3853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8626" y="4267200"/>
            <a:ext cx="3678918" cy="189664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add subtitle / presenter name(s)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0AE4F3-AAA3-4B8D-A01A-1FF9B8F9F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8095" y="863767"/>
            <a:ext cx="1203158" cy="1203158"/>
          </a:xfrm>
          <a:prstGeom prst="ellipse">
            <a:avLst/>
          </a:prstGeom>
          <a:solidFill>
            <a:schemeClr val="bg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6000" b="1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0486192A-3DB1-49EB-9B2C-D5E68AF24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3694792" y="-1"/>
            <a:ext cx="8497208" cy="6858001"/>
          </a:xfrm>
          <a:custGeom>
            <a:avLst/>
            <a:gdLst>
              <a:gd name="connsiteX0" fmla="*/ 8001617 w 8497208"/>
              <a:gd name="connsiteY0" fmla="*/ 6414717 h 6858001"/>
              <a:gd name="connsiteX1" fmla="*/ 7980570 w 8497208"/>
              <a:gd name="connsiteY1" fmla="*/ 6439539 h 6858001"/>
              <a:gd name="connsiteX2" fmla="*/ 8034470 w 8497208"/>
              <a:gd name="connsiteY2" fmla="*/ 6517076 h 6858001"/>
              <a:gd name="connsiteX3" fmla="*/ 8090937 w 8497208"/>
              <a:gd name="connsiteY3" fmla="*/ 6510166 h 6858001"/>
              <a:gd name="connsiteX4" fmla="*/ 8091707 w 8497208"/>
              <a:gd name="connsiteY4" fmla="*/ 6506072 h 6858001"/>
              <a:gd name="connsiteX5" fmla="*/ 8095814 w 8497208"/>
              <a:gd name="connsiteY5" fmla="*/ 6478435 h 6858001"/>
              <a:gd name="connsiteX6" fmla="*/ 8062447 w 8497208"/>
              <a:gd name="connsiteY6" fmla="*/ 6464105 h 6858001"/>
              <a:gd name="connsiteX7" fmla="*/ 8064757 w 8497208"/>
              <a:gd name="connsiteY7" fmla="*/ 6499675 h 6858001"/>
              <a:gd name="connsiteX8" fmla="*/ 8064757 w 8497208"/>
              <a:gd name="connsiteY8" fmla="*/ 6504025 h 6858001"/>
              <a:gd name="connsiteX9" fmla="*/ 8048330 w 8497208"/>
              <a:gd name="connsiteY9" fmla="*/ 6515029 h 6858001"/>
              <a:gd name="connsiteX10" fmla="*/ 7993147 w 8497208"/>
              <a:gd name="connsiteY10" fmla="*/ 6433142 h 6858001"/>
              <a:gd name="connsiteX11" fmla="*/ 7994430 w 8497208"/>
              <a:gd name="connsiteY11" fmla="*/ 6431862 h 6858001"/>
              <a:gd name="connsiteX12" fmla="*/ 7995200 w 8497208"/>
              <a:gd name="connsiteY12" fmla="*/ 6432374 h 6858001"/>
              <a:gd name="connsiteX13" fmla="*/ 7995457 w 8497208"/>
              <a:gd name="connsiteY13" fmla="*/ 6432374 h 6858001"/>
              <a:gd name="connsiteX14" fmla="*/ 8062190 w 8497208"/>
              <a:gd name="connsiteY14" fmla="*/ 6459499 h 6858001"/>
              <a:gd name="connsiteX15" fmla="*/ 8096071 w 8497208"/>
              <a:gd name="connsiteY15" fmla="*/ 6474085 h 6858001"/>
              <a:gd name="connsiteX16" fmla="*/ 8122764 w 8497208"/>
              <a:gd name="connsiteY16" fmla="*/ 6486880 h 6858001"/>
              <a:gd name="connsiteX17" fmla="*/ 8134828 w 8497208"/>
              <a:gd name="connsiteY17" fmla="*/ 6503513 h 6858001"/>
              <a:gd name="connsiteX18" fmla="*/ 7984933 w 8497208"/>
              <a:gd name="connsiteY18" fmla="*/ 6615084 h 6858001"/>
              <a:gd name="connsiteX19" fmla="*/ 7984420 w 8497208"/>
              <a:gd name="connsiteY19" fmla="*/ 6615596 h 6858001"/>
              <a:gd name="connsiteX20" fmla="*/ 7983393 w 8497208"/>
              <a:gd name="connsiteY20" fmla="*/ 6617131 h 6858001"/>
              <a:gd name="connsiteX21" fmla="*/ 7983137 w 8497208"/>
              <a:gd name="connsiteY21" fmla="*/ 6617643 h 6858001"/>
              <a:gd name="connsiteX22" fmla="*/ 7978517 w 8497208"/>
              <a:gd name="connsiteY22" fmla="*/ 6631717 h 6858001"/>
              <a:gd name="connsiteX23" fmla="*/ 7997253 w 8497208"/>
              <a:gd name="connsiteY23" fmla="*/ 6655260 h 6858001"/>
              <a:gd name="connsiteX24" fmla="*/ 8009830 w 8497208"/>
              <a:gd name="connsiteY24" fmla="*/ 6657563 h 6858001"/>
              <a:gd name="connsiteX25" fmla="*/ 8012397 w 8497208"/>
              <a:gd name="connsiteY25" fmla="*/ 6657819 h 6858001"/>
              <a:gd name="connsiteX26" fmla="*/ 8136881 w 8497208"/>
              <a:gd name="connsiteY26" fmla="*/ 6633253 h 6858001"/>
              <a:gd name="connsiteX27" fmla="*/ 8146378 w 8497208"/>
              <a:gd name="connsiteY27" fmla="*/ 6607407 h 6858001"/>
              <a:gd name="connsiteX28" fmla="*/ 8103001 w 8497208"/>
              <a:gd name="connsiteY28" fmla="*/ 6582073 h 6858001"/>
              <a:gd name="connsiteX29" fmla="*/ 8093761 w 8497208"/>
              <a:gd name="connsiteY29" fmla="*/ 6588215 h 6858001"/>
              <a:gd name="connsiteX30" fmla="*/ 8128411 w 8497208"/>
              <a:gd name="connsiteY30" fmla="*/ 6611246 h 6858001"/>
              <a:gd name="connsiteX31" fmla="*/ 8126614 w 8497208"/>
              <a:gd name="connsiteY31" fmla="*/ 6614828 h 6858001"/>
              <a:gd name="connsiteX32" fmla="*/ 8124304 w 8497208"/>
              <a:gd name="connsiteY32" fmla="*/ 6614828 h 6858001"/>
              <a:gd name="connsiteX33" fmla="*/ 8047817 w 8497208"/>
              <a:gd name="connsiteY33" fmla="*/ 6619946 h 6858001"/>
              <a:gd name="connsiteX34" fmla="*/ 8040630 w 8497208"/>
              <a:gd name="connsiteY34" fmla="*/ 6620202 h 6858001"/>
              <a:gd name="connsiteX35" fmla="*/ 8052437 w 8497208"/>
              <a:gd name="connsiteY35" fmla="*/ 6610734 h 6858001"/>
              <a:gd name="connsiteX36" fmla="*/ 8173841 w 8497208"/>
              <a:gd name="connsiteY36" fmla="*/ 6529615 h 6858001"/>
              <a:gd name="connsiteX37" fmla="*/ 8144068 w 8497208"/>
              <a:gd name="connsiteY37" fmla="*/ 6452334 h 6858001"/>
              <a:gd name="connsiteX38" fmla="*/ 8001617 w 8497208"/>
              <a:gd name="connsiteY38" fmla="*/ 6414717 h 6858001"/>
              <a:gd name="connsiteX39" fmla="*/ 8063182 w 8497208"/>
              <a:gd name="connsiteY39" fmla="*/ 6306559 h 6858001"/>
              <a:gd name="connsiteX40" fmla="*/ 7947246 w 8497208"/>
              <a:gd name="connsiteY40" fmla="*/ 6409920 h 6858001"/>
              <a:gd name="connsiteX41" fmla="*/ 7903898 w 8497208"/>
              <a:gd name="connsiteY41" fmla="*/ 6477718 h 6858001"/>
              <a:gd name="connsiteX42" fmla="*/ 7922109 w 8497208"/>
              <a:gd name="connsiteY42" fmla="*/ 6498186 h 6858001"/>
              <a:gd name="connsiteX43" fmla="*/ 8041380 w 8497208"/>
              <a:gd name="connsiteY43" fmla="*/ 6559844 h 6858001"/>
              <a:gd name="connsiteX44" fmla="*/ 8050870 w 8497208"/>
              <a:gd name="connsiteY44" fmla="*/ 6553960 h 6858001"/>
              <a:gd name="connsiteX45" fmla="*/ 7945194 w 8497208"/>
              <a:gd name="connsiteY45" fmla="*/ 6495627 h 6858001"/>
              <a:gd name="connsiteX46" fmla="*/ 7928778 w 8497208"/>
              <a:gd name="connsiteY46" fmla="*/ 6480277 h 6858001"/>
              <a:gd name="connsiteX47" fmla="*/ 7958019 w 8497208"/>
              <a:gd name="connsiteY47" fmla="*/ 6449575 h 6858001"/>
              <a:gd name="connsiteX48" fmla="*/ 7974178 w 8497208"/>
              <a:gd name="connsiteY48" fmla="*/ 6433457 h 6858001"/>
              <a:gd name="connsiteX49" fmla="*/ 7976230 w 8497208"/>
              <a:gd name="connsiteY49" fmla="*/ 6416827 h 6858001"/>
              <a:gd name="connsiteX50" fmla="*/ 7997263 w 8497208"/>
              <a:gd name="connsiteY50" fmla="*/ 6410176 h 6858001"/>
              <a:gd name="connsiteX51" fmla="*/ 8024964 w 8497208"/>
              <a:gd name="connsiteY51" fmla="*/ 6382289 h 6858001"/>
              <a:gd name="connsiteX52" fmla="*/ 8047536 w 8497208"/>
              <a:gd name="connsiteY52" fmla="*/ 6364635 h 6858001"/>
              <a:gd name="connsiteX53" fmla="*/ 8053948 w 8497208"/>
              <a:gd name="connsiteY53" fmla="*/ 6376916 h 6858001"/>
              <a:gd name="connsiteX54" fmla="*/ 8058822 w 8497208"/>
              <a:gd name="connsiteY54" fmla="*/ 6421688 h 6858001"/>
              <a:gd name="connsiteX55" fmla="*/ 8097296 w 8497208"/>
              <a:gd name="connsiteY55" fmla="*/ 6432434 h 6858001"/>
              <a:gd name="connsiteX56" fmla="*/ 8063182 w 8497208"/>
              <a:gd name="connsiteY56" fmla="*/ 6306559 h 6858001"/>
              <a:gd name="connsiteX57" fmla="*/ 4802415 w 8497208"/>
              <a:gd name="connsiteY57" fmla="*/ 0 h 6858001"/>
              <a:gd name="connsiteX58" fmla="*/ 5373009 w 8497208"/>
              <a:gd name="connsiteY58" fmla="*/ 0 h 6858001"/>
              <a:gd name="connsiteX59" fmla="*/ 8497208 w 8497208"/>
              <a:gd name="connsiteY59" fmla="*/ 0 h 6858001"/>
              <a:gd name="connsiteX60" fmla="*/ 8497208 w 8497208"/>
              <a:gd name="connsiteY60" fmla="*/ 1 h 6858001"/>
              <a:gd name="connsiteX61" fmla="*/ 8497208 w 8497208"/>
              <a:gd name="connsiteY61" fmla="*/ 2601686 h 6858001"/>
              <a:gd name="connsiteX62" fmla="*/ 8497208 w 8497208"/>
              <a:gd name="connsiteY62" fmla="*/ 6858000 h 6858001"/>
              <a:gd name="connsiteX63" fmla="*/ 8497208 w 8497208"/>
              <a:gd name="connsiteY63" fmla="*/ 6858001 h 6858001"/>
              <a:gd name="connsiteX64" fmla="*/ 0 w 8497208"/>
              <a:gd name="connsiteY64" fmla="*/ 6858001 h 6858001"/>
              <a:gd name="connsiteX65" fmla="*/ 67701 w 8497208"/>
              <a:gd name="connsiteY65" fmla="*/ 6814599 h 6858001"/>
              <a:gd name="connsiteX66" fmla="*/ 1867809 w 8497208"/>
              <a:gd name="connsiteY66" fmla="*/ 3429001 h 6858001"/>
              <a:gd name="connsiteX67" fmla="*/ 67701 w 8497208"/>
              <a:gd name="connsiteY67" fmla="*/ 43403 h 6858001"/>
              <a:gd name="connsiteX68" fmla="*/ 1 w 8497208"/>
              <a:gd name="connsiteY68" fmla="*/ 1 h 6858001"/>
              <a:gd name="connsiteX69" fmla="*/ 4802413 w 8497208"/>
              <a:gd name="connsiteY69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8497208" h="6858001">
                <a:moveTo>
                  <a:pt x="8001617" y="6414717"/>
                </a:moveTo>
                <a:cubicBezTo>
                  <a:pt x="7980570" y="6411902"/>
                  <a:pt x="7972100" y="6419579"/>
                  <a:pt x="7980570" y="6439539"/>
                </a:cubicBezTo>
                <a:cubicBezTo>
                  <a:pt x="7989297" y="6459243"/>
                  <a:pt x="8011370" y="6492254"/>
                  <a:pt x="8034470" y="6517076"/>
                </a:cubicBezTo>
                <a:cubicBezTo>
                  <a:pt x="8057827" y="6541642"/>
                  <a:pt x="8082981" y="6548551"/>
                  <a:pt x="8090937" y="6510166"/>
                </a:cubicBezTo>
                <a:cubicBezTo>
                  <a:pt x="8091194" y="6508887"/>
                  <a:pt x="8091451" y="6507608"/>
                  <a:pt x="8091707" y="6506072"/>
                </a:cubicBezTo>
                <a:cubicBezTo>
                  <a:pt x="8093504" y="6496348"/>
                  <a:pt x="8095044" y="6486880"/>
                  <a:pt x="8095814" y="6478435"/>
                </a:cubicBezTo>
                <a:cubicBezTo>
                  <a:pt x="8085547" y="6473829"/>
                  <a:pt x="8073997" y="6468967"/>
                  <a:pt x="8062447" y="6464105"/>
                </a:cubicBezTo>
                <a:cubicBezTo>
                  <a:pt x="8063217" y="6472806"/>
                  <a:pt x="8064244" y="6487904"/>
                  <a:pt x="8064757" y="6499675"/>
                </a:cubicBezTo>
                <a:cubicBezTo>
                  <a:pt x="8064757" y="6500954"/>
                  <a:pt x="8064757" y="6502490"/>
                  <a:pt x="8064757" y="6504025"/>
                </a:cubicBezTo>
                <a:cubicBezTo>
                  <a:pt x="8065527" y="6522705"/>
                  <a:pt x="8059110" y="6522705"/>
                  <a:pt x="8048330" y="6515029"/>
                </a:cubicBezTo>
                <a:cubicBezTo>
                  <a:pt x="8035754" y="6506072"/>
                  <a:pt x="7997510" y="6455661"/>
                  <a:pt x="7993147" y="6433142"/>
                </a:cubicBezTo>
                <a:cubicBezTo>
                  <a:pt x="7992890" y="6431862"/>
                  <a:pt x="7993660" y="6431606"/>
                  <a:pt x="7994430" y="6431862"/>
                </a:cubicBezTo>
                <a:cubicBezTo>
                  <a:pt x="7994687" y="6432118"/>
                  <a:pt x="7994943" y="6432118"/>
                  <a:pt x="7995200" y="6432374"/>
                </a:cubicBezTo>
                <a:cubicBezTo>
                  <a:pt x="7995200" y="6432374"/>
                  <a:pt x="7995200" y="6432374"/>
                  <a:pt x="7995457" y="6432374"/>
                </a:cubicBezTo>
                <a:cubicBezTo>
                  <a:pt x="8003927" y="6435701"/>
                  <a:pt x="8032930" y="6447216"/>
                  <a:pt x="8062190" y="6459499"/>
                </a:cubicBezTo>
                <a:cubicBezTo>
                  <a:pt x="8073741" y="6464361"/>
                  <a:pt x="8085547" y="6469479"/>
                  <a:pt x="8096071" y="6474085"/>
                </a:cubicBezTo>
                <a:cubicBezTo>
                  <a:pt x="8106594" y="6478691"/>
                  <a:pt x="8115834" y="6483297"/>
                  <a:pt x="8122764" y="6486880"/>
                </a:cubicBezTo>
                <a:cubicBezTo>
                  <a:pt x="8135341" y="6493533"/>
                  <a:pt x="8140218" y="6498139"/>
                  <a:pt x="8134828" y="6503513"/>
                </a:cubicBezTo>
                <a:cubicBezTo>
                  <a:pt x="8108647" y="6530382"/>
                  <a:pt x="8016504" y="6568255"/>
                  <a:pt x="7984933" y="6615084"/>
                </a:cubicBezTo>
                <a:cubicBezTo>
                  <a:pt x="7984933" y="6615084"/>
                  <a:pt x="7984677" y="6615340"/>
                  <a:pt x="7984420" y="6615596"/>
                </a:cubicBezTo>
                <a:cubicBezTo>
                  <a:pt x="7984163" y="6616108"/>
                  <a:pt x="7983650" y="6616619"/>
                  <a:pt x="7983393" y="6617131"/>
                </a:cubicBezTo>
                <a:cubicBezTo>
                  <a:pt x="7983393" y="6617387"/>
                  <a:pt x="7983393" y="6617643"/>
                  <a:pt x="7983137" y="6617643"/>
                </a:cubicBezTo>
                <a:cubicBezTo>
                  <a:pt x="7981597" y="6620714"/>
                  <a:pt x="7979287" y="6625576"/>
                  <a:pt x="7978517" y="6631717"/>
                </a:cubicBezTo>
                <a:cubicBezTo>
                  <a:pt x="7977233" y="6641953"/>
                  <a:pt x="7982623" y="6651421"/>
                  <a:pt x="7997253" y="6655260"/>
                </a:cubicBezTo>
                <a:cubicBezTo>
                  <a:pt x="8001103" y="6656283"/>
                  <a:pt x="8005210" y="6657051"/>
                  <a:pt x="8009830" y="6657563"/>
                </a:cubicBezTo>
                <a:cubicBezTo>
                  <a:pt x="8010600" y="6657819"/>
                  <a:pt x="8011627" y="6657819"/>
                  <a:pt x="8012397" y="6657819"/>
                </a:cubicBezTo>
                <a:cubicBezTo>
                  <a:pt x="8040887" y="6659098"/>
                  <a:pt x="8114551" y="6642977"/>
                  <a:pt x="8136881" y="6633253"/>
                </a:cubicBezTo>
                <a:cubicBezTo>
                  <a:pt x="8159981" y="6623017"/>
                  <a:pt x="8153051" y="6612781"/>
                  <a:pt x="8146378" y="6607407"/>
                </a:cubicBezTo>
                <a:cubicBezTo>
                  <a:pt x="8141244" y="6603313"/>
                  <a:pt x="8115577" y="6588983"/>
                  <a:pt x="8103001" y="6582073"/>
                </a:cubicBezTo>
                <a:cubicBezTo>
                  <a:pt x="8099664" y="6584376"/>
                  <a:pt x="8097097" y="6585912"/>
                  <a:pt x="8093761" y="6588215"/>
                </a:cubicBezTo>
                <a:cubicBezTo>
                  <a:pt x="8115064" y="6601010"/>
                  <a:pt x="8123534" y="6607407"/>
                  <a:pt x="8128411" y="6611246"/>
                </a:cubicBezTo>
                <a:cubicBezTo>
                  <a:pt x="8130464" y="6612781"/>
                  <a:pt x="8129438" y="6614572"/>
                  <a:pt x="8126614" y="6614828"/>
                </a:cubicBezTo>
                <a:cubicBezTo>
                  <a:pt x="8125844" y="6614828"/>
                  <a:pt x="8125074" y="6614828"/>
                  <a:pt x="8124304" y="6614828"/>
                </a:cubicBezTo>
                <a:cubicBezTo>
                  <a:pt x="8104027" y="6616364"/>
                  <a:pt x="8065784" y="6618922"/>
                  <a:pt x="8047817" y="6619946"/>
                </a:cubicBezTo>
                <a:cubicBezTo>
                  <a:pt x="8045250" y="6620202"/>
                  <a:pt x="8042170" y="6620202"/>
                  <a:pt x="8040630" y="6620202"/>
                </a:cubicBezTo>
                <a:cubicBezTo>
                  <a:pt x="8044994" y="6616108"/>
                  <a:pt x="8049870" y="6612525"/>
                  <a:pt x="8052437" y="6610734"/>
                </a:cubicBezTo>
                <a:cubicBezTo>
                  <a:pt x="8090937" y="6583609"/>
                  <a:pt x="8154848" y="6545736"/>
                  <a:pt x="8173841" y="6529615"/>
                </a:cubicBezTo>
                <a:cubicBezTo>
                  <a:pt x="8187701" y="6517587"/>
                  <a:pt x="8225688" y="6480994"/>
                  <a:pt x="8144068" y="6452334"/>
                </a:cubicBezTo>
                <a:cubicBezTo>
                  <a:pt x="8120711" y="6444401"/>
                  <a:pt x="8062704" y="6422906"/>
                  <a:pt x="8001617" y="6414717"/>
                </a:cubicBezTo>
                <a:close/>
                <a:moveTo>
                  <a:pt x="8063182" y="6306559"/>
                </a:moveTo>
                <a:cubicBezTo>
                  <a:pt x="8043432" y="6304000"/>
                  <a:pt x="8013678" y="6328817"/>
                  <a:pt x="7947246" y="6409920"/>
                </a:cubicBezTo>
                <a:cubicBezTo>
                  <a:pt x="7934934" y="6424759"/>
                  <a:pt x="7906206" y="6461088"/>
                  <a:pt x="7903898" y="6477718"/>
                </a:cubicBezTo>
                <a:cubicBezTo>
                  <a:pt x="7902359" y="6489487"/>
                  <a:pt x="7914927" y="6494604"/>
                  <a:pt x="7922109" y="6498186"/>
                </a:cubicBezTo>
                <a:cubicBezTo>
                  <a:pt x="7928778" y="6501768"/>
                  <a:pt x="8005727" y="6539888"/>
                  <a:pt x="8041380" y="6559844"/>
                </a:cubicBezTo>
                <a:cubicBezTo>
                  <a:pt x="8044458" y="6557797"/>
                  <a:pt x="8047536" y="6555751"/>
                  <a:pt x="8050870" y="6553960"/>
                </a:cubicBezTo>
                <a:cubicBezTo>
                  <a:pt x="8029581" y="6542447"/>
                  <a:pt x="7969561" y="6510211"/>
                  <a:pt x="7945194" y="6495627"/>
                </a:cubicBezTo>
                <a:cubicBezTo>
                  <a:pt x="7935190" y="6489743"/>
                  <a:pt x="7928265" y="6484882"/>
                  <a:pt x="7928778" y="6480277"/>
                </a:cubicBezTo>
                <a:cubicBezTo>
                  <a:pt x="7929548" y="6474648"/>
                  <a:pt x="7944168" y="6463391"/>
                  <a:pt x="7958019" y="6449575"/>
                </a:cubicBezTo>
                <a:cubicBezTo>
                  <a:pt x="7961610" y="6445994"/>
                  <a:pt x="7967509" y="6440109"/>
                  <a:pt x="7974178" y="6433457"/>
                </a:cubicBezTo>
                <a:cubicBezTo>
                  <a:pt x="7972382" y="6426550"/>
                  <a:pt x="7973152" y="6420921"/>
                  <a:pt x="7976230" y="6416827"/>
                </a:cubicBezTo>
                <a:cubicBezTo>
                  <a:pt x="7980077" y="6411711"/>
                  <a:pt x="7987003" y="6409664"/>
                  <a:pt x="7997263" y="6410176"/>
                </a:cubicBezTo>
                <a:cubicBezTo>
                  <a:pt x="8009831" y="6397639"/>
                  <a:pt x="8021117" y="6386382"/>
                  <a:pt x="8024964" y="6382289"/>
                </a:cubicBezTo>
                <a:cubicBezTo>
                  <a:pt x="8033941" y="6373334"/>
                  <a:pt x="8043432" y="6364124"/>
                  <a:pt x="8047536" y="6364635"/>
                </a:cubicBezTo>
                <a:cubicBezTo>
                  <a:pt x="8050870" y="6365147"/>
                  <a:pt x="8052666" y="6368217"/>
                  <a:pt x="8053948" y="6376916"/>
                </a:cubicBezTo>
                <a:cubicBezTo>
                  <a:pt x="8054974" y="6384591"/>
                  <a:pt x="8057539" y="6406850"/>
                  <a:pt x="8058822" y="6421688"/>
                </a:cubicBezTo>
                <a:cubicBezTo>
                  <a:pt x="8072672" y="6425014"/>
                  <a:pt x="8085497" y="6428852"/>
                  <a:pt x="8097296" y="6432434"/>
                </a:cubicBezTo>
                <a:cubicBezTo>
                  <a:pt x="8095757" y="6330864"/>
                  <a:pt x="8084215" y="6309373"/>
                  <a:pt x="8063182" y="6306559"/>
                </a:cubicBezTo>
                <a:close/>
                <a:moveTo>
                  <a:pt x="4802415" y="0"/>
                </a:moveTo>
                <a:lnTo>
                  <a:pt x="5373009" y="0"/>
                </a:lnTo>
                <a:lnTo>
                  <a:pt x="8497208" y="0"/>
                </a:lnTo>
                <a:lnTo>
                  <a:pt x="8497208" y="1"/>
                </a:lnTo>
                <a:lnTo>
                  <a:pt x="8497208" y="2601686"/>
                </a:lnTo>
                <a:lnTo>
                  <a:pt x="8497208" y="6858000"/>
                </a:lnTo>
                <a:lnTo>
                  <a:pt x="8497208" y="6858001"/>
                </a:lnTo>
                <a:lnTo>
                  <a:pt x="0" y="6858001"/>
                </a:lnTo>
                <a:lnTo>
                  <a:pt x="67701" y="6814599"/>
                </a:lnTo>
                <a:cubicBezTo>
                  <a:pt x="1153758" y="6080874"/>
                  <a:pt x="1867809" y="4838326"/>
                  <a:pt x="1867809" y="3429001"/>
                </a:cubicBezTo>
                <a:cubicBezTo>
                  <a:pt x="1867809" y="2019677"/>
                  <a:pt x="1153758" y="777128"/>
                  <a:pt x="67701" y="43403"/>
                </a:cubicBezTo>
                <a:lnTo>
                  <a:pt x="1" y="1"/>
                </a:lnTo>
                <a:lnTo>
                  <a:pt x="4802413" y="1"/>
                </a:lnTo>
                <a:close/>
              </a:path>
            </a:pathLst>
          </a:custGeom>
        </p:spPr>
        <p:txBody>
          <a:bodyPr wrap="square" tIns="360000" bIns="64008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/>
            </a:lvl1pPr>
          </a:lstStyle>
          <a:p>
            <a:r>
              <a:rPr lang="en-US"/>
              <a:t>_______________________________</a:t>
            </a:r>
            <a:br>
              <a:rPr lang="en-US"/>
            </a:br>
            <a:br>
              <a:rPr lang="en-US"/>
            </a:br>
            <a:r>
              <a:rPr lang="en-US"/>
              <a:t>To add an image here: </a:t>
            </a:r>
            <a:br>
              <a:rPr lang="en-US"/>
            </a:br>
            <a:r>
              <a:rPr lang="en-US"/>
              <a:t>Click the icon and select Brand Pictures, </a:t>
            </a:r>
            <a:br>
              <a:rPr lang="en-US"/>
            </a:br>
            <a:r>
              <a:rPr lang="en-US"/>
              <a:t>or insert a file from your computer.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The image can then be scaled within </a:t>
            </a:r>
            <a:br>
              <a:rPr lang="en-US"/>
            </a:br>
            <a:r>
              <a:rPr lang="en-US"/>
              <a:t>the frame by using the Crop feature in </a:t>
            </a:r>
            <a:br>
              <a:rPr lang="en-US"/>
            </a:br>
            <a:r>
              <a:rPr lang="en-US"/>
              <a:t>the Picture Format tab of the ribbon.</a:t>
            </a:r>
            <a:br>
              <a:rPr lang="en-US"/>
            </a:br>
            <a:r>
              <a:rPr lang="en-US"/>
              <a:t>_______________________________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1CC83E6-E70E-43EE-817C-4F68FB75E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9A77974F-FF01-4E3F-957B-CC5A44F8C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1597151" y="6303999"/>
            <a:ext cx="294812" cy="355098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/>
              <a:t> </a:t>
            </a:r>
          </a:p>
        </p:txBody>
      </p:sp>
    </p:spTree>
    <p:custDataLst>
      <p:tags r:id="rId1"/>
    </p:custData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CFFF0-7218-4B33-8DFC-E37157D9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88323" y="555585"/>
            <a:ext cx="5615354" cy="5614274"/>
          </a:xfrm>
          <a:prstGeom prst="ellipse">
            <a:avLst/>
          </a:prstGeom>
          <a:solidFill>
            <a:schemeClr val="bg1"/>
          </a:solidFill>
        </p:spPr>
        <p:txBody>
          <a:bodyPr anchor="ctr" anchorCtr="0">
            <a:normAutofit/>
          </a:bodyPr>
          <a:lstStyle>
            <a:lvl1pPr algn="ctr"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key statement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0FD97D-3F39-4649-B10A-ECD97F370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8931D2-AD7B-454A-86A6-EA48B20C0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14809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7BF9FC5-73CA-47D5-891A-42CBDE799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96">
            <a:extLst>
              <a:ext uri="{FF2B5EF4-FFF2-40B4-BE49-F238E27FC236}">
                <a16:creationId xmlns:a16="http://schemas.microsoft.com/office/drawing/2014/main" id="{462FAF15-0CB5-418E-A59C-EA8FADE526AE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1075AA4-1FA9-4704-A587-D8E88C1D1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6881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391">
          <p15:clr>
            <a:srgbClr val="A4A3A4"/>
          </p15:clr>
        </p15:guide>
        <p15:guide id="2" pos="1463">
          <p15:clr>
            <a:srgbClr val="A4A3A4"/>
          </p15:clr>
        </p15:guide>
        <p15:guide id="3" pos="2598">
          <p15:clr>
            <a:srgbClr val="A4A3A4"/>
          </p15:clr>
        </p15:guide>
        <p15:guide id="4" pos="2669">
          <p15:clr>
            <a:srgbClr val="A4A3A4"/>
          </p15:clr>
        </p15:guide>
        <p15:guide id="5" pos="3804">
          <p15:clr>
            <a:srgbClr val="A4A3A4"/>
          </p15:clr>
        </p15:guide>
        <p15:guide id="6" pos="3876">
          <p15:clr>
            <a:srgbClr val="A4A3A4"/>
          </p15:clr>
        </p15:guide>
        <p15:guide id="7" pos="5009">
          <p15:clr>
            <a:srgbClr val="A4A3A4"/>
          </p15:clr>
        </p15:guide>
        <p15:guide id="8" pos="5082">
          <p15:clr>
            <a:srgbClr val="A4A3A4"/>
          </p15:clr>
        </p15:guide>
        <p15:guide id="9" pos="6215">
          <p15:clr>
            <a:srgbClr val="A4A3A4"/>
          </p15:clr>
        </p15:guide>
        <p15:guide id="10" pos="6288">
          <p15:clr>
            <a:srgbClr val="A4A3A4"/>
          </p15:clr>
        </p15:guide>
        <p15:guide id="11" orient="horz" pos="890" userDrawn="1">
          <p15:clr>
            <a:srgbClr val="C35EA4"/>
          </p15:clr>
        </p15:guide>
        <p15:guide id="12" orient="horz" pos="981" userDrawn="1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358DA9E-BDF5-4DC7-B478-434301DA6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 Placeholder 96">
            <a:extLst>
              <a:ext uri="{FF2B5EF4-FFF2-40B4-BE49-F238E27FC236}">
                <a16:creationId xmlns:a16="http://schemas.microsoft.com/office/drawing/2014/main" id="{5D317BC2-3CD5-4931-93AD-CC95F2C50D24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B03F247-4297-4973-90A3-0193475AC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829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ity No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 descr="Confidentiality Notice&#10;">
            <a:extLst>
              <a:ext uri="{FF2B5EF4-FFF2-40B4-BE49-F238E27FC236}">
                <a16:creationId xmlns:a16="http://schemas.microsoft.com/office/drawing/2014/main" id="{2848B27A-10B7-4200-88E7-16263562F97B}"/>
              </a:ext>
            </a:extLst>
          </p:cNvPr>
          <p:cNvSpPr txBox="1"/>
          <p:nvPr userDrawn="1"/>
        </p:nvSpPr>
        <p:spPr>
          <a:xfrm>
            <a:off x="419100" y="4864100"/>
            <a:ext cx="9156700" cy="1028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b="1" spc="-5">
                <a:solidFill>
                  <a:schemeClr val="tx1"/>
                </a:solidFill>
                <a:latin typeface="+mn-lt"/>
                <a:cs typeface="Arial"/>
              </a:rPr>
              <a:t>Confidentiality</a:t>
            </a:r>
            <a:r>
              <a:rPr lang="en-US" sz="1200" b="1" spc="-1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lang="en-US" sz="1200" b="1" spc="-5">
                <a:solidFill>
                  <a:schemeClr val="tx1"/>
                </a:solidFill>
                <a:latin typeface="+mn-lt"/>
                <a:cs typeface="Arial"/>
              </a:rPr>
              <a:t>Notice</a:t>
            </a:r>
            <a:endParaRPr lang="en-US" sz="1200">
              <a:solidFill>
                <a:schemeClr val="tx1"/>
              </a:solidFill>
              <a:latin typeface="+mn-lt"/>
              <a:cs typeface="Arial"/>
            </a:endParaRPr>
          </a:p>
          <a:p>
            <a:pPr marL="26670" marR="5080">
              <a:lnSpc>
                <a:spcPct val="100000"/>
              </a:lnSpc>
              <a:spcBef>
                <a:spcPts val="780"/>
              </a:spcBef>
            </a:pP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This </a:t>
            </a:r>
            <a:r>
              <a:rPr lang="en-US" sz="1200">
                <a:solidFill>
                  <a:schemeClr val="tx1"/>
                </a:solidFill>
                <a:latin typeface="+mn-lt"/>
                <a:cs typeface="Arial"/>
              </a:rPr>
              <a:t>file is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private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and may contain confidential and proprietary information. </a:t>
            </a:r>
            <a:r>
              <a:rPr lang="en-US" sz="1200">
                <a:solidFill>
                  <a:schemeClr val="tx1"/>
                </a:solidFill>
                <a:latin typeface="+mn-lt"/>
                <a:cs typeface="Arial"/>
              </a:rPr>
              <a:t>If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you have received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this </a:t>
            </a:r>
            <a:r>
              <a:rPr lang="en-US" sz="1200">
                <a:solidFill>
                  <a:schemeClr val="tx1"/>
                </a:solidFill>
                <a:latin typeface="+mn-lt"/>
                <a:cs typeface="Arial"/>
              </a:rPr>
              <a:t>file in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error, please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notify us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and remove  </a:t>
            </a:r>
            <a:r>
              <a:rPr lang="en-US" sz="1200">
                <a:solidFill>
                  <a:schemeClr val="tx1"/>
                </a:solidFill>
                <a:latin typeface="+mn-lt"/>
                <a:cs typeface="Arial"/>
              </a:rPr>
              <a:t>it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from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your system and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note that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you must not copy,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distribute or take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any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action </a:t>
            </a:r>
            <a:r>
              <a:rPr lang="en-US" sz="1200">
                <a:solidFill>
                  <a:schemeClr val="tx1"/>
                </a:solidFill>
                <a:latin typeface="+mn-lt"/>
                <a:cs typeface="Arial"/>
              </a:rPr>
              <a:t>in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reliance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on </a:t>
            </a:r>
            <a:r>
              <a:rPr lang="en-US" sz="1200">
                <a:solidFill>
                  <a:schemeClr val="tx1"/>
                </a:solidFill>
                <a:latin typeface="+mn-lt"/>
                <a:cs typeface="Arial"/>
              </a:rPr>
              <a:t>it.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Any unauthorized use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or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disclosure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of the 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contents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of this </a:t>
            </a:r>
            <a:r>
              <a:rPr lang="en-US" sz="1200">
                <a:solidFill>
                  <a:schemeClr val="tx1"/>
                </a:solidFill>
                <a:latin typeface="+mn-lt"/>
                <a:cs typeface="Arial"/>
              </a:rPr>
              <a:t>file is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not permitted and may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be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unlawful. AstraZeneca PLC, </a:t>
            </a:r>
            <a:r>
              <a:rPr lang="en-US" sz="1200">
                <a:solidFill>
                  <a:schemeClr val="tx1"/>
                </a:solidFill>
                <a:latin typeface="+mn-lt"/>
                <a:cs typeface="Arial"/>
              </a:rPr>
              <a:t>1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Francis Crick Avenue, Cambridge Biomedical </a:t>
            </a:r>
            <a:r>
              <a:rPr lang="en-US" sz="1200" spc="15">
                <a:solidFill>
                  <a:schemeClr val="tx1"/>
                </a:solidFill>
                <a:latin typeface="+mn-lt"/>
                <a:cs typeface="Arial"/>
              </a:rPr>
              <a:t>Campus, 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Cambridge, CB2 0AA, UK, </a:t>
            </a:r>
            <a:r>
              <a:rPr lang="en-US" sz="1200" spc="5">
                <a:solidFill>
                  <a:schemeClr val="tx1"/>
                </a:solidFill>
                <a:latin typeface="+mn-lt"/>
                <a:cs typeface="Arial"/>
              </a:rPr>
              <a:t>T: </a:t>
            </a:r>
            <a:r>
              <a:rPr lang="en-US" sz="1200" spc="10">
                <a:solidFill>
                  <a:schemeClr val="tx1"/>
                </a:solidFill>
                <a:latin typeface="+mn-lt"/>
                <a:cs typeface="Arial"/>
              </a:rPr>
              <a:t>+44(0)203 749 5000,</a:t>
            </a:r>
            <a:r>
              <a:rPr lang="en-US" sz="1200" spc="85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lang="en-US" sz="1200" u="none" spc="10">
                <a:solidFill>
                  <a:schemeClr val="tx1"/>
                </a:solidFill>
                <a:latin typeface="+mn-lt"/>
                <a:cs typeface="Arial"/>
              </a:rPr>
              <a:t>www.astrazeneca.com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C10CA0-7F28-40CE-9633-59C6800E7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750B5-01B2-430D-BF92-6E5CD9338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4475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/>
              <a:t>Do not use layouts</a:t>
            </a:r>
            <a:br>
              <a:rPr lang="en-US" sz="9600"/>
            </a:br>
            <a:r>
              <a:rPr lang="en-US" sz="9600"/>
              <a:t>in this section appearing after this point. </a:t>
            </a:r>
          </a:p>
        </p:txBody>
      </p:sp>
      <p:sp>
        <p:nvSpPr>
          <p:cNvPr id="4" name="DO NOT DELETE (BRANDIN)">
            <a:extLst>
              <a:ext uri="{FF2B5EF4-FFF2-40B4-BE49-F238E27FC236}">
                <a16:creationId xmlns:a16="http://schemas.microsoft.com/office/drawing/2014/main" id="{69877D48-052F-814D-ACE8-304F09202645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967950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econdary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DCC3B-CA12-4A4B-B5F5-D2062F3C58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1486304"/>
            <a:ext cx="5185093" cy="2649135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E5583-912E-4EA8-8EDC-7B6B86E762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4328932"/>
            <a:ext cx="5184775" cy="1203767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subtitle / presenter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6A1CD-3FD6-4AD3-876A-75F060E88A2E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407987" y="5887668"/>
            <a:ext cx="1279358" cy="309145"/>
          </a:xfrm>
        </p:spPr>
        <p:txBody>
          <a:bodyPr lIns="0"/>
          <a:lstStyle>
            <a:lvl1pPr algn="l"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F0B1B31-3000-4CD8-BB26-CDF0CF4ED3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8" y="6420976"/>
            <a:ext cx="5184775" cy="234286"/>
          </a:xfrm>
        </p:spPr>
        <p:txBody>
          <a:bodyPr lIns="0" tIns="36000" rIns="0" bIns="36000"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sz="1050"/>
            </a:lvl1pPr>
            <a:lvl2pPr marL="432000" indent="0">
              <a:buNone/>
              <a:defRPr sz="1050"/>
            </a:lvl2pPr>
            <a:lvl3pPr marL="684000" indent="0">
              <a:buNone/>
              <a:defRPr sz="1050"/>
            </a:lvl3pPr>
            <a:lvl4pPr marL="828000" indent="0">
              <a:buNone/>
              <a:defRPr sz="1050"/>
            </a:lvl4pPr>
            <a:lvl5pPr marL="959400" indent="0">
              <a:buNone/>
              <a:defRPr sz="1050"/>
            </a:lvl5pPr>
          </a:lstStyle>
          <a:p>
            <a:pPr lvl="0"/>
            <a:r>
              <a:rPr lang="en-US"/>
              <a:t>Click to add confidentiality statement here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506CBD9-0F78-454A-9842-87C254618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188475" y="0"/>
            <a:ext cx="6004761" cy="6865200"/>
          </a:xfrm>
          <a:custGeom>
            <a:avLst/>
            <a:gdLst>
              <a:gd name="connsiteX0" fmla="*/ 1547827 w 6004761"/>
              <a:gd name="connsiteY0" fmla="*/ 0 h 6864096"/>
              <a:gd name="connsiteX1" fmla="*/ 6004760 w 6004761"/>
              <a:gd name="connsiteY1" fmla="*/ 0 h 6864096"/>
              <a:gd name="connsiteX2" fmla="*/ 6004761 w 6004761"/>
              <a:gd name="connsiteY2" fmla="*/ 6864096 h 6864096"/>
              <a:gd name="connsiteX3" fmla="*/ 1554450 w 6004761"/>
              <a:gd name="connsiteY3" fmla="*/ 6864096 h 6864096"/>
              <a:gd name="connsiteX4" fmla="*/ 1379124 w 6004761"/>
              <a:gd name="connsiteY4" fmla="*/ 6702826 h 6864096"/>
              <a:gd name="connsiteX5" fmla="*/ 0 w 6004761"/>
              <a:gd name="connsiteY5" fmla="*/ 3429001 h 6864096"/>
              <a:gd name="connsiteX6" fmla="*/ 1379124 w 6004761"/>
              <a:gd name="connsiteY6" fmla="*/ 155178 h 686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04761" h="6864096">
                <a:moveTo>
                  <a:pt x="1547827" y="0"/>
                </a:moveTo>
                <a:lnTo>
                  <a:pt x="6004760" y="0"/>
                </a:lnTo>
                <a:lnTo>
                  <a:pt x="6004761" y="6864096"/>
                </a:lnTo>
                <a:lnTo>
                  <a:pt x="1554450" y="6864096"/>
                </a:lnTo>
                <a:lnTo>
                  <a:pt x="1379124" y="6702826"/>
                </a:lnTo>
                <a:cubicBezTo>
                  <a:pt x="528239" y="5871990"/>
                  <a:pt x="0" y="4712184"/>
                  <a:pt x="0" y="3429001"/>
                </a:cubicBezTo>
                <a:cubicBezTo>
                  <a:pt x="0" y="2145819"/>
                  <a:pt x="528239" y="986013"/>
                  <a:pt x="1379124" y="155178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91440" tIns="432000" rIns="91440" bIns="7315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 algn="ctr"/>
            <a:r>
              <a:rPr lang="en-US"/>
              <a:t>_______________________________</a:t>
            </a:r>
            <a:br>
              <a:rPr lang="en-US"/>
            </a:br>
            <a:br>
              <a:rPr lang="en-US"/>
            </a:br>
            <a:r>
              <a:rPr lang="en-US"/>
              <a:t>To add an image here: </a:t>
            </a:r>
            <a:br>
              <a:rPr lang="en-US"/>
            </a:br>
            <a:r>
              <a:rPr lang="en-US"/>
              <a:t>Click the icon and select Brand Pictures, </a:t>
            </a:r>
            <a:br>
              <a:rPr lang="en-US"/>
            </a:br>
            <a:r>
              <a:rPr lang="en-US"/>
              <a:t>or insert a file from your computer.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The image can then be scaled within </a:t>
            </a:r>
            <a:br>
              <a:rPr lang="en-US"/>
            </a:br>
            <a:r>
              <a:rPr lang="en-US"/>
              <a:t>the frame by using the Crop feature in </a:t>
            </a:r>
            <a:br>
              <a:rPr lang="en-US"/>
            </a:br>
            <a:r>
              <a:rPr lang="en-US"/>
              <a:t>the Picture Format tab of the ribbon.</a:t>
            </a:r>
            <a:br>
              <a:rPr lang="en-US"/>
            </a:br>
            <a:r>
              <a:rPr lang="en-US"/>
              <a:t>_______________________________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94F9465-82DF-4370-9E47-56C71396E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530600" y="622299"/>
            <a:ext cx="2062480" cy="635001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/>
            </a:lvl1pPr>
          </a:lstStyle>
          <a:p>
            <a:r>
              <a:rPr lang="en-US"/>
              <a:t>Use this placeholder for a secondary logo if needed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ED72C3C-E918-420F-9374-6F1CBE394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276" y="576767"/>
            <a:ext cx="2405987" cy="651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6231862-37A9-4364-9D96-47810B118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2900" y="404813"/>
            <a:ext cx="2794000" cy="92048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endParaRPr lang="en-US" sz="2400" err="1">
              <a:latin typeface="+mj-lt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8C86533-B59D-4640-AA9B-D75189B4B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087955" y="1"/>
            <a:ext cx="2064161" cy="6858000"/>
          </a:xfrm>
          <a:custGeom>
            <a:avLst/>
            <a:gdLst>
              <a:gd name="connsiteX0" fmla="*/ 0 w 2064161"/>
              <a:gd name="connsiteY0" fmla="*/ 0 h 6858000"/>
              <a:gd name="connsiteX1" fmla="*/ 2002971 w 2064161"/>
              <a:gd name="connsiteY1" fmla="*/ 0 h 6858000"/>
              <a:gd name="connsiteX2" fmla="*/ 2002971 w 2064161"/>
              <a:gd name="connsiteY2" fmla="*/ 6447122 h 6858000"/>
              <a:gd name="connsiteX3" fmla="*/ 2064161 w 2064161"/>
              <a:gd name="connsiteY3" fmla="*/ 6538118 h 6858000"/>
              <a:gd name="connsiteX4" fmla="*/ 2002971 w 2064161"/>
              <a:gd name="connsiteY4" fmla="*/ 6629114 h 6858000"/>
              <a:gd name="connsiteX5" fmla="*/ 2002971 w 2064161"/>
              <a:gd name="connsiteY5" fmla="*/ 6858000 h 6858000"/>
              <a:gd name="connsiteX6" fmla="*/ 0 w 206416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4161" h="6858000">
                <a:moveTo>
                  <a:pt x="0" y="0"/>
                </a:moveTo>
                <a:lnTo>
                  <a:pt x="2002971" y="0"/>
                </a:lnTo>
                <a:lnTo>
                  <a:pt x="2002971" y="6447122"/>
                </a:lnTo>
                <a:lnTo>
                  <a:pt x="2064161" y="6538118"/>
                </a:lnTo>
                <a:lnTo>
                  <a:pt x="2002971" y="6629114"/>
                </a:lnTo>
                <a:lnTo>
                  <a:pt x="2002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rIns="144000" bIns="216000" rtlCol="0" anchor="b" anchorCtr="0">
            <a:no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Please ensure you have added the correct confidentiality statement. 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Type the correct statement: </a:t>
            </a:r>
            <a:br>
              <a:rPr lang="en-GB" sz="1400">
                <a:solidFill>
                  <a:schemeClr val="accent1"/>
                </a:solidFill>
              </a:rPr>
            </a:br>
            <a:r>
              <a:rPr lang="en-GB" sz="1400">
                <a:solidFill>
                  <a:schemeClr val="accent1"/>
                </a:solidFill>
              </a:rPr>
              <a:t>‘</a:t>
            </a:r>
            <a:r>
              <a:rPr lang="en-GB" sz="1400" b="1" i="1">
                <a:solidFill>
                  <a:schemeClr val="accent1"/>
                </a:solidFill>
              </a:rPr>
              <a:t>Company Restricted’ </a:t>
            </a:r>
            <a:r>
              <a:rPr lang="en-GB" sz="1400" b="0">
                <a:solidFill>
                  <a:schemeClr val="tx1"/>
                </a:solidFill>
              </a:rPr>
              <a:t>or</a:t>
            </a:r>
            <a:r>
              <a:rPr lang="en-GB" sz="1400" b="1">
                <a:solidFill>
                  <a:schemeClr val="accent1"/>
                </a:solidFill>
              </a:rPr>
              <a:t> ‘</a:t>
            </a:r>
            <a:r>
              <a:rPr lang="en-GB" sz="1400" b="1" i="1">
                <a:solidFill>
                  <a:schemeClr val="accent1"/>
                </a:solidFill>
              </a:rPr>
              <a:t>Strictly Confidential’ </a:t>
            </a:r>
            <a:r>
              <a:rPr lang="en-GB" sz="1400" b="0" i="1">
                <a:solidFill>
                  <a:schemeClr val="tx1"/>
                </a:solidFill>
              </a:rPr>
              <a:t>.</a:t>
            </a:r>
            <a:r>
              <a:rPr lang="en-GB" sz="1400" b="1" i="1">
                <a:solidFill>
                  <a:schemeClr val="accent1"/>
                </a:solidFill>
              </a:rPr>
              <a:t> </a:t>
            </a:r>
            <a:r>
              <a:rPr lang="en-GB" sz="1400" b="0" i="0">
                <a:solidFill>
                  <a:schemeClr val="tx1"/>
                </a:solidFill>
              </a:rPr>
              <a:t>No statement is needed </a:t>
            </a:r>
            <a:br>
              <a:rPr lang="en-GB" sz="1400" b="0" i="0">
                <a:solidFill>
                  <a:schemeClr val="tx1"/>
                </a:solidFill>
              </a:rPr>
            </a:br>
            <a:r>
              <a:rPr lang="en-GB" sz="1400" b="0" i="0">
                <a:solidFill>
                  <a:schemeClr val="tx1"/>
                </a:solidFill>
              </a:rPr>
              <a:t>for public information. </a:t>
            </a:r>
            <a:endParaRPr lang="en-GB" sz="1400" b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F3181C7-2372-4ADB-A7E1-372907919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944694" y="3878333"/>
            <a:ext cx="419968" cy="41996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400" b="1">
                <a:solidFill>
                  <a:schemeClr val="bg1"/>
                </a:solidFill>
                <a:latin typeface="+mn-lt"/>
              </a:rPr>
              <a:t>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4878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22" userDrawn="1">
          <p15:clr>
            <a:srgbClr val="C35E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br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DCC3B-CA12-4A4B-B5F5-D2062F3C58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1486304"/>
            <a:ext cx="5185093" cy="2649135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E5583-912E-4EA8-8EDC-7B6B86E762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4328932"/>
            <a:ext cx="5184775" cy="1203767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subtitle / presenter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6A1CD-3FD6-4AD3-876A-75F060E88A2E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407987" y="5887668"/>
            <a:ext cx="1279358" cy="309145"/>
          </a:xfrm>
        </p:spPr>
        <p:txBody>
          <a:bodyPr lIns="0"/>
          <a:lstStyle>
            <a:lvl1pPr algn="l"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F0B1B31-3000-4CD8-BB26-CDF0CF4ED3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8" y="6420976"/>
            <a:ext cx="5184775" cy="234286"/>
          </a:xfrm>
        </p:spPr>
        <p:txBody>
          <a:bodyPr lIns="0" tIns="36000" rIns="0" bIns="36000"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sz="1050"/>
            </a:lvl1pPr>
            <a:lvl2pPr marL="432000" indent="0">
              <a:buNone/>
              <a:defRPr sz="1050"/>
            </a:lvl2pPr>
            <a:lvl3pPr marL="684000" indent="0">
              <a:buNone/>
              <a:defRPr sz="1050"/>
            </a:lvl3pPr>
            <a:lvl4pPr marL="828000" indent="0">
              <a:buNone/>
              <a:defRPr sz="1050"/>
            </a:lvl4pPr>
            <a:lvl5pPr marL="959400" indent="0">
              <a:buNone/>
              <a:defRPr sz="1050"/>
            </a:lvl5pPr>
          </a:lstStyle>
          <a:p>
            <a:pPr lvl="0"/>
            <a:r>
              <a:rPr lang="en-US"/>
              <a:t>Click to add confidentiality statement here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506CBD9-0F78-454A-9842-87C254618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188475" y="0"/>
            <a:ext cx="6004761" cy="6865200"/>
          </a:xfrm>
          <a:custGeom>
            <a:avLst/>
            <a:gdLst>
              <a:gd name="connsiteX0" fmla="*/ 1547827 w 6004761"/>
              <a:gd name="connsiteY0" fmla="*/ 0 h 6864096"/>
              <a:gd name="connsiteX1" fmla="*/ 6004760 w 6004761"/>
              <a:gd name="connsiteY1" fmla="*/ 0 h 6864096"/>
              <a:gd name="connsiteX2" fmla="*/ 6004761 w 6004761"/>
              <a:gd name="connsiteY2" fmla="*/ 6864096 h 6864096"/>
              <a:gd name="connsiteX3" fmla="*/ 1554450 w 6004761"/>
              <a:gd name="connsiteY3" fmla="*/ 6864096 h 6864096"/>
              <a:gd name="connsiteX4" fmla="*/ 1379124 w 6004761"/>
              <a:gd name="connsiteY4" fmla="*/ 6702826 h 6864096"/>
              <a:gd name="connsiteX5" fmla="*/ 0 w 6004761"/>
              <a:gd name="connsiteY5" fmla="*/ 3429001 h 6864096"/>
              <a:gd name="connsiteX6" fmla="*/ 1379124 w 6004761"/>
              <a:gd name="connsiteY6" fmla="*/ 155178 h 686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04761" h="6864096">
                <a:moveTo>
                  <a:pt x="1547827" y="0"/>
                </a:moveTo>
                <a:lnTo>
                  <a:pt x="6004760" y="0"/>
                </a:lnTo>
                <a:lnTo>
                  <a:pt x="6004761" y="6864096"/>
                </a:lnTo>
                <a:lnTo>
                  <a:pt x="1554450" y="6864096"/>
                </a:lnTo>
                <a:lnTo>
                  <a:pt x="1379124" y="6702826"/>
                </a:lnTo>
                <a:cubicBezTo>
                  <a:pt x="528239" y="5871990"/>
                  <a:pt x="0" y="4712184"/>
                  <a:pt x="0" y="3429001"/>
                </a:cubicBezTo>
                <a:cubicBezTo>
                  <a:pt x="0" y="2145819"/>
                  <a:pt x="528239" y="986013"/>
                  <a:pt x="1379124" y="155178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91440" tIns="432000" rIns="91440" bIns="7315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 algn="ctr"/>
            <a:r>
              <a:rPr lang="en-US"/>
              <a:t>_______________________________</a:t>
            </a:r>
            <a:br>
              <a:rPr lang="en-US"/>
            </a:br>
            <a:br>
              <a:rPr lang="en-US"/>
            </a:br>
            <a:r>
              <a:rPr lang="en-US"/>
              <a:t>To add an image here: </a:t>
            </a:r>
            <a:br>
              <a:rPr lang="en-US"/>
            </a:br>
            <a:r>
              <a:rPr lang="en-US"/>
              <a:t>Click the icon and select Brand Pictures, </a:t>
            </a:r>
            <a:br>
              <a:rPr lang="en-US"/>
            </a:br>
            <a:r>
              <a:rPr lang="en-US"/>
              <a:t>or insert a file from your computer.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The image can then be scaled within </a:t>
            </a:r>
            <a:br>
              <a:rPr lang="en-US"/>
            </a:br>
            <a:r>
              <a:rPr lang="en-US"/>
              <a:t>the frame by using the Crop feature in </a:t>
            </a:r>
            <a:br>
              <a:rPr lang="en-US"/>
            </a:br>
            <a:r>
              <a:rPr lang="en-US"/>
              <a:t>the Picture Format tab of the ribbon.</a:t>
            </a:r>
            <a:br>
              <a:rPr lang="en-US"/>
            </a:br>
            <a:r>
              <a:rPr lang="en-US"/>
              <a:t>_______________________________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ED72C3C-E918-420F-9374-6F1CBE394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2804" y="576767"/>
            <a:ext cx="2405987" cy="651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6231862-37A9-4364-9D96-47810B118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65862" y="404813"/>
            <a:ext cx="2794000" cy="92048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endParaRPr lang="en-US" sz="2400" err="1">
              <a:latin typeface="+mj-lt"/>
            </a:endParaRP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94F9465-82DF-4370-9E47-56C71396E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12276" y="622299"/>
            <a:ext cx="2062480" cy="635001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/>
            </a:lvl1pPr>
          </a:lstStyle>
          <a:p>
            <a:r>
              <a:rPr lang="en-US"/>
              <a:t>Use this placeholder for a secondary logo if needed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8C86533-B59D-4640-AA9B-D75189B4B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087955" y="1"/>
            <a:ext cx="2064161" cy="6858000"/>
          </a:xfrm>
          <a:custGeom>
            <a:avLst/>
            <a:gdLst>
              <a:gd name="connsiteX0" fmla="*/ 0 w 2064161"/>
              <a:gd name="connsiteY0" fmla="*/ 0 h 6858000"/>
              <a:gd name="connsiteX1" fmla="*/ 2002971 w 2064161"/>
              <a:gd name="connsiteY1" fmla="*/ 0 h 6858000"/>
              <a:gd name="connsiteX2" fmla="*/ 2002971 w 2064161"/>
              <a:gd name="connsiteY2" fmla="*/ 6447122 h 6858000"/>
              <a:gd name="connsiteX3" fmla="*/ 2064161 w 2064161"/>
              <a:gd name="connsiteY3" fmla="*/ 6538118 h 6858000"/>
              <a:gd name="connsiteX4" fmla="*/ 2002971 w 2064161"/>
              <a:gd name="connsiteY4" fmla="*/ 6629114 h 6858000"/>
              <a:gd name="connsiteX5" fmla="*/ 2002971 w 2064161"/>
              <a:gd name="connsiteY5" fmla="*/ 6858000 h 6858000"/>
              <a:gd name="connsiteX6" fmla="*/ 0 w 206416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4161" h="6858000">
                <a:moveTo>
                  <a:pt x="0" y="0"/>
                </a:moveTo>
                <a:lnTo>
                  <a:pt x="2002971" y="0"/>
                </a:lnTo>
                <a:lnTo>
                  <a:pt x="2002971" y="6447122"/>
                </a:lnTo>
                <a:lnTo>
                  <a:pt x="2064161" y="6538118"/>
                </a:lnTo>
                <a:lnTo>
                  <a:pt x="2002971" y="6629114"/>
                </a:lnTo>
                <a:lnTo>
                  <a:pt x="2002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rIns="144000" bIns="216000" rtlCol="0" anchor="b" anchorCtr="0">
            <a:no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Please ensure you have added the correct confidentiality statement. 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Type the correct statement: </a:t>
            </a:r>
            <a:br>
              <a:rPr lang="en-GB" sz="1400">
                <a:solidFill>
                  <a:schemeClr val="accent1"/>
                </a:solidFill>
              </a:rPr>
            </a:br>
            <a:r>
              <a:rPr lang="en-GB" sz="1400">
                <a:solidFill>
                  <a:schemeClr val="accent1"/>
                </a:solidFill>
              </a:rPr>
              <a:t>‘</a:t>
            </a:r>
            <a:r>
              <a:rPr lang="en-GB" sz="1400" b="1" i="1">
                <a:solidFill>
                  <a:schemeClr val="accent1"/>
                </a:solidFill>
              </a:rPr>
              <a:t>Company Restricted’ </a:t>
            </a:r>
            <a:r>
              <a:rPr lang="en-GB" sz="1400" b="0">
                <a:solidFill>
                  <a:schemeClr val="tx1"/>
                </a:solidFill>
              </a:rPr>
              <a:t>or</a:t>
            </a:r>
            <a:r>
              <a:rPr lang="en-GB" sz="1400" b="1">
                <a:solidFill>
                  <a:schemeClr val="accent1"/>
                </a:solidFill>
              </a:rPr>
              <a:t> ‘</a:t>
            </a:r>
            <a:r>
              <a:rPr lang="en-GB" sz="1400" b="1" i="1">
                <a:solidFill>
                  <a:schemeClr val="accent1"/>
                </a:solidFill>
              </a:rPr>
              <a:t>Strictly Confidential’ </a:t>
            </a:r>
            <a:r>
              <a:rPr lang="en-GB" sz="1400" b="0" i="1">
                <a:solidFill>
                  <a:schemeClr val="tx1"/>
                </a:solidFill>
              </a:rPr>
              <a:t>.</a:t>
            </a:r>
            <a:r>
              <a:rPr lang="en-GB" sz="1400" b="1" i="1">
                <a:solidFill>
                  <a:schemeClr val="accent1"/>
                </a:solidFill>
              </a:rPr>
              <a:t> </a:t>
            </a:r>
            <a:r>
              <a:rPr lang="en-GB" sz="1400" b="0" i="0">
                <a:solidFill>
                  <a:schemeClr val="tx1"/>
                </a:solidFill>
              </a:rPr>
              <a:t>No statement is needed </a:t>
            </a:r>
            <a:br>
              <a:rPr lang="en-GB" sz="1400" b="0" i="0">
                <a:solidFill>
                  <a:schemeClr val="tx1"/>
                </a:solidFill>
              </a:rPr>
            </a:br>
            <a:r>
              <a:rPr lang="en-GB" sz="1400" b="0" i="0">
                <a:solidFill>
                  <a:schemeClr val="tx1"/>
                </a:solidFill>
              </a:rPr>
              <a:t>for public information. </a:t>
            </a:r>
            <a:endParaRPr lang="en-GB" sz="1400" b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F3181C7-2372-4ADB-A7E1-372907919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944694" y="3878333"/>
            <a:ext cx="419968" cy="41996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400" b="1">
                <a:solidFill>
                  <a:schemeClr val="bg1"/>
                </a:solidFill>
                <a:latin typeface="+mn-lt"/>
              </a:rPr>
              <a:t>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043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22" userDrawn="1">
          <p15:clr>
            <a:srgbClr val="C35E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Altern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DCC3B-CA12-4A4B-B5F5-D2062F3C58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6" y="2148952"/>
            <a:ext cx="4356101" cy="1986487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enter </a:t>
            </a:r>
            <a:br>
              <a:rPr lang="en-US"/>
            </a:br>
            <a:r>
              <a:rPr lang="en-US"/>
              <a:t>title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2E5583-912E-4EA8-8EDC-7B6B86E762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7" y="4328932"/>
            <a:ext cx="4355835" cy="1203767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subtitle /</a:t>
            </a:r>
            <a:br>
              <a:rPr lang="en-US"/>
            </a:br>
            <a:r>
              <a:rPr lang="en-US"/>
              <a:t>presenter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6A1CD-3FD6-4AD3-876A-75F060E88A2E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407987" y="5887668"/>
            <a:ext cx="1279358" cy="309145"/>
          </a:xfrm>
        </p:spPr>
        <p:txBody>
          <a:bodyPr lIns="0"/>
          <a:lstStyle>
            <a:lvl1pPr algn="l"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92EBB4F1-3A58-475F-9EBB-925156182B7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9" y="6420976"/>
            <a:ext cx="4355834" cy="234286"/>
          </a:xfrm>
        </p:spPr>
        <p:txBody>
          <a:bodyPr wrap="square" lIns="0" tIns="36000" rIns="0" bIns="36000"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sz="1050"/>
            </a:lvl1pPr>
            <a:lvl2pPr marL="432000" indent="0">
              <a:buNone/>
              <a:defRPr sz="1050"/>
            </a:lvl2pPr>
            <a:lvl3pPr marL="684000" indent="0">
              <a:buNone/>
              <a:defRPr sz="1050"/>
            </a:lvl3pPr>
            <a:lvl4pPr marL="828000" indent="0">
              <a:buNone/>
              <a:defRPr sz="1050"/>
            </a:lvl4pPr>
            <a:lvl5pPr marL="959400" indent="0">
              <a:buNone/>
              <a:defRPr sz="1050"/>
            </a:lvl5pPr>
          </a:lstStyle>
          <a:p>
            <a:pPr lvl="0"/>
            <a:r>
              <a:rPr lang="en-US"/>
              <a:t>Click to add confidentiality statement here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B1523F-CCFB-4B58-AB3F-DEC8A49B7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55200" y="4927601"/>
            <a:ext cx="2336800" cy="193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endParaRPr lang="en-US" err="1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ED72C3C-E918-420F-9374-6F1CBE394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276" y="576767"/>
            <a:ext cx="2405987" cy="651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6231862-37A9-4364-9D96-47810B118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2900" y="404813"/>
            <a:ext cx="2794000" cy="920488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endParaRPr lang="en-US" sz="2400" err="1">
              <a:latin typeface="+mj-lt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32A73A7-F1E1-4085-B3F6-999828C7F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922520" y="0"/>
            <a:ext cx="7269480" cy="6858000"/>
          </a:xfrm>
          <a:custGeom>
            <a:avLst/>
            <a:gdLst>
              <a:gd name="connsiteX0" fmla="*/ 2049352 w 7269480"/>
              <a:gd name="connsiteY0" fmla="*/ 0 h 6858000"/>
              <a:gd name="connsiteX1" fmla="*/ 3164301 w 7269480"/>
              <a:gd name="connsiteY1" fmla="*/ 0 h 6858000"/>
              <a:gd name="connsiteX2" fmla="*/ 5735747 w 7269480"/>
              <a:gd name="connsiteY2" fmla="*/ 0 h 6858000"/>
              <a:gd name="connsiteX3" fmla="*/ 5735748 w 7269480"/>
              <a:gd name="connsiteY3" fmla="*/ 0 h 6858000"/>
              <a:gd name="connsiteX4" fmla="*/ 5747970 w 7269480"/>
              <a:gd name="connsiteY4" fmla="*/ 6260 h 6858000"/>
              <a:gd name="connsiteX5" fmla="*/ 7120314 w 7269480"/>
              <a:gd name="connsiteY5" fmla="*/ 1252638 h 6858000"/>
              <a:gd name="connsiteX6" fmla="*/ 7269480 w 7269480"/>
              <a:gd name="connsiteY6" fmla="*/ 1498173 h 6858000"/>
              <a:gd name="connsiteX7" fmla="*/ 7269480 w 7269480"/>
              <a:gd name="connsiteY7" fmla="*/ 5359828 h 6858000"/>
              <a:gd name="connsiteX8" fmla="*/ 7120314 w 7269480"/>
              <a:gd name="connsiteY8" fmla="*/ 5605362 h 6858000"/>
              <a:gd name="connsiteX9" fmla="*/ 5747970 w 7269480"/>
              <a:gd name="connsiteY9" fmla="*/ 6851740 h 6858000"/>
              <a:gd name="connsiteX10" fmla="*/ 5735748 w 7269480"/>
              <a:gd name="connsiteY10" fmla="*/ 6858000 h 6858000"/>
              <a:gd name="connsiteX11" fmla="*/ 3163098 w 7269480"/>
              <a:gd name="connsiteY11" fmla="*/ 6858000 h 6858000"/>
              <a:gd name="connsiteX12" fmla="*/ 2049352 w 7269480"/>
              <a:gd name="connsiteY12" fmla="*/ 6858000 h 6858000"/>
              <a:gd name="connsiteX13" fmla="*/ 2037130 w 7269480"/>
              <a:gd name="connsiteY13" fmla="*/ 6851740 h 6858000"/>
              <a:gd name="connsiteX14" fmla="*/ 0 w 7269480"/>
              <a:gd name="connsiteY14" fmla="*/ 3429000 h 6858000"/>
              <a:gd name="connsiteX15" fmla="*/ 2037130 w 7269480"/>
              <a:gd name="connsiteY15" fmla="*/ 626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269480" h="6858000">
                <a:moveTo>
                  <a:pt x="2049352" y="0"/>
                </a:moveTo>
                <a:lnTo>
                  <a:pt x="3164301" y="0"/>
                </a:lnTo>
                <a:lnTo>
                  <a:pt x="5735747" y="0"/>
                </a:lnTo>
                <a:lnTo>
                  <a:pt x="5735748" y="0"/>
                </a:lnTo>
                <a:lnTo>
                  <a:pt x="5747970" y="6260"/>
                </a:lnTo>
                <a:cubicBezTo>
                  <a:pt x="6299519" y="305879"/>
                  <a:pt x="6770554" y="734926"/>
                  <a:pt x="7120314" y="1252638"/>
                </a:cubicBezTo>
                <a:lnTo>
                  <a:pt x="7269480" y="1498173"/>
                </a:lnTo>
                <a:lnTo>
                  <a:pt x="7269480" y="5359828"/>
                </a:lnTo>
                <a:lnTo>
                  <a:pt x="7120314" y="5605362"/>
                </a:lnTo>
                <a:cubicBezTo>
                  <a:pt x="6770554" y="6123075"/>
                  <a:pt x="6299519" y="6552122"/>
                  <a:pt x="5747970" y="6851740"/>
                </a:cubicBezTo>
                <a:lnTo>
                  <a:pt x="5735748" y="6858000"/>
                </a:lnTo>
                <a:lnTo>
                  <a:pt x="3163098" y="6858000"/>
                </a:lnTo>
                <a:lnTo>
                  <a:pt x="2049352" y="6858000"/>
                </a:lnTo>
                <a:lnTo>
                  <a:pt x="2037130" y="6851740"/>
                </a:lnTo>
                <a:cubicBezTo>
                  <a:pt x="823724" y="6192579"/>
                  <a:pt x="0" y="4906985"/>
                  <a:pt x="0" y="3429000"/>
                </a:cubicBezTo>
                <a:cubicBezTo>
                  <a:pt x="0" y="1951015"/>
                  <a:pt x="823724" y="665422"/>
                  <a:pt x="2037130" y="626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91440" tIns="432000" rIns="91440" bIns="73152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pPr marL="228600" lvl="0" indent="-228600" algn="ctr"/>
            <a:r>
              <a:rPr lang="en-US"/>
              <a:t>_______________________________</a:t>
            </a:r>
            <a:br>
              <a:rPr lang="en-US"/>
            </a:br>
            <a:br>
              <a:rPr lang="en-US"/>
            </a:br>
            <a:r>
              <a:rPr lang="en-US"/>
              <a:t>To add an image here: </a:t>
            </a:r>
            <a:br>
              <a:rPr lang="en-US"/>
            </a:br>
            <a:r>
              <a:rPr lang="en-US"/>
              <a:t>Click the icon and select Brand Pictures, </a:t>
            </a:r>
            <a:br>
              <a:rPr lang="en-US"/>
            </a:br>
            <a:r>
              <a:rPr lang="en-US"/>
              <a:t>or insert a file from your computer.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The image can then be scaled within </a:t>
            </a:r>
            <a:br>
              <a:rPr lang="en-US"/>
            </a:br>
            <a:r>
              <a:rPr lang="en-US"/>
              <a:t>the frame by using the Crop feature in </a:t>
            </a:r>
            <a:br>
              <a:rPr lang="en-US"/>
            </a:br>
            <a:r>
              <a:rPr lang="en-US"/>
              <a:t>the Picture Format tab of the ribbon.</a:t>
            </a:r>
            <a:br>
              <a:rPr lang="en-US"/>
            </a:br>
            <a:r>
              <a:rPr lang="en-US"/>
              <a:t>_______________________________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75B7FBB-299C-44B5-9400-EB5D056A8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087955" y="1"/>
            <a:ext cx="2064161" cy="6858000"/>
          </a:xfrm>
          <a:custGeom>
            <a:avLst/>
            <a:gdLst>
              <a:gd name="connsiteX0" fmla="*/ 0 w 2064161"/>
              <a:gd name="connsiteY0" fmla="*/ 0 h 6858000"/>
              <a:gd name="connsiteX1" fmla="*/ 2002971 w 2064161"/>
              <a:gd name="connsiteY1" fmla="*/ 0 h 6858000"/>
              <a:gd name="connsiteX2" fmla="*/ 2002971 w 2064161"/>
              <a:gd name="connsiteY2" fmla="*/ 6447122 h 6858000"/>
              <a:gd name="connsiteX3" fmla="*/ 2064161 w 2064161"/>
              <a:gd name="connsiteY3" fmla="*/ 6538118 h 6858000"/>
              <a:gd name="connsiteX4" fmla="*/ 2002971 w 2064161"/>
              <a:gd name="connsiteY4" fmla="*/ 6629114 h 6858000"/>
              <a:gd name="connsiteX5" fmla="*/ 2002971 w 2064161"/>
              <a:gd name="connsiteY5" fmla="*/ 6858000 h 6858000"/>
              <a:gd name="connsiteX6" fmla="*/ 0 w 206416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4161" h="6858000">
                <a:moveTo>
                  <a:pt x="0" y="0"/>
                </a:moveTo>
                <a:lnTo>
                  <a:pt x="2002971" y="0"/>
                </a:lnTo>
                <a:lnTo>
                  <a:pt x="2002971" y="6447122"/>
                </a:lnTo>
                <a:lnTo>
                  <a:pt x="2064161" y="6538118"/>
                </a:lnTo>
                <a:lnTo>
                  <a:pt x="2002971" y="6629114"/>
                </a:lnTo>
                <a:lnTo>
                  <a:pt x="200297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rIns="144000" bIns="216000" rtlCol="0" anchor="b" anchorCtr="0">
            <a:no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Please ensure you have added the correct confidentiality statement. 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GB" sz="1400">
                <a:solidFill>
                  <a:schemeClr val="tx1"/>
                </a:solidFill>
              </a:rPr>
              <a:t>Type the correct statement: </a:t>
            </a:r>
            <a:br>
              <a:rPr lang="en-GB" sz="1400">
                <a:solidFill>
                  <a:schemeClr val="accent1"/>
                </a:solidFill>
              </a:rPr>
            </a:br>
            <a:r>
              <a:rPr lang="en-GB" sz="1400">
                <a:solidFill>
                  <a:schemeClr val="accent1"/>
                </a:solidFill>
              </a:rPr>
              <a:t>‘</a:t>
            </a:r>
            <a:r>
              <a:rPr lang="en-GB" sz="1400" b="1" i="1">
                <a:solidFill>
                  <a:schemeClr val="accent1"/>
                </a:solidFill>
              </a:rPr>
              <a:t>Company Restricted’ </a:t>
            </a:r>
            <a:r>
              <a:rPr lang="en-GB" sz="1400" b="0">
                <a:solidFill>
                  <a:schemeClr val="tx1"/>
                </a:solidFill>
              </a:rPr>
              <a:t>or</a:t>
            </a:r>
            <a:r>
              <a:rPr lang="en-GB" sz="1400" b="1">
                <a:solidFill>
                  <a:schemeClr val="accent1"/>
                </a:solidFill>
              </a:rPr>
              <a:t> ‘</a:t>
            </a:r>
            <a:r>
              <a:rPr lang="en-GB" sz="1400" b="1" i="1">
                <a:solidFill>
                  <a:schemeClr val="accent1"/>
                </a:solidFill>
              </a:rPr>
              <a:t>Strictly Confidential’ </a:t>
            </a:r>
            <a:r>
              <a:rPr lang="en-GB" sz="1400" b="0" i="1">
                <a:solidFill>
                  <a:schemeClr val="tx1"/>
                </a:solidFill>
              </a:rPr>
              <a:t>.</a:t>
            </a:r>
            <a:r>
              <a:rPr lang="en-GB" sz="1400" b="1" i="1">
                <a:solidFill>
                  <a:schemeClr val="accent1"/>
                </a:solidFill>
              </a:rPr>
              <a:t> </a:t>
            </a:r>
            <a:r>
              <a:rPr lang="en-GB" sz="1400" b="0" i="0">
                <a:solidFill>
                  <a:schemeClr val="tx1"/>
                </a:solidFill>
              </a:rPr>
              <a:t>No statement is needed </a:t>
            </a:r>
            <a:br>
              <a:rPr lang="en-GB" sz="1400" b="0" i="0">
                <a:solidFill>
                  <a:schemeClr val="tx1"/>
                </a:solidFill>
              </a:rPr>
            </a:br>
            <a:r>
              <a:rPr lang="en-GB" sz="1400" b="0" i="0">
                <a:solidFill>
                  <a:schemeClr val="tx1"/>
                </a:solidFill>
              </a:rPr>
              <a:t>for public information. </a:t>
            </a:r>
            <a:endParaRPr lang="en-GB" sz="1400" b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ED5B82E-36BE-4555-8CA2-58A989EDD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944694" y="3878333"/>
            <a:ext cx="419968" cy="41996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2400" b="1">
                <a:solidFill>
                  <a:schemeClr val="bg1"/>
                </a:solidFill>
                <a:latin typeface="+mn-lt"/>
              </a:rPr>
              <a:t>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893682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1" userDrawn="1">
          <p15:clr>
            <a:srgbClr val="C35E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ern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071349"/>
            <a:ext cx="3049588" cy="1231106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552EAD-E21A-4A83-A364-65FFC805340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19512" y="1071562"/>
            <a:ext cx="8064501" cy="49968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add text here. </a:t>
            </a:r>
            <a:br>
              <a:rPr lang="en-GB"/>
            </a:br>
            <a:r>
              <a:rPr lang="en-US"/>
              <a:t>When pasting copy from other slides, be sure to right-click and choose ‘Keep text only’.</a:t>
            </a:r>
            <a:br>
              <a:rPr lang="en-GB"/>
            </a:br>
            <a:r>
              <a:rPr lang="en-GB"/>
              <a:t>To increase bullet level, select your text and press Tab.</a:t>
            </a:r>
            <a:br>
              <a:rPr lang="en-GB"/>
            </a:br>
            <a:r>
              <a:rPr lang="en-GB"/>
              <a:t>To decrease bullet level, select your bullet text and press  Shift + Tab.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004BC3F-3250-41AA-B3F3-B5D6A729D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6">
            <a:extLst>
              <a:ext uri="{FF2B5EF4-FFF2-40B4-BE49-F238E27FC236}">
                <a16:creationId xmlns:a16="http://schemas.microsoft.com/office/drawing/2014/main" id="{5E3BF5D9-8E40-4082-9AAD-60F44214B9DC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040238-DCC8-4532-9AE6-EB7C834F3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540125" y="1071349"/>
            <a:ext cx="0" cy="49956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86DE4FB-795F-484C-AD8A-2137F4F32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7805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30" userDrawn="1">
          <p15:clr>
            <a:srgbClr val="C35EA4"/>
          </p15:clr>
        </p15:guide>
        <p15:guide id="2" pos="2343" userDrawn="1">
          <p15:clr>
            <a:srgbClr val="C35E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67DB2-7332-41D7-A67F-6D389C8181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0" name="Heading 1">
            <a:extLst>
              <a:ext uri="{FF2B5EF4-FFF2-40B4-BE49-F238E27FC236}">
                <a16:creationId xmlns:a16="http://schemas.microsoft.com/office/drawing/2014/main" id="{070D82D0-2159-463E-AB3F-9F2BE51F89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2082800"/>
            <a:ext cx="5508625" cy="423863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6" name="Body 1">
            <a:extLst>
              <a:ext uri="{FF2B5EF4-FFF2-40B4-BE49-F238E27FC236}">
                <a16:creationId xmlns:a16="http://schemas.microsoft.com/office/drawing/2014/main" id="{8C2190C6-D818-4BFE-8D40-1D7A2A8ADF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07987" y="2570163"/>
            <a:ext cx="5508625" cy="34308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content. When pasting copy from other slides, be sure to right-click and choose ‘Keep text only’.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Heading 2">
            <a:extLst>
              <a:ext uri="{FF2B5EF4-FFF2-40B4-BE49-F238E27FC236}">
                <a16:creationId xmlns:a16="http://schemas.microsoft.com/office/drawing/2014/main" id="{24B2D424-3A88-43FD-9D45-46AC196CAD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5387" y="2082800"/>
            <a:ext cx="5508625" cy="423863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8" name="Body 2">
            <a:extLst>
              <a:ext uri="{FF2B5EF4-FFF2-40B4-BE49-F238E27FC236}">
                <a16:creationId xmlns:a16="http://schemas.microsoft.com/office/drawing/2014/main" id="{FB60ED6F-5297-42F6-9D9B-F6FF319D69C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75388" y="2570163"/>
            <a:ext cx="5508625" cy="34308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content. When pasting copy from other slides, be sure to right-click and choose ‘Keep text only’.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0693F-359E-4A4C-B3F0-F900FA65C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013D0F1F-6026-4F9D-886A-D6CB164FDC0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9DB923-50C2-4A46-BF6E-A2E97DBB2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249127B-3E4D-4AFD-8464-39A987162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0" y="1741714"/>
            <a:ext cx="0" cy="42590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870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C35EA4"/>
          </p15:clr>
        </p15:guide>
        <p15:guide id="2" orient="horz" pos="981" userDrawn="1">
          <p15:clr>
            <a:srgbClr val="C35EA4"/>
          </p15:clr>
        </p15:guide>
        <p15:guide id="3" pos="3727" userDrawn="1">
          <p15:clr>
            <a:srgbClr val="C35EA4"/>
          </p15:clr>
        </p15:guide>
        <p15:guide id="4" pos="3953" userDrawn="1">
          <p15:clr>
            <a:srgbClr val="C35E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1A257A5E-3450-4EAA-9676-01FE18D22A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082800"/>
            <a:ext cx="3527426" cy="423863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22" name="Content Placeholder 15">
            <a:extLst>
              <a:ext uri="{FF2B5EF4-FFF2-40B4-BE49-F238E27FC236}">
                <a16:creationId xmlns:a16="http://schemas.microsoft.com/office/drawing/2014/main" id="{AC128DA7-A1CD-4D7E-A165-98C85505473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07988" y="2570163"/>
            <a:ext cx="3527426" cy="34308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content. When pasting copy from other slides, be sure to right-click and choose ‘Keep text only’.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6A7B7E24-E7D3-48A2-A374-DF6A8A555D5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95775" y="2082800"/>
            <a:ext cx="3600445" cy="423863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24" name="Content Placeholder 15">
            <a:extLst>
              <a:ext uri="{FF2B5EF4-FFF2-40B4-BE49-F238E27FC236}">
                <a16:creationId xmlns:a16="http://schemas.microsoft.com/office/drawing/2014/main" id="{4DFF8E89-1B64-4E2A-9B30-3844550AD3D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295776" y="2570163"/>
            <a:ext cx="3600445" cy="34308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content. When pasting copy from other slides, be sure to right-click and choose ‘Keep text only’.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6AAFFFBD-15E8-4574-972E-8DDFA341B65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56588" y="2082800"/>
            <a:ext cx="3527423" cy="423863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28" name="Content Placeholder 15">
            <a:extLst>
              <a:ext uri="{FF2B5EF4-FFF2-40B4-BE49-F238E27FC236}">
                <a16:creationId xmlns:a16="http://schemas.microsoft.com/office/drawing/2014/main" id="{CF570F45-2E05-4895-9F02-11DAFD1730B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8256589" y="2570163"/>
            <a:ext cx="3527423" cy="34308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content. When pasting copy from other slides, be sure to right-click and choose ‘Keep text only’.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9DE8D6-BF8D-46B6-A107-F9199421C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 Placeholder 96">
            <a:extLst>
              <a:ext uri="{FF2B5EF4-FFF2-40B4-BE49-F238E27FC236}">
                <a16:creationId xmlns:a16="http://schemas.microsoft.com/office/drawing/2014/main" id="{12B9530D-EF7B-47C9-A997-FA875C956E8F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A24A62-EC53-4EC3-A57F-B48D78D67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D8AB9BA-443A-4985-908B-268C192E8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8139" y="1741714"/>
            <a:ext cx="0" cy="42590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7A7995C-40F8-42EE-BD46-96F5668011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6405" y="1741714"/>
            <a:ext cx="0" cy="42590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5362282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2479" userDrawn="1">
          <p15:clr>
            <a:srgbClr val="A4A3A4"/>
          </p15:clr>
        </p15:guide>
        <p15:guide id="6" pos="2706" userDrawn="1">
          <p15:clr>
            <a:srgbClr val="A4A3A4"/>
          </p15:clr>
        </p15:guide>
        <p15:guide id="11" orient="horz" pos="890" userDrawn="1">
          <p15:clr>
            <a:srgbClr val="C35EA4"/>
          </p15:clr>
        </p15:guide>
        <p15:guide id="12" orient="horz" pos="981" userDrawn="1">
          <p15:clr>
            <a:srgbClr val="C35EA4"/>
          </p15:clr>
        </p15:guide>
        <p15:guide id="13" pos="5201" userDrawn="1">
          <p15:clr>
            <a:srgbClr val="A4A3A4"/>
          </p15:clr>
        </p15:guide>
        <p15:guide id="14" pos="4974" userDrawn="1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9CD076-13C6-4629-A44D-60CE2274E0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7987" y="2082157"/>
            <a:ext cx="2735263" cy="424732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6C5F394-5808-40FF-B6FD-65F716906911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07986" y="2570163"/>
            <a:ext cx="2736000" cy="36324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content. When pasting copy from other slides, be sure to right-click and choose ‘Keep text only’</a:t>
            </a:r>
            <a:r>
              <a:rPr lang="en-GB"/>
              <a:t>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A1E51E90-FD4F-4EA7-9FD6-A88EC3FEEDD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86126" y="2082157"/>
            <a:ext cx="2735263" cy="424732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0106C56-60ED-41EC-BD2A-FDB9B53E1C1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284539" y="2570163"/>
            <a:ext cx="2736000" cy="36324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content. When pasting copy from other slides, be sure to right-click and choose ‘Keep text only’</a:t>
            </a:r>
            <a:r>
              <a:rPr lang="en-GB"/>
              <a:t>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217A7646-8B12-4AE5-9EDC-1F06A8CF8C4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65792" y="2082157"/>
            <a:ext cx="2735263" cy="424732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3B9981B-E175-45D6-A51D-F0A0368267C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164205" y="2570163"/>
            <a:ext cx="2736000" cy="36324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content. When pasting copy from other slides, be sure to right-click and choose ‘Keep text only’</a:t>
            </a:r>
            <a:r>
              <a:rPr lang="en-GB"/>
              <a:t>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9DE8D6-BF8D-46B6-A107-F9199421C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83A3A7A-40FD-44D2-97D9-301EB15E763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45458" y="2082157"/>
            <a:ext cx="2735263" cy="424732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1AD7E49F-D41B-42DC-925D-998AFB2BB412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9043871" y="2570163"/>
            <a:ext cx="2736000" cy="36324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content. When pasting copy from other slides, be sure to right-click and choose ‘Keep text only’</a:t>
            </a:r>
            <a:r>
              <a:rPr lang="en-GB"/>
              <a:t>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 Placeholder 96">
            <a:extLst>
              <a:ext uri="{FF2B5EF4-FFF2-40B4-BE49-F238E27FC236}">
                <a16:creationId xmlns:a16="http://schemas.microsoft.com/office/drawing/2014/main" id="{D3E73C55-1C0C-4880-A0D4-FC480D06253C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A24A62-EC53-4EC3-A57F-B48D78D67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D8AB9BA-443A-4985-908B-268C192E8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215481" y="1741714"/>
            <a:ext cx="0" cy="42590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7A7995C-40F8-42EE-BD46-96F5668011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852" y="1741714"/>
            <a:ext cx="0" cy="42590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DA9C47E-839A-46E7-B955-073295D84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76519" y="1741714"/>
            <a:ext cx="0" cy="425903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65248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1980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11" orient="horz" pos="890" userDrawn="1">
          <p15:clr>
            <a:srgbClr val="C35EA4"/>
          </p15:clr>
        </p15:guide>
        <p15:guide id="12" orient="horz" pos="981" userDrawn="1">
          <p15:clr>
            <a:srgbClr val="C35EA4"/>
          </p15:clr>
        </p15:guide>
        <p15:guide id="13" pos="5700" userDrawn="1">
          <p15:clr>
            <a:srgbClr val="A4A3A4"/>
          </p15:clr>
        </p15:guide>
        <p15:guide id="14" pos="5609" userDrawn="1">
          <p15:clr>
            <a:srgbClr val="A4A3A4"/>
          </p15:clr>
        </p15:guide>
        <p15:guide id="15" pos="3795" userDrawn="1">
          <p15:clr>
            <a:srgbClr val="A4A3A4"/>
          </p15:clr>
        </p15:guide>
        <p15:guide id="16" pos="3885" userDrawn="1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9CD076-13C6-4629-A44D-60CE2274E0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7986" y="2082157"/>
            <a:ext cx="7416801" cy="424732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F450BB10-EDA8-4244-8CBF-7F1645357D50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07986" y="2570162"/>
            <a:ext cx="7416802" cy="34380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content. When pasting copy from other slides, be sure to right-click and choose ‘Keep text only’</a:t>
            </a:r>
            <a:r>
              <a:rPr lang="en-GB"/>
              <a:t>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4A51F37-EAE8-4722-A437-30D09A72A9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91499" y="2082157"/>
            <a:ext cx="3584573" cy="424732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9358968C-3784-44E4-B50E-21ED78D9EB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91499" y="2570390"/>
            <a:ext cx="3584573" cy="461665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lang="en-US"/>
              <a:t>Click to add text. 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E4F4DDF-A4CE-45BB-8E5D-A5AB679089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77585" y="3995870"/>
            <a:ext cx="2012400" cy="201240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callout or key figure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96">
            <a:extLst>
              <a:ext uri="{FF2B5EF4-FFF2-40B4-BE49-F238E27FC236}">
                <a16:creationId xmlns:a16="http://schemas.microsoft.com/office/drawing/2014/main" id="{C07CECA8-840E-4BBC-A94E-0D507EF6B6B9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D8AB9BA-443A-4985-908B-268C192E8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01000" y="1741714"/>
            <a:ext cx="0" cy="426655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618634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pos="4929" userDrawn="1">
          <p15:clr>
            <a:srgbClr val="A4A3A4"/>
          </p15:clr>
        </p15:guide>
        <p15:guide id="8" pos="5155" userDrawn="1">
          <p15:clr>
            <a:srgbClr val="A4A3A4"/>
          </p15:clr>
        </p15:guide>
        <p15:guide id="11" orient="horz" pos="890" userDrawn="1">
          <p15:clr>
            <a:srgbClr val="C35EA4"/>
          </p15:clr>
        </p15:guide>
        <p15:guide id="12" orient="horz" pos="981" userDrawn="1">
          <p15:clr>
            <a:srgbClr val="C35E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04812"/>
            <a:ext cx="11376025" cy="100742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4A51F37-EAE8-4722-A437-30D09A72A9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8" y="2082157"/>
            <a:ext cx="3563938" cy="424732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8D4EF0D-A9CE-4E45-B1B3-BB585A7CD1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7988" y="2570390"/>
            <a:ext cx="3563938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lang="en-US"/>
              <a:t>Click to add text.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B389EFA-BE5F-4B72-ACD5-3C006758495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94073" y="3995870"/>
            <a:ext cx="2012400" cy="201240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callout or key figure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9CD076-13C6-4629-A44D-60CE2274E0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35459" y="2082157"/>
            <a:ext cx="7440613" cy="424732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E9D64AEF-AC5B-4ACA-95B3-7DD2AC9A9709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335469" y="2570162"/>
            <a:ext cx="7440603" cy="343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content. When pasting copy from other slides, be sure to right-click and choose ‘Keep text only’</a:t>
            </a:r>
            <a:r>
              <a:rPr lang="en-GB"/>
              <a:t>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96">
            <a:extLst>
              <a:ext uri="{FF2B5EF4-FFF2-40B4-BE49-F238E27FC236}">
                <a16:creationId xmlns:a16="http://schemas.microsoft.com/office/drawing/2014/main" id="{778D2AE8-C71F-4A8C-8D51-3B3AAAF70E51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D8AB9BA-443A-4985-908B-268C192E8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51313" y="1749235"/>
            <a:ext cx="0" cy="425903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820855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502" userDrawn="1">
          <p15:clr>
            <a:srgbClr val="A4A3A4"/>
          </p15:clr>
        </p15:guide>
        <p15:guide id="4" pos="2729" userDrawn="1">
          <p15:clr>
            <a:srgbClr val="A4A3A4"/>
          </p15:clr>
        </p15:guide>
        <p15:guide id="11" orient="horz" pos="890" userDrawn="1">
          <p15:clr>
            <a:srgbClr val="C35EA4"/>
          </p15:clr>
        </p15:guide>
        <p15:guide id="12" orient="horz" pos="981" userDrawn="1">
          <p15:clr>
            <a:srgbClr val="C35E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Heading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9400-E757-4904-B6B0-89D775990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CAD35DC-4ECF-4C00-A17E-91E1076289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8738" y="1741713"/>
            <a:ext cx="11376026" cy="81720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987" y="2559050"/>
            <a:ext cx="11376026" cy="2876550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62F3963-DA4D-4494-BBE3-B9E276AB4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96">
            <a:extLst>
              <a:ext uri="{FF2B5EF4-FFF2-40B4-BE49-F238E27FC236}">
                <a16:creationId xmlns:a16="http://schemas.microsoft.com/office/drawing/2014/main" id="{ADE2FC00-C8CB-4E19-BA1A-C2DF3D5D8C1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013136D-000F-468E-82F7-78627545D6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6677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C35EA4"/>
          </p15:clr>
        </p15:guide>
        <p15:guide id="2" orient="horz" pos="981" userDrawn="1">
          <p15:clr>
            <a:srgbClr val="C35E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Heading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9400-E757-4904-B6B0-89D775990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CAD35DC-4ECF-4C00-A17E-91E1076289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8738" y="1741713"/>
            <a:ext cx="5579311" cy="81720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987" y="2559050"/>
            <a:ext cx="5579311" cy="2876550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536223E-63F7-4E44-BC93-B6626BCFEB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3951" y="1741713"/>
            <a:ext cx="5580280" cy="817200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03200" y="2559050"/>
            <a:ext cx="5580280" cy="2876550"/>
          </a:xfrm>
          <a:noFill/>
          <a:ln>
            <a:solidFill>
              <a:schemeClr val="tx2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82FB9-7D18-4174-9B0A-336A77C9A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6">
            <a:extLst>
              <a:ext uri="{FF2B5EF4-FFF2-40B4-BE49-F238E27FC236}">
                <a16:creationId xmlns:a16="http://schemas.microsoft.com/office/drawing/2014/main" id="{2637D735-30A5-485A-99EE-308975B4856D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D3461D-2D14-40AF-A11E-E32A29AD5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4220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C35EA4"/>
          </p15:clr>
        </p15:guide>
        <p15:guide id="2" orient="horz" pos="981" userDrawn="1">
          <p15:clr>
            <a:srgbClr val="C35EA4"/>
          </p15:clr>
        </p15:guide>
        <p15:guide id="3" pos="3772" userDrawn="1">
          <p15:clr>
            <a:srgbClr val="A4A3A4"/>
          </p15:clr>
        </p15:guide>
        <p15:guide id="4" pos="3908" userDrawn="1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Heading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9400-E757-4904-B6B0-89D775990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CAD35DC-4ECF-4C00-A17E-91E1076289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8738" y="1741713"/>
            <a:ext cx="3707649" cy="81720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987" y="2559050"/>
            <a:ext cx="3707649" cy="2876550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536223E-63F7-4E44-BC93-B6626BCFEB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24337" y="1741713"/>
            <a:ext cx="3743325" cy="817200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23586" y="2559050"/>
            <a:ext cx="3743325" cy="2876550"/>
          </a:xfrm>
          <a:noFill/>
          <a:ln>
            <a:solidFill>
              <a:schemeClr val="tx2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489FFBF6-0D3D-4034-B412-EABCE722800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75613" y="1741713"/>
            <a:ext cx="3709149" cy="817200"/>
          </a:xfr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B8A0AAAB-DFCF-4F8D-90DA-DBD02013396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74862" y="2559050"/>
            <a:ext cx="3709149" cy="2876550"/>
          </a:xfrm>
          <a:noFill/>
          <a:ln>
            <a:solidFill>
              <a:schemeClr val="accent6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9911E2-3D79-4D57-A4A5-99B310315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96">
            <a:extLst>
              <a:ext uri="{FF2B5EF4-FFF2-40B4-BE49-F238E27FC236}">
                <a16:creationId xmlns:a16="http://schemas.microsoft.com/office/drawing/2014/main" id="{3693997A-5C93-43A3-8084-D3D97075252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004B821-BCFE-4694-8F07-82AA247F72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3269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C35EA4"/>
          </p15:clr>
        </p15:guide>
        <p15:guide id="2" orient="horz" pos="981" userDrawn="1">
          <p15:clr>
            <a:srgbClr val="C35EA4"/>
          </p15:clr>
        </p15:guide>
        <p15:guide id="3" pos="2593" userDrawn="1">
          <p15:clr>
            <a:srgbClr val="A4A3A4"/>
          </p15:clr>
        </p15:guide>
        <p15:guide id="4" pos="2661" userDrawn="1">
          <p15:clr>
            <a:srgbClr val="A4A3A4"/>
          </p15:clr>
        </p15:guide>
        <p15:guide id="5" pos="5019" userDrawn="1">
          <p15:clr>
            <a:srgbClr val="A4A3A4"/>
          </p15:clr>
        </p15:guide>
        <p15:guide id="6" pos="5087" userDrawn="1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Heading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9400-E757-4904-B6B0-89D775990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CAD35DC-4ECF-4C00-A17E-91E1076289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8739" y="1741713"/>
            <a:ext cx="2771024" cy="81720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B1D31A-1072-4488-8176-064D101F59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988" y="2559050"/>
            <a:ext cx="2771024" cy="2876550"/>
          </a:xfrm>
          <a:noFill/>
          <a:ln>
            <a:solidFill>
              <a:schemeClr val="accent1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536223E-63F7-4E44-BC93-B6626BCFEB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87712" y="1741713"/>
            <a:ext cx="2771024" cy="817200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10B4C999-11DB-49A6-8AB3-B2F9DC1BC1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86961" y="2559050"/>
            <a:ext cx="2771024" cy="2876550"/>
          </a:xfrm>
          <a:noFill/>
          <a:ln>
            <a:solidFill>
              <a:schemeClr val="tx2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489FFBF6-0D3D-4034-B412-EABCE722800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33267" y="1741713"/>
            <a:ext cx="2771022" cy="817200"/>
          </a:xfrm>
          <a:solidFill>
            <a:schemeClr val="accent6"/>
          </a:solidFill>
          <a:ln>
            <a:solidFill>
              <a:schemeClr val="accent6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B8A0AAAB-DFCF-4F8D-90DA-DBD02013396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32516" y="2559050"/>
            <a:ext cx="2771022" cy="2876550"/>
          </a:xfrm>
          <a:noFill/>
          <a:ln>
            <a:solidFill>
              <a:schemeClr val="accent6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794F06B4-05CB-4425-B43C-90CDB77D4DC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12237" y="1741713"/>
            <a:ext cx="2771023" cy="817200"/>
          </a:xfr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lIns="180000" rIns="18000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07483DBB-6AB3-44E8-B476-D691A6DD779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11486" y="2559050"/>
            <a:ext cx="2771023" cy="2876550"/>
          </a:xfrm>
          <a:noFill/>
          <a:ln>
            <a:solidFill>
              <a:schemeClr val="accent5"/>
            </a:solidFill>
          </a:ln>
        </p:spPr>
        <p:txBody>
          <a:bodyPr lIns="180000" tIns="180000" rIns="180000" bIns="180000">
            <a:no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07ABD0A-0B79-498A-8135-71083AB52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 Placeholder 96">
            <a:extLst>
              <a:ext uri="{FF2B5EF4-FFF2-40B4-BE49-F238E27FC236}">
                <a16:creationId xmlns:a16="http://schemas.microsoft.com/office/drawing/2014/main" id="{C19B5F97-DA6F-4D23-91EB-F783A1590A4A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F1C59-75D3-4D44-AA6A-CE8463447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2849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C35EA4"/>
          </p15:clr>
        </p15:guide>
        <p15:guide id="2" orient="horz" pos="981" userDrawn="1">
          <p15:clr>
            <a:srgbClr val="C35EA4"/>
          </p15:clr>
        </p15:guide>
        <p15:guide id="3" pos="2003" userDrawn="1">
          <p15:clr>
            <a:srgbClr val="A4A3A4"/>
          </p15:clr>
        </p15:guide>
        <p15:guide id="4" pos="2071" userDrawn="1">
          <p15:clr>
            <a:srgbClr val="A4A3A4"/>
          </p15:clr>
        </p15:guide>
        <p15:guide id="5" pos="5677" userDrawn="1">
          <p15:clr>
            <a:srgbClr val="A4A3A4"/>
          </p15:clr>
        </p15:guide>
        <p15:guide id="6" pos="5609" userDrawn="1">
          <p15:clr>
            <a:srgbClr val="A4A3A4"/>
          </p15:clr>
        </p15:guide>
        <p15:guide id="7" pos="3817" userDrawn="1">
          <p15:clr>
            <a:srgbClr val="A4A3A4"/>
          </p15:clr>
        </p15:guide>
        <p15:guide id="8" pos="3863" userDrawn="1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E4B5EC-9E53-45C3-B765-C1C483A070D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07988" y="1567814"/>
            <a:ext cx="11376024" cy="463523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1pPr>
            <a:lvl2pPr marL="460800" indent="-228600"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 here. </a:t>
            </a:r>
            <a:br>
              <a:rPr lang="en-US"/>
            </a:br>
            <a:r>
              <a:rPr lang="en-US"/>
              <a:t>When pasting copy from other slides, be sure to right-click and choose ‘Keep text only’.</a:t>
            </a:r>
            <a:br>
              <a:rPr lang="en-US"/>
            </a:br>
            <a:r>
              <a:rPr lang="en-US"/>
              <a:t>To increase bullet level, select your text and press Tab.</a:t>
            </a:r>
            <a:br>
              <a:rPr lang="en-US"/>
            </a:br>
            <a:r>
              <a:rPr lang="en-US"/>
              <a:t>To decrease bullet level, select your bullet text and press Shift + Tab.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938F29-84D5-4449-9358-343332B4B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C949FF72-87ED-4607-89DB-176C532FA3A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2CC1A-50FF-4A50-8660-D325E3429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36381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391">
          <p15:clr>
            <a:srgbClr val="A4A3A4"/>
          </p15:clr>
        </p15:guide>
        <p15:guide id="2" pos="1463">
          <p15:clr>
            <a:srgbClr val="A4A3A4"/>
          </p15:clr>
        </p15:guide>
        <p15:guide id="3" pos="2598">
          <p15:clr>
            <a:srgbClr val="A4A3A4"/>
          </p15:clr>
        </p15:guide>
        <p15:guide id="4" pos="2669">
          <p15:clr>
            <a:srgbClr val="A4A3A4"/>
          </p15:clr>
        </p15:guide>
        <p15:guide id="5" pos="3804">
          <p15:clr>
            <a:srgbClr val="A4A3A4"/>
          </p15:clr>
        </p15:guide>
        <p15:guide id="6" pos="3876">
          <p15:clr>
            <a:srgbClr val="A4A3A4"/>
          </p15:clr>
        </p15:guide>
        <p15:guide id="7" pos="5009">
          <p15:clr>
            <a:srgbClr val="A4A3A4"/>
          </p15:clr>
        </p15:guide>
        <p15:guide id="8" pos="5082">
          <p15:clr>
            <a:srgbClr val="A4A3A4"/>
          </p15:clr>
        </p15:guide>
        <p15:guide id="9" pos="6215">
          <p15:clr>
            <a:srgbClr val="A4A3A4"/>
          </p15:clr>
        </p15:guide>
        <p15:guide id="10" pos="6288">
          <p15:clr>
            <a:srgbClr val="A4A3A4"/>
          </p15:clr>
        </p15:guide>
        <p15:guide id="11" orient="horz" pos="890">
          <p15:clr>
            <a:srgbClr val="C35EA4"/>
          </p15:clr>
        </p15:guide>
        <p15:guide id="12" orient="horz" pos="981">
          <p15:clr>
            <a:srgbClr val="C35E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Dark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7BF9FC5-73CA-47D5-891A-42CBDE799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96">
            <a:extLst>
              <a:ext uri="{FF2B5EF4-FFF2-40B4-BE49-F238E27FC236}">
                <a16:creationId xmlns:a16="http://schemas.microsoft.com/office/drawing/2014/main" id="{462FAF15-0CB5-418E-A59C-EA8FADE526AE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1075AA4-1FA9-4704-A587-D8E88C1D1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13613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391">
          <p15:clr>
            <a:srgbClr val="A4A3A4"/>
          </p15:clr>
        </p15:guide>
        <p15:guide id="2" pos="1463">
          <p15:clr>
            <a:srgbClr val="A4A3A4"/>
          </p15:clr>
        </p15:guide>
        <p15:guide id="3" pos="2598">
          <p15:clr>
            <a:srgbClr val="A4A3A4"/>
          </p15:clr>
        </p15:guide>
        <p15:guide id="4" pos="2669">
          <p15:clr>
            <a:srgbClr val="A4A3A4"/>
          </p15:clr>
        </p15:guide>
        <p15:guide id="5" pos="3804">
          <p15:clr>
            <a:srgbClr val="A4A3A4"/>
          </p15:clr>
        </p15:guide>
        <p15:guide id="6" pos="3876">
          <p15:clr>
            <a:srgbClr val="A4A3A4"/>
          </p15:clr>
        </p15:guide>
        <p15:guide id="7" pos="5009">
          <p15:clr>
            <a:srgbClr val="A4A3A4"/>
          </p15:clr>
        </p15:guide>
        <p15:guide id="8" pos="5082">
          <p15:clr>
            <a:srgbClr val="A4A3A4"/>
          </p15:clr>
        </p15:guide>
        <p15:guide id="9" pos="6215">
          <p15:clr>
            <a:srgbClr val="A4A3A4"/>
          </p15:clr>
        </p15:guide>
        <p15:guide id="10" pos="6288">
          <p15:clr>
            <a:srgbClr val="A4A3A4"/>
          </p15:clr>
        </p15:guide>
        <p15:guide id="11" orient="horz" pos="890">
          <p15:clr>
            <a:srgbClr val="C35EA4"/>
          </p15:clr>
        </p15:guide>
        <p15:guide id="12" orient="horz" pos="981">
          <p15:clr>
            <a:srgbClr val="C35E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Mulberry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E4B5EC-9E53-45C3-B765-C1C483A070D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07988" y="1567814"/>
            <a:ext cx="11376024" cy="463523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1pPr>
            <a:lvl2pPr marL="460800" indent="-228600"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 here. </a:t>
            </a:r>
            <a:br>
              <a:rPr lang="en-US"/>
            </a:br>
            <a:r>
              <a:rPr lang="en-US"/>
              <a:t>When pasting copy from other slides, be sure to right-click and choose ‘Keep text only’.</a:t>
            </a:r>
            <a:br>
              <a:rPr lang="en-US"/>
            </a:br>
            <a:r>
              <a:rPr lang="en-US"/>
              <a:t>To increase bullet level, select your text and press Tab.</a:t>
            </a:r>
            <a:br>
              <a:rPr lang="en-US"/>
            </a:br>
            <a:r>
              <a:rPr lang="en-US"/>
              <a:t>To decrease bullet level, select your bullet text and press Shift + Tab.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938F29-84D5-4449-9358-343332B4B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C949FF72-87ED-4607-89DB-176C532FA3A0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2CC1A-50FF-4A50-8660-D325E3429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76489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391">
          <p15:clr>
            <a:srgbClr val="A4A3A4"/>
          </p15:clr>
        </p15:guide>
        <p15:guide id="2" pos="1463">
          <p15:clr>
            <a:srgbClr val="A4A3A4"/>
          </p15:clr>
        </p15:guide>
        <p15:guide id="3" pos="2598">
          <p15:clr>
            <a:srgbClr val="A4A3A4"/>
          </p15:clr>
        </p15:guide>
        <p15:guide id="4" pos="2669">
          <p15:clr>
            <a:srgbClr val="A4A3A4"/>
          </p15:clr>
        </p15:guide>
        <p15:guide id="5" pos="3804">
          <p15:clr>
            <a:srgbClr val="A4A3A4"/>
          </p15:clr>
        </p15:guide>
        <p15:guide id="6" pos="3876">
          <p15:clr>
            <a:srgbClr val="A4A3A4"/>
          </p15:clr>
        </p15:guide>
        <p15:guide id="7" pos="5009">
          <p15:clr>
            <a:srgbClr val="A4A3A4"/>
          </p15:clr>
        </p15:guide>
        <p15:guide id="8" pos="5082">
          <p15:clr>
            <a:srgbClr val="A4A3A4"/>
          </p15:clr>
        </p15:guide>
        <p15:guide id="9" pos="6215">
          <p15:clr>
            <a:srgbClr val="A4A3A4"/>
          </p15:clr>
        </p15:guide>
        <p15:guide id="10" pos="6288">
          <p15:clr>
            <a:srgbClr val="A4A3A4"/>
          </p15:clr>
        </p15:guide>
        <p15:guide id="11" orient="horz" pos="890">
          <p15:clr>
            <a:srgbClr val="C35EA4"/>
          </p15:clr>
        </p15:guide>
        <p15:guide id="12" orient="horz" pos="981">
          <p15:clr>
            <a:srgbClr val="C35E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Mulberry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7BF9FC5-73CA-47D5-891A-42CBDE799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96">
            <a:extLst>
              <a:ext uri="{FF2B5EF4-FFF2-40B4-BE49-F238E27FC236}">
                <a16:creationId xmlns:a16="http://schemas.microsoft.com/office/drawing/2014/main" id="{462FAF15-0CB5-418E-A59C-EA8FADE526AE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1075AA4-1FA9-4704-A587-D8E88C1D1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99324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391">
          <p15:clr>
            <a:srgbClr val="A4A3A4"/>
          </p15:clr>
        </p15:guide>
        <p15:guide id="2" pos="1463">
          <p15:clr>
            <a:srgbClr val="A4A3A4"/>
          </p15:clr>
        </p15:guide>
        <p15:guide id="3" pos="2598">
          <p15:clr>
            <a:srgbClr val="A4A3A4"/>
          </p15:clr>
        </p15:guide>
        <p15:guide id="4" pos="2669">
          <p15:clr>
            <a:srgbClr val="A4A3A4"/>
          </p15:clr>
        </p15:guide>
        <p15:guide id="5" pos="3804">
          <p15:clr>
            <a:srgbClr val="A4A3A4"/>
          </p15:clr>
        </p15:guide>
        <p15:guide id="6" pos="3876">
          <p15:clr>
            <a:srgbClr val="A4A3A4"/>
          </p15:clr>
        </p15:guide>
        <p15:guide id="7" pos="5009">
          <p15:clr>
            <a:srgbClr val="A4A3A4"/>
          </p15:clr>
        </p15:guide>
        <p15:guide id="8" pos="5082">
          <p15:clr>
            <a:srgbClr val="A4A3A4"/>
          </p15:clr>
        </p15:guide>
        <p15:guide id="9" pos="6215">
          <p15:clr>
            <a:srgbClr val="A4A3A4"/>
          </p15:clr>
        </p15:guide>
        <p15:guide id="10" pos="6288">
          <p15:clr>
            <a:srgbClr val="A4A3A4"/>
          </p15:clr>
        </p15:guide>
        <p15:guide id="11" orient="horz" pos="890">
          <p15:clr>
            <a:srgbClr val="C35EA4"/>
          </p15:clr>
        </p15:guide>
        <p15:guide id="12" orient="horz" pos="981">
          <p15:clr>
            <a:srgbClr val="C35E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alue Point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23" name="Text Placeholder 18">
            <a:extLst>
              <a:ext uri="{FF2B5EF4-FFF2-40B4-BE49-F238E27FC236}">
                <a16:creationId xmlns:a16="http://schemas.microsoft.com/office/drawing/2014/main" id="{908774E5-6317-0685-60C2-4C482EE1C82E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1139499" y="187197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callout or key figure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7E1E7FE7-76AF-85F1-4FBC-8E527FBEC9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9" y="4213225"/>
            <a:ext cx="3563936" cy="172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3C3D6D1C-EA2A-BC93-1142-0AF07D344827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4968875" y="187197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callout or key figure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CAE97067-E054-F240-2C74-3C276BE7E5A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14032" y="4213225"/>
            <a:ext cx="3563936" cy="172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7FE1B641-0CB5-ADC0-4697-B06992037923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8799513" y="187197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callout or key figure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57559BB0-B9E5-D570-8CCA-20334B1AC50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20075" y="4213225"/>
            <a:ext cx="3563936" cy="172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3F930-38D6-455D-84C2-DD9D1E30F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 Placeholder 96">
            <a:extLst>
              <a:ext uri="{FF2B5EF4-FFF2-40B4-BE49-F238E27FC236}">
                <a16:creationId xmlns:a16="http://schemas.microsoft.com/office/drawing/2014/main" id="{AA42A745-9907-45EF-9B18-E061ED71F0D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5BA28-9268-48CE-8962-39F56ADB8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89100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502" userDrawn="1">
          <p15:clr>
            <a:srgbClr val="A4A3A4"/>
          </p15:clr>
        </p15:guide>
        <p15:guide id="4" pos="2706" userDrawn="1">
          <p15:clr>
            <a:srgbClr val="A4A3A4"/>
          </p15:clr>
        </p15:guide>
        <p15:guide id="7" pos="4974" userDrawn="1">
          <p15:clr>
            <a:srgbClr val="A4A3A4"/>
          </p15:clr>
        </p15:guide>
        <p15:guide id="8" pos="5178" userDrawn="1">
          <p15:clr>
            <a:srgbClr val="A4A3A4"/>
          </p15:clr>
        </p15:guide>
        <p15:guide id="11" orient="horz" pos="890" userDrawn="1">
          <p15:clr>
            <a:srgbClr val="C35EA4"/>
          </p15:clr>
        </p15:guide>
        <p15:guide id="12" orient="horz" pos="981" userDrawn="1">
          <p15:clr>
            <a:srgbClr val="C35E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Value Point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1A29A185-838B-41FF-C98E-2BFDAEBD8434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568658" y="187197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callout or key figure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8CC9D214-CAF4-F003-7DEA-8CB09B222F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9" y="4213225"/>
            <a:ext cx="2592386" cy="175432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ACD01662-D7D4-E679-4DA0-FAC63A1FDBFA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3502666" y="187197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callout or key figure</a:t>
            </a:r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5E7F3C01-9811-E089-2F05-62240D09F64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38933" y="4213225"/>
            <a:ext cx="2592386" cy="175432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AE29663C-8BFD-0CD5-3803-048743082A1D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6436674" y="187197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callout or key figure</a:t>
            </a:r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BF905CDA-C0A2-1E33-ABD8-291F764868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69877" y="4213225"/>
            <a:ext cx="2592386" cy="175432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CE640007-E9BE-2277-AD9A-AE01C100C4CA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9370682" y="1871971"/>
            <a:ext cx="2252662" cy="2251075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callout or key figure</a:t>
            </a:r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FEAAFD62-B4F1-9834-F672-1BB07FEDBD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00820" y="4213225"/>
            <a:ext cx="2592386" cy="175432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Text Placeholder 96">
            <a:extLst>
              <a:ext uri="{FF2B5EF4-FFF2-40B4-BE49-F238E27FC236}">
                <a16:creationId xmlns:a16="http://schemas.microsoft.com/office/drawing/2014/main" id="{6F65E95C-9C1A-45B9-A2D2-B58B0FB5236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0463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1890" userDrawn="1">
          <p15:clr>
            <a:srgbClr val="A4A3A4"/>
          </p15:clr>
        </p15:guide>
        <p15:guide id="4" pos="2094" userDrawn="1">
          <p15:clr>
            <a:srgbClr val="A4A3A4"/>
          </p15:clr>
        </p15:guide>
        <p15:guide id="5" pos="3727" userDrawn="1">
          <p15:clr>
            <a:srgbClr val="A4A3A4"/>
          </p15:clr>
        </p15:guide>
        <p15:guide id="6" pos="3953" userDrawn="1">
          <p15:clr>
            <a:srgbClr val="A4A3A4"/>
          </p15:clr>
        </p15:guide>
        <p15:guide id="9" pos="5586" userDrawn="1">
          <p15:clr>
            <a:srgbClr val="A4A3A4"/>
          </p15:clr>
        </p15:guide>
        <p15:guide id="10" pos="5790" userDrawn="1">
          <p15:clr>
            <a:srgbClr val="A4A3A4"/>
          </p15:clr>
        </p15:guide>
        <p15:guide id="11" orient="horz" pos="890" userDrawn="1">
          <p15:clr>
            <a:srgbClr val="C35EA4"/>
          </p15:clr>
        </p15:guide>
        <p15:guide id="12" orient="horz" pos="981" userDrawn="1">
          <p15:clr>
            <a:srgbClr val="C35E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Value Point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FA36CDD2-8C9C-EA14-5271-A8D9555989E5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551619" y="1871971"/>
            <a:ext cx="1814648" cy="181337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callout or key figure</a:t>
            </a:r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0E0FE2D6-35F4-8E1A-31AA-6F312886C7B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9" y="3927674"/>
            <a:ext cx="2124074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A330BAED-E9CF-2E69-A2F4-772911766C62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2870147" y="1871971"/>
            <a:ext cx="1814648" cy="181337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callout or key figure</a:t>
            </a:r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5B9BE5D8-0413-0ACA-741E-13DEE93FF74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711450" y="3927674"/>
            <a:ext cx="2124074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6B2F2730-F6F9-0FE9-1E9E-8DF9F5395AE5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5188675" y="1871971"/>
            <a:ext cx="1814648" cy="181337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callout or key figure</a:t>
            </a:r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A28559BD-35F7-45E2-9625-26A01CA6276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16500" y="3927674"/>
            <a:ext cx="2158999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FF5D1043-80F8-B0C9-61D2-7DBB499435FB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7511188" y="1871971"/>
            <a:ext cx="1814648" cy="181337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callout or key figure</a:t>
            </a:r>
          </a:p>
        </p:txBody>
      </p:sp>
      <p:sp>
        <p:nvSpPr>
          <p:cNvPr id="40" name="Text Placeholder 9">
            <a:extLst>
              <a:ext uri="{FF2B5EF4-FFF2-40B4-BE49-F238E27FC236}">
                <a16:creationId xmlns:a16="http://schemas.microsoft.com/office/drawing/2014/main" id="{3EC2CEFC-763B-BBF7-0BB9-E9FD3626F38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56475" y="3927674"/>
            <a:ext cx="2124074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41" name="Text Placeholder 18">
            <a:extLst>
              <a:ext uri="{FF2B5EF4-FFF2-40B4-BE49-F238E27FC236}">
                <a16:creationId xmlns:a16="http://schemas.microsoft.com/office/drawing/2014/main" id="{6D7A5137-A4E7-91D5-97A1-83F3228C8EA2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9814650" y="1871971"/>
            <a:ext cx="1814648" cy="1813370"/>
          </a:xfrm>
          <a:custGeom>
            <a:avLst/>
            <a:gdLst>
              <a:gd name="connsiteX0" fmla="*/ 1006200 w 2012400"/>
              <a:gd name="connsiteY0" fmla="*/ 0 h 2012400"/>
              <a:gd name="connsiteX1" fmla="*/ 2012400 w 2012400"/>
              <a:gd name="connsiteY1" fmla="*/ 1006200 h 2012400"/>
              <a:gd name="connsiteX2" fmla="*/ 1006200 w 2012400"/>
              <a:gd name="connsiteY2" fmla="*/ 2012400 h 2012400"/>
              <a:gd name="connsiteX3" fmla="*/ 0 w 2012400"/>
              <a:gd name="connsiteY3" fmla="*/ 1006200 h 2012400"/>
              <a:gd name="connsiteX4" fmla="*/ 1006200 w 2012400"/>
              <a:gd name="connsiteY4" fmla="*/ 0 h 20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2400" h="2012400">
                <a:moveTo>
                  <a:pt x="1006200" y="0"/>
                </a:moveTo>
                <a:cubicBezTo>
                  <a:pt x="1561909" y="0"/>
                  <a:pt x="2012400" y="450491"/>
                  <a:pt x="2012400" y="1006200"/>
                </a:cubicBezTo>
                <a:cubicBezTo>
                  <a:pt x="2012400" y="1561909"/>
                  <a:pt x="1561909" y="2012400"/>
                  <a:pt x="1006200" y="2012400"/>
                </a:cubicBezTo>
                <a:cubicBezTo>
                  <a:pt x="450491" y="2012400"/>
                  <a:pt x="0" y="1561909"/>
                  <a:pt x="0" y="1006200"/>
                </a:cubicBezTo>
                <a:cubicBezTo>
                  <a:pt x="0" y="450491"/>
                  <a:pt x="450491" y="0"/>
                  <a:pt x="100620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callout or key figure</a:t>
            </a:r>
          </a:p>
        </p:txBody>
      </p:sp>
      <p:sp>
        <p:nvSpPr>
          <p:cNvPr id="42" name="Text Placeholder 9">
            <a:extLst>
              <a:ext uri="{FF2B5EF4-FFF2-40B4-BE49-F238E27FC236}">
                <a16:creationId xmlns:a16="http://schemas.microsoft.com/office/drawing/2014/main" id="{95A1032C-67B8-5D48-FBF7-47CA8F6DF40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659937" y="3927674"/>
            <a:ext cx="2124074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Text Placeholder 96">
            <a:extLst>
              <a:ext uri="{FF2B5EF4-FFF2-40B4-BE49-F238E27FC236}">
                <a16:creationId xmlns:a16="http://schemas.microsoft.com/office/drawing/2014/main" id="{E55FEA9E-88F1-4D2F-9402-729ADDB70C5C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8403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595" userDrawn="1">
          <p15:clr>
            <a:srgbClr val="A4A3A4"/>
          </p15:clr>
        </p15:guide>
        <p15:guide id="2" pos="1708" userDrawn="1">
          <p15:clr>
            <a:srgbClr val="A4A3A4"/>
          </p15:clr>
        </p15:guide>
        <p15:guide id="3" pos="3046" userDrawn="1">
          <p15:clr>
            <a:srgbClr val="A4A3A4"/>
          </p15:clr>
        </p15:guide>
        <p15:guide id="4" pos="3160" userDrawn="1">
          <p15:clr>
            <a:srgbClr val="A4A3A4"/>
          </p15:clr>
        </p15:guide>
        <p15:guide id="5" pos="4520" userDrawn="1">
          <p15:clr>
            <a:srgbClr val="A4A3A4"/>
          </p15:clr>
        </p15:guide>
        <p15:guide id="6" pos="4634" userDrawn="1">
          <p15:clr>
            <a:srgbClr val="A4A3A4"/>
          </p15:clr>
        </p15:guide>
        <p15:guide id="9" pos="5972" userDrawn="1">
          <p15:clr>
            <a:srgbClr val="A4A3A4"/>
          </p15:clr>
        </p15:guide>
        <p15:guide id="10" pos="6085" userDrawn="1">
          <p15:clr>
            <a:srgbClr val="A4A3A4"/>
          </p15:clr>
        </p15:guide>
        <p15:guide id="11" orient="horz" pos="890" userDrawn="1">
          <p15:clr>
            <a:srgbClr val="C35EA4"/>
          </p15:clr>
        </p15:guide>
        <p15:guide id="12" orient="horz" pos="981" userDrawn="1">
          <p15:clr>
            <a:srgbClr val="C35EA4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/>
              <a:t>Do not use layouts</a:t>
            </a:r>
            <a:br>
              <a:rPr lang="en-US" sz="9600"/>
            </a:br>
            <a:r>
              <a:rPr lang="en-US" sz="9600"/>
              <a:t>in this section appearing after this point. </a:t>
            </a:r>
          </a:p>
        </p:txBody>
      </p:sp>
      <p:sp>
        <p:nvSpPr>
          <p:cNvPr id="4" name="DO NOT DELETE (BRANDIN)">
            <a:extLst>
              <a:ext uri="{FF2B5EF4-FFF2-40B4-BE49-F238E27FC236}">
                <a16:creationId xmlns:a16="http://schemas.microsoft.com/office/drawing/2014/main" id="{4FE5B898-DD8A-1B42-B5C8-50EEAD84123B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303594771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Small Image in L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A8D32-C108-A1A7-808A-E3243A76A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26" y="404812"/>
            <a:ext cx="7545388" cy="10074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8D69923-15A7-B001-C23D-CC6E24236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2" hasCustomPrompt="1"/>
          </p:nvPr>
        </p:nvSpPr>
        <p:spPr>
          <a:xfrm>
            <a:off x="1" y="-1"/>
            <a:ext cx="3875391" cy="4330700"/>
          </a:xfrm>
          <a:custGeom>
            <a:avLst/>
            <a:gdLst>
              <a:gd name="connsiteX0" fmla="*/ 417122 w 3875391"/>
              <a:gd name="connsiteY0" fmla="*/ 0 h 4330700"/>
              <a:gd name="connsiteX1" fmla="*/ 2700571 w 3875391"/>
              <a:gd name="connsiteY1" fmla="*/ 0 h 4330700"/>
              <a:gd name="connsiteX2" fmla="*/ 2854048 w 3875391"/>
              <a:gd name="connsiteY2" fmla="*/ 93240 h 4330700"/>
              <a:gd name="connsiteX3" fmla="*/ 3875391 w 3875391"/>
              <a:gd name="connsiteY3" fmla="*/ 2014156 h 4330700"/>
              <a:gd name="connsiteX4" fmla="*/ 3479762 w 3875391"/>
              <a:gd name="connsiteY4" fmla="*/ 3309358 h 4330700"/>
              <a:gd name="connsiteX5" fmla="*/ 3457575 w 3875391"/>
              <a:gd name="connsiteY5" fmla="*/ 3339027 h 4330700"/>
              <a:gd name="connsiteX6" fmla="*/ 3457575 w 3875391"/>
              <a:gd name="connsiteY6" fmla="*/ 3343274 h 4330700"/>
              <a:gd name="connsiteX7" fmla="*/ 3454399 w 3875391"/>
              <a:gd name="connsiteY7" fmla="*/ 3343274 h 4330700"/>
              <a:gd name="connsiteX8" fmla="*/ 3346405 w 3875391"/>
              <a:gd name="connsiteY8" fmla="*/ 3487693 h 4330700"/>
              <a:gd name="connsiteX9" fmla="*/ 1558846 w 3875391"/>
              <a:gd name="connsiteY9" fmla="*/ 4330700 h 4330700"/>
              <a:gd name="connsiteX10" fmla="*/ 85309 w 3875391"/>
              <a:gd name="connsiteY10" fmla="*/ 3801714 h 4330700"/>
              <a:gd name="connsiteX11" fmla="*/ 0 w 3875391"/>
              <a:gd name="connsiteY11" fmla="*/ 3724180 h 4330700"/>
              <a:gd name="connsiteX12" fmla="*/ 0 w 3875391"/>
              <a:gd name="connsiteY12" fmla="*/ 304131 h 4330700"/>
              <a:gd name="connsiteX13" fmla="*/ 85309 w 3875391"/>
              <a:gd name="connsiteY13" fmla="*/ 226597 h 4330700"/>
              <a:gd name="connsiteX14" fmla="*/ 263644 w 3875391"/>
              <a:gd name="connsiteY14" fmla="*/ 93240 h 433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75391" h="4330700">
                <a:moveTo>
                  <a:pt x="417122" y="0"/>
                </a:moveTo>
                <a:lnTo>
                  <a:pt x="2700571" y="0"/>
                </a:lnTo>
                <a:lnTo>
                  <a:pt x="2854048" y="93240"/>
                </a:lnTo>
                <a:cubicBezTo>
                  <a:pt x="3470253" y="509540"/>
                  <a:pt x="3875391" y="1214535"/>
                  <a:pt x="3875391" y="2014156"/>
                </a:cubicBezTo>
                <a:cubicBezTo>
                  <a:pt x="3875391" y="2493928"/>
                  <a:pt x="3729542" y="2939635"/>
                  <a:pt x="3479762" y="3309358"/>
                </a:cubicBezTo>
                <a:lnTo>
                  <a:pt x="3457575" y="3339027"/>
                </a:lnTo>
                <a:lnTo>
                  <a:pt x="3457575" y="3343274"/>
                </a:lnTo>
                <a:lnTo>
                  <a:pt x="3454399" y="3343274"/>
                </a:lnTo>
                <a:lnTo>
                  <a:pt x="3346405" y="3487693"/>
                </a:lnTo>
                <a:cubicBezTo>
                  <a:pt x="2921516" y="4002539"/>
                  <a:pt x="2278504" y="4330700"/>
                  <a:pt x="1558846" y="4330700"/>
                </a:cubicBezTo>
                <a:cubicBezTo>
                  <a:pt x="999112" y="4330700"/>
                  <a:pt x="485745" y="4132183"/>
                  <a:pt x="85309" y="3801714"/>
                </a:cubicBezTo>
                <a:lnTo>
                  <a:pt x="0" y="3724180"/>
                </a:lnTo>
                <a:lnTo>
                  <a:pt x="0" y="304131"/>
                </a:lnTo>
                <a:lnTo>
                  <a:pt x="85309" y="226597"/>
                </a:lnTo>
                <a:cubicBezTo>
                  <a:pt x="142514" y="179387"/>
                  <a:pt x="202023" y="134871"/>
                  <a:pt x="263644" y="9324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bIns="288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_______________________________</a:t>
            </a:r>
            <a:br>
              <a:rPr lang="en-US"/>
            </a:br>
            <a:br>
              <a:rPr lang="en-US"/>
            </a:br>
            <a:r>
              <a:rPr lang="en-US"/>
              <a:t>To add an image here: </a:t>
            </a:r>
            <a:br>
              <a:rPr lang="en-US"/>
            </a:br>
            <a:r>
              <a:rPr lang="en-US"/>
              <a:t>Click the icon and select Brand Pictures, </a:t>
            </a:r>
            <a:br>
              <a:rPr lang="en-US"/>
            </a:br>
            <a:r>
              <a:rPr lang="en-US"/>
              <a:t>or insert a file from your computer.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The image can then be scaled within </a:t>
            </a:r>
            <a:br>
              <a:rPr lang="en-US"/>
            </a:br>
            <a:r>
              <a:rPr lang="en-US"/>
              <a:t>the frame by using the Crop feature in </a:t>
            </a:r>
            <a:br>
              <a:rPr lang="en-US"/>
            </a:br>
            <a:r>
              <a:rPr lang="en-US"/>
              <a:t>the Picture Format tab of the ribbon.</a:t>
            </a:r>
            <a:br>
              <a:rPr lang="en-US"/>
            </a:br>
            <a:r>
              <a:rPr lang="en-US"/>
              <a:t>_______________________________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4EBE2-41F7-48F4-B525-605699ECF92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38625" y="1567814"/>
            <a:ext cx="7545387" cy="4632999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286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286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286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 here. </a:t>
            </a:r>
            <a:br>
              <a:rPr lang="en-US"/>
            </a:br>
            <a:r>
              <a:rPr lang="en-US"/>
              <a:t>When pasting copy from other slides, be sure to right-click and choose ‘Keep text only’.</a:t>
            </a:r>
            <a:br>
              <a:rPr lang="en-US"/>
            </a:br>
            <a:r>
              <a:rPr lang="en-US"/>
              <a:t>To increase bullet level, select your text and press Tab.</a:t>
            </a:r>
            <a:br>
              <a:rPr lang="en-US"/>
            </a:br>
            <a:r>
              <a:rPr lang="en-US"/>
              <a:t>To decrease bullet level, select your bullet text and press Shift + Tab.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2C25B5D-B685-4B55-8498-3486110FD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96">
            <a:extLst>
              <a:ext uri="{FF2B5EF4-FFF2-40B4-BE49-F238E27FC236}">
                <a16:creationId xmlns:a16="http://schemas.microsoft.com/office/drawing/2014/main" id="{DFE25DB2-F58D-4AD2-B640-7A1061569FF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9C580CE-4074-4379-8D68-E5118B13A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040238-DCC8-4532-9AE6-EB7C834F3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540125" y="3730171"/>
            <a:ext cx="0" cy="24795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53326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30">
          <p15:clr>
            <a:srgbClr val="C35EA4"/>
          </p15:clr>
        </p15:guide>
        <p15:guide id="5" pos="2661">
          <p15:clr>
            <a:srgbClr val="C35EA4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in L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2"/>
            <a:ext cx="5630862" cy="1007427"/>
          </a:xfrm>
        </p:spPr>
        <p:txBody>
          <a:bodyPr anchor="b" anchorCtr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F9CD076-13C6-4629-A44D-60CE2274E0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7987" y="1741714"/>
            <a:ext cx="5630863" cy="765175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40151-B82D-47EF-9056-B4BE571D309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07987" y="2570163"/>
            <a:ext cx="5630862" cy="363061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content. When pasting copy from other slides, be sure to right-click and choose ‘Keep text only’</a:t>
            </a:r>
            <a:r>
              <a:rPr lang="en-GB"/>
              <a:t>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91AE185-7FED-44AB-A9D9-33D6BC5FB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096001" y="1"/>
            <a:ext cx="6096001" cy="5693399"/>
          </a:xfrm>
          <a:custGeom>
            <a:avLst/>
            <a:gdLst>
              <a:gd name="connsiteX0" fmla="*/ 613929 w 6096001"/>
              <a:gd name="connsiteY0" fmla="*/ 0 h 5693399"/>
              <a:gd name="connsiteX1" fmla="*/ 6096001 w 6096001"/>
              <a:gd name="connsiteY1" fmla="*/ 0 h 5693399"/>
              <a:gd name="connsiteX2" fmla="*/ 6096001 w 6096001"/>
              <a:gd name="connsiteY2" fmla="*/ 4764882 h 5693399"/>
              <a:gd name="connsiteX3" fmla="*/ 5995011 w 6096001"/>
              <a:gd name="connsiteY3" fmla="*/ 4856669 h 5693399"/>
              <a:gd name="connsiteX4" fmla="*/ 3664224 w 6096001"/>
              <a:gd name="connsiteY4" fmla="*/ 5693399 h 5693399"/>
              <a:gd name="connsiteX5" fmla="*/ 0 w 6096001"/>
              <a:gd name="connsiteY5" fmla="*/ 2029175 h 5693399"/>
              <a:gd name="connsiteX6" fmla="*/ 442252 w 6096001"/>
              <a:gd name="connsiteY6" fmla="*/ 282588 h 5693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5693399">
                <a:moveTo>
                  <a:pt x="613929" y="0"/>
                </a:moveTo>
                <a:lnTo>
                  <a:pt x="6096001" y="0"/>
                </a:lnTo>
                <a:lnTo>
                  <a:pt x="6096001" y="4764882"/>
                </a:lnTo>
                <a:lnTo>
                  <a:pt x="5995011" y="4856669"/>
                </a:lnTo>
                <a:cubicBezTo>
                  <a:pt x="5361617" y="5379392"/>
                  <a:pt x="4549591" y="5693399"/>
                  <a:pt x="3664224" y="5693399"/>
                </a:cubicBezTo>
                <a:cubicBezTo>
                  <a:pt x="1640529" y="5693399"/>
                  <a:pt x="0" y="4052870"/>
                  <a:pt x="0" y="2029175"/>
                </a:cubicBezTo>
                <a:cubicBezTo>
                  <a:pt x="0" y="1396770"/>
                  <a:pt x="160208" y="801784"/>
                  <a:pt x="442252" y="282588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396000" tIns="432000" rIns="252000" bIns="73152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_______________________________</a:t>
            </a:r>
            <a:br>
              <a:rPr lang="en-US"/>
            </a:br>
            <a:br>
              <a:rPr lang="en-US"/>
            </a:br>
            <a:r>
              <a:rPr lang="en-US"/>
              <a:t>To add an image here: </a:t>
            </a:r>
            <a:br>
              <a:rPr lang="en-US"/>
            </a:br>
            <a:r>
              <a:rPr lang="en-US"/>
              <a:t>Click the icon and select Brand Pictures, </a:t>
            </a:r>
            <a:br>
              <a:rPr lang="en-US"/>
            </a:br>
            <a:r>
              <a:rPr lang="en-US"/>
              <a:t>or insert a file from your computer.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The image can then be scaled within </a:t>
            </a:r>
            <a:br>
              <a:rPr lang="en-US"/>
            </a:br>
            <a:r>
              <a:rPr lang="en-US"/>
              <a:t>the frame by using the Crop feature in </a:t>
            </a:r>
            <a:br>
              <a:rPr lang="en-US"/>
            </a:br>
            <a:r>
              <a:rPr lang="en-US"/>
              <a:t>the Picture Format tab of the ribbon.</a:t>
            </a:r>
            <a:br>
              <a:rPr lang="en-US"/>
            </a:br>
            <a:r>
              <a:rPr lang="en-US"/>
              <a:t>_______________________________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96">
            <a:extLst>
              <a:ext uri="{FF2B5EF4-FFF2-40B4-BE49-F238E27FC236}">
                <a16:creationId xmlns:a16="http://schemas.microsoft.com/office/drawing/2014/main" id="{416731F4-F189-4DCC-AB0D-BFCE5BE6191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0398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804">
          <p15:clr>
            <a:srgbClr val="A4A3A4"/>
          </p15:clr>
        </p15:guide>
        <p15:guide id="6" pos="3863">
          <p15:clr>
            <a:srgbClr val="A4A3A4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and Image in L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2716357"/>
            <a:ext cx="5630862" cy="553998"/>
          </a:xfrm>
        </p:spPr>
        <p:txBody>
          <a:bodyPr anchor="b" anchorCtr="0">
            <a:sp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88EB634-77D7-4CDB-AE88-62FA9FC51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873240" y="1"/>
            <a:ext cx="5318760" cy="3552079"/>
          </a:xfrm>
          <a:custGeom>
            <a:avLst/>
            <a:gdLst>
              <a:gd name="connsiteX0" fmla="*/ 20727 w 5318760"/>
              <a:gd name="connsiteY0" fmla="*/ 0 h 3552079"/>
              <a:gd name="connsiteX1" fmla="*/ 5318760 w 5318760"/>
              <a:gd name="connsiteY1" fmla="*/ 0 h 3552079"/>
              <a:gd name="connsiteX2" fmla="*/ 5318760 w 5318760"/>
              <a:gd name="connsiteY2" fmla="*/ 2741950 h 3552079"/>
              <a:gd name="connsiteX3" fmla="*/ 5230648 w 5318760"/>
              <a:gd name="connsiteY3" fmla="*/ 2822032 h 3552079"/>
              <a:gd name="connsiteX4" fmla="*/ 3197036 w 5318760"/>
              <a:gd name="connsiteY4" fmla="*/ 3552079 h 3552079"/>
              <a:gd name="connsiteX5" fmla="*/ 0 w 5318760"/>
              <a:gd name="connsiteY5" fmla="*/ 355043 h 3552079"/>
              <a:gd name="connsiteX6" fmla="*/ 6487 w 5318760"/>
              <a:gd name="connsiteY6" fmla="*/ 149723 h 3552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18760" h="3552079">
                <a:moveTo>
                  <a:pt x="20727" y="0"/>
                </a:moveTo>
                <a:lnTo>
                  <a:pt x="5318760" y="0"/>
                </a:lnTo>
                <a:lnTo>
                  <a:pt x="5318760" y="2741950"/>
                </a:lnTo>
                <a:lnTo>
                  <a:pt x="5230648" y="2822032"/>
                </a:lnTo>
                <a:cubicBezTo>
                  <a:pt x="4678012" y="3278108"/>
                  <a:pt x="3969519" y="3552079"/>
                  <a:pt x="3197036" y="3552079"/>
                </a:cubicBezTo>
                <a:cubicBezTo>
                  <a:pt x="1431362" y="3552079"/>
                  <a:pt x="0" y="2120717"/>
                  <a:pt x="0" y="355043"/>
                </a:cubicBezTo>
                <a:cubicBezTo>
                  <a:pt x="0" y="286071"/>
                  <a:pt x="2184" y="217610"/>
                  <a:pt x="6487" y="149723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396000" tIns="0" rIns="252000" bIns="27432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_______________________________</a:t>
            </a:r>
            <a:br>
              <a:rPr lang="en-US"/>
            </a:br>
            <a:br>
              <a:rPr lang="en-US"/>
            </a:br>
            <a:r>
              <a:rPr lang="en-US"/>
              <a:t>To add an image here: </a:t>
            </a:r>
            <a:br>
              <a:rPr lang="en-US"/>
            </a:br>
            <a:r>
              <a:rPr lang="en-US"/>
              <a:t>Click the icon and select Brand Pictures, </a:t>
            </a:r>
            <a:br>
              <a:rPr lang="en-US"/>
            </a:br>
            <a:r>
              <a:rPr lang="en-US"/>
              <a:t>or insert a file from your computer.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The image can then be scaled within </a:t>
            </a:r>
            <a:br>
              <a:rPr lang="en-US"/>
            </a:br>
            <a:r>
              <a:rPr lang="en-US"/>
              <a:t>the frame by using the Crop feature in </a:t>
            </a:r>
            <a:br>
              <a:rPr lang="en-US"/>
            </a:br>
            <a:r>
              <a:rPr lang="en-US"/>
              <a:t>the Picture Format tab of the ribbon.</a:t>
            </a:r>
            <a:br>
              <a:rPr lang="en-US"/>
            </a:br>
            <a:r>
              <a:rPr lang="en-US"/>
              <a:t>_______________________________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D9E6E49B-9844-4F9B-9E49-C493B4AAE6D5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07988" y="3688079"/>
            <a:ext cx="5630400" cy="251269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content. When pasting copy from other slides, be sure to right-click and choose ‘Keep text only’</a:t>
            </a:r>
            <a:r>
              <a:rPr lang="en-GB"/>
              <a:t>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F0F231B6-1649-4FC7-9870-6F8BBC76458E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153150" y="3688079"/>
            <a:ext cx="5630400" cy="251269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content. When pasting copy from other slides, be sure to right-click and choose ‘Keep text only’</a:t>
            </a:r>
            <a:r>
              <a:rPr lang="en-GB"/>
              <a:t>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96">
            <a:extLst>
              <a:ext uri="{FF2B5EF4-FFF2-40B4-BE49-F238E27FC236}">
                <a16:creationId xmlns:a16="http://schemas.microsoft.com/office/drawing/2014/main" id="{08596668-B452-4684-9114-FD6480173A59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3158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804">
          <p15:clr>
            <a:srgbClr val="A4A3A4"/>
          </p15:clr>
        </p15:guide>
        <p15:guide id="6" pos="3876">
          <p15:clr>
            <a:srgbClr val="A4A3A4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and Image in L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2716357"/>
            <a:ext cx="5630862" cy="553998"/>
          </a:xfrm>
        </p:spPr>
        <p:txBody>
          <a:bodyPr anchor="b" anchorCtr="0">
            <a:sp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88EB634-77D7-4CDB-AE88-62FA9FC51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873240" y="1"/>
            <a:ext cx="5318760" cy="3552079"/>
          </a:xfrm>
          <a:custGeom>
            <a:avLst/>
            <a:gdLst>
              <a:gd name="connsiteX0" fmla="*/ 20727 w 5318760"/>
              <a:gd name="connsiteY0" fmla="*/ 0 h 3552079"/>
              <a:gd name="connsiteX1" fmla="*/ 5318760 w 5318760"/>
              <a:gd name="connsiteY1" fmla="*/ 0 h 3552079"/>
              <a:gd name="connsiteX2" fmla="*/ 5318760 w 5318760"/>
              <a:gd name="connsiteY2" fmla="*/ 2741950 h 3552079"/>
              <a:gd name="connsiteX3" fmla="*/ 5230648 w 5318760"/>
              <a:gd name="connsiteY3" fmla="*/ 2822032 h 3552079"/>
              <a:gd name="connsiteX4" fmla="*/ 3197036 w 5318760"/>
              <a:gd name="connsiteY4" fmla="*/ 3552079 h 3552079"/>
              <a:gd name="connsiteX5" fmla="*/ 0 w 5318760"/>
              <a:gd name="connsiteY5" fmla="*/ 355043 h 3552079"/>
              <a:gd name="connsiteX6" fmla="*/ 6487 w 5318760"/>
              <a:gd name="connsiteY6" fmla="*/ 149723 h 3552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18760" h="3552079">
                <a:moveTo>
                  <a:pt x="20727" y="0"/>
                </a:moveTo>
                <a:lnTo>
                  <a:pt x="5318760" y="0"/>
                </a:lnTo>
                <a:lnTo>
                  <a:pt x="5318760" y="2741950"/>
                </a:lnTo>
                <a:lnTo>
                  <a:pt x="5230648" y="2822032"/>
                </a:lnTo>
                <a:cubicBezTo>
                  <a:pt x="4678012" y="3278108"/>
                  <a:pt x="3969519" y="3552079"/>
                  <a:pt x="3197036" y="3552079"/>
                </a:cubicBezTo>
                <a:cubicBezTo>
                  <a:pt x="1431362" y="3552079"/>
                  <a:pt x="0" y="2120717"/>
                  <a:pt x="0" y="355043"/>
                </a:cubicBezTo>
                <a:cubicBezTo>
                  <a:pt x="0" y="286071"/>
                  <a:pt x="2184" y="217610"/>
                  <a:pt x="6487" y="149723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396000" tIns="0" rIns="252000" bIns="27432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_______________________________</a:t>
            </a:r>
            <a:br>
              <a:rPr lang="en-US"/>
            </a:br>
            <a:br>
              <a:rPr lang="en-US"/>
            </a:br>
            <a:r>
              <a:rPr lang="en-US"/>
              <a:t>To add an image here: </a:t>
            </a:r>
            <a:br>
              <a:rPr lang="en-US"/>
            </a:br>
            <a:r>
              <a:rPr lang="en-US"/>
              <a:t>Click the icon and select Brand Pictures, </a:t>
            </a:r>
            <a:br>
              <a:rPr lang="en-US"/>
            </a:br>
            <a:r>
              <a:rPr lang="en-US"/>
              <a:t>or insert a file from your computer.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The image can then be scaled within </a:t>
            </a:r>
            <a:br>
              <a:rPr lang="en-US"/>
            </a:br>
            <a:r>
              <a:rPr lang="en-US"/>
              <a:t>the frame by using the Crop feature in </a:t>
            </a:r>
            <a:br>
              <a:rPr lang="en-US"/>
            </a:br>
            <a:r>
              <a:rPr lang="en-US"/>
              <a:t>the Picture Format tab of the ribbon.</a:t>
            </a:r>
            <a:br>
              <a:rPr lang="en-US"/>
            </a:br>
            <a:r>
              <a:rPr lang="en-US"/>
              <a:t>_______________________________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F0F231B6-1649-4FC7-9870-6F8BBC76458E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07988" y="3688079"/>
            <a:ext cx="3715200" cy="251269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content. When pasting copy from other slides, be sure to right-click and choose ‘Keep text only’</a:t>
            </a:r>
            <a:r>
              <a:rPr lang="en-GB"/>
              <a:t>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959B661-E0AC-460F-8B80-1D7A0DE584D0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43390" y="3688079"/>
            <a:ext cx="3715200" cy="251269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content. When pasting copy from other slides, be sure to right-click and choose ‘Keep text only’</a:t>
            </a:r>
            <a:r>
              <a:rPr lang="en-GB"/>
              <a:t>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D9E6E49B-9844-4F9B-9E49-C493B4AAE6D5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072441" y="3688079"/>
            <a:ext cx="3715200" cy="251269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content. When pasting copy from other slides, be sure to right-click and choose ‘Keep text only’</a:t>
            </a:r>
            <a:r>
              <a:rPr lang="en-GB"/>
              <a:t>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6">
            <a:extLst>
              <a:ext uri="{FF2B5EF4-FFF2-40B4-BE49-F238E27FC236}">
                <a16:creationId xmlns:a16="http://schemas.microsoft.com/office/drawing/2014/main" id="{B863F956-22D4-4C3A-A009-E80F1E169DCD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0155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598">
          <p15:clr>
            <a:srgbClr val="A4A3A4"/>
          </p15:clr>
        </p15:guide>
        <p15:guide id="4" pos="2669">
          <p15:clr>
            <a:srgbClr val="A4A3A4"/>
          </p15:clr>
        </p15:guide>
        <p15:guide id="7" pos="5009">
          <p15:clr>
            <a:srgbClr val="A4A3A4"/>
          </p15:clr>
        </p15:guide>
        <p15:guide id="8" pos="5082">
          <p15:clr>
            <a:srgbClr val="A4A3A4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FB789-D2DE-40CF-B66E-05E9E8302D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75163" y="404812"/>
            <a:ext cx="7308849" cy="1017588"/>
          </a:xfrm>
        </p:spPr>
        <p:txBody>
          <a:bodyPr anchor="b" anchorCtr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1878CEE-058E-4CA0-A804-58BE7BD4C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0"/>
            <a:ext cx="4622041" cy="6858000"/>
          </a:xfrm>
          <a:custGeom>
            <a:avLst/>
            <a:gdLst>
              <a:gd name="connsiteX0" fmla="*/ 0 w 4622041"/>
              <a:gd name="connsiteY0" fmla="*/ 0 h 6858000"/>
              <a:gd name="connsiteX1" fmla="*/ 1524909 w 4622041"/>
              <a:gd name="connsiteY1" fmla="*/ 0 h 6858000"/>
              <a:gd name="connsiteX2" fmla="*/ 3181350 w 4622041"/>
              <a:gd name="connsiteY2" fmla="*/ 0 h 6858000"/>
              <a:gd name="connsiteX3" fmla="*/ 3848100 w 4622041"/>
              <a:gd name="connsiteY3" fmla="*/ 0 h 6858000"/>
              <a:gd name="connsiteX4" fmla="*/ 4203480 w 4622041"/>
              <a:gd name="connsiteY4" fmla="*/ 0 h 6858000"/>
              <a:gd name="connsiteX5" fmla="*/ 4622041 w 4622041"/>
              <a:gd name="connsiteY5" fmla="*/ 0 h 6858000"/>
              <a:gd name="connsiteX6" fmla="*/ 4491391 w 4622041"/>
              <a:gd name="connsiteY6" fmla="*/ 203795 h 6858000"/>
              <a:gd name="connsiteX7" fmla="*/ 3590925 w 4622041"/>
              <a:gd name="connsiteY7" fmla="*/ 3429000 h 6858000"/>
              <a:gd name="connsiteX8" fmla="*/ 4491391 w 4622041"/>
              <a:gd name="connsiteY8" fmla="*/ 6654205 h 6858000"/>
              <a:gd name="connsiteX9" fmla="*/ 4622041 w 4622041"/>
              <a:gd name="connsiteY9" fmla="*/ 6858000 h 6858000"/>
              <a:gd name="connsiteX10" fmla="*/ 4452454 w 4622041"/>
              <a:gd name="connsiteY10" fmla="*/ 6858000 h 6858000"/>
              <a:gd name="connsiteX11" fmla="*/ 3848100 w 4622041"/>
              <a:gd name="connsiteY11" fmla="*/ 6858000 h 6858000"/>
              <a:gd name="connsiteX12" fmla="*/ 3181350 w 4622041"/>
              <a:gd name="connsiteY12" fmla="*/ 6858000 h 6858000"/>
              <a:gd name="connsiteX13" fmla="*/ 1275934 w 4622041"/>
              <a:gd name="connsiteY13" fmla="*/ 6858000 h 6858000"/>
              <a:gd name="connsiteX14" fmla="*/ 0 w 4622041"/>
              <a:gd name="connsiteY14" fmla="*/ 6858000 h 6858000"/>
              <a:gd name="connsiteX15" fmla="*/ 0 w 4622041"/>
              <a:gd name="connsiteY15" fmla="*/ 5860486 h 6858000"/>
              <a:gd name="connsiteX16" fmla="*/ 0 w 4622041"/>
              <a:gd name="connsiteY16" fmla="*/ 110440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622041" h="6858000">
                <a:moveTo>
                  <a:pt x="0" y="0"/>
                </a:moveTo>
                <a:lnTo>
                  <a:pt x="1524909" y="0"/>
                </a:lnTo>
                <a:lnTo>
                  <a:pt x="3181350" y="0"/>
                </a:lnTo>
                <a:lnTo>
                  <a:pt x="3848100" y="0"/>
                </a:lnTo>
                <a:lnTo>
                  <a:pt x="4203480" y="0"/>
                </a:lnTo>
                <a:lnTo>
                  <a:pt x="4622041" y="0"/>
                </a:lnTo>
                <a:lnTo>
                  <a:pt x="4491391" y="203795"/>
                </a:lnTo>
                <a:cubicBezTo>
                  <a:pt x="3919978" y="1144214"/>
                  <a:pt x="3590925" y="2248180"/>
                  <a:pt x="3590925" y="3429000"/>
                </a:cubicBezTo>
                <a:cubicBezTo>
                  <a:pt x="3590925" y="4609821"/>
                  <a:pt x="3919978" y="5713787"/>
                  <a:pt x="4491391" y="6654205"/>
                </a:cubicBezTo>
                <a:lnTo>
                  <a:pt x="4622041" y="6858000"/>
                </a:lnTo>
                <a:lnTo>
                  <a:pt x="4452454" y="6858000"/>
                </a:lnTo>
                <a:lnTo>
                  <a:pt x="3848100" y="6858000"/>
                </a:lnTo>
                <a:lnTo>
                  <a:pt x="3181350" y="6858000"/>
                </a:lnTo>
                <a:lnTo>
                  <a:pt x="1275934" y="6858000"/>
                </a:lnTo>
                <a:lnTo>
                  <a:pt x="0" y="6858000"/>
                </a:lnTo>
                <a:lnTo>
                  <a:pt x="0" y="5860486"/>
                </a:lnTo>
                <a:lnTo>
                  <a:pt x="0" y="1104402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396000" tIns="612000" rIns="576000" bIns="82296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_______________________________</a:t>
            </a:r>
            <a:br>
              <a:rPr lang="en-US"/>
            </a:br>
            <a:br>
              <a:rPr lang="en-US"/>
            </a:br>
            <a:r>
              <a:rPr lang="en-US"/>
              <a:t>To add an image here: </a:t>
            </a:r>
            <a:br>
              <a:rPr lang="en-US"/>
            </a:br>
            <a:r>
              <a:rPr lang="en-US"/>
              <a:t>Click the icon and select </a:t>
            </a:r>
            <a:br>
              <a:rPr lang="en-US"/>
            </a:br>
            <a:r>
              <a:rPr lang="en-US"/>
              <a:t>Brand Pictures, or insert a </a:t>
            </a:r>
            <a:br>
              <a:rPr lang="en-US"/>
            </a:br>
            <a:r>
              <a:rPr lang="en-US"/>
              <a:t>file from your computer.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The image can then be scaled </a:t>
            </a:r>
            <a:br>
              <a:rPr lang="en-US"/>
            </a:br>
            <a:r>
              <a:rPr lang="en-US"/>
              <a:t>within the frame by using the </a:t>
            </a:r>
            <a:br>
              <a:rPr lang="en-US"/>
            </a:br>
            <a:r>
              <a:rPr lang="en-US"/>
              <a:t>Crop feature in the Picture </a:t>
            </a:r>
            <a:br>
              <a:rPr lang="en-US"/>
            </a:br>
            <a:r>
              <a:rPr lang="en-US"/>
              <a:t>Format tab of the ribbon.</a:t>
            </a:r>
            <a:br>
              <a:rPr lang="en-US"/>
            </a:br>
            <a:r>
              <a:rPr lang="en-US"/>
              <a:t>_______________________________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6875AC1-186F-4F1F-B7EF-24D7150A24F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475163" y="1557338"/>
            <a:ext cx="7308850" cy="3877200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content. When pasting copy from other slides, be sure to right-click and choose ‘Keep text only’</a:t>
            </a:r>
            <a:r>
              <a:rPr lang="en-GB"/>
              <a:t>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7097FB9-E2D3-4E4F-B628-163A151D14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96">
            <a:extLst>
              <a:ext uri="{FF2B5EF4-FFF2-40B4-BE49-F238E27FC236}">
                <a16:creationId xmlns:a16="http://schemas.microsoft.com/office/drawing/2014/main" id="{1DDC5128-F40F-4587-ABA6-C65DA8D4F347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475163" y="5513070"/>
            <a:ext cx="7308850" cy="687705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84B23E2-5E06-49DB-8204-880C85106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0321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9" userDrawn="1">
          <p15:clr>
            <a:srgbClr val="A4A3A4"/>
          </p15:clr>
        </p15:guide>
        <p15:guide id="2" orient="horz" pos="890" userDrawn="1">
          <p15:clr>
            <a:srgbClr val="A4A3A4"/>
          </p15:clr>
        </p15:guide>
        <p15:guide id="3" orient="horz" pos="981" userDrawn="1">
          <p15:clr>
            <a:srgbClr val="A4A3A4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FB789-D2DE-40CF-B66E-05E9E8302D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8163" y="404812"/>
            <a:ext cx="4895849" cy="1017588"/>
          </a:xfrm>
        </p:spPr>
        <p:txBody>
          <a:bodyPr anchor="b" anchorCtr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</a:t>
            </a:r>
            <a:br>
              <a:rPr lang="en-US"/>
            </a:br>
            <a:r>
              <a:rPr lang="en-US"/>
              <a:t>title here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AD9F5C2-E3CA-4137-B291-3F738B45F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" y="0"/>
            <a:ext cx="7020377" cy="6858000"/>
          </a:xfrm>
          <a:custGeom>
            <a:avLst/>
            <a:gdLst>
              <a:gd name="connsiteX0" fmla="*/ 0 w 7020377"/>
              <a:gd name="connsiteY0" fmla="*/ 0 h 6858000"/>
              <a:gd name="connsiteX1" fmla="*/ 1524909 w 7020377"/>
              <a:gd name="connsiteY1" fmla="*/ 0 h 6858000"/>
              <a:gd name="connsiteX2" fmla="*/ 2398336 w 7020377"/>
              <a:gd name="connsiteY2" fmla="*/ 0 h 6858000"/>
              <a:gd name="connsiteX3" fmla="*/ 3120570 w 7020377"/>
              <a:gd name="connsiteY3" fmla="*/ 0 h 6858000"/>
              <a:gd name="connsiteX4" fmla="*/ 3181350 w 7020377"/>
              <a:gd name="connsiteY4" fmla="*/ 0 h 6858000"/>
              <a:gd name="connsiteX5" fmla="*/ 3848100 w 7020377"/>
              <a:gd name="connsiteY5" fmla="*/ 0 h 6858000"/>
              <a:gd name="connsiteX6" fmla="*/ 3923245 w 7020377"/>
              <a:gd name="connsiteY6" fmla="*/ 0 h 6858000"/>
              <a:gd name="connsiteX7" fmla="*/ 4203480 w 7020377"/>
              <a:gd name="connsiteY7" fmla="*/ 0 h 6858000"/>
              <a:gd name="connsiteX8" fmla="*/ 4622041 w 7020377"/>
              <a:gd name="connsiteY8" fmla="*/ 0 h 6858000"/>
              <a:gd name="connsiteX9" fmla="*/ 5579686 w 7020377"/>
              <a:gd name="connsiteY9" fmla="*/ 0 h 6858000"/>
              <a:gd name="connsiteX10" fmla="*/ 6246436 w 7020377"/>
              <a:gd name="connsiteY10" fmla="*/ 0 h 6858000"/>
              <a:gd name="connsiteX11" fmla="*/ 6601816 w 7020377"/>
              <a:gd name="connsiteY11" fmla="*/ 0 h 6858000"/>
              <a:gd name="connsiteX12" fmla="*/ 7020377 w 7020377"/>
              <a:gd name="connsiteY12" fmla="*/ 0 h 6858000"/>
              <a:gd name="connsiteX13" fmla="*/ 6889727 w 7020377"/>
              <a:gd name="connsiteY13" fmla="*/ 203795 h 6858000"/>
              <a:gd name="connsiteX14" fmla="*/ 5989261 w 7020377"/>
              <a:gd name="connsiteY14" fmla="*/ 3429000 h 6858000"/>
              <a:gd name="connsiteX15" fmla="*/ 6889727 w 7020377"/>
              <a:gd name="connsiteY15" fmla="*/ 6654205 h 6858000"/>
              <a:gd name="connsiteX16" fmla="*/ 7020377 w 7020377"/>
              <a:gd name="connsiteY16" fmla="*/ 6858000 h 6858000"/>
              <a:gd name="connsiteX17" fmla="*/ 6850790 w 7020377"/>
              <a:gd name="connsiteY17" fmla="*/ 6858000 h 6858000"/>
              <a:gd name="connsiteX18" fmla="*/ 6246436 w 7020377"/>
              <a:gd name="connsiteY18" fmla="*/ 6858000 h 6858000"/>
              <a:gd name="connsiteX19" fmla="*/ 5579686 w 7020377"/>
              <a:gd name="connsiteY19" fmla="*/ 6858000 h 6858000"/>
              <a:gd name="connsiteX20" fmla="*/ 4622041 w 7020377"/>
              <a:gd name="connsiteY20" fmla="*/ 6858000 h 6858000"/>
              <a:gd name="connsiteX21" fmla="*/ 4452454 w 7020377"/>
              <a:gd name="connsiteY21" fmla="*/ 6858000 h 6858000"/>
              <a:gd name="connsiteX22" fmla="*/ 3848100 w 7020377"/>
              <a:gd name="connsiteY22" fmla="*/ 6858000 h 6858000"/>
              <a:gd name="connsiteX23" fmla="*/ 3674270 w 7020377"/>
              <a:gd name="connsiteY23" fmla="*/ 6858000 h 6858000"/>
              <a:gd name="connsiteX24" fmla="*/ 3181350 w 7020377"/>
              <a:gd name="connsiteY24" fmla="*/ 6858000 h 6858000"/>
              <a:gd name="connsiteX25" fmla="*/ 3120570 w 7020377"/>
              <a:gd name="connsiteY25" fmla="*/ 6858000 h 6858000"/>
              <a:gd name="connsiteX26" fmla="*/ 2398336 w 7020377"/>
              <a:gd name="connsiteY26" fmla="*/ 6858000 h 6858000"/>
              <a:gd name="connsiteX27" fmla="*/ 1275934 w 7020377"/>
              <a:gd name="connsiteY27" fmla="*/ 6858000 h 6858000"/>
              <a:gd name="connsiteX28" fmla="*/ 0 w 7020377"/>
              <a:gd name="connsiteY28" fmla="*/ 6858000 h 6858000"/>
              <a:gd name="connsiteX29" fmla="*/ 0 w 7020377"/>
              <a:gd name="connsiteY29" fmla="*/ 5860486 h 6858000"/>
              <a:gd name="connsiteX30" fmla="*/ 0 w 7020377"/>
              <a:gd name="connsiteY30" fmla="*/ 110440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7020377" h="6858000">
                <a:moveTo>
                  <a:pt x="0" y="0"/>
                </a:moveTo>
                <a:lnTo>
                  <a:pt x="1524909" y="0"/>
                </a:lnTo>
                <a:lnTo>
                  <a:pt x="2398336" y="0"/>
                </a:lnTo>
                <a:lnTo>
                  <a:pt x="3120570" y="0"/>
                </a:lnTo>
                <a:lnTo>
                  <a:pt x="3181350" y="0"/>
                </a:lnTo>
                <a:lnTo>
                  <a:pt x="3848100" y="0"/>
                </a:lnTo>
                <a:lnTo>
                  <a:pt x="3923245" y="0"/>
                </a:lnTo>
                <a:lnTo>
                  <a:pt x="4203480" y="0"/>
                </a:lnTo>
                <a:lnTo>
                  <a:pt x="4622041" y="0"/>
                </a:lnTo>
                <a:lnTo>
                  <a:pt x="5579686" y="0"/>
                </a:lnTo>
                <a:lnTo>
                  <a:pt x="6246436" y="0"/>
                </a:lnTo>
                <a:lnTo>
                  <a:pt x="6601816" y="0"/>
                </a:lnTo>
                <a:lnTo>
                  <a:pt x="7020377" y="0"/>
                </a:lnTo>
                <a:lnTo>
                  <a:pt x="6889727" y="203795"/>
                </a:lnTo>
                <a:cubicBezTo>
                  <a:pt x="6318314" y="1144214"/>
                  <a:pt x="5989261" y="2248180"/>
                  <a:pt x="5989261" y="3429000"/>
                </a:cubicBezTo>
                <a:cubicBezTo>
                  <a:pt x="5989261" y="4609821"/>
                  <a:pt x="6318314" y="5713787"/>
                  <a:pt x="6889727" y="6654205"/>
                </a:cubicBezTo>
                <a:lnTo>
                  <a:pt x="7020377" y="6858000"/>
                </a:lnTo>
                <a:lnTo>
                  <a:pt x="6850790" y="6858000"/>
                </a:lnTo>
                <a:lnTo>
                  <a:pt x="6246436" y="6858000"/>
                </a:lnTo>
                <a:lnTo>
                  <a:pt x="5579686" y="6858000"/>
                </a:lnTo>
                <a:lnTo>
                  <a:pt x="4622041" y="6858000"/>
                </a:lnTo>
                <a:lnTo>
                  <a:pt x="4452454" y="6858000"/>
                </a:lnTo>
                <a:lnTo>
                  <a:pt x="3848100" y="6858000"/>
                </a:lnTo>
                <a:lnTo>
                  <a:pt x="3674270" y="6858000"/>
                </a:lnTo>
                <a:lnTo>
                  <a:pt x="3181350" y="6858000"/>
                </a:lnTo>
                <a:lnTo>
                  <a:pt x="3120570" y="6858000"/>
                </a:lnTo>
                <a:lnTo>
                  <a:pt x="2398336" y="6858000"/>
                </a:lnTo>
                <a:lnTo>
                  <a:pt x="1275934" y="6858000"/>
                </a:lnTo>
                <a:lnTo>
                  <a:pt x="0" y="6858000"/>
                </a:lnTo>
                <a:lnTo>
                  <a:pt x="0" y="5860486"/>
                </a:lnTo>
                <a:lnTo>
                  <a:pt x="0" y="1104402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wrap="square" lIns="396000" tIns="612000" rIns="576000" bIns="914400" rtlCol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1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_______________________________</a:t>
            </a:r>
            <a:br>
              <a:rPr lang="en-US"/>
            </a:br>
            <a:br>
              <a:rPr lang="en-US"/>
            </a:br>
            <a:r>
              <a:rPr lang="en-US"/>
              <a:t>To add an image here: </a:t>
            </a:r>
            <a:br>
              <a:rPr lang="en-US"/>
            </a:br>
            <a:r>
              <a:rPr lang="en-US"/>
              <a:t>Click the icon and select Brand Pictures, </a:t>
            </a:r>
            <a:br>
              <a:rPr lang="en-US"/>
            </a:br>
            <a:r>
              <a:rPr lang="en-US"/>
              <a:t>or insert a file from your computer.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The image can then be scaled within </a:t>
            </a:r>
            <a:br>
              <a:rPr lang="en-US"/>
            </a:br>
            <a:r>
              <a:rPr lang="en-US"/>
              <a:t>the frame by using the Crop feature in </a:t>
            </a:r>
            <a:br>
              <a:rPr lang="en-US"/>
            </a:br>
            <a:r>
              <a:rPr lang="en-US"/>
              <a:t>the Picture Format tab of the ribbon.</a:t>
            </a:r>
            <a:br>
              <a:rPr lang="en-US"/>
            </a:br>
            <a:r>
              <a:rPr lang="en-US"/>
              <a:t>_______________________________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6875AC1-186F-4F1F-B7EF-24D7150A24F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888164" y="1557339"/>
            <a:ext cx="4895850" cy="3877200"/>
          </a:xfrm>
          <a:prstGeom prst="rect">
            <a:avLst/>
          </a:prstGeom>
        </p:spPr>
        <p:txBody>
          <a:bodyPr lIns="0" rIns="0"/>
          <a:lstStyle>
            <a:lvl1pPr>
              <a:lnSpc>
                <a:spcPct val="100000"/>
              </a:lnSpc>
              <a:defRPr/>
            </a:lvl1pPr>
            <a:lvl2pPr marL="460800" indent="-230400">
              <a:lnSpc>
                <a:spcPct val="100000"/>
              </a:lnSpc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30400">
              <a:lnSpc>
                <a:spcPct val="100000"/>
              </a:lnSpc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content. When pasting copy from other slides, be sure to right-click and choose ‘Keep text only’</a:t>
            </a:r>
            <a:r>
              <a:rPr lang="en-GB"/>
              <a:t>.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9530C-C25D-41F5-8CBD-274088C90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96">
            <a:extLst>
              <a:ext uri="{FF2B5EF4-FFF2-40B4-BE49-F238E27FC236}">
                <a16:creationId xmlns:a16="http://schemas.microsoft.com/office/drawing/2014/main" id="{73C6320D-F937-4522-9E69-DB2AAD8AEA21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888163" y="5513070"/>
            <a:ext cx="4895850" cy="687705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CC698-5F0A-4A1C-B64E-2817FBBBC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8972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39" userDrawn="1">
          <p15:clr>
            <a:srgbClr val="A4A3A4"/>
          </p15:clr>
        </p15:guide>
        <p15:guide id="2" orient="horz" pos="890" userDrawn="1">
          <p15:clr>
            <a:srgbClr val="A4A3A4"/>
          </p15:clr>
        </p15:guide>
        <p15:guide id="3" orient="horz" pos="981" userDrawn="1">
          <p15:clr>
            <a:srgbClr val="A4A3A4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alue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695E3A6-F648-449D-A3F5-AFFD89818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139499" y="1871971"/>
            <a:ext cx="2252662" cy="22510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BB83890-60A2-4CD7-8433-61AD833DB44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9" y="4213225"/>
            <a:ext cx="3563936" cy="172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294EA0F6-AA52-4217-A12C-1EE4C8D0E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968875" y="1871971"/>
            <a:ext cx="2252662" cy="225107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897F438E-420B-4461-8166-2D78133EC32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14032" y="4213225"/>
            <a:ext cx="3563936" cy="172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21" name="Picture Placeholder 18">
            <a:extLst>
              <a:ext uri="{FF2B5EF4-FFF2-40B4-BE49-F238E27FC236}">
                <a16:creationId xmlns:a16="http://schemas.microsoft.com/office/drawing/2014/main" id="{1AD9650E-2955-437F-952D-0694E47BF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799513" y="1871971"/>
            <a:ext cx="2252662" cy="22510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09ECF59E-500C-4172-89D4-A1C57F00AC7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20075" y="4213225"/>
            <a:ext cx="3563936" cy="172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3F930-38D6-455D-84C2-DD9D1E30F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 Placeholder 96">
            <a:extLst>
              <a:ext uri="{FF2B5EF4-FFF2-40B4-BE49-F238E27FC236}">
                <a16:creationId xmlns:a16="http://schemas.microsoft.com/office/drawing/2014/main" id="{AA42A745-9907-45EF-9B18-E061ED71F0D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5BA28-9268-48CE-8962-39F56ADB8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6061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502" userDrawn="1">
          <p15:clr>
            <a:srgbClr val="A4A3A4"/>
          </p15:clr>
        </p15:guide>
        <p15:guide id="4" pos="2706" userDrawn="1">
          <p15:clr>
            <a:srgbClr val="A4A3A4"/>
          </p15:clr>
        </p15:guide>
        <p15:guide id="7" pos="4974" userDrawn="1">
          <p15:clr>
            <a:srgbClr val="A4A3A4"/>
          </p15:clr>
        </p15:guide>
        <p15:guide id="8" pos="5178" userDrawn="1">
          <p15:clr>
            <a:srgbClr val="A4A3A4"/>
          </p15:clr>
        </p15:guide>
        <p15:guide id="11" orient="horz" pos="890" userDrawn="1">
          <p15:clr>
            <a:srgbClr val="C35EA4"/>
          </p15:clr>
        </p15:guide>
        <p15:guide id="12" orient="horz" pos="981" userDrawn="1">
          <p15:clr>
            <a:srgbClr val="C35EA4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Value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695E3A6-F648-449D-A3F5-AFFD89818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68658" y="1871971"/>
            <a:ext cx="2252662" cy="22510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31A1C981-C34F-4AC8-BCBC-EF60A8404DE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9" y="4213225"/>
            <a:ext cx="2592386" cy="175432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294EA0F6-AA52-4217-A12C-1EE4C8D0E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502666" y="1871971"/>
            <a:ext cx="2252662" cy="225107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E6C688A6-EC75-41E6-89E3-785616D8821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38933" y="4213225"/>
            <a:ext cx="2592386" cy="175432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21" name="Picture Placeholder 18">
            <a:extLst>
              <a:ext uri="{FF2B5EF4-FFF2-40B4-BE49-F238E27FC236}">
                <a16:creationId xmlns:a16="http://schemas.microsoft.com/office/drawing/2014/main" id="{1AD9650E-2955-437F-952D-0694E47BF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436674" y="1871971"/>
            <a:ext cx="2252662" cy="22510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6349FDEF-1604-484C-9A37-E1053654FA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69877" y="4213225"/>
            <a:ext cx="2592386" cy="175432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26" name="Picture Placeholder 18">
            <a:extLst>
              <a:ext uri="{FF2B5EF4-FFF2-40B4-BE49-F238E27FC236}">
                <a16:creationId xmlns:a16="http://schemas.microsoft.com/office/drawing/2014/main" id="{1B57E0F9-4409-404D-8624-8F353C89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370682" y="1871971"/>
            <a:ext cx="2252662" cy="2251075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10DF9533-79B3-42E2-8B9E-0451E535180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00820" y="4213225"/>
            <a:ext cx="2592386" cy="1754326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Text Placeholder 96">
            <a:extLst>
              <a:ext uri="{FF2B5EF4-FFF2-40B4-BE49-F238E27FC236}">
                <a16:creationId xmlns:a16="http://schemas.microsoft.com/office/drawing/2014/main" id="{6F65E95C-9C1A-45B9-A2D2-B58B0FB5236B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36003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1890" userDrawn="1">
          <p15:clr>
            <a:srgbClr val="A4A3A4"/>
          </p15:clr>
        </p15:guide>
        <p15:guide id="4" pos="2094" userDrawn="1">
          <p15:clr>
            <a:srgbClr val="A4A3A4"/>
          </p15:clr>
        </p15:guide>
        <p15:guide id="5" pos="3727" userDrawn="1">
          <p15:clr>
            <a:srgbClr val="A4A3A4"/>
          </p15:clr>
        </p15:guide>
        <p15:guide id="6" pos="3953" userDrawn="1">
          <p15:clr>
            <a:srgbClr val="A4A3A4"/>
          </p15:clr>
        </p15:guide>
        <p15:guide id="9" pos="5586" userDrawn="1">
          <p15:clr>
            <a:srgbClr val="A4A3A4"/>
          </p15:clr>
        </p15:guide>
        <p15:guide id="10" pos="5790" userDrawn="1">
          <p15:clr>
            <a:srgbClr val="A4A3A4"/>
          </p15:clr>
        </p15:guide>
        <p15:guide id="11" orient="horz" pos="890" userDrawn="1">
          <p15:clr>
            <a:srgbClr val="C35EA4"/>
          </p15:clr>
        </p15:guide>
        <p15:guide id="12" orient="horz" pos="981" userDrawn="1">
          <p15:clr>
            <a:srgbClr val="C35E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Value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695E3A6-F648-449D-A3F5-AFFD89818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51619" y="1871971"/>
            <a:ext cx="1814648" cy="18133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D71BD9E1-B9EE-42D7-BC3C-DA841714C7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989" y="3927674"/>
            <a:ext cx="2124074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294EA0F6-AA52-4217-A12C-1EE4C8D0E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870147" y="1871971"/>
            <a:ext cx="1814648" cy="181337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6CCE0E71-4EE2-4453-811E-324C358A3D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711450" y="3927674"/>
            <a:ext cx="2124074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21" name="Picture Placeholder 18">
            <a:extLst>
              <a:ext uri="{FF2B5EF4-FFF2-40B4-BE49-F238E27FC236}">
                <a16:creationId xmlns:a16="http://schemas.microsoft.com/office/drawing/2014/main" id="{1AD9650E-2955-437F-952D-0694E47BF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188675" y="1871971"/>
            <a:ext cx="1814648" cy="181337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029DFBF2-A17F-4774-A847-25FC10C3676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16500" y="3927674"/>
            <a:ext cx="2158999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26" name="Picture Placeholder 18">
            <a:extLst>
              <a:ext uri="{FF2B5EF4-FFF2-40B4-BE49-F238E27FC236}">
                <a16:creationId xmlns:a16="http://schemas.microsoft.com/office/drawing/2014/main" id="{1B57E0F9-4409-404D-8624-8F353C89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511188" y="1871971"/>
            <a:ext cx="1814648" cy="181337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D72086D3-E443-4D05-8160-29E2B792B70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56475" y="3927674"/>
            <a:ext cx="2124074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15" name="Picture Placeholder 18">
            <a:extLst>
              <a:ext uri="{FF2B5EF4-FFF2-40B4-BE49-F238E27FC236}">
                <a16:creationId xmlns:a16="http://schemas.microsoft.com/office/drawing/2014/main" id="{1DFC729E-ACCA-470B-9E2F-8BB96EC99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9814650" y="1871971"/>
            <a:ext cx="1814648" cy="181337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ctr"/>
            <a:r>
              <a:rPr lang="en-US"/>
              <a:t> 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D7CFDA92-B7D3-45FE-997C-88AF5348E98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659937" y="3927674"/>
            <a:ext cx="2124074" cy="208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en-US"/>
              <a:t>Supporting text goes here.</a:t>
            </a:r>
            <a:br>
              <a:rPr lang="en-US"/>
            </a:br>
            <a:r>
              <a:rPr lang="en-US"/>
              <a:t>Change lens to preferred background </a:t>
            </a:r>
            <a:r>
              <a:rPr lang="en-US" err="1"/>
              <a:t>colour</a:t>
            </a:r>
            <a:r>
              <a:rPr lang="en-US"/>
              <a:t> before inserting an icon.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Text Placeholder 96">
            <a:extLst>
              <a:ext uri="{FF2B5EF4-FFF2-40B4-BE49-F238E27FC236}">
                <a16:creationId xmlns:a16="http://schemas.microsoft.com/office/drawing/2014/main" id="{E55FEA9E-88F1-4D2F-9402-729ADDB70C5C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5640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595" userDrawn="1">
          <p15:clr>
            <a:srgbClr val="A4A3A4"/>
          </p15:clr>
        </p15:guide>
        <p15:guide id="2" pos="1708" userDrawn="1">
          <p15:clr>
            <a:srgbClr val="A4A3A4"/>
          </p15:clr>
        </p15:guide>
        <p15:guide id="3" pos="3046" userDrawn="1">
          <p15:clr>
            <a:srgbClr val="A4A3A4"/>
          </p15:clr>
        </p15:guide>
        <p15:guide id="4" pos="3160" userDrawn="1">
          <p15:clr>
            <a:srgbClr val="A4A3A4"/>
          </p15:clr>
        </p15:guide>
        <p15:guide id="5" pos="4520" userDrawn="1">
          <p15:clr>
            <a:srgbClr val="A4A3A4"/>
          </p15:clr>
        </p15:guide>
        <p15:guide id="6" pos="4634" userDrawn="1">
          <p15:clr>
            <a:srgbClr val="A4A3A4"/>
          </p15:clr>
        </p15:guide>
        <p15:guide id="9" pos="5972" userDrawn="1">
          <p15:clr>
            <a:srgbClr val="A4A3A4"/>
          </p15:clr>
        </p15:guide>
        <p15:guide id="10" pos="6085" userDrawn="1">
          <p15:clr>
            <a:srgbClr val="A4A3A4"/>
          </p15:clr>
        </p15:guide>
        <p15:guide id="11" orient="horz" pos="890" userDrawn="1">
          <p15:clr>
            <a:srgbClr val="C35EA4"/>
          </p15:clr>
        </p15:guide>
        <p15:guide id="12" orient="horz" pos="981" userDrawn="1">
          <p15:clr>
            <a:srgbClr val="C35EA4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/>
              <a:t>Do not use layouts</a:t>
            </a:r>
            <a:br>
              <a:rPr lang="en-US" sz="9600"/>
            </a:br>
            <a:r>
              <a:rPr lang="en-US" sz="960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FA623EFF-7CE7-F648-8FCD-6272DCC6DDEC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8753438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Alternativ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2DF5099-62D1-4656-B26C-07955959FE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0388" y="744537"/>
            <a:ext cx="5135562" cy="5135562"/>
          </a:xfrm>
          <a:custGeom>
            <a:avLst/>
            <a:gdLst>
              <a:gd name="connsiteX0" fmla="*/ 3035300 w 6070600"/>
              <a:gd name="connsiteY0" fmla="*/ 0 h 6070600"/>
              <a:gd name="connsiteX1" fmla="*/ 3647019 w 6070600"/>
              <a:gd name="connsiteY1" fmla="*/ 61667 h 6070600"/>
              <a:gd name="connsiteX2" fmla="*/ 3789752 w 6070600"/>
              <a:gd name="connsiteY2" fmla="*/ 98367 h 6070600"/>
              <a:gd name="connsiteX3" fmla="*/ 3789752 w 6070600"/>
              <a:gd name="connsiteY3" fmla="*/ 98367 h 6070600"/>
              <a:gd name="connsiteX4" fmla="*/ 3817989 w 6070600"/>
              <a:gd name="connsiteY4" fmla="*/ 105627 h 6070600"/>
              <a:gd name="connsiteX5" fmla="*/ 3937906 w 6070600"/>
              <a:gd name="connsiteY5" fmla="*/ 136461 h 6070600"/>
              <a:gd name="connsiteX6" fmla="*/ 4194228 w 6070600"/>
              <a:gd name="connsiteY6" fmla="*/ 230276 h 6070600"/>
              <a:gd name="connsiteX7" fmla="*/ 4272436 w 6070600"/>
              <a:gd name="connsiteY7" fmla="*/ 265342 h 6070600"/>
              <a:gd name="connsiteX8" fmla="*/ 4441383 w 6070600"/>
              <a:gd name="connsiteY8" fmla="*/ 346728 h 6070600"/>
              <a:gd name="connsiteX9" fmla="*/ 4526154 w 6070600"/>
              <a:gd name="connsiteY9" fmla="*/ 393105 h 6070600"/>
              <a:gd name="connsiteX10" fmla="*/ 4681392 w 6070600"/>
              <a:gd name="connsiteY10" fmla="*/ 487414 h 6070600"/>
              <a:gd name="connsiteX11" fmla="*/ 4757518 w 6070600"/>
              <a:gd name="connsiteY11" fmla="*/ 537190 h 6070600"/>
              <a:gd name="connsiteX12" fmla="*/ 4931089 w 6070600"/>
              <a:gd name="connsiteY12" fmla="*/ 666984 h 6070600"/>
              <a:gd name="connsiteX13" fmla="*/ 4972038 w 6070600"/>
              <a:gd name="connsiteY13" fmla="*/ 698573 h 6070600"/>
              <a:gd name="connsiteX14" fmla="*/ 5169719 w 6070600"/>
              <a:gd name="connsiteY14" fmla="*/ 878237 h 6070600"/>
              <a:gd name="connsiteX15" fmla="*/ 5220040 w 6070600"/>
              <a:gd name="connsiteY15" fmla="*/ 931334 h 6070600"/>
              <a:gd name="connsiteX16" fmla="*/ 5351649 w 6070600"/>
              <a:gd name="connsiteY16" fmla="*/ 1076140 h 6070600"/>
              <a:gd name="connsiteX17" fmla="*/ 5411013 w 6070600"/>
              <a:gd name="connsiteY17" fmla="*/ 1149404 h 6070600"/>
              <a:gd name="connsiteX18" fmla="*/ 5518492 w 6070600"/>
              <a:gd name="connsiteY18" fmla="*/ 1293133 h 6070600"/>
              <a:gd name="connsiteX19" fmla="*/ 5572142 w 6070600"/>
              <a:gd name="connsiteY19" fmla="*/ 1371030 h 6070600"/>
              <a:gd name="connsiteX20" fmla="*/ 5674235 w 6070600"/>
              <a:gd name="connsiteY20" fmla="*/ 1539081 h 6070600"/>
              <a:gd name="connsiteX21" fmla="*/ 5711243 w 6070600"/>
              <a:gd name="connsiteY21" fmla="*/ 1602999 h 6070600"/>
              <a:gd name="connsiteX22" fmla="*/ 5828486 w 6070600"/>
              <a:gd name="connsiteY22" fmla="*/ 1846382 h 6070600"/>
              <a:gd name="connsiteX23" fmla="*/ 5847251 w 6070600"/>
              <a:gd name="connsiteY23" fmla="*/ 1895299 h 6070600"/>
              <a:gd name="connsiteX24" fmla="*/ 5923089 w 6070600"/>
              <a:gd name="connsiteY24" fmla="*/ 2102503 h 6070600"/>
              <a:gd name="connsiteX25" fmla="*/ 5949298 w 6070600"/>
              <a:gd name="connsiteY25" fmla="*/ 2191649 h 6070600"/>
              <a:gd name="connsiteX26" fmla="*/ 5995703 w 6070600"/>
              <a:gd name="connsiteY26" fmla="*/ 2372124 h 6070600"/>
              <a:gd name="connsiteX27" fmla="*/ 6024462 w 6070600"/>
              <a:gd name="connsiteY27" fmla="*/ 2510537 h 6070600"/>
              <a:gd name="connsiteX28" fmla="*/ 6031283 w 6070600"/>
              <a:gd name="connsiteY28" fmla="*/ 2548729 h 6070600"/>
              <a:gd name="connsiteX29" fmla="*/ 6057844 w 6070600"/>
              <a:gd name="connsiteY29" fmla="*/ 2763290 h 6070600"/>
              <a:gd name="connsiteX30" fmla="*/ 6061300 w 6070600"/>
              <a:gd name="connsiteY30" fmla="*/ 2808740 h 6070600"/>
              <a:gd name="connsiteX31" fmla="*/ 6070600 w 6070600"/>
              <a:gd name="connsiteY31" fmla="*/ 3035300 h 6070600"/>
              <a:gd name="connsiteX32" fmla="*/ 6062723 w 6070600"/>
              <a:gd name="connsiteY32" fmla="*/ 3243146 h 6070600"/>
              <a:gd name="connsiteX33" fmla="*/ 6058818 w 6070600"/>
              <a:gd name="connsiteY33" fmla="*/ 3294506 h 6070600"/>
              <a:gd name="connsiteX34" fmla="*/ 6035627 w 6070600"/>
              <a:gd name="connsiteY34" fmla="*/ 3497545 h 6070600"/>
              <a:gd name="connsiteX35" fmla="*/ 6035627 w 6070600"/>
              <a:gd name="connsiteY35" fmla="*/ 3497546 h 6070600"/>
              <a:gd name="connsiteX36" fmla="*/ 6035626 w 6070600"/>
              <a:gd name="connsiteY36" fmla="*/ 3497550 h 6070600"/>
              <a:gd name="connsiteX37" fmla="*/ 6001364 w 6070600"/>
              <a:gd name="connsiteY37" fmla="*/ 3676459 h 6070600"/>
              <a:gd name="connsiteX38" fmla="*/ 5934139 w 6070600"/>
              <a:gd name="connsiteY38" fmla="*/ 3937906 h 6070600"/>
              <a:gd name="connsiteX39" fmla="*/ 5842195 w 6070600"/>
              <a:gd name="connsiteY39" fmla="*/ 4189117 h 6070600"/>
              <a:gd name="connsiteX40" fmla="*/ 5810609 w 6070600"/>
              <a:gd name="connsiteY40" fmla="*/ 4261328 h 6070600"/>
              <a:gd name="connsiteX41" fmla="*/ 5725424 w 6070600"/>
              <a:gd name="connsiteY41" fmla="*/ 4438163 h 6070600"/>
              <a:gd name="connsiteX42" fmla="*/ 5688952 w 6070600"/>
              <a:gd name="connsiteY42" fmla="*/ 4507296 h 6070600"/>
              <a:gd name="connsiteX43" fmla="*/ 5552219 w 6070600"/>
              <a:gd name="connsiteY43" fmla="*/ 4732365 h 6070600"/>
              <a:gd name="connsiteX44" fmla="*/ 5394921 w 6070600"/>
              <a:gd name="connsiteY44" fmla="*/ 4942717 h 6070600"/>
              <a:gd name="connsiteX45" fmla="*/ 5344783 w 6070600"/>
              <a:gd name="connsiteY45" fmla="*/ 5002015 h 6070600"/>
              <a:gd name="connsiteX46" fmla="*/ 5214216 w 6070600"/>
              <a:gd name="connsiteY46" fmla="*/ 5145674 h 6070600"/>
              <a:gd name="connsiteX47" fmla="*/ 5160026 w 6070600"/>
              <a:gd name="connsiteY47" fmla="*/ 5201173 h 6070600"/>
              <a:gd name="connsiteX48" fmla="*/ 4966033 w 6070600"/>
              <a:gd name="connsiteY48" fmla="*/ 5377485 h 6070600"/>
              <a:gd name="connsiteX49" fmla="*/ 4755837 w 6070600"/>
              <a:gd name="connsiteY49" fmla="*/ 5534667 h 6070600"/>
              <a:gd name="connsiteX50" fmla="*/ 4690842 w 6070600"/>
              <a:gd name="connsiteY50" fmla="*/ 5577445 h 6070600"/>
              <a:gd name="connsiteX51" fmla="*/ 4524051 w 6070600"/>
              <a:gd name="connsiteY51" fmla="*/ 5678773 h 6070600"/>
              <a:gd name="connsiteX52" fmla="*/ 4455737 w 6070600"/>
              <a:gd name="connsiteY52" fmla="*/ 5716958 h 6070600"/>
              <a:gd name="connsiteX53" fmla="*/ 4216777 w 6070600"/>
              <a:gd name="connsiteY53" fmla="*/ 5832071 h 6070600"/>
              <a:gd name="connsiteX54" fmla="*/ 4216776 w 6070600"/>
              <a:gd name="connsiteY54" fmla="*/ 5832071 h 6070600"/>
              <a:gd name="connsiteX55" fmla="*/ 4199821 w 6070600"/>
              <a:gd name="connsiteY55" fmla="*/ 5838277 h 6070600"/>
              <a:gd name="connsiteX56" fmla="*/ 3937906 w 6070600"/>
              <a:gd name="connsiteY56" fmla="*/ 5934139 h 6070600"/>
              <a:gd name="connsiteX57" fmla="*/ 3035300 w 6070600"/>
              <a:gd name="connsiteY57" fmla="*/ 6070600 h 6070600"/>
              <a:gd name="connsiteX58" fmla="*/ 0 w 6070600"/>
              <a:gd name="connsiteY58" fmla="*/ 3035300 h 6070600"/>
              <a:gd name="connsiteX59" fmla="*/ 3035300 w 6070600"/>
              <a:gd name="connsiteY59" fmla="*/ 0 h 6070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6070600" h="6070600">
                <a:moveTo>
                  <a:pt x="3035300" y="0"/>
                </a:moveTo>
                <a:cubicBezTo>
                  <a:pt x="3244844" y="0"/>
                  <a:pt x="3449428" y="21234"/>
                  <a:pt x="3647019" y="61667"/>
                </a:cubicBezTo>
                <a:lnTo>
                  <a:pt x="3789752" y="98367"/>
                </a:lnTo>
                <a:lnTo>
                  <a:pt x="3789752" y="98367"/>
                </a:lnTo>
                <a:lnTo>
                  <a:pt x="3817989" y="105627"/>
                </a:lnTo>
                <a:lnTo>
                  <a:pt x="3937906" y="136461"/>
                </a:lnTo>
                <a:lnTo>
                  <a:pt x="4194228" y="230276"/>
                </a:lnTo>
                <a:lnTo>
                  <a:pt x="4272436" y="265342"/>
                </a:lnTo>
                <a:lnTo>
                  <a:pt x="4441383" y="346728"/>
                </a:lnTo>
                <a:lnTo>
                  <a:pt x="4526154" y="393105"/>
                </a:lnTo>
                <a:lnTo>
                  <a:pt x="4681392" y="487414"/>
                </a:lnTo>
                <a:lnTo>
                  <a:pt x="4757518" y="537190"/>
                </a:lnTo>
                <a:lnTo>
                  <a:pt x="4931089" y="666984"/>
                </a:lnTo>
                <a:lnTo>
                  <a:pt x="4972038" y="698573"/>
                </a:lnTo>
                <a:lnTo>
                  <a:pt x="5169719" y="878237"/>
                </a:lnTo>
                <a:lnTo>
                  <a:pt x="5220040" y="931334"/>
                </a:lnTo>
                <a:lnTo>
                  <a:pt x="5351649" y="1076140"/>
                </a:lnTo>
                <a:lnTo>
                  <a:pt x="5411013" y="1149404"/>
                </a:lnTo>
                <a:lnTo>
                  <a:pt x="5518492" y="1293133"/>
                </a:lnTo>
                <a:lnTo>
                  <a:pt x="5572142" y="1371030"/>
                </a:lnTo>
                <a:lnTo>
                  <a:pt x="5674235" y="1539081"/>
                </a:lnTo>
                <a:lnTo>
                  <a:pt x="5711243" y="1602999"/>
                </a:lnTo>
                <a:lnTo>
                  <a:pt x="5828486" y="1846382"/>
                </a:lnTo>
                <a:lnTo>
                  <a:pt x="5847251" y="1895299"/>
                </a:lnTo>
                <a:lnTo>
                  <a:pt x="5923089" y="2102503"/>
                </a:lnTo>
                <a:lnTo>
                  <a:pt x="5949298" y="2191649"/>
                </a:lnTo>
                <a:lnTo>
                  <a:pt x="5995703" y="2372124"/>
                </a:lnTo>
                <a:lnTo>
                  <a:pt x="6024462" y="2510537"/>
                </a:lnTo>
                <a:lnTo>
                  <a:pt x="6031283" y="2548729"/>
                </a:lnTo>
                <a:lnTo>
                  <a:pt x="6057844" y="2763290"/>
                </a:lnTo>
                <a:lnTo>
                  <a:pt x="6061300" y="2808740"/>
                </a:lnTo>
                <a:lnTo>
                  <a:pt x="6070600" y="3035300"/>
                </a:lnTo>
                <a:lnTo>
                  <a:pt x="6062723" y="3243146"/>
                </a:lnTo>
                <a:lnTo>
                  <a:pt x="6058818" y="3294506"/>
                </a:lnTo>
                <a:lnTo>
                  <a:pt x="6035627" y="3497545"/>
                </a:lnTo>
                <a:lnTo>
                  <a:pt x="6035627" y="3497546"/>
                </a:lnTo>
                <a:lnTo>
                  <a:pt x="6035626" y="3497550"/>
                </a:lnTo>
                <a:lnTo>
                  <a:pt x="6001364" y="3676459"/>
                </a:lnTo>
                <a:lnTo>
                  <a:pt x="5934139" y="3937906"/>
                </a:lnTo>
                <a:lnTo>
                  <a:pt x="5842195" y="4189117"/>
                </a:lnTo>
                <a:lnTo>
                  <a:pt x="5810609" y="4261328"/>
                </a:lnTo>
                <a:lnTo>
                  <a:pt x="5725424" y="4438163"/>
                </a:lnTo>
                <a:lnTo>
                  <a:pt x="5688952" y="4507296"/>
                </a:lnTo>
                <a:lnTo>
                  <a:pt x="5552219" y="4732365"/>
                </a:lnTo>
                <a:lnTo>
                  <a:pt x="5394921" y="4942717"/>
                </a:lnTo>
                <a:lnTo>
                  <a:pt x="5344783" y="5002015"/>
                </a:lnTo>
                <a:lnTo>
                  <a:pt x="5214216" y="5145674"/>
                </a:lnTo>
                <a:lnTo>
                  <a:pt x="5160026" y="5201173"/>
                </a:lnTo>
                <a:lnTo>
                  <a:pt x="4966033" y="5377485"/>
                </a:lnTo>
                <a:lnTo>
                  <a:pt x="4755837" y="5534667"/>
                </a:lnTo>
                <a:lnTo>
                  <a:pt x="4690842" y="5577445"/>
                </a:lnTo>
                <a:lnTo>
                  <a:pt x="4524051" y="5678773"/>
                </a:lnTo>
                <a:lnTo>
                  <a:pt x="4455737" y="5716958"/>
                </a:lnTo>
                <a:lnTo>
                  <a:pt x="4216777" y="5832071"/>
                </a:lnTo>
                <a:lnTo>
                  <a:pt x="4216776" y="5832071"/>
                </a:lnTo>
                <a:lnTo>
                  <a:pt x="4199821" y="5838277"/>
                </a:lnTo>
                <a:lnTo>
                  <a:pt x="3937906" y="5934139"/>
                </a:lnTo>
                <a:cubicBezTo>
                  <a:pt x="3652773" y="6022825"/>
                  <a:pt x="3349616" y="6070600"/>
                  <a:pt x="3035300" y="6070600"/>
                </a:cubicBezTo>
                <a:cubicBezTo>
                  <a:pt x="1358950" y="6070600"/>
                  <a:pt x="0" y="4711650"/>
                  <a:pt x="0" y="3035300"/>
                </a:cubicBezTo>
                <a:cubicBezTo>
                  <a:pt x="0" y="1358950"/>
                  <a:pt x="1358950" y="0"/>
                  <a:pt x="303530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0" anchor="ctr" anchorCtr="0">
            <a:normAutofit/>
          </a:bodyPr>
          <a:lstStyle>
            <a:lvl1pPr algn="ctr"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key statement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3AE41C11-E666-4A3A-8B9C-2D2073391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0" y="-1"/>
            <a:ext cx="12192000" cy="6858001"/>
          </a:xfrm>
          <a:custGeom>
            <a:avLst/>
            <a:gdLst>
              <a:gd name="connsiteX0" fmla="*/ 11696741 w 12192000"/>
              <a:gd name="connsiteY0" fmla="*/ 6413786 h 6858001"/>
              <a:gd name="connsiteX1" fmla="*/ 11675409 w 12192000"/>
              <a:gd name="connsiteY1" fmla="*/ 6438944 h 6858001"/>
              <a:gd name="connsiteX2" fmla="*/ 11730040 w 12192000"/>
              <a:gd name="connsiteY2" fmla="*/ 6517531 h 6858001"/>
              <a:gd name="connsiteX3" fmla="*/ 11787273 w 12192000"/>
              <a:gd name="connsiteY3" fmla="*/ 6510528 h 6858001"/>
              <a:gd name="connsiteX4" fmla="*/ 11788053 w 12192000"/>
              <a:gd name="connsiteY4" fmla="*/ 6506379 h 6858001"/>
              <a:gd name="connsiteX5" fmla="*/ 11792216 w 12192000"/>
              <a:gd name="connsiteY5" fmla="*/ 6478367 h 6858001"/>
              <a:gd name="connsiteX6" fmla="*/ 11758396 w 12192000"/>
              <a:gd name="connsiteY6" fmla="*/ 6463843 h 6858001"/>
              <a:gd name="connsiteX7" fmla="*/ 11760738 w 12192000"/>
              <a:gd name="connsiteY7" fmla="*/ 6499895 h 6858001"/>
              <a:gd name="connsiteX8" fmla="*/ 11760738 w 12192000"/>
              <a:gd name="connsiteY8" fmla="*/ 6504304 h 6858001"/>
              <a:gd name="connsiteX9" fmla="*/ 11744088 w 12192000"/>
              <a:gd name="connsiteY9" fmla="*/ 6515456 h 6858001"/>
              <a:gd name="connsiteX10" fmla="*/ 11688156 w 12192000"/>
              <a:gd name="connsiteY10" fmla="*/ 6432460 h 6858001"/>
              <a:gd name="connsiteX11" fmla="*/ 11689457 w 12192000"/>
              <a:gd name="connsiteY11" fmla="*/ 6431164 h 6858001"/>
              <a:gd name="connsiteX12" fmla="*/ 11690237 w 12192000"/>
              <a:gd name="connsiteY12" fmla="*/ 6431682 h 6858001"/>
              <a:gd name="connsiteX13" fmla="*/ 11690498 w 12192000"/>
              <a:gd name="connsiteY13" fmla="*/ 6431682 h 6858001"/>
              <a:gd name="connsiteX14" fmla="*/ 11758136 w 12192000"/>
              <a:gd name="connsiteY14" fmla="*/ 6459175 h 6858001"/>
              <a:gd name="connsiteX15" fmla="*/ 11792476 w 12192000"/>
              <a:gd name="connsiteY15" fmla="*/ 6473958 h 6858001"/>
              <a:gd name="connsiteX16" fmla="*/ 11819531 w 12192000"/>
              <a:gd name="connsiteY16" fmla="*/ 6486926 h 6858001"/>
              <a:gd name="connsiteX17" fmla="*/ 11831758 w 12192000"/>
              <a:gd name="connsiteY17" fmla="*/ 6503785 h 6858001"/>
              <a:gd name="connsiteX18" fmla="*/ 11679831 w 12192000"/>
              <a:gd name="connsiteY18" fmla="*/ 6616867 h 6858001"/>
              <a:gd name="connsiteX19" fmla="*/ 11679311 w 12192000"/>
              <a:gd name="connsiteY19" fmla="*/ 6617386 h 6858001"/>
              <a:gd name="connsiteX20" fmla="*/ 11678271 w 12192000"/>
              <a:gd name="connsiteY20" fmla="*/ 6618942 h 6858001"/>
              <a:gd name="connsiteX21" fmla="*/ 11678010 w 12192000"/>
              <a:gd name="connsiteY21" fmla="*/ 6619461 h 6858001"/>
              <a:gd name="connsiteX22" fmla="*/ 11673328 w 12192000"/>
              <a:gd name="connsiteY22" fmla="*/ 6633725 h 6858001"/>
              <a:gd name="connsiteX23" fmla="*/ 11692319 w 12192000"/>
              <a:gd name="connsiteY23" fmla="*/ 6657587 h 6858001"/>
              <a:gd name="connsiteX24" fmla="*/ 11705066 w 12192000"/>
              <a:gd name="connsiteY24" fmla="*/ 6659921 h 6858001"/>
              <a:gd name="connsiteX25" fmla="*/ 11707667 w 12192000"/>
              <a:gd name="connsiteY25" fmla="*/ 6660180 h 6858001"/>
              <a:gd name="connsiteX26" fmla="*/ 11833840 w 12192000"/>
              <a:gd name="connsiteY26" fmla="*/ 6635282 h 6858001"/>
              <a:gd name="connsiteX27" fmla="*/ 11843465 w 12192000"/>
              <a:gd name="connsiteY27" fmla="*/ 6609086 h 6858001"/>
              <a:gd name="connsiteX28" fmla="*/ 11799500 w 12192000"/>
              <a:gd name="connsiteY28" fmla="*/ 6583409 h 6858001"/>
              <a:gd name="connsiteX29" fmla="*/ 11790135 w 12192000"/>
              <a:gd name="connsiteY29" fmla="*/ 6589634 h 6858001"/>
              <a:gd name="connsiteX30" fmla="*/ 11825255 w 12192000"/>
              <a:gd name="connsiteY30" fmla="*/ 6612976 h 6858001"/>
              <a:gd name="connsiteX31" fmla="*/ 11823434 w 12192000"/>
              <a:gd name="connsiteY31" fmla="*/ 6616608 h 6858001"/>
              <a:gd name="connsiteX32" fmla="*/ 11821092 w 12192000"/>
              <a:gd name="connsiteY32" fmla="*/ 6616608 h 6858001"/>
              <a:gd name="connsiteX33" fmla="*/ 11743568 w 12192000"/>
              <a:gd name="connsiteY33" fmla="*/ 6621795 h 6858001"/>
              <a:gd name="connsiteX34" fmla="*/ 11736284 w 12192000"/>
              <a:gd name="connsiteY34" fmla="*/ 6622054 h 6858001"/>
              <a:gd name="connsiteX35" fmla="*/ 11748251 w 12192000"/>
              <a:gd name="connsiteY35" fmla="*/ 6612458 h 6858001"/>
              <a:gd name="connsiteX36" fmla="*/ 11871301 w 12192000"/>
              <a:gd name="connsiteY36" fmla="*/ 6530240 h 6858001"/>
              <a:gd name="connsiteX37" fmla="*/ 11841124 w 12192000"/>
              <a:gd name="connsiteY37" fmla="*/ 6451912 h 6858001"/>
              <a:gd name="connsiteX38" fmla="*/ 11696741 w 12192000"/>
              <a:gd name="connsiteY38" fmla="*/ 6413786 h 6858001"/>
              <a:gd name="connsiteX39" fmla="*/ 11759176 w 12192000"/>
              <a:gd name="connsiteY39" fmla="*/ 6303891 h 6858001"/>
              <a:gd name="connsiteX40" fmla="*/ 11641467 w 12192000"/>
              <a:gd name="connsiteY40" fmla="*/ 6408732 h 6858001"/>
              <a:gd name="connsiteX41" fmla="*/ 11597457 w 12192000"/>
              <a:gd name="connsiteY41" fmla="*/ 6477501 h 6858001"/>
              <a:gd name="connsiteX42" fmla="*/ 11615946 w 12192000"/>
              <a:gd name="connsiteY42" fmla="*/ 6498261 h 6858001"/>
              <a:gd name="connsiteX43" fmla="*/ 11737041 w 12192000"/>
              <a:gd name="connsiteY43" fmla="*/ 6560802 h 6858001"/>
              <a:gd name="connsiteX44" fmla="*/ 11746676 w 12192000"/>
              <a:gd name="connsiteY44" fmla="*/ 6554834 h 6858001"/>
              <a:gd name="connsiteX45" fmla="*/ 11639384 w 12192000"/>
              <a:gd name="connsiteY45" fmla="*/ 6495666 h 6858001"/>
              <a:gd name="connsiteX46" fmla="*/ 11622717 w 12192000"/>
              <a:gd name="connsiteY46" fmla="*/ 6480096 h 6858001"/>
              <a:gd name="connsiteX47" fmla="*/ 11652405 w 12192000"/>
              <a:gd name="connsiteY47" fmla="*/ 6448955 h 6858001"/>
              <a:gd name="connsiteX48" fmla="*/ 11668811 w 12192000"/>
              <a:gd name="connsiteY48" fmla="*/ 6432606 h 6858001"/>
              <a:gd name="connsiteX49" fmla="*/ 11670895 w 12192000"/>
              <a:gd name="connsiteY49" fmla="*/ 6415738 h 6858001"/>
              <a:gd name="connsiteX50" fmla="*/ 11692249 w 12192000"/>
              <a:gd name="connsiteY50" fmla="*/ 6408991 h 6858001"/>
              <a:gd name="connsiteX51" fmla="*/ 11720374 w 12192000"/>
              <a:gd name="connsiteY51" fmla="*/ 6380705 h 6858001"/>
              <a:gd name="connsiteX52" fmla="*/ 11743291 w 12192000"/>
              <a:gd name="connsiteY52" fmla="*/ 6362799 h 6858001"/>
              <a:gd name="connsiteX53" fmla="*/ 11749801 w 12192000"/>
              <a:gd name="connsiteY53" fmla="*/ 6375255 h 6858001"/>
              <a:gd name="connsiteX54" fmla="*/ 11754749 w 12192000"/>
              <a:gd name="connsiteY54" fmla="*/ 6420669 h 6858001"/>
              <a:gd name="connsiteX55" fmla="*/ 11793812 w 12192000"/>
              <a:gd name="connsiteY55" fmla="*/ 6431568 h 6858001"/>
              <a:gd name="connsiteX56" fmla="*/ 11759176 w 12192000"/>
              <a:gd name="connsiteY56" fmla="*/ 6303891 h 6858001"/>
              <a:gd name="connsiteX57" fmla="*/ 0 w 12192000"/>
              <a:gd name="connsiteY57" fmla="*/ 0 h 6858001"/>
              <a:gd name="connsiteX58" fmla="*/ 12192000 w 12192000"/>
              <a:gd name="connsiteY58" fmla="*/ 0 h 6858001"/>
              <a:gd name="connsiteX59" fmla="*/ 12192000 w 12192000"/>
              <a:gd name="connsiteY59" fmla="*/ 6858001 h 6858001"/>
              <a:gd name="connsiteX60" fmla="*/ 0 w 12192000"/>
              <a:gd name="connsiteY60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12192000" h="6858001">
                <a:moveTo>
                  <a:pt x="11696741" y="6413786"/>
                </a:moveTo>
                <a:cubicBezTo>
                  <a:pt x="11675409" y="6410933"/>
                  <a:pt x="11666824" y="6418714"/>
                  <a:pt x="11675409" y="6438944"/>
                </a:cubicBezTo>
                <a:cubicBezTo>
                  <a:pt x="11684254" y="6458915"/>
                  <a:pt x="11706627" y="6492373"/>
                  <a:pt x="11730040" y="6517531"/>
                </a:cubicBezTo>
                <a:cubicBezTo>
                  <a:pt x="11753714" y="6542430"/>
                  <a:pt x="11779208" y="6549433"/>
                  <a:pt x="11787273" y="6510528"/>
                </a:cubicBezTo>
                <a:cubicBezTo>
                  <a:pt x="11787533" y="6509232"/>
                  <a:pt x="11787793" y="6507935"/>
                  <a:pt x="11788053" y="6506379"/>
                </a:cubicBezTo>
                <a:cubicBezTo>
                  <a:pt x="11789874" y="6496523"/>
                  <a:pt x="11791435" y="6486926"/>
                  <a:pt x="11792216" y="6478367"/>
                </a:cubicBezTo>
                <a:cubicBezTo>
                  <a:pt x="11781810" y="6473699"/>
                  <a:pt x="11770103" y="6468771"/>
                  <a:pt x="11758396" y="6463843"/>
                </a:cubicBezTo>
                <a:cubicBezTo>
                  <a:pt x="11759177" y="6472661"/>
                  <a:pt x="11760217" y="6487964"/>
                  <a:pt x="11760738" y="6499895"/>
                </a:cubicBezTo>
                <a:cubicBezTo>
                  <a:pt x="11760738" y="6501191"/>
                  <a:pt x="11760738" y="6502748"/>
                  <a:pt x="11760738" y="6504304"/>
                </a:cubicBezTo>
                <a:cubicBezTo>
                  <a:pt x="11761518" y="6523237"/>
                  <a:pt x="11755014" y="6523237"/>
                  <a:pt x="11744088" y="6515456"/>
                </a:cubicBezTo>
                <a:cubicBezTo>
                  <a:pt x="11731341" y="6506379"/>
                  <a:pt x="11692579" y="6455284"/>
                  <a:pt x="11688156" y="6432460"/>
                </a:cubicBezTo>
                <a:cubicBezTo>
                  <a:pt x="11687896" y="6431164"/>
                  <a:pt x="11688676" y="6430904"/>
                  <a:pt x="11689457" y="6431164"/>
                </a:cubicBezTo>
                <a:cubicBezTo>
                  <a:pt x="11689717" y="6431423"/>
                  <a:pt x="11689977" y="6431423"/>
                  <a:pt x="11690237" y="6431682"/>
                </a:cubicBezTo>
                <a:cubicBezTo>
                  <a:pt x="11690237" y="6431682"/>
                  <a:pt x="11690237" y="6431682"/>
                  <a:pt x="11690498" y="6431682"/>
                </a:cubicBezTo>
                <a:cubicBezTo>
                  <a:pt x="11699082" y="6435054"/>
                  <a:pt x="11728479" y="6446725"/>
                  <a:pt x="11758136" y="6459175"/>
                </a:cubicBezTo>
                <a:cubicBezTo>
                  <a:pt x="11769843" y="6464103"/>
                  <a:pt x="11781810" y="6469290"/>
                  <a:pt x="11792476" y="6473958"/>
                </a:cubicBezTo>
                <a:cubicBezTo>
                  <a:pt x="11803142" y="6478627"/>
                  <a:pt x="11812507" y="6483295"/>
                  <a:pt x="11819531" y="6486926"/>
                </a:cubicBezTo>
                <a:cubicBezTo>
                  <a:pt x="11832279" y="6493670"/>
                  <a:pt x="11837221" y="6498338"/>
                  <a:pt x="11831758" y="6503785"/>
                </a:cubicBezTo>
                <a:cubicBezTo>
                  <a:pt x="11805223" y="6531018"/>
                  <a:pt x="11711830" y="6569404"/>
                  <a:pt x="11679831" y="6616867"/>
                </a:cubicBezTo>
                <a:cubicBezTo>
                  <a:pt x="11679831" y="6616867"/>
                  <a:pt x="11679571" y="6617126"/>
                  <a:pt x="11679311" y="6617386"/>
                </a:cubicBezTo>
                <a:cubicBezTo>
                  <a:pt x="11679051" y="6617904"/>
                  <a:pt x="11678531" y="6618423"/>
                  <a:pt x="11678271" y="6618942"/>
                </a:cubicBezTo>
                <a:cubicBezTo>
                  <a:pt x="11678271" y="6619201"/>
                  <a:pt x="11678271" y="6619461"/>
                  <a:pt x="11678010" y="6619461"/>
                </a:cubicBezTo>
                <a:cubicBezTo>
                  <a:pt x="11676450" y="6622573"/>
                  <a:pt x="11674108" y="6627501"/>
                  <a:pt x="11673328" y="6633725"/>
                </a:cubicBezTo>
                <a:cubicBezTo>
                  <a:pt x="11672027" y="6644100"/>
                  <a:pt x="11677490" y="6653696"/>
                  <a:pt x="11692319" y="6657587"/>
                </a:cubicBezTo>
                <a:cubicBezTo>
                  <a:pt x="11696221" y="6658624"/>
                  <a:pt x="11700383" y="6659402"/>
                  <a:pt x="11705066" y="6659921"/>
                </a:cubicBezTo>
                <a:cubicBezTo>
                  <a:pt x="11705846" y="6660180"/>
                  <a:pt x="11706887" y="6660180"/>
                  <a:pt x="11707667" y="6660180"/>
                </a:cubicBezTo>
                <a:cubicBezTo>
                  <a:pt x="11736544" y="6661477"/>
                  <a:pt x="11811207" y="6645137"/>
                  <a:pt x="11833840" y="6635282"/>
                </a:cubicBezTo>
                <a:cubicBezTo>
                  <a:pt x="11857253" y="6624907"/>
                  <a:pt x="11850229" y="6614533"/>
                  <a:pt x="11843465" y="6609086"/>
                </a:cubicBezTo>
                <a:cubicBezTo>
                  <a:pt x="11838262" y="6604936"/>
                  <a:pt x="11812247" y="6590412"/>
                  <a:pt x="11799500" y="6583409"/>
                </a:cubicBezTo>
                <a:cubicBezTo>
                  <a:pt x="11796118" y="6585743"/>
                  <a:pt x="11793516" y="6587300"/>
                  <a:pt x="11790135" y="6589634"/>
                </a:cubicBezTo>
                <a:cubicBezTo>
                  <a:pt x="11811727" y="6602602"/>
                  <a:pt x="11820312" y="6609086"/>
                  <a:pt x="11825255" y="6612976"/>
                </a:cubicBezTo>
                <a:cubicBezTo>
                  <a:pt x="11827336" y="6614533"/>
                  <a:pt x="11826295" y="6616348"/>
                  <a:pt x="11823434" y="6616608"/>
                </a:cubicBezTo>
                <a:cubicBezTo>
                  <a:pt x="11822653" y="6616608"/>
                  <a:pt x="11821873" y="6616608"/>
                  <a:pt x="11821092" y="6616608"/>
                </a:cubicBezTo>
                <a:cubicBezTo>
                  <a:pt x="11800540" y="6618164"/>
                  <a:pt x="11761778" y="6620757"/>
                  <a:pt x="11743568" y="6621795"/>
                </a:cubicBezTo>
                <a:cubicBezTo>
                  <a:pt x="11740966" y="6622054"/>
                  <a:pt x="11737845" y="6622054"/>
                  <a:pt x="11736284" y="6622054"/>
                </a:cubicBezTo>
                <a:cubicBezTo>
                  <a:pt x="11740706" y="6617904"/>
                  <a:pt x="11745649" y="6614273"/>
                  <a:pt x="11748251" y="6612458"/>
                </a:cubicBezTo>
                <a:cubicBezTo>
                  <a:pt x="11787273" y="6584965"/>
                  <a:pt x="11852050" y="6546580"/>
                  <a:pt x="11871301" y="6530240"/>
                </a:cubicBezTo>
                <a:cubicBezTo>
                  <a:pt x="11885349" y="6518050"/>
                  <a:pt x="11923851" y="6480961"/>
                  <a:pt x="11841124" y="6451912"/>
                </a:cubicBezTo>
                <a:cubicBezTo>
                  <a:pt x="11817450" y="6443872"/>
                  <a:pt x="11758657" y="6422086"/>
                  <a:pt x="11696741" y="6413786"/>
                </a:cubicBezTo>
                <a:close/>
                <a:moveTo>
                  <a:pt x="11759176" y="6303891"/>
                </a:moveTo>
                <a:cubicBezTo>
                  <a:pt x="11739124" y="6301296"/>
                  <a:pt x="11708916" y="6326468"/>
                  <a:pt x="11641467" y="6408732"/>
                </a:cubicBezTo>
                <a:cubicBezTo>
                  <a:pt x="11628967" y="6423783"/>
                  <a:pt x="11599800" y="6460633"/>
                  <a:pt x="11597457" y="6477501"/>
                </a:cubicBezTo>
                <a:cubicBezTo>
                  <a:pt x="11595894" y="6489438"/>
                  <a:pt x="11608655" y="6494628"/>
                  <a:pt x="11615946" y="6498261"/>
                </a:cubicBezTo>
                <a:cubicBezTo>
                  <a:pt x="11622717" y="6501894"/>
                  <a:pt x="11700843" y="6540561"/>
                  <a:pt x="11737041" y="6560802"/>
                </a:cubicBezTo>
                <a:cubicBezTo>
                  <a:pt x="11740166" y="6558726"/>
                  <a:pt x="11743291" y="6556650"/>
                  <a:pt x="11746676" y="6554834"/>
                </a:cubicBezTo>
                <a:cubicBezTo>
                  <a:pt x="11725062" y="6543156"/>
                  <a:pt x="11664124" y="6510458"/>
                  <a:pt x="11639384" y="6495666"/>
                </a:cubicBezTo>
                <a:cubicBezTo>
                  <a:pt x="11629228" y="6489698"/>
                  <a:pt x="11622196" y="6484767"/>
                  <a:pt x="11622717" y="6480096"/>
                </a:cubicBezTo>
                <a:cubicBezTo>
                  <a:pt x="11623498" y="6474387"/>
                  <a:pt x="11638342" y="6462968"/>
                  <a:pt x="11652405" y="6448955"/>
                </a:cubicBezTo>
                <a:cubicBezTo>
                  <a:pt x="11656051" y="6445322"/>
                  <a:pt x="11662040" y="6439353"/>
                  <a:pt x="11668811" y="6432606"/>
                </a:cubicBezTo>
                <a:cubicBezTo>
                  <a:pt x="11666988" y="6425600"/>
                  <a:pt x="11667769" y="6419890"/>
                  <a:pt x="11670895" y="6415738"/>
                </a:cubicBezTo>
                <a:cubicBezTo>
                  <a:pt x="11674801" y="6410548"/>
                  <a:pt x="11681832" y="6408472"/>
                  <a:pt x="11692249" y="6408991"/>
                </a:cubicBezTo>
                <a:cubicBezTo>
                  <a:pt x="11705009" y="6396275"/>
                  <a:pt x="11716468" y="6384857"/>
                  <a:pt x="11720374" y="6380705"/>
                </a:cubicBezTo>
                <a:cubicBezTo>
                  <a:pt x="11729489" y="6371622"/>
                  <a:pt x="11739124" y="6362280"/>
                  <a:pt x="11743291" y="6362799"/>
                </a:cubicBezTo>
                <a:cubicBezTo>
                  <a:pt x="11746676" y="6363318"/>
                  <a:pt x="11748499" y="6366432"/>
                  <a:pt x="11749801" y="6375255"/>
                </a:cubicBezTo>
                <a:cubicBezTo>
                  <a:pt x="11750843" y="6383041"/>
                  <a:pt x="11753447" y="6405618"/>
                  <a:pt x="11754749" y="6420669"/>
                </a:cubicBezTo>
                <a:cubicBezTo>
                  <a:pt x="11768812" y="6424043"/>
                  <a:pt x="11781833" y="6427935"/>
                  <a:pt x="11793812" y="6431568"/>
                </a:cubicBezTo>
                <a:cubicBezTo>
                  <a:pt x="11792249" y="6328544"/>
                  <a:pt x="11780531" y="6306746"/>
                  <a:pt x="11759176" y="6303891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1"/>
                </a:lnTo>
                <a:lnTo>
                  <a:pt x="0" y="6858001"/>
                </a:lnTo>
                <a:close/>
              </a:path>
            </a:pathLst>
          </a:custGeom>
          <a:noFill/>
        </p:spPr>
        <p:txBody>
          <a:bodyPr wrap="square" lIns="6588000" tIns="0" bIns="274320"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_______________________________</a:t>
            </a:r>
            <a:br>
              <a:rPr lang="en-US"/>
            </a:br>
            <a:br>
              <a:rPr lang="en-US"/>
            </a:br>
            <a:r>
              <a:rPr lang="en-US"/>
              <a:t>To add an image here: </a:t>
            </a:r>
            <a:br>
              <a:rPr lang="en-US"/>
            </a:br>
            <a:r>
              <a:rPr lang="en-US"/>
              <a:t>Click the icon and select Brand Pictures, </a:t>
            </a:r>
            <a:br>
              <a:rPr lang="en-US"/>
            </a:br>
            <a:r>
              <a:rPr lang="en-US"/>
              <a:t>or insert a file from your computer.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The image can then be scaled within </a:t>
            </a:r>
            <a:br>
              <a:rPr lang="en-US"/>
            </a:br>
            <a:r>
              <a:rPr lang="en-US"/>
              <a:t>the frame by using the Crop feature in </a:t>
            </a:r>
            <a:br>
              <a:rPr lang="en-US"/>
            </a:br>
            <a:r>
              <a:rPr lang="en-US"/>
              <a:t>the Picture Format tab of the ribbon.</a:t>
            </a:r>
            <a:br>
              <a:rPr lang="en-US"/>
            </a:br>
            <a:r>
              <a:rPr lang="en-US"/>
              <a:t>_______________________________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65CAD3-E638-495B-86BB-AC828CDE2A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60372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Alternativ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A7F1880-4AC1-4D46-9996-85279490A2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5818" y="1"/>
            <a:ext cx="6116183" cy="5588001"/>
          </a:xfrm>
          <a:custGeom>
            <a:avLst/>
            <a:gdLst>
              <a:gd name="connsiteX0" fmla="*/ 354640 w 6116183"/>
              <a:gd name="connsiteY0" fmla="*/ 0 h 5588001"/>
              <a:gd name="connsiteX1" fmla="*/ 6116183 w 6116183"/>
              <a:gd name="connsiteY1" fmla="*/ 0 h 5588001"/>
              <a:gd name="connsiteX2" fmla="*/ 6116183 w 6116183"/>
              <a:gd name="connsiteY2" fmla="*/ 4944550 h 5588001"/>
              <a:gd name="connsiteX3" fmla="*/ 6115373 w 6116183"/>
              <a:gd name="connsiteY3" fmla="*/ 4945083 h 5588001"/>
              <a:gd name="connsiteX4" fmla="*/ 5897930 w 6116183"/>
              <a:gd name="connsiteY4" fmla="*/ 5077183 h 5588001"/>
              <a:gd name="connsiteX5" fmla="*/ 5808870 w 6116183"/>
              <a:gd name="connsiteY5" fmla="*/ 5126964 h 5588001"/>
              <a:gd name="connsiteX6" fmla="*/ 5497342 w 6116183"/>
              <a:gd name="connsiteY6" fmla="*/ 5277035 h 5588001"/>
              <a:gd name="connsiteX7" fmla="*/ 5497341 w 6116183"/>
              <a:gd name="connsiteY7" fmla="*/ 5277035 h 5588001"/>
              <a:gd name="connsiteX8" fmla="*/ 5475237 w 6116183"/>
              <a:gd name="connsiteY8" fmla="*/ 5285126 h 5588001"/>
              <a:gd name="connsiteX9" fmla="*/ 5133783 w 6116183"/>
              <a:gd name="connsiteY9" fmla="*/ 5410099 h 5588001"/>
              <a:gd name="connsiteX10" fmla="*/ 3957070 w 6116183"/>
              <a:gd name="connsiteY10" fmla="*/ 5588001 h 5588001"/>
              <a:gd name="connsiteX11" fmla="*/ 0 w 6116183"/>
              <a:gd name="connsiteY11" fmla="*/ 1630931 h 5588001"/>
              <a:gd name="connsiteX12" fmla="*/ 310966 w 6116183"/>
              <a:gd name="connsiteY12" fmla="*/ 90661 h 558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116183" h="5588001">
                <a:moveTo>
                  <a:pt x="354640" y="0"/>
                </a:moveTo>
                <a:lnTo>
                  <a:pt x="6116183" y="0"/>
                </a:lnTo>
                <a:lnTo>
                  <a:pt x="6116183" y="4944550"/>
                </a:lnTo>
                <a:lnTo>
                  <a:pt x="6115373" y="4945083"/>
                </a:lnTo>
                <a:lnTo>
                  <a:pt x="5897930" y="5077183"/>
                </a:lnTo>
                <a:lnTo>
                  <a:pt x="5808870" y="5126964"/>
                </a:lnTo>
                <a:lnTo>
                  <a:pt x="5497342" y="5277035"/>
                </a:lnTo>
                <a:lnTo>
                  <a:pt x="5497341" y="5277035"/>
                </a:lnTo>
                <a:lnTo>
                  <a:pt x="5475237" y="5285126"/>
                </a:lnTo>
                <a:lnTo>
                  <a:pt x="5133783" y="5410099"/>
                </a:lnTo>
                <a:cubicBezTo>
                  <a:pt x="4762059" y="5525718"/>
                  <a:pt x="4366839" y="5588001"/>
                  <a:pt x="3957070" y="5588001"/>
                </a:cubicBezTo>
                <a:cubicBezTo>
                  <a:pt x="1771641" y="5588001"/>
                  <a:pt x="0" y="3816361"/>
                  <a:pt x="0" y="1630931"/>
                </a:cubicBezTo>
                <a:cubicBezTo>
                  <a:pt x="0" y="1084574"/>
                  <a:pt x="110728" y="564078"/>
                  <a:pt x="310966" y="90661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576000" tIns="360000" rIns="396000" bIns="1368000" anchor="ctr" anchorCtr="0">
            <a:normAutofit/>
          </a:bodyPr>
          <a:lstStyle>
            <a:lvl1pPr algn="ctr"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key statement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4987E5A-4AC6-4082-8355-9708308C8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0" y="-1"/>
            <a:ext cx="12192000" cy="6858001"/>
          </a:xfrm>
          <a:custGeom>
            <a:avLst/>
            <a:gdLst>
              <a:gd name="connsiteX0" fmla="*/ 11696741 w 12192000"/>
              <a:gd name="connsiteY0" fmla="*/ 6413786 h 6858001"/>
              <a:gd name="connsiteX1" fmla="*/ 11675409 w 12192000"/>
              <a:gd name="connsiteY1" fmla="*/ 6438944 h 6858001"/>
              <a:gd name="connsiteX2" fmla="*/ 11730040 w 12192000"/>
              <a:gd name="connsiteY2" fmla="*/ 6517531 h 6858001"/>
              <a:gd name="connsiteX3" fmla="*/ 11787273 w 12192000"/>
              <a:gd name="connsiteY3" fmla="*/ 6510528 h 6858001"/>
              <a:gd name="connsiteX4" fmla="*/ 11788053 w 12192000"/>
              <a:gd name="connsiteY4" fmla="*/ 6506379 h 6858001"/>
              <a:gd name="connsiteX5" fmla="*/ 11792216 w 12192000"/>
              <a:gd name="connsiteY5" fmla="*/ 6478367 h 6858001"/>
              <a:gd name="connsiteX6" fmla="*/ 11758396 w 12192000"/>
              <a:gd name="connsiteY6" fmla="*/ 6463843 h 6858001"/>
              <a:gd name="connsiteX7" fmla="*/ 11760738 w 12192000"/>
              <a:gd name="connsiteY7" fmla="*/ 6499895 h 6858001"/>
              <a:gd name="connsiteX8" fmla="*/ 11760738 w 12192000"/>
              <a:gd name="connsiteY8" fmla="*/ 6504304 h 6858001"/>
              <a:gd name="connsiteX9" fmla="*/ 11744088 w 12192000"/>
              <a:gd name="connsiteY9" fmla="*/ 6515456 h 6858001"/>
              <a:gd name="connsiteX10" fmla="*/ 11688156 w 12192000"/>
              <a:gd name="connsiteY10" fmla="*/ 6432460 h 6858001"/>
              <a:gd name="connsiteX11" fmla="*/ 11689457 w 12192000"/>
              <a:gd name="connsiteY11" fmla="*/ 6431164 h 6858001"/>
              <a:gd name="connsiteX12" fmla="*/ 11690237 w 12192000"/>
              <a:gd name="connsiteY12" fmla="*/ 6431682 h 6858001"/>
              <a:gd name="connsiteX13" fmla="*/ 11690498 w 12192000"/>
              <a:gd name="connsiteY13" fmla="*/ 6431682 h 6858001"/>
              <a:gd name="connsiteX14" fmla="*/ 11758136 w 12192000"/>
              <a:gd name="connsiteY14" fmla="*/ 6459175 h 6858001"/>
              <a:gd name="connsiteX15" fmla="*/ 11792476 w 12192000"/>
              <a:gd name="connsiteY15" fmla="*/ 6473958 h 6858001"/>
              <a:gd name="connsiteX16" fmla="*/ 11819531 w 12192000"/>
              <a:gd name="connsiteY16" fmla="*/ 6486926 h 6858001"/>
              <a:gd name="connsiteX17" fmla="*/ 11831758 w 12192000"/>
              <a:gd name="connsiteY17" fmla="*/ 6503785 h 6858001"/>
              <a:gd name="connsiteX18" fmla="*/ 11679831 w 12192000"/>
              <a:gd name="connsiteY18" fmla="*/ 6616867 h 6858001"/>
              <a:gd name="connsiteX19" fmla="*/ 11679311 w 12192000"/>
              <a:gd name="connsiteY19" fmla="*/ 6617386 h 6858001"/>
              <a:gd name="connsiteX20" fmla="*/ 11678271 w 12192000"/>
              <a:gd name="connsiteY20" fmla="*/ 6618942 h 6858001"/>
              <a:gd name="connsiteX21" fmla="*/ 11678010 w 12192000"/>
              <a:gd name="connsiteY21" fmla="*/ 6619461 h 6858001"/>
              <a:gd name="connsiteX22" fmla="*/ 11673328 w 12192000"/>
              <a:gd name="connsiteY22" fmla="*/ 6633725 h 6858001"/>
              <a:gd name="connsiteX23" fmla="*/ 11692319 w 12192000"/>
              <a:gd name="connsiteY23" fmla="*/ 6657587 h 6858001"/>
              <a:gd name="connsiteX24" fmla="*/ 11705066 w 12192000"/>
              <a:gd name="connsiteY24" fmla="*/ 6659921 h 6858001"/>
              <a:gd name="connsiteX25" fmla="*/ 11707667 w 12192000"/>
              <a:gd name="connsiteY25" fmla="*/ 6660180 h 6858001"/>
              <a:gd name="connsiteX26" fmla="*/ 11833840 w 12192000"/>
              <a:gd name="connsiteY26" fmla="*/ 6635282 h 6858001"/>
              <a:gd name="connsiteX27" fmla="*/ 11843465 w 12192000"/>
              <a:gd name="connsiteY27" fmla="*/ 6609086 h 6858001"/>
              <a:gd name="connsiteX28" fmla="*/ 11799500 w 12192000"/>
              <a:gd name="connsiteY28" fmla="*/ 6583409 h 6858001"/>
              <a:gd name="connsiteX29" fmla="*/ 11790135 w 12192000"/>
              <a:gd name="connsiteY29" fmla="*/ 6589634 h 6858001"/>
              <a:gd name="connsiteX30" fmla="*/ 11825255 w 12192000"/>
              <a:gd name="connsiteY30" fmla="*/ 6612976 h 6858001"/>
              <a:gd name="connsiteX31" fmla="*/ 11823434 w 12192000"/>
              <a:gd name="connsiteY31" fmla="*/ 6616608 h 6858001"/>
              <a:gd name="connsiteX32" fmla="*/ 11821092 w 12192000"/>
              <a:gd name="connsiteY32" fmla="*/ 6616608 h 6858001"/>
              <a:gd name="connsiteX33" fmla="*/ 11743568 w 12192000"/>
              <a:gd name="connsiteY33" fmla="*/ 6621795 h 6858001"/>
              <a:gd name="connsiteX34" fmla="*/ 11736284 w 12192000"/>
              <a:gd name="connsiteY34" fmla="*/ 6622054 h 6858001"/>
              <a:gd name="connsiteX35" fmla="*/ 11748251 w 12192000"/>
              <a:gd name="connsiteY35" fmla="*/ 6612458 h 6858001"/>
              <a:gd name="connsiteX36" fmla="*/ 11871301 w 12192000"/>
              <a:gd name="connsiteY36" fmla="*/ 6530240 h 6858001"/>
              <a:gd name="connsiteX37" fmla="*/ 11841124 w 12192000"/>
              <a:gd name="connsiteY37" fmla="*/ 6451912 h 6858001"/>
              <a:gd name="connsiteX38" fmla="*/ 11696741 w 12192000"/>
              <a:gd name="connsiteY38" fmla="*/ 6413786 h 6858001"/>
              <a:gd name="connsiteX39" fmla="*/ 11759176 w 12192000"/>
              <a:gd name="connsiteY39" fmla="*/ 6303891 h 6858001"/>
              <a:gd name="connsiteX40" fmla="*/ 11641467 w 12192000"/>
              <a:gd name="connsiteY40" fmla="*/ 6408732 h 6858001"/>
              <a:gd name="connsiteX41" fmla="*/ 11597457 w 12192000"/>
              <a:gd name="connsiteY41" fmla="*/ 6477501 h 6858001"/>
              <a:gd name="connsiteX42" fmla="*/ 11615946 w 12192000"/>
              <a:gd name="connsiteY42" fmla="*/ 6498261 h 6858001"/>
              <a:gd name="connsiteX43" fmla="*/ 11737041 w 12192000"/>
              <a:gd name="connsiteY43" fmla="*/ 6560802 h 6858001"/>
              <a:gd name="connsiteX44" fmla="*/ 11746676 w 12192000"/>
              <a:gd name="connsiteY44" fmla="*/ 6554834 h 6858001"/>
              <a:gd name="connsiteX45" fmla="*/ 11639384 w 12192000"/>
              <a:gd name="connsiteY45" fmla="*/ 6495666 h 6858001"/>
              <a:gd name="connsiteX46" fmla="*/ 11622717 w 12192000"/>
              <a:gd name="connsiteY46" fmla="*/ 6480096 h 6858001"/>
              <a:gd name="connsiteX47" fmla="*/ 11652405 w 12192000"/>
              <a:gd name="connsiteY47" fmla="*/ 6448955 h 6858001"/>
              <a:gd name="connsiteX48" fmla="*/ 11668811 w 12192000"/>
              <a:gd name="connsiteY48" fmla="*/ 6432606 h 6858001"/>
              <a:gd name="connsiteX49" fmla="*/ 11670895 w 12192000"/>
              <a:gd name="connsiteY49" fmla="*/ 6415738 h 6858001"/>
              <a:gd name="connsiteX50" fmla="*/ 11692249 w 12192000"/>
              <a:gd name="connsiteY50" fmla="*/ 6408991 h 6858001"/>
              <a:gd name="connsiteX51" fmla="*/ 11720374 w 12192000"/>
              <a:gd name="connsiteY51" fmla="*/ 6380705 h 6858001"/>
              <a:gd name="connsiteX52" fmla="*/ 11743291 w 12192000"/>
              <a:gd name="connsiteY52" fmla="*/ 6362799 h 6858001"/>
              <a:gd name="connsiteX53" fmla="*/ 11749801 w 12192000"/>
              <a:gd name="connsiteY53" fmla="*/ 6375255 h 6858001"/>
              <a:gd name="connsiteX54" fmla="*/ 11754749 w 12192000"/>
              <a:gd name="connsiteY54" fmla="*/ 6420669 h 6858001"/>
              <a:gd name="connsiteX55" fmla="*/ 11793812 w 12192000"/>
              <a:gd name="connsiteY55" fmla="*/ 6431568 h 6858001"/>
              <a:gd name="connsiteX56" fmla="*/ 11759176 w 12192000"/>
              <a:gd name="connsiteY56" fmla="*/ 6303891 h 6858001"/>
              <a:gd name="connsiteX57" fmla="*/ 0 w 12192000"/>
              <a:gd name="connsiteY57" fmla="*/ 0 h 6858001"/>
              <a:gd name="connsiteX58" fmla="*/ 12192000 w 12192000"/>
              <a:gd name="connsiteY58" fmla="*/ 0 h 6858001"/>
              <a:gd name="connsiteX59" fmla="*/ 12192000 w 12192000"/>
              <a:gd name="connsiteY59" fmla="*/ 6858001 h 6858001"/>
              <a:gd name="connsiteX60" fmla="*/ 0 w 12192000"/>
              <a:gd name="connsiteY60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12192000" h="6858001">
                <a:moveTo>
                  <a:pt x="11696741" y="6413786"/>
                </a:moveTo>
                <a:cubicBezTo>
                  <a:pt x="11675409" y="6410933"/>
                  <a:pt x="11666824" y="6418714"/>
                  <a:pt x="11675409" y="6438944"/>
                </a:cubicBezTo>
                <a:cubicBezTo>
                  <a:pt x="11684254" y="6458915"/>
                  <a:pt x="11706627" y="6492373"/>
                  <a:pt x="11730040" y="6517531"/>
                </a:cubicBezTo>
                <a:cubicBezTo>
                  <a:pt x="11753714" y="6542430"/>
                  <a:pt x="11779208" y="6549433"/>
                  <a:pt x="11787273" y="6510528"/>
                </a:cubicBezTo>
                <a:cubicBezTo>
                  <a:pt x="11787533" y="6509232"/>
                  <a:pt x="11787793" y="6507935"/>
                  <a:pt x="11788053" y="6506379"/>
                </a:cubicBezTo>
                <a:cubicBezTo>
                  <a:pt x="11789874" y="6496523"/>
                  <a:pt x="11791435" y="6486926"/>
                  <a:pt x="11792216" y="6478367"/>
                </a:cubicBezTo>
                <a:cubicBezTo>
                  <a:pt x="11781810" y="6473699"/>
                  <a:pt x="11770103" y="6468771"/>
                  <a:pt x="11758396" y="6463843"/>
                </a:cubicBezTo>
                <a:cubicBezTo>
                  <a:pt x="11759177" y="6472661"/>
                  <a:pt x="11760217" y="6487964"/>
                  <a:pt x="11760738" y="6499895"/>
                </a:cubicBezTo>
                <a:cubicBezTo>
                  <a:pt x="11760738" y="6501191"/>
                  <a:pt x="11760738" y="6502748"/>
                  <a:pt x="11760738" y="6504304"/>
                </a:cubicBezTo>
                <a:cubicBezTo>
                  <a:pt x="11761518" y="6523237"/>
                  <a:pt x="11755014" y="6523237"/>
                  <a:pt x="11744088" y="6515456"/>
                </a:cubicBezTo>
                <a:cubicBezTo>
                  <a:pt x="11731341" y="6506379"/>
                  <a:pt x="11692579" y="6455284"/>
                  <a:pt x="11688156" y="6432460"/>
                </a:cubicBezTo>
                <a:cubicBezTo>
                  <a:pt x="11687896" y="6431164"/>
                  <a:pt x="11688676" y="6430904"/>
                  <a:pt x="11689457" y="6431164"/>
                </a:cubicBezTo>
                <a:cubicBezTo>
                  <a:pt x="11689717" y="6431423"/>
                  <a:pt x="11689977" y="6431423"/>
                  <a:pt x="11690237" y="6431682"/>
                </a:cubicBezTo>
                <a:cubicBezTo>
                  <a:pt x="11690237" y="6431682"/>
                  <a:pt x="11690237" y="6431682"/>
                  <a:pt x="11690498" y="6431682"/>
                </a:cubicBezTo>
                <a:cubicBezTo>
                  <a:pt x="11699082" y="6435054"/>
                  <a:pt x="11728479" y="6446725"/>
                  <a:pt x="11758136" y="6459175"/>
                </a:cubicBezTo>
                <a:cubicBezTo>
                  <a:pt x="11769843" y="6464103"/>
                  <a:pt x="11781810" y="6469290"/>
                  <a:pt x="11792476" y="6473958"/>
                </a:cubicBezTo>
                <a:cubicBezTo>
                  <a:pt x="11803142" y="6478627"/>
                  <a:pt x="11812507" y="6483295"/>
                  <a:pt x="11819531" y="6486926"/>
                </a:cubicBezTo>
                <a:cubicBezTo>
                  <a:pt x="11832279" y="6493670"/>
                  <a:pt x="11837221" y="6498338"/>
                  <a:pt x="11831758" y="6503785"/>
                </a:cubicBezTo>
                <a:cubicBezTo>
                  <a:pt x="11805223" y="6531018"/>
                  <a:pt x="11711830" y="6569404"/>
                  <a:pt x="11679831" y="6616867"/>
                </a:cubicBezTo>
                <a:cubicBezTo>
                  <a:pt x="11679831" y="6616867"/>
                  <a:pt x="11679571" y="6617126"/>
                  <a:pt x="11679311" y="6617386"/>
                </a:cubicBezTo>
                <a:cubicBezTo>
                  <a:pt x="11679051" y="6617904"/>
                  <a:pt x="11678531" y="6618423"/>
                  <a:pt x="11678271" y="6618942"/>
                </a:cubicBezTo>
                <a:cubicBezTo>
                  <a:pt x="11678271" y="6619201"/>
                  <a:pt x="11678271" y="6619461"/>
                  <a:pt x="11678010" y="6619461"/>
                </a:cubicBezTo>
                <a:cubicBezTo>
                  <a:pt x="11676450" y="6622573"/>
                  <a:pt x="11674108" y="6627501"/>
                  <a:pt x="11673328" y="6633725"/>
                </a:cubicBezTo>
                <a:cubicBezTo>
                  <a:pt x="11672027" y="6644100"/>
                  <a:pt x="11677490" y="6653696"/>
                  <a:pt x="11692319" y="6657587"/>
                </a:cubicBezTo>
                <a:cubicBezTo>
                  <a:pt x="11696221" y="6658624"/>
                  <a:pt x="11700383" y="6659402"/>
                  <a:pt x="11705066" y="6659921"/>
                </a:cubicBezTo>
                <a:cubicBezTo>
                  <a:pt x="11705846" y="6660180"/>
                  <a:pt x="11706887" y="6660180"/>
                  <a:pt x="11707667" y="6660180"/>
                </a:cubicBezTo>
                <a:cubicBezTo>
                  <a:pt x="11736544" y="6661477"/>
                  <a:pt x="11811207" y="6645137"/>
                  <a:pt x="11833840" y="6635282"/>
                </a:cubicBezTo>
                <a:cubicBezTo>
                  <a:pt x="11857253" y="6624907"/>
                  <a:pt x="11850229" y="6614533"/>
                  <a:pt x="11843465" y="6609086"/>
                </a:cubicBezTo>
                <a:cubicBezTo>
                  <a:pt x="11838262" y="6604936"/>
                  <a:pt x="11812247" y="6590412"/>
                  <a:pt x="11799500" y="6583409"/>
                </a:cubicBezTo>
                <a:cubicBezTo>
                  <a:pt x="11796118" y="6585743"/>
                  <a:pt x="11793516" y="6587300"/>
                  <a:pt x="11790135" y="6589634"/>
                </a:cubicBezTo>
                <a:cubicBezTo>
                  <a:pt x="11811727" y="6602602"/>
                  <a:pt x="11820312" y="6609086"/>
                  <a:pt x="11825255" y="6612976"/>
                </a:cubicBezTo>
                <a:cubicBezTo>
                  <a:pt x="11827336" y="6614533"/>
                  <a:pt x="11826295" y="6616348"/>
                  <a:pt x="11823434" y="6616608"/>
                </a:cubicBezTo>
                <a:cubicBezTo>
                  <a:pt x="11822653" y="6616608"/>
                  <a:pt x="11821873" y="6616608"/>
                  <a:pt x="11821092" y="6616608"/>
                </a:cubicBezTo>
                <a:cubicBezTo>
                  <a:pt x="11800540" y="6618164"/>
                  <a:pt x="11761778" y="6620757"/>
                  <a:pt x="11743568" y="6621795"/>
                </a:cubicBezTo>
                <a:cubicBezTo>
                  <a:pt x="11740966" y="6622054"/>
                  <a:pt x="11737845" y="6622054"/>
                  <a:pt x="11736284" y="6622054"/>
                </a:cubicBezTo>
                <a:cubicBezTo>
                  <a:pt x="11740706" y="6617904"/>
                  <a:pt x="11745649" y="6614273"/>
                  <a:pt x="11748251" y="6612458"/>
                </a:cubicBezTo>
                <a:cubicBezTo>
                  <a:pt x="11787273" y="6584965"/>
                  <a:pt x="11852050" y="6546580"/>
                  <a:pt x="11871301" y="6530240"/>
                </a:cubicBezTo>
                <a:cubicBezTo>
                  <a:pt x="11885349" y="6518050"/>
                  <a:pt x="11923851" y="6480961"/>
                  <a:pt x="11841124" y="6451912"/>
                </a:cubicBezTo>
                <a:cubicBezTo>
                  <a:pt x="11817450" y="6443872"/>
                  <a:pt x="11758657" y="6422086"/>
                  <a:pt x="11696741" y="6413786"/>
                </a:cubicBezTo>
                <a:close/>
                <a:moveTo>
                  <a:pt x="11759176" y="6303891"/>
                </a:moveTo>
                <a:cubicBezTo>
                  <a:pt x="11739124" y="6301296"/>
                  <a:pt x="11708916" y="6326468"/>
                  <a:pt x="11641467" y="6408732"/>
                </a:cubicBezTo>
                <a:cubicBezTo>
                  <a:pt x="11628967" y="6423783"/>
                  <a:pt x="11599800" y="6460633"/>
                  <a:pt x="11597457" y="6477501"/>
                </a:cubicBezTo>
                <a:cubicBezTo>
                  <a:pt x="11595894" y="6489438"/>
                  <a:pt x="11608655" y="6494628"/>
                  <a:pt x="11615946" y="6498261"/>
                </a:cubicBezTo>
                <a:cubicBezTo>
                  <a:pt x="11622717" y="6501894"/>
                  <a:pt x="11700843" y="6540561"/>
                  <a:pt x="11737041" y="6560802"/>
                </a:cubicBezTo>
                <a:cubicBezTo>
                  <a:pt x="11740166" y="6558726"/>
                  <a:pt x="11743291" y="6556650"/>
                  <a:pt x="11746676" y="6554834"/>
                </a:cubicBezTo>
                <a:cubicBezTo>
                  <a:pt x="11725062" y="6543156"/>
                  <a:pt x="11664124" y="6510458"/>
                  <a:pt x="11639384" y="6495666"/>
                </a:cubicBezTo>
                <a:cubicBezTo>
                  <a:pt x="11629228" y="6489698"/>
                  <a:pt x="11622196" y="6484767"/>
                  <a:pt x="11622717" y="6480096"/>
                </a:cubicBezTo>
                <a:cubicBezTo>
                  <a:pt x="11623498" y="6474387"/>
                  <a:pt x="11638342" y="6462968"/>
                  <a:pt x="11652405" y="6448955"/>
                </a:cubicBezTo>
                <a:cubicBezTo>
                  <a:pt x="11656051" y="6445322"/>
                  <a:pt x="11662040" y="6439353"/>
                  <a:pt x="11668811" y="6432606"/>
                </a:cubicBezTo>
                <a:cubicBezTo>
                  <a:pt x="11666988" y="6425600"/>
                  <a:pt x="11667769" y="6419890"/>
                  <a:pt x="11670895" y="6415738"/>
                </a:cubicBezTo>
                <a:cubicBezTo>
                  <a:pt x="11674801" y="6410548"/>
                  <a:pt x="11681832" y="6408472"/>
                  <a:pt x="11692249" y="6408991"/>
                </a:cubicBezTo>
                <a:cubicBezTo>
                  <a:pt x="11705009" y="6396275"/>
                  <a:pt x="11716468" y="6384857"/>
                  <a:pt x="11720374" y="6380705"/>
                </a:cubicBezTo>
                <a:cubicBezTo>
                  <a:pt x="11729489" y="6371622"/>
                  <a:pt x="11739124" y="6362280"/>
                  <a:pt x="11743291" y="6362799"/>
                </a:cubicBezTo>
                <a:cubicBezTo>
                  <a:pt x="11746676" y="6363318"/>
                  <a:pt x="11748499" y="6366432"/>
                  <a:pt x="11749801" y="6375255"/>
                </a:cubicBezTo>
                <a:cubicBezTo>
                  <a:pt x="11750843" y="6383041"/>
                  <a:pt x="11753447" y="6405618"/>
                  <a:pt x="11754749" y="6420669"/>
                </a:cubicBezTo>
                <a:cubicBezTo>
                  <a:pt x="11768812" y="6424043"/>
                  <a:pt x="11781833" y="6427935"/>
                  <a:pt x="11793812" y="6431568"/>
                </a:cubicBezTo>
                <a:cubicBezTo>
                  <a:pt x="11792249" y="6328544"/>
                  <a:pt x="11780531" y="6306746"/>
                  <a:pt x="11759176" y="6303891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1"/>
                </a:lnTo>
                <a:lnTo>
                  <a:pt x="0" y="6858001"/>
                </a:lnTo>
                <a:close/>
              </a:path>
            </a:pathLst>
          </a:custGeom>
          <a:noFill/>
        </p:spPr>
        <p:txBody>
          <a:bodyPr wrap="square" lIns="0" tIns="0" rIns="6588000" bIns="274320" anchor="ctr" anchorCtr="0">
            <a:no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_______________________________</a:t>
            </a:r>
            <a:br>
              <a:rPr lang="en-US"/>
            </a:br>
            <a:br>
              <a:rPr lang="en-US"/>
            </a:br>
            <a:r>
              <a:rPr lang="en-US"/>
              <a:t>To add an image here: </a:t>
            </a:r>
            <a:br>
              <a:rPr lang="en-US"/>
            </a:br>
            <a:r>
              <a:rPr lang="en-US"/>
              <a:t>Click the icon and select Brand Pictures, </a:t>
            </a:r>
            <a:br>
              <a:rPr lang="en-US"/>
            </a:br>
            <a:r>
              <a:rPr lang="en-US"/>
              <a:t>or insert a file from your computer.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The image can then be scaled within </a:t>
            </a:r>
            <a:br>
              <a:rPr lang="en-US"/>
            </a:br>
            <a:r>
              <a:rPr lang="en-US"/>
              <a:t>the frame by using the Crop feature in </a:t>
            </a:r>
            <a:br>
              <a:rPr lang="en-US"/>
            </a:br>
            <a:r>
              <a:rPr lang="en-US"/>
              <a:t>the Picture Format tab of the ribbon.</a:t>
            </a:r>
            <a:br>
              <a:rPr lang="en-US"/>
            </a:br>
            <a:r>
              <a:rPr lang="en-US"/>
              <a:t>_______________________________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C36B2-DE1A-4EDF-9151-6195BF6EA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362570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Alternativ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19641-D30A-4DF2-BE88-21F4A0002C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1993901"/>
            <a:ext cx="4570413" cy="2288540"/>
          </a:xfrm>
        </p:spPr>
        <p:txBody>
          <a:bodyPr vert="horz" lIns="0" tIns="0" rIns="0" bIns="0" rtlCol="0" anchor="ctr" anchorCtr="0">
            <a:normAutofit/>
          </a:bodyPr>
          <a:lstStyle>
            <a:lvl1pPr algn="l">
              <a:lnSpc>
                <a:spcPct val="100000"/>
              </a:lnSpc>
              <a:defRPr lang="en-US" sz="6000">
                <a:solidFill>
                  <a:schemeClr val="bg1"/>
                </a:solidFill>
              </a:defRPr>
            </a:lvl1pPr>
          </a:lstStyle>
          <a:p>
            <a:pPr marL="0" lvl="0" algn="ctr"/>
            <a:r>
              <a:rPr lang="en-US"/>
              <a:t>Click to add key statement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27E92E2-B66F-49A8-A639-B009FB80E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60132" y="0"/>
            <a:ext cx="6731869" cy="6858000"/>
          </a:xfrm>
          <a:custGeom>
            <a:avLst/>
            <a:gdLst>
              <a:gd name="connsiteX0" fmla="*/ 2376274 w 6731869"/>
              <a:gd name="connsiteY0" fmla="*/ 0 h 6858000"/>
              <a:gd name="connsiteX1" fmla="*/ 5054843 w 6731869"/>
              <a:gd name="connsiteY1" fmla="*/ 0 h 6858000"/>
              <a:gd name="connsiteX2" fmla="*/ 5161821 w 6731869"/>
              <a:gd name="connsiteY2" fmla="*/ 42383 h 6858000"/>
              <a:gd name="connsiteX3" fmla="*/ 6582663 w 6731869"/>
              <a:gd name="connsiteY3" fmla="*/ 1107621 h 6858000"/>
              <a:gd name="connsiteX4" fmla="*/ 6731869 w 6731869"/>
              <a:gd name="connsiteY4" fmla="*/ 1308112 h 6858000"/>
              <a:gd name="connsiteX5" fmla="*/ 6731869 w 6731869"/>
              <a:gd name="connsiteY5" fmla="*/ 5656777 h 6858000"/>
              <a:gd name="connsiteX6" fmla="*/ 6582663 w 6731869"/>
              <a:gd name="connsiteY6" fmla="*/ 5857268 h 6858000"/>
              <a:gd name="connsiteX7" fmla="*/ 5326406 w 6731869"/>
              <a:gd name="connsiteY7" fmla="*/ 6847739 h 6858000"/>
              <a:gd name="connsiteX8" fmla="*/ 5303818 w 6731869"/>
              <a:gd name="connsiteY8" fmla="*/ 6858000 h 6858000"/>
              <a:gd name="connsiteX9" fmla="*/ 2127298 w 6731869"/>
              <a:gd name="connsiteY9" fmla="*/ 6858000 h 6858000"/>
              <a:gd name="connsiteX10" fmla="*/ 2104710 w 6731869"/>
              <a:gd name="connsiteY10" fmla="*/ 6847739 h 6858000"/>
              <a:gd name="connsiteX11" fmla="*/ 0 w 6731869"/>
              <a:gd name="connsiteY11" fmla="*/ 3482444 h 6858000"/>
              <a:gd name="connsiteX12" fmla="*/ 2269295 w 6731869"/>
              <a:gd name="connsiteY12" fmla="*/ 423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731869" h="6858000">
                <a:moveTo>
                  <a:pt x="2376274" y="0"/>
                </a:moveTo>
                <a:lnTo>
                  <a:pt x="5054843" y="0"/>
                </a:lnTo>
                <a:lnTo>
                  <a:pt x="5161821" y="42383"/>
                </a:lnTo>
                <a:cubicBezTo>
                  <a:pt x="5717475" y="278537"/>
                  <a:pt x="6204059" y="646648"/>
                  <a:pt x="6582663" y="1107621"/>
                </a:cubicBezTo>
                <a:lnTo>
                  <a:pt x="6731869" y="1308112"/>
                </a:lnTo>
                <a:lnTo>
                  <a:pt x="6731869" y="5656777"/>
                </a:lnTo>
                <a:lnTo>
                  <a:pt x="6582663" y="5857268"/>
                </a:lnTo>
                <a:cubicBezTo>
                  <a:pt x="6241919" y="6272143"/>
                  <a:pt x="5813712" y="6611800"/>
                  <a:pt x="5326406" y="6847739"/>
                </a:cubicBezTo>
                <a:lnTo>
                  <a:pt x="5303818" y="6858000"/>
                </a:lnTo>
                <a:lnTo>
                  <a:pt x="2127298" y="6858000"/>
                </a:lnTo>
                <a:lnTo>
                  <a:pt x="2104710" y="6847739"/>
                </a:lnTo>
                <a:cubicBezTo>
                  <a:pt x="859373" y="6244784"/>
                  <a:pt x="0" y="4964456"/>
                  <a:pt x="0" y="3482444"/>
                </a:cubicBezTo>
                <a:cubicBezTo>
                  <a:pt x="0" y="1935997"/>
                  <a:pt x="935726" y="609153"/>
                  <a:pt x="2269295" y="42383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360000" bIns="64008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_______________________________</a:t>
            </a:r>
            <a:br>
              <a:rPr lang="en-US"/>
            </a:br>
            <a:br>
              <a:rPr lang="en-US"/>
            </a:br>
            <a:r>
              <a:rPr lang="en-US"/>
              <a:t>To add an image here: </a:t>
            </a:r>
            <a:br>
              <a:rPr lang="en-US"/>
            </a:br>
            <a:r>
              <a:rPr lang="en-US"/>
              <a:t>Click the icon and select Brand Pictures, </a:t>
            </a:r>
            <a:br>
              <a:rPr lang="en-US"/>
            </a:br>
            <a:r>
              <a:rPr lang="en-US"/>
              <a:t>or insert a file from your computer.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The image can then be scaled within </a:t>
            </a:r>
            <a:br>
              <a:rPr lang="en-US"/>
            </a:br>
            <a:r>
              <a:rPr lang="en-US"/>
              <a:t>the frame by using the Crop feature in </a:t>
            </a:r>
            <a:br>
              <a:rPr lang="en-US"/>
            </a:br>
            <a:r>
              <a:rPr lang="en-US"/>
              <a:t>the Picture Format tab of the ribbon.</a:t>
            </a:r>
            <a:br>
              <a:rPr lang="en-US"/>
            </a:br>
            <a:r>
              <a:rPr lang="en-US"/>
              <a:t>_______________________________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52269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 descr="Thank you.">
            <a:extLst>
              <a:ext uri="{FF2B5EF4-FFF2-40B4-BE49-F238E27FC236}">
                <a16:creationId xmlns:a16="http://schemas.microsoft.com/office/drawing/2014/main" id="{6064A62C-74DF-483B-9317-9F19F96F45A3}"/>
              </a:ext>
            </a:extLst>
          </p:cNvPr>
          <p:cNvSpPr txBox="1"/>
          <p:nvPr userDrawn="1"/>
        </p:nvSpPr>
        <p:spPr>
          <a:xfrm>
            <a:off x="6731870" y="2967335"/>
            <a:ext cx="5052144" cy="9233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6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you.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8DB7B12-48CD-451F-A1A9-30DAE6BA2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731869" cy="6858000"/>
          </a:xfrm>
          <a:custGeom>
            <a:avLst/>
            <a:gdLst>
              <a:gd name="connsiteX0" fmla="*/ 1677026 w 6731869"/>
              <a:gd name="connsiteY0" fmla="*/ 0 h 6858000"/>
              <a:gd name="connsiteX1" fmla="*/ 4355595 w 6731869"/>
              <a:gd name="connsiteY1" fmla="*/ 0 h 6858000"/>
              <a:gd name="connsiteX2" fmla="*/ 4462574 w 6731869"/>
              <a:gd name="connsiteY2" fmla="*/ 42383 h 6858000"/>
              <a:gd name="connsiteX3" fmla="*/ 6731869 w 6731869"/>
              <a:gd name="connsiteY3" fmla="*/ 3482444 h 6858000"/>
              <a:gd name="connsiteX4" fmla="*/ 4627159 w 6731869"/>
              <a:gd name="connsiteY4" fmla="*/ 6847739 h 6858000"/>
              <a:gd name="connsiteX5" fmla="*/ 4604571 w 6731869"/>
              <a:gd name="connsiteY5" fmla="*/ 6858000 h 6858000"/>
              <a:gd name="connsiteX6" fmla="*/ 1428051 w 6731869"/>
              <a:gd name="connsiteY6" fmla="*/ 6858000 h 6858000"/>
              <a:gd name="connsiteX7" fmla="*/ 1405463 w 6731869"/>
              <a:gd name="connsiteY7" fmla="*/ 6847739 h 6858000"/>
              <a:gd name="connsiteX8" fmla="*/ 149206 w 6731869"/>
              <a:gd name="connsiteY8" fmla="*/ 5857268 h 6858000"/>
              <a:gd name="connsiteX9" fmla="*/ 0 w 6731869"/>
              <a:gd name="connsiteY9" fmla="*/ 5656777 h 6858000"/>
              <a:gd name="connsiteX10" fmla="*/ 0 w 6731869"/>
              <a:gd name="connsiteY10" fmla="*/ 1308112 h 6858000"/>
              <a:gd name="connsiteX11" fmla="*/ 149206 w 6731869"/>
              <a:gd name="connsiteY11" fmla="*/ 1107621 h 6858000"/>
              <a:gd name="connsiteX12" fmla="*/ 1570048 w 6731869"/>
              <a:gd name="connsiteY12" fmla="*/ 423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731869" h="6858000">
                <a:moveTo>
                  <a:pt x="1677026" y="0"/>
                </a:moveTo>
                <a:lnTo>
                  <a:pt x="4355595" y="0"/>
                </a:lnTo>
                <a:lnTo>
                  <a:pt x="4462574" y="42383"/>
                </a:lnTo>
                <a:cubicBezTo>
                  <a:pt x="5796143" y="609153"/>
                  <a:pt x="6731869" y="1935997"/>
                  <a:pt x="6731869" y="3482444"/>
                </a:cubicBezTo>
                <a:cubicBezTo>
                  <a:pt x="6731869" y="4964456"/>
                  <a:pt x="5872496" y="6244784"/>
                  <a:pt x="4627159" y="6847739"/>
                </a:cubicBezTo>
                <a:lnTo>
                  <a:pt x="4604571" y="6858000"/>
                </a:lnTo>
                <a:lnTo>
                  <a:pt x="1428051" y="6858000"/>
                </a:lnTo>
                <a:lnTo>
                  <a:pt x="1405463" y="6847739"/>
                </a:lnTo>
                <a:cubicBezTo>
                  <a:pt x="918157" y="6611800"/>
                  <a:pt x="489950" y="6272143"/>
                  <a:pt x="149206" y="5857268"/>
                </a:cubicBezTo>
                <a:lnTo>
                  <a:pt x="0" y="5656777"/>
                </a:lnTo>
                <a:lnTo>
                  <a:pt x="0" y="1308112"/>
                </a:lnTo>
                <a:lnTo>
                  <a:pt x="149206" y="1107621"/>
                </a:lnTo>
                <a:cubicBezTo>
                  <a:pt x="527810" y="646648"/>
                  <a:pt x="1014394" y="278537"/>
                  <a:pt x="1570048" y="42383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360000" bIns="64008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_______________________________</a:t>
            </a:r>
            <a:br>
              <a:rPr lang="en-US"/>
            </a:br>
            <a:br>
              <a:rPr lang="en-US"/>
            </a:br>
            <a:r>
              <a:rPr lang="en-US"/>
              <a:t>To add an image here: </a:t>
            </a:r>
            <a:br>
              <a:rPr lang="en-US"/>
            </a:br>
            <a:r>
              <a:rPr lang="en-US"/>
              <a:t>Click the icon and select Brand Pictures, </a:t>
            </a:r>
            <a:br>
              <a:rPr lang="en-US"/>
            </a:br>
            <a:r>
              <a:rPr lang="en-US"/>
              <a:t>or insert a file from your computer.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The image can then be scaled within </a:t>
            </a:r>
            <a:br>
              <a:rPr lang="en-US"/>
            </a:br>
            <a:r>
              <a:rPr lang="en-US"/>
              <a:t>the frame by using the Crop feature in </a:t>
            </a:r>
            <a:br>
              <a:rPr lang="en-US"/>
            </a:br>
            <a:r>
              <a:rPr lang="en-US"/>
              <a:t>the Picture Format tab of the ribbon.</a:t>
            </a:r>
            <a:br>
              <a:rPr lang="en-US"/>
            </a:br>
            <a:r>
              <a:rPr lang="en-US"/>
              <a:t>_______________________________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86026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9E1CF1C-7FA2-4710-BBC2-1C5B7B5ABF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3520" y="0"/>
            <a:ext cx="9204960" cy="6858000"/>
          </a:xfrm>
          <a:custGeom>
            <a:avLst/>
            <a:gdLst>
              <a:gd name="connsiteX0" fmla="*/ 1600111 w 9204960"/>
              <a:gd name="connsiteY0" fmla="*/ 0 h 6858000"/>
              <a:gd name="connsiteX1" fmla="*/ 7604849 w 9204960"/>
              <a:gd name="connsiteY1" fmla="*/ 0 h 6858000"/>
              <a:gd name="connsiteX2" fmla="*/ 7697084 w 9204960"/>
              <a:gd name="connsiteY2" fmla="*/ 79896 h 6858000"/>
              <a:gd name="connsiteX3" fmla="*/ 9204960 w 9204960"/>
              <a:gd name="connsiteY3" fmla="*/ 3486735 h 6858000"/>
              <a:gd name="connsiteX4" fmla="*/ 7856925 w 9204960"/>
              <a:gd name="connsiteY4" fmla="*/ 6741180 h 6858000"/>
              <a:gd name="connsiteX5" fmla="*/ 7734397 w 9204960"/>
              <a:gd name="connsiteY5" fmla="*/ 6858000 h 6858000"/>
              <a:gd name="connsiteX6" fmla="*/ 1470564 w 9204960"/>
              <a:gd name="connsiteY6" fmla="*/ 6858000 h 6858000"/>
              <a:gd name="connsiteX7" fmla="*/ 1348035 w 9204960"/>
              <a:gd name="connsiteY7" fmla="*/ 6741180 h 6858000"/>
              <a:gd name="connsiteX8" fmla="*/ 0 w 9204960"/>
              <a:gd name="connsiteY8" fmla="*/ 3486735 h 6858000"/>
              <a:gd name="connsiteX9" fmla="*/ 1507876 w 9204960"/>
              <a:gd name="connsiteY9" fmla="*/ 7989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204960" h="6858000">
                <a:moveTo>
                  <a:pt x="1600111" y="0"/>
                </a:moveTo>
                <a:lnTo>
                  <a:pt x="7604849" y="0"/>
                </a:lnTo>
                <a:lnTo>
                  <a:pt x="7697084" y="79896"/>
                </a:lnTo>
                <a:cubicBezTo>
                  <a:pt x="8623404" y="921818"/>
                  <a:pt x="9204960" y="2136361"/>
                  <a:pt x="9204960" y="3486735"/>
                </a:cubicBezTo>
                <a:cubicBezTo>
                  <a:pt x="9204960" y="4757675"/>
                  <a:pt x="8689810" y="5908295"/>
                  <a:pt x="7856925" y="6741180"/>
                </a:cubicBezTo>
                <a:lnTo>
                  <a:pt x="7734397" y="6858000"/>
                </a:lnTo>
                <a:lnTo>
                  <a:pt x="1470564" y="6858000"/>
                </a:lnTo>
                <a:lnTo>
                  <a:pt x="1348035" y="6741180"/>
                </a:lnTo>
                <a:cubicBezTo>
                  <a:pt x="515150" y="5908295"/>
                  <a:pt x="0" y="4757675"/>
                  <a:pt x="0" y="3486735"/>
                </a:cubicBezTo>
                <a:cubicBezTo>
                  <a:pt x="0" y="2136361"/>
                  <a:pt x="581556" y="921818"/>
                  <a:pt x="1507876" y="79896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1044000" tIns="1440000" rIns="1044000" bIns="2268000" anchor="ctr" anchorCtr="0">
            <a:noAutofit/>
          </a:bodyPr>
          <a:lstStyle>
            <a:lvl1pPr algn="ctr">
              <a:lnSpc>
                <a:spcPct val="100000"/>
              </a:lnSpc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“Click to add quote”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1B5E0-FD79-4230-B3D0-006D6BDCBC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4057" y="4747984"/>
            <a:ext cx="4963886" cy="1086751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b="1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add attribution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3331A-221C-4BB7-BE2C-92316653F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832AD-985D-4D13-ADFF-E382CC2CA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196483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/>
              <a:t>Do not use layouts</a:t>
            </a:r>
            <a:br>
              <a:rPr lang="en-US" sz="9600"/>
            </a:br>
            <a:r>
              <a:rPr lang="en-US" sz="960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67A6BD22-A0FD-E747-A45C-6A8FB5227CDB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1735533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3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FB789-D2DE-40CF-B66E-05E9E8302D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9428" y="404812"/>
            <a:ext cx="7284584" cy="1008063"/>
          </a:xfrm>
        </p:spPr>
        <p:txBody>
          <a:bodyPr anchor="b" anchorCtr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40B35679-83CF-4DE2-BCA6-286802F65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0"/>
            <a:ext cx="4622041" cy="6858000"/>
          </a:xfrm>
          <a:custGeom>
            <a:avLst/>
            <a:gdLst>
              <a:gd name="connsiteX0" fmla="*/ 0 w 4622041"/>
              <a:gd name="connsiteY0" fmla="*/ 0 h 6858000"/>
              <a:gd name="connsiteX1" fmla="*/ 1524909 w 4622041"/>
              <a:gd name="connsiteY1" fmla="*/ 0 h 6858000"/>
              <a:gd name="connsiteX2" fmla="*/ 3181350 w 4622041"/>
              <a:gd name="connsiteY2" fmla="*/ 0 h 6858000"/>
              <a:gd name="connsiteX3" fmla="*/ 3848100 w 4622041"/>
              <a:gd name="connsiteY3" fmla="*/ 0 h 6858000"/>
              <a:gd name="connsiteX4" fmla="*/ 4203480 w 4622041"/>
              <a:gd name="connsiteY4" fmla="*/ 0 h 6858000"/>
              <a:gd name="connsiteX5" fmla="*/ 4622041 w 4622041"/>
              <a:gd name="connsiteY5" fmla="*/ 0 h 6858000"/>
              <a:gd name="connsiteX6" fmla="*/ 4491391 w 4622041"/>
              <a:gd name="connsiteY6" fmla="*/ 203795 h 6858000"/>
              <a:gd name="connsiteX7" fmla="*/ 3590925 w 4622041"/>
              <a:gd name="connsiteY7" fmla="*/ 3429000 h 6858000"/>
              <a:gd name="connsiteX8" fmla="*/ 4491391 w 4622041"/>
              <a:gd name="connsiteY8" fmla="*/ 6654205 h 6858000"/>
              <a:gd name="connsiteX9" fmla="*/ 4622041 w 4622041"/>
              <a:gd name="connsiteY9" fmla="*/ 6858000 h 6858000"/>
              <a:gd name="connsiteX10" fmla="*/ 4452454 w 4622041"/>
              <a:gd name="connsiteY10" fmla="*/ 6858000 h 6858000"/>
              <a:gd name="connsiteX11" fmla="*/ 3848100 w 4622041"/>
              <a:gd name="connsiteY11" fmla="*/ 6858000 h 6858000"/>
              <a:gd name="connsiteX12" fmla="*/ 3181350 w 4622041"/>
              <a:gd name="connsiteY12" fmla="*/ 6858000 h 6858000"/>
              <a:gd name="connsiteX13" fmla="*/ 1275934 w 4622041"/>
              <a:gd name="connsiteY13" fmla="*/ 6858000 h 6858000"/>
              <a:gd name="connsiteX14" fmla="*/ 0 w 4622041"/>
              <a:gd name="connsiteY14" fmla="*/ 6858000 h 6858000"/>
              <a:gd name="connsiteX15" fmla="*/ 0 w 4622041"/>
              <a:gd name="connsiteY15" fmla="*/ 5860486 h 6858000"/>
              <a:gd name="connsiteX16" fmla="*/ 0 w 4622041"/>
              <a:gd name="connsiteY16" fmla="*/ 110440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622041" h="6858000">
                <a:moveTo>
                  <a:pt x="0" y="0"/>
                </a:moveTo>
                <a:lnTo>
                  <a:pt x="1524909" y="0"/>
                </a:lnTo>
                <a:lnTo>
                  <a:pt x="3181350" y="0"/>
                </a:lnTo>
                <a:lnTo>
                  <a:pt x="3848100" y="0"/>
                </a:lnTo>
                <a:lnTo>
                  <a:pt x="4203480" y="0"/>
                </a:lnTo>
                <a:lnTo>
                  <a:pt x="4622041" y="0"/>
                </a:lnTo>
                <a:lnTo>
                  <a:pt x="4491391" y="203795"/>
                </a:lnTo>
                <a:cubicBezTo>
                  <a:pt x="3919978" y="1144214"/>
                  <a:pt x="3590925" y="2248180"/>
                  <a:pt x="3590925" y="3429000"/>
                </a:cubicBezTo>
                <a:cubicBezTo>
                  <a:pt x="3590925" y="4609821"/>
                  <a:pt x="3919978" y="5713787"/>
                  <a:pt x="4491391" y="6654205"/>
                </a:cubicBezTo>
                <a:lnTo>
                  <a:pt x="4622041" y="6858000"/>
                </a:lnTo>
                <a:lnTo>
                  <a:pt x="4452454" y="6858000"/>
                </a:lnTo>
                <a:lnTo>
                  <a:pt x="3848100" y="6858000"/>
                </a:lnTo>
                <a:lnTo>
                  <a:pt x="3181350" y="6858000"/>
                </a:lnTo>
                <a:lnTo>
                  <a:pt x="1275934" y="6858000"/>
                </a:lnTo>
                <a:lnTo>
                  <a:pt x="0" y="6858000"/>
                </a:lnTo>
                <a:lnTo>
                  <a:pt x="0" y="5860486"/>
                </a:lnTo>
                <a:lnTo>
                  <a:pt x="0" y="1104402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</p:spPr>
        <p:txBody>
          <a:bodyPr vert="horz" wrap="square" lIns="396000" tIns="612000" rIns="576000" bIns="91440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1" dirty="0"/>
            </a:lvl1pPr>
          </a:lstStyle>
          <a:p>
            <a:r>
              <a:rPr lang="en-US"/>
              <a:t>_______________________________</a:t>
            </a:r>
            <a:br>
              <a:rPr lang="en-US"/>
            </a:br>
            <a:br>
              <a:rPr lang="en-US"/>
            </a:br>
            <a:r>
              <a:rPr lang="en-US"/>
              <a:t>To add an image here: </a:t>
            </a:r>
            <a:br>
              <a:rPr lang="en-US"/>
            </a:br>
            <a:r>
              <a:rPr lang="en-US"/>
              <a:t>Click the icon and select </a:t>
            </a:r>
            <a:br>
              <a:rPr lang="en-US"/>
            </a:br>
            <a:r>
              <a:rPr lang="en-US"/>
              <a:t>Brand Pictures, or insert a </a:t>
            </a:r>
            <a:br>
              <a:rPr lang="en-US"/>
            </a:br>
            <a:r>
              <a:rPr lang="en-US"/>
              <a:t>file from your computer.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The image can then be scaled </a:t>
            </a:r>
            <a:br>
              <a:rPr lang="en-US"/>
            </a:br>
            <a:r>
              <a:rPr lang="en-US"/>
              <a:t>within the frame by using the </a:t>
            </a:r>
            <a:br>
              <a:rPr lang="en-US"/>
            </a:br>
            <a:r>
              <a:rPr lang="en-US"/>
              <a:t>Crop feature in the Picture </a:t>
            </a:r>
            <a:br>
              <a:rPr lang="en-US"/>
            </a:br>
            <a:r>
              <a:rPr lang="en-US"/>
              <a:t>Format tab of the ribbon.</a:t>
            </a:r>
            <a:br>
              <a:rPr lang="en-US"/>
            </a:br>
            <a:r>
              <a:rPr lang="en-US"/>
              <a:t>_______________________________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D2D347-F52F-43C1-87F8-DDC9498C0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99428" y="2019453"/>
            <a:ext cx="741600" cy="741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2560C9-DF52-45CA-87E0-E0A1940555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59400" y="2110016"/>
            <a:ext cx="6424612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4A674ED9-5FA4-4FE1-86F0-863ECF4F5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99428" y="3110417"/>
            <a:ext cx="741600" cy="741600"/>
          </a:xfrm>
          <a:prstGeom prst="ellipse">
            <a:avLst/>
          </a:prstGeom>
          <a:solidFill>
            <a:schemeClr val="tx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3010FE-DD71-4076-8A5D-D08E5CA3F6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59400" y="3202805"/>
            <a:ext cx="6424612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DC1651B7-FA29-4E69-8977-501BC13BB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99428" y="4203207"/>
            <a:ext cx="741600" cy="741600"/>
          </a:xfrm>
          <a:prstGeom prst="ellipse">
            <a:avLst/>
          </a:prstGeom>
          <a:solidFill>
            <a:schemeClr val="accent6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4A02FB3-913D-4DFD-A345-FDDE4BA12B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59400" y="4295595"/>
            <a:ext cx="6424612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9530C-C25D-41F5-8CBD-274088C90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 Placeholder 96">
            <a:extLst>
              <a:ext uri="{FF2B5EF4-FFF2-40B4-BE49-F238E27FC236}">
                <a16:creationId xmlns:a16="http://schemas.microsoft.com/office/drawing/2014/main" id="{EC615CB5-4947-47D0-B400-A69B3468C41A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475164" y="5543550"/>
            <a:ext cx="7308850" cy="657225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CC698-5F0A-4A1C-B64E-2817FBBBC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402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9" userDrawn="1">
          <p15:clr>
            <a:srgbClr val="A4A3A4"/>
          </p15:clr>
        </p15:guide>
        <p15:guide id="2" orient="horz" pos="890" userDrawn="1">
          <p15:clr>
            <a:srgbClr val="A4A3A4"/>
          </p15:clr>
        </p15:guide>
        <p15:guide id="3" orient="horz" pos="981" userDrawn="1">
          <p15:clr>
            <a:srgbClr val="A4A3A4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4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FB789-D2DE-40CF-B66E-05E9E8302D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9428" y="404812"/>
            <a:ext cx="7284584" cy="1008063"/>
          </a:xfrm>
        </p:spPr>
        <p:txBody>
          <a:bodyPr anchor="b" anchorCtr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3DA75641-709C-423B-B1F0-AD4EF905E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0"/>
            <a:ext cx="4622041" cy="6858000"/>
          </a:xfrm>
          <a:custGeom>
            <a:avLst/>
            <a:gdLst>
              <a:gd name="connsiteX0" fmla="*/ 0 w 4622041"/>
              <a:gd name="connsiteY0" fmla="*/ 0 h 6858000"/>
              <a:gd name="connsiteX1" fmla="*/ 1524909 w 4622041"/>
              <a:gd name="connsiteY1" fmla="*/ 0 h 6858000"/>
              <a:gd name="connsiteX2" fmla="*/ 3181350 w 4622041"/>
              <a:gd name="connsiteY2" fmla="*/ 0 h 6858000"/>
              <a:gd name="connsiteX3" fmla="*/ 3848100 w 4622041"/>
              <a:gd name="connsiteY3" fmla="*/ 0 h 6858000"/>
              <a:gd name="connsiteX4" fmla="*/ 4203480 w 4622041"/>
              <a:gd name="connsiteY4" fmla="*/ 0 h 6858000"/>
              <a:gd name="connsiteX5" fmla="*/ 4622041 w 4622041"/>
              <a:gd name="connsiteY5" fmla="*/ 0 h 6858000"/>
              <a:gd name="connsiteX6" fmla="*/ 4491391 w 4622041"/>
              <a:gd name="connsiteY6" fmla="*/ 203795 h 6858000"/>
              <a:gd name="connsiteX7" fmla="*/ 3590925 w 4622041"/>
              <a:gd name="connsiteY7" fmla="*/ 3429000 h 6858000"/>
              <a:gd name="connsiteX8" fmla="*/ 4491391 w 4622041"/>
              <a:gd name="connsiteY8" fmla="*/ 6654205 h 6858000"/>
              <a:gd name="connsiteX9" fmla="*/ 4622041 w 4622041"/>
              <a:gd name="connsiteY9" fmla="*/ 6858000 h 6858000"/>
              <a:gd name="connsiteX10" fmla="*/ 4452454 w 4622041"/>
              <a:gd name="connsiteY10" fmla="*/ 6858000 h 6858000"/>
              <a:gd name="connsiteX11" fmla="*/ 3848100 w 4622041"/>
              <a:gd name="connsiteY11" fmla="*/ 6858000 h 6858000"/>
              <a:gd name="connsiteX12" fmla="*/ 3181350 w 4622041"/>
              <a:gd name="connsiteY12" fmla="*/ 6858000 h 6858000"/>
              <a:gd name="connsiteX13" fmla="*/ 1275934 w 4622041"/>
              <a:gd name="connsiteY13" fmla="*/ 6858000 h 6858000"/>
              <a:gd name="connsiteX14" fmla="*/ 0 w 4622041"/>
              <a:gd name="connsiteY14" fmla="*/ 6858000 h 6858000"/>
              <a:gd name="connsiteX15" fmla="*/ 0 w 4622041"/>
              <a:gd name="connsiteY15" fmla="*/ 5860486 h 6858000"/>
              <a:gd name="connsiteX16" fmla="*/ 0 w 4622041"/>
              <a:gd name="connsiteY16" fmla="*/ 110440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622041" h="6858000">
                <a:moveTo>
                  <a:pt x="0" y="0"/>
                </a:moveTo>
                <a:lnTo>
                  <a:pt x="1524909" y="0"/>
                </a:lnTo>
                <a:lnTo>
                  <a:pt x="3181350" y="0"/>
                </a:lnTo>
                <a:lnTo>
                  <a:pt x="3848100" y="0"/>
                </a:lnTo>
                <a:lnTo>
                  <a:pt x="4203480" y="0"/>
                </a:lnTo>
                <a:lnTo>
                  <a:pt x="4622041" y="0"/>
                </a:lnTo>
                <a:lnTo>
                  <a:pt x="4491391" y="203795"/>
                </a:lnTo>
                <a:cubicBezTo>
                  <a:pt x="3919978" y="1144214"/>
                  <a:pt x="3590925" y="2248180"/>
                  <a:pt x="3590925" y="3429000"/>
                </a:cubicBezTo>
                <a:cubicBezTo>
                  <a:pt x="3590925" y="4609821"/>
                  <a:pt x="3919978" y="5713787"/>
                  <a:pt x="4491391" y="6654205"/>
                </a:cubicBezTo>
                <a:lnTo>
                  <a:pt x="4622041" y="6858000"/>
                </a:lnTo>
                <a:lnTo>
                  <a:pt x="4452454" y="6858000"/>
                </a:lnTo>
                <a:lnTo>
                  <a:pt x="3848100" y="6858000"/>
                </a:lnTo>
                <a:lnTo>
                  <a:pt x="3181350" y="6858000"/>
                </a:lnTo>
                <a:lnTo>
                  <a:pt x="1275934" y="6858000"/>
                </a:lnTo>
                <a:lnTo>
                  <a:pt x="0" y="6858000"/>
                </a:lnTo>
                <a:lnTo>
                  <a:pt x="0" y="5860486"/>
                </a:lnTo>
                <a:lnTo>
                  <a:pt x="0" y="1104402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</p:spPr>
        <p:txBody>
          <a:bodyPr vert="horz" wrap="square" lIns="396000" tIns="612000" rIns="576000" bIns="91440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1" dirty="0"/>
            </a:lvl1pPr>
          </a:lstStyle>
          <a:p>
            <a:r>
              <a:rPr lang="en-US"/>
              <a:t>_______________________________</a:t>
            </a:r>
            <a:br>
              <a:rPr lang="en-US"/>
            </a:br>
            <a:br>
              <a:rPr lang="en-US"/>
            </a:br>
            <a:r>
              <a:rPr lang="en-US"/>
              <a:t>To add an image here: </a:t>
            </a:r>
            <a:br>
              <a:rPr lang="en-US"/>
            </a:br>
            <a:r>
              <a:rPr lang="en-US"/>
              <a:t>Click the icon and select </a:t>
            </a:r>
            <a:br>
              <a:rPr lang="en-US"/>
            </a:br>
            <a:r>
              <a:rPr lang="en-US"/>
              <a:t>Brand Pictures, or insert a </a:t>
            </a:r>
            <a:br>
              <a:rPr lang="en-US"/>
            </a:br>
            <a:r>
              <a:rPr lang="en-US"/>
              <a:t>file from your computer.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The image can then be scaled </a:t>
            </a:r>
            <a:br>
              <a:rPr lang="en-US"/>
            </a:br>
            <a:r>
              <a:rPr lang="en-US"/>
              <a:t>within the frame by using the </a:t>
            </a:r>
            <a:br>
              <a:rPr lang="en-US"/>
            </a:br>
            <a:r>
              <a:rPr lang="en-US"/>
              <a:t>Crop feature in the Picture </a:t>
            </a:r>
            <a:br>
              <a:rPr lang="en-US"/>
            </a:br>
            <a:r>
              <a:rPr lang="en-US"/>
              <a:t>Format tab of the ribbon.</a:t>
            </a:r>
            <a:br>
              <a:rPr lang="en-US"/>
            </a:br>
            <a:r>
              <a:rPr lang="en-US"/>
              <a:t>_______________________________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A405DB1E-6924-443C-A8B8-FFCED6D04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99428" y="1716591"/>
            <a:ext cx="741600" cy="7416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2560C9-DF52-45CA-87E0-E0A1940555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59400" y="1799391"/>
            <a:ext cx="6424612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7620A9FC-75F4-4534-8E23-737EFB4DB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99428" y="2631402"/>
            <a:ext cx="741600" cy="741600"/>
          </a:xfrm>
          <a:prstGeom prst="ellipse">
            <a:avLst/>
          </a:prstGeom>
          <a:solidFill>
            <a:schemeClr val="tx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3010FE-DD71-4076-8A5D-D08E5CA3F6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59400" y="2714202"/>
            <a:ext cx="6424612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D0C7DB09-B358-4330-A556-6A32306FB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499428" y="3546213"/>
            <a:ext cx="741600" cy="741600"/>
          </a:xfrm>
          <a:prstGeom prst="ellipse">
            <a:avLst/>
          </a:prstGeom>
          <a:solidFill>
            <a:schemeClr val="accent6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4A02FB3-913D-4DFD-A345-FDDE4BA12B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59400" y="3629013"/>
            <a:ext cx="6424612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D7F83E1A-C572-414D-B749-C4B0072E45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99428" y="4461025"/>
            <a:ext cx="741600" cy="741600"/>
          </a:xfrm>
          <a:prstGeom prst="ellipse">
            <a:avLst/>
          </a:prstGeom>
          <a:solidFill>
            <a:schemeClr val="accent5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E6F61F16-916C-41D6-93C0-D26547A831E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59400" y="4543825"/>
            <a:ext cx="6424612" cy="576000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9530C-C25D-41F5-8CBD-274088C90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 Placeholder 96">
            <a:extLst>
              <a:ext uri="{FF2B5EF4-FFF2-40B4-BE49-F238E27FC236}">
                <a16:creationId xmlns:a16="http://schemas.microsoft.com/office/drawing/2014/main" id="{EA0CACC8-E0A6-4BD0-B30E-E2F76A3686F9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475164" y="5539988"/>
            <a:ext cx="7308850" cy="657225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CC698-5F0A-4A1C-B64E-2817FBBBC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4970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A4A3A4"/>
          </p15:clr>
        </p15:guide>
        <p15:guide id="2" orient="horz" pos="981" userDrawn="1">
          <p15:clr>
            <a:srgbClr val="A4A3A4"/>
          </p15:clr>
        </p15:guide>
        <p15:guide id="3" pos="2819" userDrawn="1">
          <p15:clr>
            <a:srgbClr val="A4A3A4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5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FB789-D2DE-40CF-B66E-05E9E8302D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9428" y="404812"/>
            <a:ext cx="7284584" cy="1008063"/>
          </a:xfrm>
        </p:spPr>
        <p:txBody>
          <a:bodyPr anchor="b" anchorCtr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606F2FD5-F128-4C4F-BF0A-3F6CBBABE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0"/>
            <a:ext cx="4622041" cy="6858000"/>
          </a:xfrm>
          <a:custGeom>
            <a:avLst/>
            <a:gdLst>
              <a:gd name="connsiteX0" fmla="*/ 0 w 4622041"/>
              <a:gd name="connsiteY0" fmla="*/ 0 h 6858000"/>
              <a:gd name="connsiteX1" fmla="*/ 1524909 w 4622041"/>
              <a:gd name="connsiteY1" fmla="*/ 0 h 6858000"/>
              <a:gd name="connsiteX2" fmla="*/ 3181350 w 4622041"/>
              <a:gd name="connsiteY2" fmla="*/ 0 h 6858000"/>
              <a:gd name="connsiteX3" fmla="*/ 3848100 w 4622041"/>
              <a:gd name="connsiteY3" fmla="*/ 0 h 6858000"/>
              <a:gd name="connsiteX4" fmla="*/ 4203480 w 4622041"/>
              <a:gd name="connsiteY4" fmla="*/ 0 h 6858000"/>
              <a:gd name="connsiteX5" fmla="*/ 4622041 w 4622041"/>
              <a:gd name="connsiteY5" fmla="*/ 0 h 6858000"/>
              <a:gd name="connsiteX6" fmla="*/ 4491391 w 4622041"/>
              <a:gd name="connsiteY6" fmla="*/ 203795 h 6858000"/>
              <a:gd name="connsiteX7" fmla="*/ 3590925 w 4622041"/>
              <a:gd name="connsiteY7" fmla="*/ 3429000 h 6858000"/>
              <a:gd name="connsiteX8" fmla="*/ 4491391 w 4622041"/>
              <a:gd name="connsiteY8" fmla="*/ 6654205 h 6858000"/>
              <a:gd name="connsiteX9" fmla="*/ 4622041 w 4622041"/>
              <a:gd name="connsiteY9" fmla="*/ 6858000 h 6858000"/>
              <a:gd name="connsiteX10" fmla="*/ 4452454 w 4622041"/>
              <a:gd name="connsiteY10" fmla="*/ 6858000 h 6858000"/>
              <a:gd name="connsiteX11" fmla="*/ 3848100 w 4622041"/>
              <a:gd name="connsiteY11" fmla="*/ 6858000 h 6858000"/>
              <a:gd name="connsiteX12" fmla="*/ 3181350 w 4622041"/>
              <a:gd name="connsiteY12" fmla="*/ 6858000 h 6858000"/>
              <a:gd name="connsiteX13" fmla="*/ 1275934 w 4622041"/>
              <a:gd name="connsiteY13" fmla="*/ 6858000 h 6858000"/>
              <a:gd name="connsiteX14" fmla="*/ 0 w 4622041"/>
              <a:gd name="connsiteY14" fmla="*/ 6858000 h 6858000"/>
              <a:gd name="connsiteX15" fmla="*/ 0 w 4622041"/>
              <a:gd name="connsiteY15" fmla="*/ 5860486 h 6858000"/>
              <a:gd name="connsiteX16" fmla="*/ 0 w 4622041"/>
              <a:gd name="connsiteY16" fmla="*/ 110440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622041" h="6858000">
                <a:moveTo>
                  <a:pt x="0" y="0"/>
                </a:moveTo>
                <a:lnTo>
                  <a:pt x="1524909" y="0"/>
                </a:lnTo>
                <a:lnTo>
                  <a:pt x="3181350" y="0"/>
                </a:lnTo>
                <a:lnTo>
                  <a:pt x="3848100" y="0"/>
                </a:lnTo>
                <a:lnTo>
                  <a:pt x="4203480" y="0"/>
                </a:lnTo>
                <a:lnTo>
                  <a:pt x="4622041" y="0"/>
                </a:lnTo>
                <a:lnTo>
                  <a:pt x="4491391" y="203795"/>
                </a:lnTo>
                <a:cubicBezTo>
                  <a:pt x="3919978" y="1144214"/>
                  <a:pt x="3590925" y="2248180"/>
                  <a:pt x="3590925" y="3429000"/>
                </a:cubicBezTo>
                <a:cubicBezTo>
                  <a:pt x="3590925" y="4609821"/>
                  <a:pt x="3919978" y="5713787"/>
                  <a:pt x="4491391" y="6654205"/>
                </a:cubicBezTo>
                <a:lnTo>
                  <a:pt x="4622041" y="6858000"/>
                </a:lnTo>
                <a:lnTo>
                  <a:pt x="4452454" y="6858000"/>
                </a:lnTo>
                <a:lnTo>
                  <a:pt x="3848100" y="6858000"/>
                </a:lnTo>
                <a:lnTo>
                  <a:pt x="3181350" y="6858000"/>
                </a:lnTo>
                <a:lnTo>
                  <a:pt x="1275934" y="6858000"/>
                </a:lnTo>
                <a:lnTo>
                  <a:pt x="0" y="6858000"/>
                </a:lnTo>
                <a:lnTo>
                  <a:pt x="0" y="5860486"/>
                </a:lnTo>
                <a:lnTo>
                  <a:pt x="0" y="1104402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</p:spPr>
        <p:txBody>
          <a:bodyPr vert="horz" wrap="square" lIns="396000" tIns="612000" rIns="576000" bIns="91440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1" dirty="0"/>
            </a:lvl1pPr>
          </a:lstStyle>
          <a:p>
            <a:r>
              <a:rPr lang="en-US"/>
              <a:t>_______________________________</a:t>
            </a:r>
            <a:br>
              <a:rPr lang="en-US"/>
            </a:br>
            <a:br>
              <a:rPr lang="en-US"/>
            </a:br>
            <a:r>
              <a:rPr lang="en-US"/>
              <a:t>To add an image here: </a:t>
            </a:r>
            <a:br>
              <a:rPr lang="en-US"/>
            </a:br>
            <a:r>
              <a:rPr lang="en-US"/>
              <a:t>Click the icon and select </a:t>
            </a:r>
            <a:br>
              <a:rPr lang="en-US"/>
            </a:br>
            <a:r>
              <a:rPr lang="en-US"/>
              <a:t>Brand Pictures, or insert a </a:t>
            </a:r>
            <a:br>
              <a:rPr lang="en-US"/>
            </a:br>
            <a:r>
              <a:rPr lang="en-US"/>
              <a:t>file from your computer.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The image can then be scaled </a:t>
            </a:r>
            <a:br>
              <a:rPr lang="en-US"/>
            </a:br>
            <a:r>
              <a:rPr lang="en-US"/>
              <a:t>within the frame by using the </a:t>
            </a:r>
            <a:br>
              <a:rPr lang="en-US"/>
            </a:br>
            <a:r>
              <a:rPr lang="en-US"/>
              <a:t>Crop feature in the Picture </a:t>
            </a:r>
            <a:br>
              <a:rPr lang="en-US"/>
            </a:br>
            <a:r>
              <a:rPr lang="en-US"/>
              <a:t>Format tab of the ribbon.</a:t>
            </a:r>
            <a:br>
              <a:rPr lang="en-US"/>
            </a:br>
            <a:r>
              <a:rPr lang="en-US"/>
              <a:t>_______________________________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FA643F8-1A02-4F8A-A364-9AE565DF5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7303" y="1681863"/>
            <a:ext cx="619200" cy="6192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2560C9-DF52-45CA-87E0-E0A1940555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59400" y="1703463"/>
            <a:ext cx="6424612" cy="5760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13713115-FE34-4B39-AFA3-10C746337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57303" y="2439083"/>
            <a:ext cx="619200" cy="619200"/>
          </a:xfrm>
          <a:prstGeom prst="ellipse">
            <a:avLst/>
          </a:prstGeom>
          <a:solidFill>
            <a:schemeClr val="tx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73010FE-DD71-4076-8A5D-D08E5CA3F63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59400" y="2460683"/>
            <a:ext cx="6424612" cy="5760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CE34AE4-68D5-46DB-AD84-2C32865C6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7303" y="3196303"/>
            <a:ext cx="619200" cy="619200"/>
          </a:xfrm>
          <a:prstGeom prst="ellipse">
            <a:avLst/>
          </a:prstGeom>
          <a:solidFill>
            <a:schemeClr val="accent6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4A02FB3-913D-4DFD-A345-FDDE4BA12B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59400" y="3217903"/>
            <a:ext cx="6424612" cy="5760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7AC357D-474A-4C79-9824-ECFF8F3FF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57303" y="3953523"/>
            <a:ext cx="619200" cy="619200"/>
          </a:xfrm>
          <a:prstGeom prst="ellipse">
            <a:avLst/>
          </a:prstGeom>
          <a:solidFill>
            <a:schemeClr val="accent5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E6F61F16-916C-41D6-93C0-D26547A831E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59400" y="3975123"/>
            <a:ext cx="6424612" cy="5760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95DEB97F-2B12-42B1-94DB-0EF97C477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7303" y="4710743"/>
            <a:ext cx="619200" cy="6192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5E299348-94D5-4256-BE1F-91C31CCEE98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59400" y="4732343"/>
            <a:ext cx="6424612" cy="576000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9530C-C25D-41F5-8CBD-274088C90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Text Placeholder 96">
            <a:extLst>
              <a:ext uri="{FF2B5EF4-FFF2-40B4-BE49-F238E27FC236}">
                <a16:creationId xmlns:a16="http://schemas.microsoft.com/office/drawing/2014/main" id="{5F6A1124-9F09-4D7A-B563-659BB17D0B1A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475163" y="5543550"/>
            <a:ext cx="7308850" cy="657225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DCC698-5F0A-4A1C-B64E-2817FBBBC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8234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9" userDrawn="1">
          <p15:clr>
            <a:srgbClr val="A4A3A4"/>
          </p15:clr>
        </p15:guide>
        <p15:guide id="2" orient="horz" pos="981" userDrawn="1">
          <p15:clr>
            <a:srgbClr val="A4A3A4"/>
          </p15:clr>
        </p15:guide>
        <p15:guide id="3" orient="horz" pos="890" userDrawn="1">
          <p15:clr>
            <a:srgbClr val="A4A3A4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Poin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5C4498E7-85C7-4EBC-8FD5-08BDE47C7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07987" y="1855085"/>
            <a:ext cx="619200" cy="6192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389D6A8-8E5C-4277-8893-0A9C079431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7958" y="1855084"/>
            <a:ext cx="479153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59993301-BB5C-4073-82B0-2E2A86C5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07987" y="2619550"/>
            <a:ext cx="619200" cy="6192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874EA9-D333-4FE9-8140-0BC9274C467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7958" y="2619616"/>
            <a:ext cx="479153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867C4299-E81F-47CC-8EFA-DE7F90F2A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07987" y="3384015"/>
            <a:ext cx="619200" cy="619200"/>
          </a:xfrm>
          <a:prstGeom prst="ellipse">
            <a:avLst/>
          </a:prstGeom>
          <a:solidFill>
            <a:schemeClr val="accent4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05478868-AD6E-4BF2-A5D5-4419F0FE3D7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67958" y="3384148"/>
            <a:ext cx="479153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DF92FE5A-57F1-4CA6-B785-65C9290E4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07987" y="4148480"/>
            <a:ext cx="619200" cy="619200"/>
          </a:xfrm>
          <a:prstGeom prst="ellipse">
            <a:avLst/>
          </a:prstGeom>
          <a:solidFill>
            <a:schemeClr val="tx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DB341191-B235-4FEE-8692-7439683F49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67958" y="4148680"/>
            <a:ext cx="479153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4C3D325C-591F-418A-8501-373F5B47C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07987" y="4912946"/>
            <a:ext cx="619200" cy="6192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22EA25F2-ECC7-41D2-B459-804B882ADE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67958" y="4913210"/>
            <a:ext cx="479153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DBE959E3-A230-4A45-A44D-0D2600F04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152624" y="1855085"/>
            <a:ext cx="619200" cy="6192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31393DB-8371-4387-A8EC-2615FF130DF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013123" y="1855084"/>
            <a:ext cx="4770892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9230A569-D2BE-47C9-B23B-242F9BCE4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152624" y="2619550"/>
            <a:ext cx="619200" cy="6192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99783B38-5869-4574-94FE-E400012AFAD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013123" y="2619616"/>
            <a:ext cx="4770892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739DA513-4AAC-49D0-8CF4-9D051E2AF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152624" y="3384015"/>
            <a:ext cx="619200" cy="619200"/>
          </a:xfrm>
          <a:prstGeom prst="ellipse">
            <a:avLst/>
          </a:prstGeom>
          <a:solidFill>
            <a:schemeClr val="accent4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45568D9C-380F-4EA2-A943-1561234300F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013123" y="3384148"/>
            <a:ext cx="4770892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937A5709-9C0F-4D22-8682-F42BE67C6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152624" y="4148480"/>
            <a:ext cx="619200" cy="619200"/>
          </a:xfrm>
          <a:prstGeom prst="ellipse">
            <a:avLst/>
          </a:prstGeom>
          <a:solidFill>
            <a:schemeClr val="tx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AF94A476-3E40-44D5-849D-9149AE38EFE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013123" y="4148680"/>
            <a:ext cx="4770892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7ECA727-3B31-4369-859E-288CA12C15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152624" y="4912946"/>
            <a:ext cx="619200" cy="6192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CD4BA337-FE74-4504-AED8-E2CC58C5919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013123" y="4913210"/>
            <a:ext cx="4770892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6" name="Text Placeholder 96">
            <a:extLst>
              <a:ext uri="{FF2B5EF4-FFF2-40B4-BE49-F238E27FC236}">
                <a16:creationId xmlns:a16="http://schemas.microsoft.com/office/drawing/2014/main" id="{0AEE188C-F765-43DC-982D-6659ECB23541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9503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817">
          <p15:clr>
            <a:srgbClr val="A4A3A4"/>
          </p15:clr>
        </p15:guide>
        <p15:guide id="6" pos="3876">
          <p15:clr>
            <a:srgbClr val="A4A3A4"/>
          </p15:clr>
        </p15:guide>
        <p15:guide id="11" orient="horz" pos="890" userDrawn="1">
          <p15:clr>
            <a:srgbClr val="C35EA4"/>
          </p15:clr>
        </p15:guide>
        <p15:guide id="12" orient="horz" pos="981" userDrawn="1">
          <p15:clr>
            <a:srgbClr val="C35EA4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 Poin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5C4498E7-85C7-4EBC-8FD5-08BDE47C7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07987" y="1855085"/>
            <a:ext cx="619200" cy="6192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4389D6A8-8E5C-4277-8893-0A9C079431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7958" y="1855084"/>
            <a:ext cx="284843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59993301-BB5C-4073-82B0-2E2A86C5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07987" y="2619550"/>
            <a:ext cx="619200" cy="6192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874EA9-D333-4FE9-8140-0BC9274C467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7958" y="2619616"/>
            <a:ext cx="284843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867C4299-E81F-47CC-8EFA-DE7F90F2A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07987" y="3384015"/>
            <a:ext cx="619200" cy="619200"/>
          </a:xfrm>
          <a:prstGeom prst="ellipse">
            <a:avLst/>
          </a:prstGeom>
          <a:solidFill>
            <a:schemeClr val="accent4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05478868-AD6E-4BF2-A5D5-4419F0FE3D7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67958" y="3384148"/>
            <a:ext cx="284843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DF92FE5A-57F1-4CA6-B785-65C9290E4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07987" y="4148480"/>
            <a:ext cx="619200" cy="619200"/>
          </a:xfrm>
          <a:prstGeom prst="ellipse">
            <a:avLst/>
          </a:prstGeom>
          <a:solidFill>
            <a:schemeClr val="tx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DB341191-B235-4FEE-8692-7439683F49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67958" y="4148680"/>
            <a:ext cx="284843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4C3D325C-591F-418A-8501-373F5B47C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07987" y="4912946"/>
            <a:ext cx="619200" cy="6192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22EA25F2-ECC7-41D2-B459-804B882ADE7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67958" y="4913210"/>
            <a:ext cx="284843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DBE959E3-A230-4A45-A44D-0D2600F04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224338" y="1855085"/>
            <a:ext cx="619200" cy="6192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31393DB-8371-4387-A8EC-2615FF130DF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20063" y="1855084"/>
            <a:ext cx="284760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9230A569-D2BE-47C9-B23B-242F9BCE4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24338" y="2619550"/>
            <a:ext cx="619200" cy="6192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99783B38-5869-4574-94FE-E400012AFAD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20063" y="2619616"/>
            <a:ext cx="284760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739DA513-4AAC-49D0-8CF4-9D051E2AF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224338" y="3384015"/>
            <a:ext cx="619200" cy="619200"/>
          </a:xfrm>
          <a:prstGeom prst="ellipse">
            <a:avLst/>
          </a:prstGeom>
          <a:solidFill>
            <a:schemeClr val="accent4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45568D9C-380F-4EA2-A943-1561234300F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20063" y="3384148"/>
            <a:ext cx="284760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937A5709-9C0F-4D22-8682-F42BE67C6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224338" y="4148480"/>
            <a:ext cx="619200" cy="619200"/>
          </a:xfrm>
          <a:prstGeom prst="ellipse">
            <a:avLst/>
          </a:prstGeom>
          <a:solidFill>
            <a:schemeClr val="tx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AF94A476-3E40-44D5-849D-9149AE38EFE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120063" y="4148680"/>
            <a:ext cx="284760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7ECA727-3B31-4369-859E-288CA12C15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224338" y="4912946"/>
            <a:ext cx="619200" cy="6192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CD4BA337-FE74-4504-AED8-E2CC58C5919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120063" y="4913210"/>
            <a:ext cx="284760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966D5D0B-8507-41D4-B07A-4D81EA4DF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075613" y="1855085"/>
            <a:ext cx="619200" cy="619200"/>
          </a:xfrm>
          <a:prstGeom prst="ellipse">
            <a:avLst/>
          </a:prstGeom>
          <a:solidFill>
            <a:schemeClr val="accent3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96AA8459-802A-4E1F-B3C2-5F7D48D6176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936412" y="1855084"/>
            <a:ext cx="284760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EB072082-F611-45F4-9707-131025E15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075613" y="2619550"/>
            <a:ext cx="619200" cy="619200"/>
          </a:xfrm>
          <a:prstGeom prst="ellipse">
            <a:avLst/>
          </a:prstGeom>
          <a:solidFill>
            <a:schemeClr val="accent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BA81CD7D-79E5-4A02-918A-AA4E603045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936413" y="2619616"/>
            <a:ext cx="284760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17C86CC8-847B-4B3C-896A-7251C4063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75613" y="3384015"/>
            <a:ext cx="619200" cy="619200"/>
          </a:xfrm>
          <a:prstGeom prst="ellipse">
            <a:avLst/>
          </a:prstGeom>
          <a:solidFill>
            <a:schemeClr val="accent4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3" name="Text Placeholder 5">
            <a:extLst>
              <a:ext uri="{FF2B5EF4-FFF2-40B4-BE49-F238E27FC236}">
                <a16:creationId xmlns:a16="http://schemas.microsoft.com/office/drawing/2014/main" id="{3E23F247-51F4-4A6E-96AF-5D5EA047E63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936413" y="3384148"/>
            <a:ext cx="284760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E9973869-3F65-4CBC-AE60-4DB14F89B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075613" y="4148480"/>
            <a:ext cx="619200" cy="619200"/>
          </a:xfrm>
          <a:prstGeom prst="ellipse">
            <a:avLst/>
          </a:prstGeom>
          <a:solidFill>
            <a:schemeClr val="tx2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D77C0CF7-146D-42B3-A853-A86442F4882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936413" y="4148680"/>
            <a:ext cx="284760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BCA8B1CC-0D3D-4149-8BBC-DCA9258CD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075613" y="4912946"/>
            <a:ext cx="619200" cy="619200"/>
          </a:xfrm>
          <a:prstGeom prst="ellipse">
            <a:avLst/>
          </a:prstGeom>
          <a:solidFill>
            <a:schemeClr val="tx1"/>
          </a:solidFill>
        </p:spPr>
        <p:txBody>
          <a:bodyPr wrap="none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9ED415F2-FE91-45A2-90CA-FD24FBE2066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936412" y="4913210"/>
            <a:ext cx="2847600" cy="618672"/>
          </a:xfrm>
        </p:spPr>
        <p:txBody>
          <a:bodyPr bIns="0" anchor="ctr" anchorCtr="0"/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pPr lvl="0"/>
            <a:r>
              <a:rPr lang="en-US"/>
              <a:t>Click to add item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7" name="Text Placeholder 96">
            <a:extLst>
              <a:ext uri="{FF2B5EF4-FFF2-40B4-BE49-F238E27FC236}">
                <a16:creationId xmlns:a16="http://schemas.microsoft.com/office/drawing/2014/main" id="{14348663-4319-4C79-B6B2-A03D4D4B5FE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55069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2593" userDrawn="1">
          <p15:clr>
            <a:srgbClr val="A4A3A4"/>
          </p15:clr>
        </p15:guide>
        <p15:guide id="6" pos="2661" userDrawn="1">
          <p15:clr>
            <a:srgbClr val="A4A3A4"/>
          </p15:clr>
        </p15:guide>
        <p15:guide id="11" orient="horz" pos="890" userDrawn="1">
          <p15:clr>
            <a:srgbClr val="C35EA4"/>
          </p15:clr>
        </p15:guide>
        <p15:guide id="12" orient="horz" pos="981" userDrawn="1">
          <p15:clr>
            <a:srgbClr val="C35EA4"/>
          </p15:clr>
        </p15:guide>
        <p15:guide id="13" pos="5019" userDrawn="1">
          <p15:clr>
            <a:srgbClr val="A4A3A4"/>
          </p15:clr>
        </p15:guide>
        <p15:guide id="14" pos="5087" userDrawn="1">
          <p15:clr>
            <a:srgbClr val="A4A3A4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/>
              <a:t>Do not use layouts</a:t>
            </a:r>
            <a:br>
              <a:rPr lang="en-US" sz="9600"/>
            </a:br>
            <a:r>
              <a:rPr lang="en-US" sz="960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4F00B38B-C25C-3A44-ACA0-371764ACD89F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380423807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oint Numbered 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4490770-1E9F-4154-86B8-9247C8AC1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9531307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9582333 w 12192000"/>
              <a:gd name="connsiteY3" fmla="*/ 6858000 h 6858000"/>
              <a:gd name="connsiteX4" fmla="*/ 9627483 w 12192000"/>
              <a:gd name="connsiteY4" fmla="*/ 6825894 h 6858000"/>
              <a:gd name="connsiteX5" fmla="*/ 11321144 w 12192000"/>
              <a:gd name="connsiteY5" fmla="*/ 3447143 h 6858000"/>
              <a:gd name="connsiteX6" fmla="*/ 9627483 w 12192000"/>
              <a:gd name="connsiteY6" fmla="*/ 68393 h 6858000"/>
              <a:gd name="connsiteX7" fmla="*/ 0 w 12192000"/>
              <a:gd name="connsiteY7" fmla="*/ 0 h 6858000"/>
              <a:gd name="connsiteX8" fmla="*/ 4678180 w 12192000"/>
              <a:gd name="connsiteY8" fmla="*/ 0 h 6858000"/>
              <a:gd name="connsiteX9" fmla="*/ 4582003 w 12192000"/>
              <a:gd name="connsiteY9" fmla="*/ 68393 h 6858000"/>
              <a:gd name="connsiteX10" fmla="*/ 2888342 w 12192000"/>
              <a:gd name="connsiteY10" fmla="*/ 3447143 h 6858000"/>
              <a:gd name="connsiteX11" fmla="*/ 4582003 w 12192000"/>
              <a:gd name="connsiteY11" fmla="*/ 6825894 h 6858000"/>
              <a:gd name="connsiteX12" fmla="*/ 4627153 w 12192000"/>
              <a:gd name="connsiteY12" fmla="*/ 6858000 h 6858000"/>
              <a:gd name="connsiteX13" fmla="*/ 0 w 12192000"/>
              <a:gd name="connsiteY1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9531307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9582333" y="6858000"/>
                </a:lnTo>
                <a:lnTo>
                  <a:pt x="9627483" y="6825894"/>
                </a:lnTo>
                <a:cubicBezTo>
                  <a:pt x="10655639" y="6056982"/>
                  <a:pt x="11321144" y="4829781"/>
                  <a:pt x="11321144" y="3447143"/>
                </a:cubicBezTo>
                <a:cubicBezTo>
                  <a:pt x="11321144" y="2064505"/>
                  <a:pt x="10655639" y="837304"/>
                  <a:pt x="9627483" y="68393"/>
                </a:cubicBezTo>
                <a:close/>
                <a:moveTo>
                  <a:pt x="0" y="0"/>
                </a:moveTo>
                <a:lnTo>
                  <a:pt x="4678180" y="0"/>
                </a:lnTo>
                <a:lnTo>
                  <a:pt x="4582003" y="68393"/>
                </a:lnTo>
                <a:cubicBezTo>
                  <a:pt x="3553847" y="837304"/>
                  <a:pt x="2888342" y="2064505"/>
                  <a:pt x="2888342" y="3447143"/>
                </a:cubicBezTo>
                <a:cubicBezTo>
                  <a:pt x="2888342" y="4829781"/>
                  <a:pt x="3553847" y="6056982"/>
                  <a:pt x="4582003" y="6825894"/>
                </a:cubicBezTo>
                <a:lnTo>
                  <a:pt x="462715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endParaRPr lang="en-US" sz="2400" err="1"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956209-6088-DCA3-5A8A-B6C3C30D44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711099"/>
            <a:ext cx="2361881" cy="1061130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/>
              <a:t>Click to add agenda title</a:t>
            </a:r>
          </a:p>
        </p:txBody>
      </p:sp>
      <p:sp>
        <p:nvSpPr>
          <p:cNvPr id="33" name="#1">
            <a:extLst>
              <a:ext uri="{FF2B5EF4-FFF2-40B4-BE49-F238E27FC236}">
                <a16:creationId xmlns:a16="http://schemas.microsoft.com/office/drawing/2014/main" id="{EEFFE13B-7B99-487A-87CD-BD496112F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3425" y="1330088"/>
            <a:ext cx="741600" cy="74160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Item 1">
            <a:extLst>
              <a:ext uri="{FF2B5EF4-FFF2-40B4-BE49-F238E27FC236}">
                <a16:creationId xmlns:a16="http://schemas.microsoft.com/office/drawing/2014/main" id="{5B98A680-6773-43B0-954D-2C033446C3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1063" y="1377723"/>
            <a:ext cx="59055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agenda item</a:t>
            </a:r>
          </a:p>
        </p:txBody>
      </p:sp>
      <p:sp>
        <p:nvSpPr>
          <p:cNvPr id="34" name="#2">
            <a:extLst>
              <a:ext uri="{FF2B5EF4-FFF2-40B4-BE49-F238E27FC236}">
                <a16:creationId xmlns:a16="http://schemas.microsoft.com/office/drawing/2014/main" id="{AA3DE202-796A-4A7F-BC20-0327D16A5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01069" y="2202788"/>
            <a:ext cx="741600" cy="74160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Item 2">
            <a:extLst>
              <a:ext uri="{FF2B5EF4-FFF2-40B4-BE49-F238E27FC236}">
                <a16:creationId xmlns:a16="http://schemas.microsoft.com/office/drawing/2014/main" id="{C88A5D62-B6BA-4488-A4CD-0D84437AB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1063" y="2250423"/>
            <a:ext cx="59055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agenda item</a:t>
            </a:r>
          </a:p>
        </p:txBody>
      </p:sp>
      <p:sp>
        <p:nvSpPr>
          <p:cNvPr id="35" name="#3">
            <a:extLst>
              <a:ext uri="{FF2B5EF4-FFF2-40B4-BE49-F238E27FC236}">
                <a16:creationId xmlns:a16="http://schemas.microsoft.com/office/drawing/2014/main" id="{1653EFEB-6F6D-43AA-A743-2A76CFC4E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01069" y="3075488"/>
            <a:ext cx="741600" cy="74160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Item 3">
            <a:extLst>
              <a:ext uri="{FF2B5EF4-FFF2-40B4-BE49-F238E27FC236}">
                <a16:creationId xmlns:a16="http://schemas.microsoft.com/office/drawing/2014/main" id="{828CF371-6871-4098-A3A8-48392AFE7B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1063" y="3123123"/>
            <a:ext cx="59055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agenda item</a:t>
            </a:r>
          </a:p>
        </p:txBody>
      </p:sp>
      <p:sp>
        <p:nvSpPr>
          <p:cNvPr id="36" name="#4">
            <a:extLst>
              <a:ext uri="{FF2B5EF4-FFF2-40B4-BE49-F238E27FC236}">
                <a16:creationId xmlns:a16="http://schemas.microsoft.com/office/drawing/2014/main" id="{23FDDDB5-9B5D-41A1-82EB-94A01BBEE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1069" y="3948188"/>
            <a:ext cx="741600" cy="74160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Item 4">
            <a:extLst>
              <a:ext uri="{FF2B5EF4-FFF2-40B4-BE49-F238E27FC236}">
                <a16:creationId xmlns:a16="http://schemas.microsoft.com/office/drawing/2014/main" id="{4B689727-BF5A-44A3-814C-E7859935BD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1063" y="3995823"/>
            <a:ext cx="59055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agenda item</a:t>
            </a:r>
          </a:p>
        </p:txBody>
      </p:sp>
      <p:sp>
        <p:nvSpPr>
          <p:cNvPr id="37" name="#5">
            <a:extLst>
              <a:ext uri="{FF2B5EF4-FFF2-40B4-BE49-F238E27FC236}">
                <a16:creationId xmlns:a16="http://schemas.microsoft.com/office/drawing/2014/main" id="{7B451C41-DD76-4869-B434-D7FD651EE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801069" y="4820888"/>
            <a:ext cx="741600" cy="74160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Item 5">
            <a:extLst>
              <a:ext uri="{FF2B5EF4-FFF2-40B4-BE49-F238E27FC236}">
                <a16:creationId xmlns:a16="http://schemas.microsoft.com/office/drawing/2014/main" id="{9EC66708-ABCA-4E5C-BBDA-A3E8D603A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1063" y="4868523"/>
            <a:ext cx="5905500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agenda item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F6869-948B-479F-A153-EECB535C0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862C7-016C-487C-A2DE-DA5794F68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B903B74-502C-44C7-9EA2-4E8D1C33D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1597151" y="6303999"/>
            <a:ext cx="294812" cy="355098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3539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65" userDrawn="1">
          <p15:clr>
            <a:srgbClr val="A4A3A4"/>
          </p15:clr>
        </p15:guide>
        <p15:guide id="2" pos="2955" userDrawn="1">
          <p15:clr>
            <a:srgbClr val="A4A3A4"/>
          </p15:clr>
        </p15:guide>
        <p15:guide id="6" pos="6675" userDrawn="1">
          <p15:clr>
            <a:srgbClr val="A4A3A4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Point Numbered 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4490770-1E9F-4154-86B8-9247C8AC1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9531307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9582333 w 12192000"/>
              <a:gd name="connsiteY3" fmla="*/ 6858000 h 6858000"/>
              <a:gd name="connsiteX4" fmla="*/ 9627483 w 12192000"/>
              <a:gd name="connsiteY4" fmla="*/ 6825894 h 6858000"/>
              <a:gd name="connsiteX5" fmla="*/ 11321144 w 12192000"/>
              <a:gd name="connsiteY5" fmla="*/ 3447143 h 6858000"/>
              <a:gd name="connsiteX6" fmla="*/ 9627483 w 12192000"/>
              <a:gd name="connsiteY6" fmla="*/ 68393 h 6858000"/>
              <a:gd name="connsiteX7" fmla="*/ 0 w 12192000"/>
              <a:gd name="connsiteY7" fmla="*/ 0 h 6858000"/>
              <a:gd name="connsiteX8" fmla="*/ 4678180 w 12192000"/>
              <a:gd name="connsiteY8" fmla="*/ 0 h 6858000"/>
              <a:gd name="connsiteX9" fmla="*/ 4582003 w 12192000"/>
              <a:gd name="connsiteY9" fmla="*/ 68393 h 6858000"/>
              <a:gd name="connsiteX10" fmla="*/ 2888342 w 12192000"/>
              <a:gd name="connsiteY10" fmla="*/ 3447143 h 6858000"/>
              <a:gd name="connsiteX11" fmla="*/ 4582003 w 12192000"/>
              <a:gd name="connsiteY11" fmla="*/ 6825894 h 6858000"/>
              <a:gd name="connsiteX12" fmla="*/ 4627153 w 12192000"/>
              <a:gd name="connsiteY12" fmla="*/ 6858000 h 6858000"/>
              <a:gd name="connsiteX13" fmla="*/ 0 w 12192000"/>
              <a:gd name="connsiteY1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9531307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9582333" y="6858000"/>
                </a:lnTo>
                <a:lnTo>
                  <a:pt x="9627483" y="6825894"/>
                </a:lnTo>
                <a:cubicBezTo>
                  <a:pt x="10655639" y="6056982"/>
                  <a:pt x="11321144" y="4829781"/>
                  <a:pt x="11321144" y="3447143"/>
                </a:cubicBezTo>
                <a:cubicBezTo>
                  <a:pt x="11321144" y="2064505"/>
                  <a:pt x="10655639" y="837304"/>
                  <a:pt x="9627483" y="68393"/>
                </a:cubicBezTo>
                <a:close/>
                <a:moveTo>
                  <a:pt x="0" y="0"/>
                </a:moveTo>
                <a:lnTo>
                  <a:pt x="4678180" y="0"/>
                </a:lnTo>
                <a:lnTo>
                  <a:pt x="4582003" y="68393"/>
                </a:lnTo>
                <a:cubicBezTo>
                  <a:pt x="3553847" y="837304"/>
                  <a:pt x="2888342" y="2064505"/>
                  <a:pt x="2888342" y="3447143"/>
                </a:cubicBezTo>
                <a:cubicBezTo>
                  <a:pt x="2888342" y="4829781"/>
                  <a:pt x="3553847" y="6056982"/>
                  <a:pt x="4582003" y="6825894"/>
                </a:cubicBezTo>
                <a:lnTo>
                  <a:pt x="462715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endParaRPr lang="en-US" sz="2400" err="1">
              <a:latin typeface="+mj-lt"/>
            </a:endParaRP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A500330E-03F0-E002-2684-0DEC7F9BF7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711099"/>
            <a:ext cx="2361881" cy="1061130"/>
          </a:xfrm>
        </p:spPr>
        <p:txBody>
          <a:bodyPr>
            <a:normAutofit/>
          </a:bodyPr>
          <a:lstStyle/>
          <a:p>
            <a:r>
              <a:rPr lang="en-US"/>
              <a:t>Click to add agenda title</a:t>
            </a:r>
          </a:p>
        </p:txBody>
      </p:sp>
      <p:sp>
        <p:nvSpPr>
          <p:cNvPr id="33" name="#1">
            <a:extLst>
              <a:ext uri="{FF2B5EF4-FFF2-40B4-BE49-F238E27FC236}">
                <a16:creationId xmlns:a16="http://schemas.microsoft.com/office/drawing/2014/main" id="{EEFFE13B-7B99-487A-87CD-BD496112F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3425" y="1330088"/>
            <a:ext cx="741600" cy="74160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Item 1">
            <a:extLst>
              <a:ext uri="{FF2B5EF4-FFF2-40B4-BE49-F238E27FC236}">
                <a16:creationId xmlns:a16="http://schemas.microsoft.com/office/drawing/2014/main" id="{5B98A680-6773-43B0-954D-2C033446C3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1064" y="1377723"/>
            <a:ext cx="2449512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agenda item</a:t>
            </a:r>
          </a:p>
        </p:txBody>
      </p:sp>
      <p:sp>
        <p:nvSpPr>
          <p:cNvPr id="34" name="#2">
            <a:extLst>
              <a:ext uri="{FF2B5EF4-FFF2-40B4-BE49-F238E27FC236}">
                <a16:creationId xmlns:a16="http://schemas.microsoft.com/office/drawing/2014/main" id="{AA3DE202-796A-4A7F-BC20-0327D16A5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01069" y="2202788"/>
            <a:ext cx="741600" cy="74160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Item 2">
            <a:extLst>
              <a:ext uri="{FF2B5EF4-FFF2-40B4-BE49-F238E27FC236}">
                <a16:creationId xmlns:a16="http://schemas.microsoft.com/office/drawing/2014/main" id="{C88A5D62-B6BA-4488-A4CD-0D84437AB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1064" y="2250423"/>
            <a:ext cx="2449512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agenda item</a:t>
            </a:r>
          </a:p>
        </p:txBody>
      </p:sp>
      <p:sp>
        <p:nvSpPr>
          <p:cNvPr id="35" name="#3">
            <a:extLst>
              <a:ext uri="{FF2B5EF4-FFF2-40B4-BE49-F238E27FC236}">
                <a16:creationId xmlns:a16="http://schemas.microsoft.com/office/drawing/2014/main" id="{1653EFEB-6F6D-43AA-A743-2A76CFC4E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01069" y="3075488"/>
            <a:ext cx="741600" cy="74160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Item 3">
            <a:extLst>
              <a:ext uri="{FF2B5EF4-FFF2-40B4-BE49-F238E27FC236}">
                <a16:creationId xmlns:a16="http://schemas.microsoft.com/office/drawing/2014/main" id="{828CF371-6871-4098-A3A8-48392AFE7B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1064" y="3123123"/>
            <a:ext cx="2449512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agenda item</a:t>
            </a:r>
          </a:p>
        </p:txBody>
      </p:sp>
      <p:sp>
        <p:nvSpPr>
          <p:cNvPr id="36" name="#4">
            <a:extLst>
              <a:ext uri="{FF2B5EF4-FFF2-40B4-BE49-F238E27FC236}">
                <a16:creationId xmlns:a16="http://schemas.microsoft.com/office/drawing/2014/main" id="{23FDDDB5-9B5D-41A1-82EB-94A01BBEE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1069" y="3948188"/>
            <a:ext cx="741600" cy="74160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Item 4">
            <a:extLst>
              <a:ext uri="{FF2B5EF4-FFF2-40B4-BE49-F238E27FC236}">
                <a16:creationId xmlns:a16="http://schemas.microsoft.com/office/drawing/2014/main" id="{4B689727-BF5A-44A3-814C-E7859935BD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1064" y="3995823"/>
            <a:ext cx="2449512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agenda item</a:t>
            </a:r>
          </a:p>
        </p:txBody>
      </p:sp>
      <p:sp>
        <p:nvSpPr>
          <p:cNvPr id="37" name="#5">
            <a:extLst>
              <a:ext uri="{FF2B5EF4-FFF2-40B4-BE49-F238E27FC236}">
                <a16:creationId xmlns:a16="http://schemas.microsoft.com/office/drawing/2014/main" id="{7B451C41-DD76-4869-B434-D7FD651EE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801069" y="4820888"/>
            <a:ext cx="741600" cy="74160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Item 5">
            <a:extLst>
              <a:ext uri="{FF2B5EF4-FFF2-40B4-BE49-F238E27FC236}">
                <a16:creationId xmlns:a16="http://schemas.microsoft.com/office/drawing/2014/main" id="{9EC66708-ABCA-4E5C-BBDA-A3E8D603A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1064" y="4868523"/>
            <a:ext cx="2449512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agenda item</a:t>
            </a:r>
          </a:p>
        </p:txBody>
      </p:sp>
      <p:sp>
        <p:nvSpPr>
          <p:cNvPr id="22" name="#1">
            <a:extLst>
              <a:ext uri="{FF2B5EF4-FFF2-40B4-BE49-F238E27FC236}">
                <a16:creationId xmlns:a16="http://schemas.microsoft.com/office/drawing/2014/main" id="{D712D594-9838-406B-A423-AF4DD9575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49767" y="1330088"/>
            <a:ext cx="741600" cy="74160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Item 1">
            <a:extLst>
              <a:ext uri="{FF2B5EF4-FFF2-40B4-BE49-F238E27FC236}">
                <a16:creationId xmlns:a16="http://schemas.microsoft.com/office/drawing/2014/main" id="{E6CEC2E2-69F8-4E94-8A78-4CB2C44BE2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48638" y="1377723"/>
            <a:ext cx="2449108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agenda item</a:t>
            </a:r>
          </a:p>
        </p:txBody>
      </p:sp>
      <p:sp>
        <p:nvSpPr>
          <p:cNvPr id="25" name="#2">
            <a:extLst>
              <a:ext uri="{FF2B5EF4-FFF2-40B4-BE49-F238E27FC236}">
                <a16:creationId xmlns:a16="http://schemas.microsoft.com/office/drawing/2014/main" id="{9C539EB1-7CB2-4B63-A266-4C0098CBF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49767" y="2202788"/>
            <a:ext cx="741600" cy="74160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Item 2">
            <a:extLst>
              <a:ext uri="{FF2B5EF4-FFF2-40B4-BE49-F238E27FC236}">
                <a16:creationId xmlns:a16="http://schemas.microsoft.com/office/drawing/2014/main" id="{AD0564E3-8F86-49E2-84DB-5271D2B5D0F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48638" y="2250423"/>
            <a:ext cx="2449108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agenda item</a:t>
            </a:r>
          </a:p>
        </p:txBody>
      </p:sp>
      <p:sp>
        <p:nvSpPr>
          <p:cNvPr id="27" name="#3">
            <a:extLst>
              <a:ext uri="{FF2B5EF4-FFF2-40B4-BE49-F238E27FC236}">
                <a16:creationId xmlns:a16="http://schemas.microsoft.com/office/drawing/2014/main" id="{468DB777-D486-47FF-8915-A1BD7EAB2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60251" y="3075488"/>
            <a:ext cx="741600" cy="74160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Item 3">
            <a:extLst>
              <a:ext uri="{FF2B5EF4-FFF2-40B4-BE49-F238E27FC236}">
                <a16:creationId xmlns:a16="http://schemas.microsoft.com/office/drawing/2014/main" id="{1F101C97-3320-4673-B65E-60BE340BE2E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48638" y="3123123"/>
            <a:ext cx="2449108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agenda item</a:t>
            </a:r>
          </a:p>
        </p:txBody>
      </p:sp>
      <p:sp>
        <p:nvSpPr>
          <p:cNvPr id="29" name="#4">
            <a:extLst>
              <a:ext uri="{FF2B5EF4-FFF2-40B4-BE49-F238E27FC236}">
                <a16:creationId xmlns:a16="http://schemas.microsoft.com/office/drawing/2014/main" id="{10E34633-765D-4D5E-8A35-2F58A27D6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249767" y="3948188"/>
            <a:ext cx="741600" cy="74160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0" name="Item 4">
            <a:extLst>
              <a:ext uri="{FF2B5EF4-FFF2-40B4-BE49-F238E27FC236}">
                <a16:creationId xmlns:a16="http://schemas.microsoft.com/office/drawing/2014/main" id="{BE74248F-3763-4D40-BD11-9233C6D6F70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48638" y="3995823"/>
            <a:ext cx="2449108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agenda item</a:t>
            </a:r>
          </a:p>
        </p:txBody>
      </p:sp>
      <p:sp>
        <p:nvSpPr>
          <p:cNvPr id="31" name="#5">
            <a:extLst>
              <a:ext uri="{FF2B5EF4-FFF2-40B4-BE49-F238E27FC236}">
                <a16:creationId xmlns:a16="http://schemas.microsoft.com/office/drawing/2014/main" id="{8C35DA81-F9B8-4AF3-BB7D-CB9A25260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60251" y="4820888"/>
            <a:ext cx="741600" cy="741600"/>
          </a:xfrm>
          <a:prstGeom prst="ellipse">
            <a:avLst/>
          </a:prstGeom>
          <a:solidFill>
            <a:schemeClr val="bg1"/>
          </a:solidFill>
        </p:spPr>
        <p:txBody>
          <a:bodyPr wrap="none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2" name="Item 5">
            <a:extLst>
              <a:ext uri="{FF2B5EF4-FFF2-40B4-BE49-F238E27FC236}">
                <a16:creationId xmlns:a16="http://schemas.microsoft.com/office/drawing/2014/main" id="{1E2B1BEC-0BC1-49C0-9CFD-6FC1D63EB6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148638" y="4868523"/>
            <a:ext cx="2449108" cy="646331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agenda item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F6869-948B-479F-A153-EECB535C0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862C7-016C-487C-A2DE-DA5794F68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B903B74-502C-44C7-9EA2-4E8D1C33D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1597151" y="6303999"/>
            <a:ext cx="294812" cy="355098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7623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65" userDrawn="1">
          <p15:clr>
            <a:srgbClr val="A4A3A4"/>
          </p15:clr>
        </p15:guide>
        <p15:guide id="2" pos="2955" userDrawn="1">
          <p15:clr>
            <a:srgbClr val="A4A3A4"/>
          </p15:clr>
        </p15:guide>
        <p15:guide id="6" pos="6675" userDrawn="1">
          <p15:clr>
            <a:srgbClr val="A4A3A4"/>
          </p15:clr>
        </p15:guide>
        <p15:guide id="7" pos="4498" userDrawn="1">
          <p15:clr>
            <a:srgbClr val="A4A3A4"/>
          </p15:clr>
        </p15:guide>
        <p15:guide id="8" pos="5042" userDrawn="1">
          <p15:clr>
            <a:srgbClr val="A4A3A4"/>
          </p15:clr>
        </p15:guide>
        <p15:guide id="9" pos="5133" userDrawn="1">
          <p15:clr>
            <a:srgbClr val="A4A3A4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oint 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4490770-1E9F-4154-86B8-9247C8AC1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9531307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9582333 w 12192000"/>
              <a:gd name="connsiteY3" fmla="*/ 6858000 h 6858000"/>
              <a:gd name="connsiteX4" fmla="*/ 9627483 w 12192000"/>
              <a:gd name="connsiteY4" fmla="*/ 6825894 h 6858000"/>
              <a:gd name="connsiteX5" fmla="*/ 11321144 w 12192000"/>
              <a:gd name="connsiteY5" fmla="*/ 3447143 h 6858000"/>
              <a:gd name="connsiteX6" fmla="*/ 9627483 w 12192000"/>
              <a:gd name="connsiteY6" fmla="*/ 68393 h 6858000"/>
              <a:gd name="connsiteX7" fmla="*/ 0 w 12192000"/>
              <a:gd name="connsiteY7" fmla="*/ 0 h 6858000"/>
              <a:gd name="connsiteX8" fmla="*/ 4678180 w 12192000"/>
              <a:gd name="connsiteY8" fmla="*/ 0 h 6858000"/>
              <a:gd name="connsiteX9" fmla="*/ 4582003 w 12192000"/>
              <a:gd name="connsiteY9" fmla="*/ 68393 h 6858000"/>
              <a:gd name="connsiteX10" fmla="*/ 2888342 w 12192000"/>
              <a:gd name="connsiteY10" fmla="*/ 3447143 h 6858000"/>
              <a:gd name="connsiteX11" fmla="*/ 4582003 w 12192000"/>
              <a:gd name="connsiteY11" fmla="*/ 6825894 h 6858000"/>
              <a:gd name="connsiteX12" fmla="*/ 4627153 w 12192000"/>
              <a:gd name="connsiteY12" fmla="*/ 6858000 h 6858000"/>
              <a:gd name="connsiteX13" fmla="*/ 0 w 12192000"/>
              <a:gd name="connsiteY1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9531307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9582333" y="6858000"/>
                </a:lnTo>
                <a:lnTo>
                  <a:pt x="9627483" y="6825894"/>
                </a:lnTo>
                <a:cubicBezTo>
                  <a:pt x="10655639" y="6056982"/>
                  <a:pt x="11321144" y="4829781"/>
                  <a:pt x="11321144" y="3447143"/>
                </a:cubicBezTo>
                <a:cubicBezTo>
                  <a:pt x="11321144" y="2064505"/>
                  <a:pt x="10655639" y="837304"/>
                  <a:pt x="9627483" y="68393"/>
                </a:cubicBezTo>
                <a:close/>
                <a:moveTo>
                  <a:pt x="0" y="0"/>
                </a:moveTo>
                <a:lnTo>
                  <a:pt x="4678180" y="0"/>
                </a:lnTo>
                <a:lnTo>
                  <a:pt x="4582003" y="68393"/>
                </a:lnTo>
                <a:cubicBezTo>
                  <a:pt x="3553847" y="837304"/>
                  <a:pt x="2888342" y="2064505"/>
                  <a:pt x="2888342" y="3447143"/>
                </a:cubicBezTo>
                <a:cubicBezTo>
                  <a:pt x="2888342" y="4829781"/>
                  <a:pt x="3553847" y="6056982"/>
                  <a:pt x="4582003" y="6825894"/>
                </a:cubicBezTo>
                <a:lnTo>
                  <a:pt x="462715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endParaRPr lang="en-US" sz="2400" err="1"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B12494F-150F-9BEA-01DC-05D58F7AB1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711099"/>
            <a:ext cx="2361881" cy="1061130"/>
          </a:xfrm>
        </p:spPr>
        <p:txBody>
          <a:bodyPr>
            <a:normAutofit/>
          </a:bodyPr>
          <a:lstStyle/>
          <a:p>
            <a:r>
              <a:rPr lang="en-US"/>
              <a:t>Click to add agenda title</a:t>
            </a:r>
          </a:p>
        </p:txBody>
      </p:sp>
      <p:sp>
        <p:nvSpPr>
          <p:cNvPr id="17" name="Text Placeholder 1">
            <a:extLst>
              <a:ext uri="{FF2B5EF4-FFF2-40B4-BE49-F238E27FC236}">
                <a16:creationId xmlns:a16="http://schemas.microsoft.com/office/drawing/2014/main" id="{5B98A680-6773-43B0-954D-2C033446C3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1563" y="1488522"/>
            <a:ext cx="6985000" cy="424732"/>
          </a:xfrm>
          <a:noFill/>
          <a:ln w="12700">
            <a:noFill/>
          </a:ln>
          <a:effectLst/>
        </p:spPr>
        <p:txBody>
          <a:bodyPr lIns="0" rIns="0" anchor="t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agenda item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88A5D62-B6BA-4488-A4CD-0D84437AB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11563" y="2361222"/>
            <a:ext cx="6985000" cy="424732"/>
          </a:xfrm>
          <a:noFill/>
          <a:ln>
            <a:noFill/>
          </a:ln>
          <a:effectLst/>
        </p:spPr>
        <p:txBody>
          <a:bodyPr lIns="0" rIns="0" anchor="t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agenda item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828CF371-6871-4098-A3A8-48392AFE7B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1563" y="3233922"/>
            <a:ext cx="6985000" cy="424732"/>
          </a:xfrm>
          <a:noFill/>
          <a:ln>
            <a:noFill/>
          </a:ln>
          <a:effectLst/>
        </p:spPr>
        <p:txBody>
          <a:bodyPr lIns="0" rIns="0" anchor="t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agenda item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B689727-BF5A-44A3-814C-E7859935BD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11563" y="4106622"/>
            <a:ext cx="6985000" cy="424732"/>
          </a:xfrm>
          <a:noFill/>
          <a:ln>
            <a:noFill/>
          </a:ln>
          <a:effectLst/>
        </p:spPr>
        <p:txBody>
          <a:bodyPr lIns="0" rIns="0" anchor="t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agenda item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9EC66708-ABCA-4E5C-BBDA-A3E8D603A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1563" y="4979322"/>
            <a:ext cx="6985000" cy="424732"/>
          </a:xfrm>
          <a:noFill/>
          <a:ln>
            <a:noFill/>
          </a:ln>
          <a:effectLst/>
        </p:spPr>
        <p:txBody>
          <a:bodyPr lIns="0" rIns="0" anchor="t" anchorCtr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agenda item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F6869-948B-479F-A153-EECB535C0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862C7-016C-487C-A2DE-DA5794F68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B903B74-502C-44C7-9EA2-4E8D1C33D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1597151" y="6303999"/>
            <a:ext cx="294812" cy="355098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33524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275" userDrawn="1">
          <p15:clr>
            <a:srgbClr val="A4A3A4"/>
          </p15:clr>
        </p15:guide>
        <p15:guide id="6" pos="6698" userDrawn="1">
          <p15:clr>
            <a:srgbClr val="A4A3A4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Point 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4490770-1E9F-4154-86B8-9247C8AC1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9531307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9582333 w 12192000"/>
              <a:gd name="connsiteY3" fmla="*/ 6858000 h 6858000"/>
              <a:gd name="connsiteX4" fmla="*/ 9627483 w 12192000"/>
              <a:gd name="connsiteY4" fmla="*/ 6825894 h 6858000"/>
              <a:gd name="connsiteX5" fmla="*/ 11321144 w 12192000"/>
              <a:gd name="connsiteY5" fmla="*/ 3447143 h 6858000"/>
              <a:gd name="connsiteX6" fmla="*/ 9627483 w 12192000"/>
              <a:gd name="connsiteY6" fmla="*/ 68393 h 6858000"/>
              <a:gd name="connsiteX7" fmla="*/ 0 w 12192000"/>
              <a:gd name="connsiteY7" fmla="*/ 0 h 6858000"/>
              <a:gd name="connsiteX8" fmla="*/ 4678180 w 12192000"/>
              <a:gd name="connsiteY8" fmla="*/ 0 h 6858000"/>
              <a:gd name="connsiteX9" fmla="*/ 4582003 w 12192000"/>
              <a:gd name="connsiteY9" fmla="*/ 68393 h 6858000"/>
              <a:gd name="connsiteX10" fmla="*/ 2888342 w 12192000"/>
              <a:gd name="connsiteY10" fmla="*/ 3447143 h 6858000"/>
              <a:gd name="connsiteX11" fmla="*/ 4582003 w 12192000"/>
              <a:gd name="connsiteY11" fmla="*/ 6825894 h 6858000"/>
              <a:gd name="connsiteX12" fmla="*/ 4627153 w 12192000"/>
              <a:gd name="connsiteY12" fmla="*/ 6858000 h 6858000"/>
              <a:gd name="connsiteX13" fmla="*/ 0 w 12192000"/>
              <a:gd name="connsiteY1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9531307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9582333" y="6858000"/>
                </a:lnTo>
                <a:lnTo>
                  <a:pt x="9627483" y="6825894"/>
                </a:lnTo>
                <a:cubicBezTo>
                  <a:pt x="10655639" y="6056982"/>
                  <a:pt x="11321144" y="4829781"/>
                  <a:pt x="11321144" y="3447143"/>
                </a:cubicBezTo>
                <a:cubicBezTo>
                  <a:pt x="11321144" y="2064505"/>
                  <a:pt x="10655639" y="837304"/>
                  <a:pt x="9627483" y="68393"/>
                </a:cubicBezTo>
                <a:close/>
                <a:moveTo>
                  <a:pt x="0" y="0"/>
                </a:moveTo>
                <a:lnTo>
                  <a:pt x="4678180" y="0"/>
                </a:lnTo>
                <a:lnTo>
                  <a:pt x="4582003" y="68393"/>
                </a:lnTo>
                <a:cubicBezTo>
                  <a:pt x="3553847" y="837304"/>
                  <a:pt x="2888342" y="2064505"/>
                  <a:pt x="2888342" y="3447143"/>
                </a:cubicBezTo>
                <a:cubicBezTo>
                  <a:pt x="2888342" y="4829781"/>
                  <a:pt x="3553847" y="6056982"/>
                  <a:pt x="4582003" y="6825894"/>
                </a:cubicBezTo>
                <a:lnTo>
                  <a:pt x="462715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endParaRPr lang="en-US" sz="2400" err="1">
              <a:latin typeface="+mj-lt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D3AF3E7C-71B5-7A1B-8475-F05A38068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1711099"/>
            <a:ext cx="2361881" cy="1061130"/>
          </a:xfrm>
        </p:spPr>
        <p:txBody>
          <a:bodyPr>
            <a:normAutofit/>
          </a:bodyPr>
          <a:lstStyle/>
          <a:p>
            <a:r>
              <a:rPr lang="en-US"/>
              <a:t>Click to add agenda title</a:t>
            </a:r>
          </a:p>
        </p:txBody>
      </p:sp>
      <p:sp>
        <p:nvSpPr>
          <p:cNvPr id="17" name="Text Placeholder 1">
            <a:extLst>
              <a:ext uri="{FF2B5EF4-FFF2-40B4-BE49-F238E27FC236}">
                <a16:creationId xmlns:a16="http://schemas.microsoft.com/office/drawing/2014/main" id="{5B98A680-6773-43B0-954D-2C033446C3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1563" y="1488523"/>
            <a:ext cx="3348037" cy="424732"/>
          </a:xfrm>
          <a:noFill/>
          <a:ln>
            <a:noFill/>
          </a:ln>
          <a:effectLst/>
        </p:spPr>
        <p:txBody>
          <a:bodyPr lIns="0" r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agenda item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88A5D62-B6BA-4488-A4CD-0D84437AB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11563" y="2361223"/>
            <a:ext cx="3348037" cy="424732"/>
          </a:xfrm>
          <a:noFill/>
          <a:ln>
            <a:noFill/>
          </a:ln>
          <a:effectLst/>
        </p:spPr>
        <p:txBody>
          <a:bodyPr lIns="0" r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agenda item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828CF371-6871-4098-A3A8-48392AFE7B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1563" y="3233923"/>
            <a:ext cx="3348037" cy="424732"/>
          </a:xfrm>
          <a:noFill/>
          <a:ln>
            <a:noFill/>
          </a:ln>
          <a:effectLst/>
        </p:spPr>
        <p:txBody>
          <a:bodyPr lIns="0" r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agenda item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B689727-BF5A-44A3-814C-E7859935BD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11563" y="4106623"/>
            <a:ext cx="3348037" cy="424732"/>
          </a:xfrm>
          <a:noFill/>
          <a:ln>
            <a:noFill/>
          </a:ln>
          <a:effectLst/>
        </p:spPr>
        <p:txBody>
          <a:bodyPr lIns="0" r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agenda item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9EC66708-ABCA-4E5C-BBDA-A3E8D603A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1563" y="4979323"/>
            <a:ext cx="3348037" cy="424732"/>
          </a:xfrm>
          <a:noFill/>
          <a:ln>
            <a:noFill/>
          </a:ln>
          <a:effectLst/>
        </p:spPr>
        <p:txBody>
          <a:bodyPr lIns="0" rIns="0" anchor="t" anchorCtr="0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agenda item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C819AF5B-E47A-4ACD-8D8C-52AD38CE5BF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83449" y="1488522"/>
            <a:ext cx="3348037" cy="4247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agenda item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47691383-ECAA-4F80-A331-7B599A1F5D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83449" y="2361222"/>
            <a:ext cx="3348037" cy="4247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agenda item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1EB794D8-6580-4801-92C4-B9CDBE015BB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83449" y="3233922"/>
            <a:ext cx="3348037" cy="4247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agenda item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D49BB865-6EA1-4E1B-A365-5C4C9B6EA8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83449" y="4106622"/>
            <a:ext cx="3348037" cy="4247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agenda item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A19D7038-1075-4AFC-AF51-44462E8C84E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83449" y="4979322"/>
            <a:ext cx="3348037" cy="4247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agenda item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F6869-948B-479F-A153-EECB535C0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862C7-016C-487C-A2DE-DA5794F68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B903B74-502C-44C7-9EA2-4E8D1C33D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1597151" y="6303999"/>
            <a:ext cx="294812" cy="355098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9636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75" userDrawn="1">
          <p15:clr>
            <a:srgbClr val="A4A3A4"/>
          </p15:clr>
        </p15:guide>
        <p15:guide id="3" pos="4588" userDrawn="1">
          <p15:clr>
            <a:srgbClr val="A4A3A4"/>
          </p15:clr>
        </p15:guide>
        <p15:guide id="5" pos="4384" userDrawn="1">
          <p15:clr>
            <a:srgbClr val="A4A3A4"/>
          </p15:clr>
        </p15:guide>
        <p15:guide id="6" pos="6698" userDrawn="1">
          <p15:clr>
            <a:srgbClr val="A4A3A4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/>
              <a:t>Do not use layouts</a:t>
            </a:r>
            <a:br>
              <a:rPr lang="en-US" sz="9600"/>
            </a:br>
            <a:r>
              <a:rPr lang="en-US" sz="960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A47BD16A-294C-6E4F-BEDB-E99B3D28E5E6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155991908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Speakers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2813447"/>
            <a:ext cx="3049588" cy="1231106"/>
          </a:xfrm>
        </p:spPr>
        <p:txBody>
          <a:bodyPr anchor="ctr" anchorCtr="0">
            <a:sp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12D1D8-F166-4F88-B507-30219E1A1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76878" y="1071349"/>
            <a:ext cx="1066598" cy="106659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A0245B7A-36B7-48DD-8BF2-091A694BA5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24450" y="1217967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1" name="Text Placeholder 57">
            <a:extLst>
              <a:ext uri="{FF2B5EF4-FFF2-40B4-BE49-F238E27FC236}">
                <a16:creationId xmlns:a16="http://schemas.microsoft.com/office/drawing/2014/main" id="{B12401EB-21B8-49A0-87B6-9030A3923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24450" y="1600835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98BEEA61-F657-4A84-A5AD-517F0892D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876878" y="2400382"/>
            <a:ext cx="1066598" cy="1066597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2" name="Text Placeholder 57">
            <a:extLst>
              <a:ext uri="{FF2B5EF4-FFF2-40B4-BE49-F238E27FC236}">
                <a16:creationId xmlns:a16="http://schemas.microsoft.com/office/drawing/2014/main" id="{B1E36713-F111-4648-B34F-AAFF8DEC16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24450" y="2546786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3" name="Text Placeholder 57">
            <a:extLst>
              <a:ext uri="{FF2B5EF4-FFF2-40B4-BE49-F238E27FC236}">
                <a16:creationId xmlns:a16="http://schemas.microsoft.com/office/drawing/2014/main" id="{C7941355-3F61-4691-8CBE-A8EE5B41B83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24450" y="2929654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1B1FC8CD-D4CE-4E11-90DE-BDAEAE793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876878" y="3729415"/>
            <a:ext cx="1066598" cy="1066597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EE263FC4-B3BF-4198-B246-A58FF8C1DA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24450" y="3875819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59" name="Text Placeholder 57">
            <a:extLst>
              <a:ext uri="{FF2B5EF4-FFF2-40B4-BE49-F238E27FC236}">
                <a16:creationId xmlns:a16="http://schemas.microsoft.com/office/drawing/2014/main" id="{7C4BEF10-7F26-49CE-9D86-B24AFAE8B98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24450" y="4258687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10BDC96E-E4BB-46C7-8B26-69C0CC4A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876878" y="5058448"/>
            <a:ext cx="1066598" cy="1066597"/>
          </a:xfrm>
          <a:prstGeom prst="ellipse">
            <a:avLst/>
          </a:prstGeom>
          <a:blipFill>
            <a:blip r:embed="rId6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6" name="Text Placeholder 57">
            <a:extLst>
              <a:ext uri="{FF2B5EF4-FFF2-40B4-BE49-F238E27FC236}">
                <a16:creationId xmlns:a16="http://schemas.microsoft.com/office/drawing/2014/main" id="{93F601CD-C12B-4912-A9BA-1EECAE448C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24450" y="5204852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7" name="Text Placeholder 57">
            <a:extLst>
              <a:ext uri="{FF2B5EF4-FFF2-40B4-BE49-F238E27FC236}">
                <a16:creationId xmlns:a16="http://schemas.microsoft.com/office/drawing/2014/main" id="{20C48A33-763A-47D3-A206-1BBD3A417D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24450" y="5587720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235135AB-5B49-4A2B-A09B-EFF95FECF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982152" y="1071349"/>
            <a:ext cx="1066598" cy="1066597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4" name="Text Placeholder 57">
            <a:extLst>
              <a:ext uri="{FF2B5EF4-FFF2-40B4-BE49-F238E27FC236}">
                <a16:creationId xmlns:a16="http://schemas.microsoft.com/office/drawing/2014/main" id="{D4C3AF58-54F1-4682-B4D9-555CBA584B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28138" y="1217967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5" name="Text Placeholder 57">
            <a:extLst>
              <a:ext uri="{FF2B5EF4-FFF2-40B4-BE49-F238E27FC236}">
                <a16:creationId xmlns:a16="http://schemas.microsoft.com/office/drawing/2014/main" id="{A102C3EE-ADA7-4748-833E-59DB5769D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28138" y="1600835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4FF349B1-3542-4E59-B8B3-3852BB36BF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982152" y="2400382"/>
            <a:ext cx="1066598" cy="1066597"/>
          </a:xfrm>
          <a:prstGeom prst="ellipse">
            <a:avLst/>
          </a:prstGeom>
          <a:blipFill>
            <a:blip r:embed="rId8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8" name="Text Placeholder 57">
            <a:extLst>
              <a:ext uri="{FF2B5EF4-FFF2-40B4-BE49-F238E27FC236}">
                <a16:creationId xmlns:a16="http://schemas.microsoft.com/office/drawing/2014/main" id="{D875C94D-753C-4332-A792-6237EEC1F04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28138" y="2546786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9" name="Text Placeholder 57">
            <a:extLst>
              <a:ext uri="{FF2B5EF4-FFF2-40B4-BE49-F238E27FC236}">
                <a16:creationId xmlns:a16="http://schemas.microsoft.com/office/drawing/2014/main" id="{B06D4D8C-8568-423B-AABB-FB8BD683AC2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228138" y="2929654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42" name="Picture Placeholder 4">
            <a:extLst>
              <a:ext uri="{FF2B5EF4-FFF2-40B4-BE49-F238E27FC236}">
                <a16:creationId xmlns:a16="http://schemas.microsoft.com/office/drawing/2014/main" id="{72F775E8-A22B-4C7B-A7AF-7A6E5B4B2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982152" y="3729415"/>
            <a:ext cx="1066598" cy="1066597"/>
          </a:xfrm>
          <a:prstGeom prst="ellipse">
            <a:avLst/>
          </a:prstGeom>
          <a:blipFill>
            <a:blip r:embed="rId9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70" name="Text Placeholder 57">
            <a:extLst>
              <a:ext uri="{FF2B5EF4-FFF2-40B4-BE49-F238E27FC236}">
                <a16:creationId xmlns:a16="http://schemas.microsoft.com/office/drawing/2014/main" id="{7D2B1B3D-7A06-472C-AAC7-C6D547DD800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228138" y="3875819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71" name="Text Placeholder 57">
            <a:extLst>
              <a:ext uri="{FF2B5EF4-FFF2-40B4-BE49-F238E27FC236}">
                <a16:creationId xmlns:a16="http://schemas.microsoft.com/office/drawing/2014/main" id="{AD040565-F4BF-45F9-8EB6-02C700DE643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228138" y="4258687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41" name="Picture Placeholder 4">
            <a:extLst>
              <a:ext uri="{FF2B5EF4-FFF2-40B4-BE49-F238E27FC236}">
                <a16:creationId xmlns:a16="http://schemas.microsoft.com/office/drawing/2014/main" id="{B9366CB7-32DA-4E9E-99FC-DE9544759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982152" y="5058448"/>
            <a:ext cx="1066598" cy="1066597"/>
          </a:xfrm>
          <a:prstGeom prst="ellipse">
            <a:avLst/>
          </a:prstGeom>
          <a:blipFill>
            <a:blip r:embed="rId10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72" name="Text Placeholder 57">
            <a:extLst>
              <a:ext uri="{FF2B5EF4-FFF2-40B4-BE49-F238E27FC236}">
                <a16:creationId xmlns:a16="http://schemas.microsoft.com/office/drawing/2014/main" id="{DB9F8BAF-B545-4D72-ADD4-886DC007051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228138" y="5204852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73" name="Text Placeholder 57">
            <a:extLst>
              <a:ext uri="{FF2B5EF4-FFF2-40B4-BE49-F238E27FC236}">
                <a16:creationId xmlns:a16="http://schemas.microsoft.com/office/drawing/2014/main" id="{B0791138-7275-41D5-B115-CD52C7354E2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228138" y="5587720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1" name="Text Placeholder 96">
            <a:extLst>
              <a:ext uri="{FF2B5EF4-FFF2-40B4-BE49-F238E27FC236}">
                <a16:creationId xmlns:a16="http://schemas.microsoft.com/office/drawing/2014/main" id="{B049F64B-628A-48DE-84B4-38397AAB7DC3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040238-DCC8-4532-9AE6-EB7C834F3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540125" y="1071349"/>
            <a:ext cx="0" cy="51383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448543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30">
          <p15:clr>
            <a:srgbClr val="C35EA4"/>
          </p15:clr>
        </p15:guide>
        <p15:guide id="3" pos="4838">
          <p15:clr>
            <a:srgbClr val="A4A3A4"/>
          </p15:clr>
        </p15:guide>
        <p15:guide id="4" pos="5700">
          <p15:clr>
            <a:srgbClr val="A4A3A4"/>
          </p15:clr>
        </p15:guide>
        <p15:guide id="5" pos="3114">
          <p15:clr>
            <a:srgbClr val="A4A3A4"/>
          </p15:clr>
        </p15:guide>
        <p15:guide id="7" pos="3228">
          <p15:clr>
            <a:srgbClr val="A4A3A4"/>
          </p15:clr>
        </p15:guide>
        <p15:guide id="10" pos="5813">
          <p15:clr>
            <a:srgbClr val="A4A3A4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eakers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2813447"/>
            <a:ext cx="3049588" cy="1231106"/>
          </a:xfrm>
        </p:spPr>
        <p:txBody>
          <a:bodyPr anchor="ctr" anchorCtr="0">
            <a:sp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12D1D8-F166-4F88-B507-30219E1A1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00663" y="2188096"/>
            <a:ext cx="1066598" cy="106659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2" name="Text Placeholder 57">
            <a:extLst>
              <a:ext uri="{FF2B5EF4-FFF2-40B4-BE49-F238E27FC236}">
                <a16:creationId xmlns:a16="http://schemas.microsoft.com/office/drawing/2014/main" id="{B1E36713-F111-4648-B34F-AAFF8DEC16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56026" y="3541524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3" name="Text Placeholder 57">
            <a:extLst>
              <a:ext uri="{FF2B5EF4-FFF2-40B4-BE49-F238E27FC236}">
                <a16:creationId xmlns:a16="http://schemas.microsoft.com/office/drawing/2014/main" id="{C7941355-3F61-4691-8CBE-A8EE5B41B83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56026" y="3924392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98BEEA61-F657-4A84-A5AD-517F0892D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235926" y="2188096"/>
            <a:ext cx="1066598" cy="1066597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4" name="Text Placeholder 57">
            <a:extLst>
              <a:ext uri="{FF2B5EF4-FFF2-40B4-BE49-F238E27FC236}">
                <a16:creationId xmlns:a16="http://schemas.microsoft.com/office/drawing/2014/main" id="{D4C3AF58-54F1-4682-B4D9-555CBA584B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92875" y="3541524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5" name="Text Placeholder 57">
            <a:extLst>
              <a:ext uri="{FF2B5EF4-FFF2-40B4-BE49-F238E27FC236}">
                <a16:creationId xmlns:a16="http://schemas.microsoft.com/office/drawing/2014/main" id="{A102C3EE-ADA7-4748-833E-59DB5769D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92875" y="3924392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1B1FC8CD-D4CE-4E11-90DE-BDAEAE793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972775" y="2144743"/>
            <a:ext cx="1066598" cy="1066597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A0245B7A-36B7-48DD-8BF2-091A694BA5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28138" y="3541524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1" name="Text Placeholder 57">
            <a:extLst>
              <a:ext uri="{FF2B5EF4-FFF2-40B4-BE49-F238E27FC236}">
                <a16:creationId xmlns:a16="http://schemas.microsoft.com/office/drawing/2014/main" id="{B12401EB-21B8-49A0-87B6-9030A3923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28138" y="3924392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1" name="Text Placeholder 96">
            <a:extLst>
              <a:ext uri="{FF2B5EF4-FFF2-40B4-BE49-F238E27FC236}">
                <a16:creationId xmlns:a16="http://schemas.microsoft.com/office/drawing/2014/main" id="{36C08F25-EA22-4E4E-83B5-7858728FD103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040238-DCC8-4532-9AE6-EB7C834F3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540125" y="1071349"/>
            <a:ext cx="0" cy="51383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57201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30">
          <p15:clr>
            <a:srgbClr val="C35EA4"/>
          </p15:clr>
        </p15:guide>
        <p15:guide id="3" pos="4089" userDrawn="1">
          <p15:clr>
            <a:srgbClr val="A4A3A4"/>
          </p15:clr>
        </p15:guide>
        <p15:guide id="4" pos="5700">
          <p15:clr>
            <a:srgbClr val="A4A3A4"/>
          </p15:clr>
        </p15:guide>
        <p15:guide id="5" pos="2366" userDrawn="1">
          <p15:clr>
            <a:srgbClr val="A4A3A4"/>
          </p15:clr>
        </p15:guide>
        <p15:guide id="7" pos="3976" userDrawn="1">
          <p15:clr>
            <a:srgbClr val="A4A3A4"/>
          </p15:clr>
        </p15:guide>
        <p15:guide id="10" pos="5813">
          <p15:clr>
            <a:srgbClr val="A4A3A4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Speakers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2813447"/>
            <a:ext cx="3049588" cy="1231106"/>
          </a:xfrm>
        </p:spPr>
        <p:txBody>
          <a:bodyPr anchor="ctr" anchorCtr="0">
            <a:sp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12D1D8-F166-4F88-B507-30219E1A1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76878" y="1071349"/>
            <a:ext cx="1066598" cy="106659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A0245B7A-36B7-48DD-8BF2-091A694BA5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24450" y="1217967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1" name="Text Placeholder 57">
            <a:extLst>
              <a:ext uri="{FF2B5EF4-FFF2-40B4-BE49-F238E27FC236}">
                <a16:creationId xmlns:a16="http://schemas.microsoft.com/office/drawing/2014/main" id="{B12401EB-21B8-49A0-87B6-9030A3923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24450" y="1600835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98BEEA61-F657-4A84-A5AD-517F0892D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876878" y="2400382"/>
            <a:ext cx="1066598" cy="1066597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2" name="Text Placeholder 57">
            <a:extLst>
              <a:ext uri="{FF2B5EF4-FFF2-40B4-BE49-F238E27FC236}">
                <a16:creationId xmlns:a16="http://schemas.microsoft.com/office/drawing/2014/main" id="{B1E36713-F111-4648-B34F-AAFF8DEC16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24450" y="2546786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3" name="Text Placeholder 57">
            <a:extLst>
              <a:ext uri="{FF2B5EF4-FFF2-40B4-BE49-F238E27FC236}">
                <a16:creationId xmlns:a16="http://schemas.microsoft.com/office/drawing/2014/main" id="{C7941355-3F61-4691-8CBE-A8EE5B41B83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24450" y="2929654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1B1FC8CD-D4CE-4E11-90DE-BDAEAE793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876878" y="3729415"/>
            <a:ext cx="1066598" cy="1066597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EE263FC4-B3BF-4198-B246-A58FF8C1DA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24450" y="3875819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59" name="Text Placeholder 57">
            <a:extLst>
              <a:ext uri="{FF2B5EF4-FFF2-40B4-BE49-F238E27FC236}">
                <a16:creationId xmlns:a16="http://schemas.microsoft.com/office/drawing/2014/main" id="{7C4BEF10-7F26-49CE-9D86-B24AFAE8B98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24450" y="4258687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10BDC96E-E4BB-46C7-8B26-69C0CC4A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876878" y="5058448"/>
            <a:ext cx="1066598" cy="1066597"/>
          </a:xfrm>
          <a:prstGeom prst="ellipse">
            <a:avLst/>
          </a:prstGeom>
          <a:blipFill>
            <a:blip r:embed="rId6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6" name="Text Placeholder 57">
            <a:extLst>
              <a:ext uri="{FF2B5EF4-FFF2-40B4-BE49-F238E27FC236}">
                <a16:creationId xmlns:a16="http://schemas.microsoft.com/office/drawing/2014/main" id="{93F601CD-C12B-4912-A9BA-1EECAE448C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24450" y="5204852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7" name="Text Placeholder 57">
            <a:extLst>
              <a:ext uri="{FF2B5EF4-FFF2-40B4-BE49-F238E27FC236}">
                <a16:creationId xmlns:a16="http://schemas.microsoft.com/office/drawing/2014/main" id="{20C48A33-763A-47D3-A206-1BBD3A417D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24450" y="5587720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235135AB-5B49-4A2B-A09B-EFF95FECF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982152" y="1071349"/>
            <a:ext cx="1066598" cy="1066597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4" name="Text Placeholder 57">
            <a:extLst>
              <a:ext uri="{FF2B5EF4-FFF2-40B4-BE49-F238E27FC236}">
                <a16:creationId xmlns:a16="http://schemas.microsoft.com/office/drawing/2014/main" id="{D4C3AF58-54F1-4682-B4D9-555CBA584B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28138" y="1217967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5" name="Text Placeholder 57">
            <a:extLst>
              <a:ext uri="{FF2B5EF4-FFF2-40B4-BE49-F238E27FC236}">
                <a16:creationId xmlns:a16="http://schemas.microsoft.com/office/drawing/2014/main" id="{A102C3EE-ADA7-4748-833E-59DB5769D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28138" y="1600835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4FF349B1-3542-4E59-B8B3-3852BB36BF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982152" y="2400382"/>
            <a:ext cx="1066598" cy="1066597"/>
          </a:xfrm>
          <a:prstGeom prst="ellipse">
            <a:avLst/>
          </a:prstGeom>
          <a:blipFill>
            <a:blip r:embed="rId8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8" name="Text Placeholder 57">
            <a:extLst>
              <a:ext uri="{FF2B5EF4-FFF2-40B4-BE49-F238E27FC236}">
                <a16:creationId xmlns:a16="http://schemas.microsoft.com/office/drawing/2014/main" id="{D875C94D-753C-4332-A792-6237EEC1F04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28138" y="2546786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9" name="Text Placeholder 57">
            <a:extLst>
              <a:ext uri="{FF2B5EF4-FFF2-40B4-BE49-F238E27FC236}">
                <a16:creationId xmlns:a16="http://schemas.microsoft.com/office/drawing/2014/main" id="{B06D4D8C-8568-423B-AABB-FB8BD683AC2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228138" y="2929654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42" name="Picture Placeholder 4">
            <a:extLst>
              <a:ext uri="{FF2B5EF4-FFF2-40B4-BE49-F238E27FC236}">
                <a16:creationId xmlns:a16="http://schemas.microsoft.com/office/drawing/2014/main" id="{72F775E8-A22B-4C7B-A7AF-7A6E5B4B2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982152" y="3729415"/>
            <a:ext cx="1066598" cy="1066597"/>
          </a:xfrm>
          <a:prstGeom prst="ellipse">
            <a:avLst/>
          </a:prstGeom>
          <a:blipFill>
            <a:blip r:embed="rId9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70" name="Text Placeholder 57">
            <a:extLst>
              <a:ext uri="{FF2B5EF4-FFF2-40B4-BE49-F238E27FC236}">
                <a16:creationId xmlns:a16="http://schemas.microsoft.com/office/drawing/2014/main" id="{7D2B1B3D-7A06-472C-AAC7-C6D547DD800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228138" y="3875819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71" name="Text Placeholder 57">
            <a:extLst>
              <a:ext uri="{FF2B5EF4-FFF2-40B4-BE49-F238E27FC236}">
                <a16:creationId xmlns:a16="http://schemas.microsoft.com/office/drawing/2014/main" id="{AD040565-F4BF-45F9-8EB6-02C700DE643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228138" y="4258687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41" name="Picture Placeholder 4">
            <a:extLst>
              <a:ext uri="{FF2B5EF4-FFF2-40B4-BE49-F238E27FC236}">
                <a16:creationId xmlns:a16="http://schemas.microsoft.com/office/drawing/2014/main" id="{B9366CB7-32DA-4E9E-99FC-DE9544759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982152" y="5058448"/>
            <a:ext cx="1066598" cy="1066597"/>
          </a:xfrm>
          <a:prstGeom prst="ellipse">
            <a:avLst/>
          </a:prstGeom>
          <a:blipFill>
            <a:blip r:embed="rId10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72" name="Text Placeholder 57">
            <a:extLst>
              <a:ext uri="{FF2B5EF4-FFF2-40B4-BE49-F238E27FC236}">
                <a16:creationId xmlns:a16="http://schemas.microsoft.com/office/drawing/2014/main" id="{DB9F8BAF-B545-4D72-ADD4-886DC007051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228138" y="5204852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73" name="Text Placeholder 57">
            <a:extLst>
              <a:ext uri="{FF2B5EF4-FFF2-40B4-BE49-F238E27FC236}">
                <a16:creationId xmlns:a16="http://schemas.microsoft.com/office/drawing/2014/main" id="{B0791138-7275-41D5-B115-CD52C7354E2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228138" y="5587720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1" name="Text Placeholder 96">
            <a:extLst>
              <a:ext uri="{FF2B5EF4-FFF2-40B4-BE49-F238E27FC236}">
                <a16:creationId xmlns:a16="http://schemas.microsoft.com/office/drawing/2014/main" id="{B480DF74-92FB-4ECD-B23E-4C539F84744E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040238-DCC8-4532-9AE6-EB7C834F3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540125" y="1071349"/>
            <a:ext cx="0" cy="513838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19413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30">
          <p15:clr>
            <a:srgbClr val="C35EA4"/>
          </p15:clr>
        </p15:guide>
        <p15:guide id="3" pos="4838">
          <p15:clr>
            <a:srgbClr val="A4A3A4"/>
          </p15:clr>
        </p15:guide>
        <p15:guide id="4" pos="5700">
          <p15:clr>
            <a:srgbClr val="A4A3A4"/>
          </p15:clr>
        </p15:guide>
        <p15:guide id="5" pos="3114">
          <p15:clr>
            <a:srgbClr val="A4A3A4"/>
          </p15:clr>
        </p15:guide>
        <p15:guide id="7" pos="3228">
          <p15:clr>
            <a:srgbClr val="A4A3A4"/>
          </p15:clr>
        </p15:guide>
        <p15:guide id="10" pos="5813">
          <p15:clr>
            <a:srgbClr val="A4A3A4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eakers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35B2-3D27-4FA3-B863-05E4C9624A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2813447"/>
            <a:ext cx="3049588" cy="1231106"/>
          </a:xfrm>
        </p:spPr>
        <p:txBody>
          <a:bodyPr anchor="ctr" anchorCtr="0">
            <a:sp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112D1D8-F166-4F88-B507-30219E1A1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00663" y="2188096"/>
            <a:ext cx="1066598" cy="1066597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2" name="Text Placeholder 57">
            <a:extLst>
              <a:ext uri="{FF2B5EF4-FFF2-40B4-BE49-F238E27FC236}">
                <a16:creationId xmlns:a16="http://schemas.microsoft.com/office/drawing/2014/main" id="{B1E36713-F111-4648-B34F-AAFF8DEC16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56026" y="3541524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3" name="Text Placeholder 57">
            <a:extLst>
              <a:ext uri="{FF2B5EF4-FFF2-40B4-BE49-F238E27FC236}">
                <a16:creationId xmlns:a16="http://schemas.microsoft.com/office/drawing/2014/main" id="{C7941355-3F61-4691-8CBE-A8EE5B41B83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56026" y="3924392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43" name="Picture Placeholder 4">
            <a:extLst>
              <a:ext uri="{FF2B5EF4-FFF2-40B4-BE49-F238E27FC236}">
                <a16:creationId xmlns:a16="http://schemas.microsoft.com/office/drawing/2014/main" id="{98BEEA61-F657-4A84-A5AD-517F0892D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235926" y="2188096"/>
            <a:ext cx="1066598" cy="1066597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4" name="Text Placeholder 57">
            <a:extLst>
              <a:ext uri="{FF2B5EF4-FFF2-40B4-BE49-F238E27FC236}">
                <a16:creationId xmlns:a16="http://schemas.microsoft.com/office/drawing/2014/main" id="{D4C3AF58-54F1-4682-B4D9-555CBA584B3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92875" y="3541524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5" name="Text Placeholder 57">
            <a:extLst>
              <a:ext uri="{FF2B5EF4-FFF2-40B4-BE49-F238E27FC236}">
                <a16:creationId xmlns:a16="http://schemas.microsoft.com/office/drawing/2014/main" id="{A102C3EE-ADA7-4748-833E-59DB5769D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92875" y="3924392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1B1FC8CD-D4CE-4E11-90DE-BDAEAE793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972775" y="2144743"/>
            <a:ext cx="1066598" cy="1066597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0" name="Text Placeholder 57">
            <a:extLst>
              <a:ext uri="{FF2B5EF4-FFF2-40B4-BE49-F238E27FC236}">
                <a16:creationId xmlns:a16="http://schemas.microsoft.com/office/drawing/2014/main" id="{A0245B7A-36B7-48DD-8BF2-091A694BA5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28138" y="3541524"/>
            <a:ext cx="2555875" cy="359517"/>
          </a:xfrm>
        </p:spPr>
        <p:txBody>
          <a:bodyPr bIns="3600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61" name="Text Placeholder 57">
            <a:extLst>
              <a:ext uri="{FF2B5EF4-FFF2-40B4-BE49-F238E27FC236}">
                <a16:creationId xmlns:a16="http://schemas.microsoft.com/office/drawing/2014/main" id="{B12401EB-21B8-49A0-87B6-9030A3923D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28138" y="3924392"/>
            <a:ext cx="2555875" cy="313350"/>
          </a:xfrm>
        </p:spPr>
        <p:txBody>
          <a:bodyPr tIns="3600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1"/>
                </a:solidFill>
              </a:defRPr>
            </a:lvl2pPr>
            <a:lvl3pPr>
              <a:defRPr b="1">
                <a:solidFill>
                  <a:schemeClr val="accent1"/>
                </a:solidFill>
              </a:defRPr>
            </a:lvl3pPr>
            <a:lvl4pPr>
              <a:defRPr b="1">
                <a:solidFill>
                  <a:schemeClr val="accent1"/>
                </a:solidFill>
              </a:defRPr>
            </a:lvl4pPr>
            <a:lvl5pPr>
              <a:defRPr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job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F9A92-5BDB-40F9-8C9E-94BECF288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6" name="Text Placeholder 96">
            <a:extLst>
              <a:ext uri="{FF2B5EF4-FFF2-40B4-BE49-F238E27FC236}">
                <a16:creationId xmlns:a16="http://schemas.microsoft.com/office/drawing/2014/main" id="{12BF79A8-D986-47A9-9552-53F98E10767E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F1364-95FC-4822-BD65-0519B5DD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040238-DCC8-4532-9AE6-EB7C834F3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540125" y="1071349"/>
            <a:ext cx="0" cy="513838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34424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30">
          <p15:clr>
            <a:srgbClr val="C35EA4"/>
          </p15:clr>
        </p15:guide>
        <p15:guide id="3" pos="4089" userDrawn="1">
          <p15:clr>
            <a:srgbClr val="A4A3A4"/>
          </p15:clr>
        </p15:guide>
        <p15:guide id="4" pos="5700">
          <p15:clr>
            <a:srgbClr val="A4A3A4"/>
          </p15:clr>
        </p15:guide>
        <p15:guide id="5" pos="2366" userDrawn="1">
          <p15:clr>
            <a:srgbClr val="A4A3A4"/>
          </p15:clr>
        </p15:guide>
        <p15:guide id="7" pos="3976" userDrawn="1">
          <p15:clr>
            <a:srgbClr val="A4A3A4"/>
          </p15:clr>
        </p15:guide>
        <p15:guide id="10" pos="5813">
          <p15:clr>
            <a:srgbClr val="A4A3A4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90931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96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Do not use layouts</a:t>
            </a:r>
            <a:br>
              <a:rPr lang="en-US"/>
            </a:br>
            <a:r>
              <a:rPr lang="en-US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1ACB46BA-7BAE-3F4C-9E6D-BBDFFAAF37B1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264820902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Logo Holder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D40D7-DC13-4D28-9957-EA7D59028B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5E460CF-60CD-4D04-8BD0-34A76029C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7987" y="2390775"/>
            <a:ext cx="1800225" cy="1800225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5C87F9B8-D0F5-497C-AE63-5A450E0E1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801937" y="2390775"/>
            <a:ext cx="1800225" cy="1800225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CA7090BA-5395-4466-845D-2FFF88988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95887" y="2390775"/>
            <a:ext cx="1800225" cy="1800225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07BD6C02-2D88-4407-AB5F-1B4EE05F3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89837" y="2390775"/>
            <a:ext cx="1800225" cy="1800225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266000A8-5305-480E-9CC7-8E85E0C22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983787" y="2390775"/>
            <a:ext cx="1800225" cy="1800225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99263C-FBED-4354-9C78-6D47AE0C6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96">
            <a:extLst>
              <a:ext uri="{FF2B5EF4-FFF2-40B4-BE49-F238E27FC236}">
                <a16:creationId xmlns:a16="http://schemas.microsoft.com/office/drawing/2014/main" id="{B5788CA3-B109-4C1E-8BEF-296AE5E5BBD7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4A1AB8-2EE2-468C-A083-D01CE559E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6564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C35EA4"/>
          </p15:clr>
        </p15:guide>
        <p15:guide id="2" orient="horz" pos="981" userDrawn="1">
          <p15:clr>
            <a:srgbClr val="C35EA4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 Logo Holders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D40D7-DC13-4D28-9957-EA7D59028B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enter title here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5E460CF-60CD-4D04-8BD0-34A76029C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7987" y="179165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5C87F9B8-D0F5-497C-AE63-5A450E0E1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801937" y="179165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CA7090BA-5395-4466-845D-2FFF88988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95887" y="179165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07BD6C02-2D88-4407-AB5F-1B4EE05F3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89837" y="179165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266000A8-5305-480E-9CC7-8E85E0C22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983787" y="179165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528F52C5-394F-4E1B-B272-53ADE5734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604962" y="3052127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010FBB93-0F37-4614-B044-1F82ABF9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998912" y="3052127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B422470C-0E1C-419C-8572-16476BEE7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92862" y="3052127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531AA156-F64E-4378-B7E9-92F3B5958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786812" y="3052127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22" name="Picture Placeholder 11">
            <a:extLst>
              <a:ext uri="{FF2B5EF4-FFF2-40B4-BE49-F238E27FC236}">
                <a16:creationId xmlns:a16="http://schemas.microsoft.com/office/drawing/2014/main" id="{55383348-573F-407C-AC42-10E5B337A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07987" y="431260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433BEA04-0693-4052-8B02-BF6FC678B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2801937" y="431260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B88C8BE9-D35E-4988-80D5-BB7AD3E6AD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195887" y="431260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25" name="Picture Placeholder 11">
            <a:extLst>
              <a:ext uri="{FF2B5EF4-FFF2-40B4-BE49-F238E27FC236}">
                <a16:creationId xmlns:a16="http://schemas.microsoft.com/office/drawing/2014/main" id="{18A22AE5-FC27-4F35-A0A4-5A75925CE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589837" y="431260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26" name="Picture Placeholder 11">
            <a:extLst>
              <a:ext uri="{FF2B5EF4-FFF2-40B4-BE49-F238E27FC236}">
                <a16:creationId xmlns:a16="http://schemas.microsoft.com/office/drawing/2014/main" id="{E918B138-DFE8-4A19-AB1C-B0F83FA25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9983787" y="4312602"/>
            <a:ext cx="1508761" cy="1508761"/>
          </a:xfrm>
          <a:prstGeom prst="ellipse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99263C-FBED-4354-9C78-6D47AE0C6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96">
            <a:extLst>
              <a:ext uri="{FF2B5EF4-FFF2-40B4-BE49-F238E27FC236}">
                <a16:creationId xmlns:a16="http://schemas.microsoft.com/office/drawing/2014/main" id="{CCEEFB9C-D904-475F-96C7-94205FF977B7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497481" y="6250152"/>
            <a:ext cx="9550800" cy="561048"/>
          </a:xfrm>
        </p:spPr>
        <p:txBody>
          <a:bodyPr lIns="0" tIns="0" rIns="0" bIns="0" anchor="b" anchorCtr="0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None/>
              <a:defRPr sz="800"/>
            </a:lvl1pPr>
          </a:lstStyle>
          <a:p>
            <a:pPr lvl="0"/>
            <a:r>
              <a:rPr lang="en-US"/>
              <a:t>Footnotes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4A1AB8-2EE2-468C-A083-D01CE559E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2247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C35EA4"/>
          </p15:clr>
        </p15:guide>
        <p15:guide id="2" orient="horz" pos="981" userDrawn="1">
          <p15:clr>
            <a:srgbClr val="C35EA4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22DA5D-EC7E-40C3-8862-3E3748AD6C3A}"/>
              </a:ext>
            </a:extLst>
          </p:cNvPr>
          <p:cNvSpPr txBox="1">
            <a:spLocks/>
          </p:cNvSpPr>
          <p:nvPr userDrawn="1"/>
        </p:nvSpPr>
        <p:spPr>
          <a:xfrm>
            <a:off x="1257304" y="769811"/>
            <a:ext cx="9677394" cy="531837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9600"/>
              <a:t>Do not use layouts</a:t>
            </a:r>
            <a:br>
              <a:rPr lang="en-US" sz="9600"/>
            </a:br>
            <a:r>
              <a:rPr lang="en-US" sz="9600"/>
              <a:t>in this section appearing after this point. </a:t>
            </a:r>
          </a:p>
        </p:txBody>
      </p:sp>
      <p:sp>
        <p:nvSpPr>
          <p:cNvPr id="3" name="DO NOT DELETE (BRANDIN)">
            <a:extLst>
              <a:ext uri="{FF2B5EF4-FFF2-40B4-BE49-F238E27FC236}">
                <a16:creationId xmlns:a16="http://schemas.microsoft.com/office/drawing/2014/main" id="{C17AC543-38B8-5244-ACFA-121DD8C94A06}"/>
              </a:ext>
            </a:extLst>
          </p:cNvPr>
          <p:cNvSpPr/>
          <p:nvPr userDrawn="1"/>
        </p:nvSpPr>
        <p:spPr>
          <a:xfrm>
            <a:off x="152400" y="152400"/>
            <a:ext cx="0" cy="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endParaRPr lang="en-US" err="1"/>
          </a:p>
        </p:txBody>
      </p:sp>
    </p:spTree>
    <p:custDataLst>
      <p:custData r:id="rId1"/>
      <p:tags r:id="rId2"/>
    </p:custDataLst>
    <p:extLst>
      <p:ext uri="{BB962C8B-B14F-4D97-AF65-F5344CB8AC3E}">
        <p14:creationId xmlns:p14="http://schemas.microsoft.com/office/powerpoint/2010/main" val="2831790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2.xml"/><Relationship Id="rId21" Type="http://schemas.openxmlformats.org/officeDocument/2006/relationships/slideLayout" Target="../slideLayouts/slideLayout30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5" Type="http://schemas.openxmlformats.org/officeDocument/2006/relationships/image" Target="../media/image2.svg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20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23" Type="http://schemas.openxmlformats.org/officeDocument/2006/relationships/tags" Target="../tags/tag12.xml"/><Relationship Id="rId10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8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tags" Target="../tags/tag34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image" Target="../media/image2.sv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3" Type="http://schemas.openxmlformats.org/officeDocument/2006/relationships/slideLayout" Target="../slideLayouts/slideLayout43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5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44.xml"/><Relationship Id="rId9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3" Type="http://schemas.openxmlformats.org/officeDocument/2006/relationships/slideLayout" Target="../slideLayouts/slideLayout49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1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50.xml"/><Relationship Id="rId9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55.xml"/><Relationship Id="rId7" Type="http://schemas.openxmlformats.org/officeDocument/2006/relationships/tags" Target="../tags/tag59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Relationship Id="rId9" Type="http://schemas.openxmlformats.org/officeDocument/2006/relationships/image" Target="../media/image2.sv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60.xml"/><Relationship Id="rId7" Type="http://schemas.openxmlformats.org/officeDocument/2006/relationships/tags" Target="../tags/tag65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1.xml"/><Relationship Id="rId9" Type="http://schemas.openxmlformats.org/officeDocument/2006/relationships/image" Target="../media/image2.sv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5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image" Target="../media/image1.png"/><Relationship Id="rId5" Type="http://schemas.openxmlformats.org/officeDocument/2006/relationships/tags" Target="../tags/tag71.xml"/><Relationship Id="rId4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2"/>
            <a:ext cx="11376025" cy="100742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enter title here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557338"/>
            <a:ext cx="11376025" cy="4636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add text here. </a:t>
            </a:r>
            <a:br>
              <a:rPr lang="en-US"/>
            </a:br>
            <a:r>
              <a:rPr lang="en-US"/>
              <a:t>When pasting copy from other slides, be sure to use the Paste and Match Formatting shortcut (</a:t>
            </a:r>
            <a:r>
              <a:rPr lang="en-US" err="1"/>
              <a:t>Cmd</a:t>
            </a:r>
            <a:r>
              <a:rPr lang="en-US"/>
              <a:t> + Option + Shift + V).</a:t>
            </a:r>
            <a:br>
              <a:rPr lang="en-US"/>
            </a:br>
            <a:r>
              <a:rPr lang="en-US"/>
              <a:t>To increase bullet level, select your text and press Tab.</a:t>
            </a:r>
            <a:br>
              <a:rPr lang="en-US"/>
            </a:br>
            <a:r>
              <a:rPr lang="en-US"/>
              <a:t>To decrease bullet level, select your bullet text and press Shift + Tab.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137663" y="6456258"/>
            <a:ext cx="1279358" cy="309145"/>
          </a:xfrm>
          <a:prstGeom prst="rect">
            <a:avLst/>
          </a:prstGeom>
        </p:spPr>
        <p:txBody>
          <a:bodyPr vert="horz" lIns="91440" tIns="45720" rIns="9144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56258"/>
            <a:ext cx="407988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611C7859-08D9-4DAD-BB25-DD22F6761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597151" y="6303999"/>
            <a:ext cx="294812" cy="355098"/>
          </a:xfrm>
          <a:prstGeom prst="rect">
            <a:avLst/>
          </a:pr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/>
              <a:t> </a:t>
            </a:r>
          </a:p>
        </p:txBody>
      </p:sp>
    </p:spTree>
    <p:custDataLst>
      <p:tags r:id="rId11"/>
    </p:custDataLst>
    <p:extLst>
      <p:ext uri="{BB962C8B-B14F-4D97-AF65-F5344CB8AC3E}">
        <p14:creationId xmlns:p14="http://schemas.microsoft.com/office/powerpoint/2010/main" val="2125873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9" r:id="rId1"/>
    <p:sldLayoutId id="2147483846" r:id="rId2"/>
    <p:sldLayoutId id="2147483987" r:id="rId3"/>
    <p:sldLayoutId id="2147483840" r:id="rId4"/>
    <p:sldLayoutId id="2147483850" r:id="rId5"/>
    <p:sldLayoutId id="2147483950" r:id="rId6"/>
    <p:sldLayoutId id="2147483849" r:id="rId7"/>
    <p:sldLayoutId id="2147483851" r:id="rId8"/>
    <p:sldLayoutId id="2147483852" r:id="rId9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286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 userDrawn="1">
          <p15:clr>
            <a:srgbClr val="C35EA4"/>
          </p15:clr>
        </p15:guide>
        <p15:guide id="2" pos="7423" userDrawn="1">
          <p15:clr>
            <a:srgbClr val="C35EA4"/>
          </p15:clr>
        </p15:guide>
        <p15:guide id="3" orient="horz" pos="3906" userDrawn="1">
          <p15:clr>
            <a:srgbClr val="C35EA4"/>
          </p15:clr>
        </p15:guide>
        <p15:guide id="4" orient="horz" pos="255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2"/>
            <a:ext cx="11376025" cy="100742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enter title here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137663" y="6454800"/>
            <a:ext cx="1279358" cy="309145"/>
          </a:xfrm>
          <a:prstGeom prst="rect">
            <a:avLst/>
          </a:prstGeom>
        </p:spPr>
        <p:txBody>
          <a:bodyPr vert="horz" lIns="91440" tIns="45720" rIns="9144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54800"/>
            <a:ext cx="407987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611C7859-08D9-4DAD-BB25-DD22F6761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597151" y="6303999"/>
            <a:ext cx="294812" cy="355098"/>
          </a:xfrm>
          <a:prstGeom prst="rect">
            <a:avLst/>
          </a:pr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/>
              <a:t>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567813"/>
            <a:ext cx="11376025" cy="4636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add text here. </a:t>
            </a:r>
            <a:br>
              <a:rPr lang="en-US"/>
            </a:br>
            <a:r>
              <a:rPr lang="en-US"/>
              <a:t>When pasting copy from other slides, be sure to use the Paste and Match Formatting shortcut (</a:t>
            </a:r>
            <a:r>
              <a:rPr lang="en-US" err="1"/>
              <a:t>Cmd</a:t>
            </a:r>
            <a:r>
              <a:rPr lang="en-US"/>
              <a:t> + Option + Shift + V).</a:t>
            </a:r>
            <a:br>
              <a:rPr lang="en-US"/>
            </a:br>
            <a:r>
              <a:rPr lang="en-US"/>
              <a:t>To increase bullet level, select your text and press Tab.</a:t>
            </a:r>
            <a:br>
              <a:rPr lang="en-US"/>
            </a:br>
            <a:r>
              <a:rPr lang="en-US"/>
              <a:t>To decrease bullet level, select your bullet text and press Shift + Tab.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23"/>
    </p:custDataLst>
    <p:extLst>
      <p:ext uri="{BB962C8B-B14F-4D97-AF65-F5344CB8AC3E}">
        <p14:creationId xmlns:p14="http://schemas.microsoft.com/office/powerpoint/2010/main" val="2532496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6" r:id="rId1"/>
    <p:sldLayoutId id="2147484121" r:id="rId2"/>
    <p:sldLayoutId id="2147483904" r:id="rId3"/>
    <p:sldLayoutId id="2147483848" r:id="rId4"/>
    <p:sldLayoutId id="2147484116" r:id="rId5"/>
    <p:sldLayoutId id="2147484114" r:id="rId6"/>
    <p:sldLayoutId id="2147484115" r:id="rId7"/>
    <p:sldLayoutId id="2147483993" r:id="rId8"/>
    <p:sldLayoutId id="2147483994" r:id="rId9"/>
    <p:sldLayoutId id="2147484101" r:id="rId10"/>
    <p:sldLayoutId id="2147484102" r:id="rId11"/>
    <p:sldLayoutId id="2147484103" r:id="rId12"/>
    <p:sldLayoutId id="2147484104" r:id="rId13"/>
    <p:sldLayoutId id="2147484122" r:id="rId14"/>
    <p:sldLayoutId id="2147484123" r:id="rId15"/>
    <p:sldLayoutId id="2147484124" r:id="rId16"/>
    <p:sldLayoutId id="2147484125" r:id="rId17"/>
    <p:sldLayoutId id="2147484127" r:id="rId18"/>
    <p:sldLayoutId id="2147484128" r:id="rId19"/>
    <p:sldLayoutId id="2147484129" r:id="rId20"/>
    <p:sldLayoutId id="2147483985" r:id="rId21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C35EA4"/>
          </p15:clr>
        </p15:guide>
        <p15:guide id="2" pos="7423">
          <p15:clr>
            <a:srgbClr val="C35EA4"/>
          </p15:clr>
        </p15:guide>
        <p15:guide id="3" orient="horz" pos="3906">
          <p15:clr>
            <a:srgbClr val="C35EA4"/>
          </p15:clr>
        </p15:guide>
        <p15:guide id="4" orient="horz" pos="255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2"/>
            <a:ext cx="11376025" cy="100742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enter title here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137663" y="6454800"/>
            <a:ext cx="1279358" cy="309145"/>
          </a:xfrm>
          <a:prstGeom prst="rect">
            <a:avLst/>
          </a:prstGeom>
        </p:spPr>
        <p:txBody>
          <a:bodyPr vert="horz" lIns="91440" tIns="45720" rIns="9144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54800"/>
            <a:ext cx="407987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611C7859-08D9-4DAD-BB25-DD22F6761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597151" y="6303999"/>
            <a:ext cx="294812" cy="355098"/>
          </a:xfrm>
          <a:prstGeom prst="rect">
            <a:avLst/>
          </a:pr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/>
              <a:t>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567813"/>
            <a:ext cx="11376025" cy="4636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add text here. </a:t>
            </a:r>
            <a:br>
              <a:rPr lang="en-US"/>
            </a:br>
            <a:r>
              <a:rPr lang="en-US"/>
              <a:t>When pasting copy from other slides, be sure to use the Paste and Match Formatting shortcut (</a:t>
            </a:r>
            <a:r>
              <a:rPr lang="en-US" err="1"/>
              <a:t>Cmd</a:t>
            </a:r>
            <a:r>
              <a:rPr lang="en-US"/>
              <a:t> + Option + Shift + V).</a:t>
            </a:r>
            <a:br>
              <a:rPr lang="en-US"/>
            </a:br>
            <a:r>
              <a:rPr lang="en-US"/>
              <a:t>To increase bullet level, select your text and press Tab.</a:t>
            </a:r>
            <a:br>
              <a:rPr lang="en-US"/>
            </a:br>
            <a:r>
              <a:rPr lang="en-US"/>
              <a:t>To decrease bullet level, select your bullet text and press Shift + Tab.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12"/>
    </p:custDataLst>
    <p:extLst>
      <p:ext uri="{BB962C8B-B14F-4D97-AF65-F5344CB8AC3E}">
        <p14:creationId xmlns:p14="http://schemas.microsoft.com/office/powerpoint/2010/main" val="391238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6" r:id="rId1"/>
    <p:sldLayoutId id="2147484091" r:id="rId2"/>
    <p:sldLayoutId id="2147484105" r:id="rId3"/>
    <p:sldLayoutId id="2147484092" r:id="rId4"/>
    <p:sldLayoutId id="2147484093" r:id="rId5"/>
    <p:sldLayoutId id="2147484094" r:id="rId6"/>
    <p:sldLayoutId id="2147484095" r:id="rId7"/>
    <p:sldLayoutId id="2147484096" r:id="rId8"/>
    <p:sldLayoutId id="2147484097" r:id="rId9"/>
    <p:sldLayoutId id="2147484100" r:id="rId10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C35EA4"/>
          </p15:clr>
        </p15:guide>
        <p15:guide id="2" pos="7423">
          <p15:clr>
            <a:srgbClr val="C35EA4"/>
          </p15:clr>
        </p15:guide>
        <p15:guide id="3" orient="horz" pos="3906">
          <p15:clr>
            <a:srgbClr val="C35EA4"/>
          </p15:clr>
        </p15:guide>
        <p15:guide id="4" orient="horz" pos="255">
          <p15:clr>
            <a:srgbClr val="C35E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2"/>
            <a:ext cx="11376025" cy="100742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enter title here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137663" y="6454800"/>
            <a:ext cx="1279358" cy="309145"/>
          </a:xfrm>
          <a:prstGeom prst="rect">
            <a:avLst/>
          </a:prstGeom>
        </p:spPr>
        <p:txBody>
          <a:bodyPr vert="horz" lIns="91440" tIns="45720" rIns="9144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54800"/>
            <a:ext cx="407988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611C7859-08D9-4DAD-BB25-DD22F6761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597151" y="6303999"/>
            <a:ext cx="294812" cy="355098"/>
          </a:xfrm>
          <a:prstGeom prst="rect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/>
              <a:t>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567813"/>
            <a:ext cx="11376025" cy="4636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add text here. </a:t>
            </a:r>
            <a:br>
              <a:rPr lang="en-US"/>
            </a:br>
            <a:r>
              <a:rPr lang="en-US"/>
              <a:t>When pasting copy from other slides, be sure to use the Paste and Match Formatting shortcut (</a:t>
            </a:r>
            <a:r>
              <a:rPr lang="en-US" err="1"/>
              <a:t>Cmd</a:t>
            </a:r>
            <a:r>
              <a:rPr lang="en-US"/>
              <a:t> + Option + Shift + V).</a:t>
            </a:r>
            <a:br>
              <a:rPr lang="en-US"/>
            </a:br>
            <a:r>
              <a:rPr lang="en-US"/>
              <a:t>To increase bullet level, select your text and press Tab.</a:t>
            </a:r>
            <a:br>
              <a:rPr lang="en-US"/>
            </a:br>
            <a:r>
              <a:rPr lang="en-US"/>
              <a:t>To decrease bullet level, select your bullet text and press Shift + Tab.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3754330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  <p:sldLayoutId id="2147484005" r:id="rId2"/>
    <p:sldLayoutId id="2147484050" r:id="rId3"/>
    <p:sldLayoutId id="2147484108" r:id="rId4"/>
    <p:sldLayoutId id="2147484006" r:id="rId5"/>
    <p:sldLayoutId id="2147484008" r:id="rId6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C35EA4"/>
          </p15:clr>
        </p15:guide>
        <p15:guide id="2" pos="7423">
          <p15:clr>
            <a:srgbClr val="C35EA4"/>
          </p15:clr>
        </p15:guide>
        <p15:guide id="3" orient="horz" pos="3906">
          <p15:clr>
            <a:srgbClr val="C35EA4"/>
          </p15:clr>
        </p15:guide>
        <p15:guide id="4" orient="horz" pos="255">
          <p15:clr>
            <a:srgbClr val="C35EA4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2"/>
            <a:ext cx="11376025" cy="100742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enter title here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137663" y="6454800"/>
            <a:ext cx="1279358" cy="309145"/>
          </a:xfrm>
          <a:prstGeom prst="rect">
            <a:avLst/>
          </a:prstGeom>
        </p:spPr>
        <p:txBody>
          <a:bodyPr vert="horz" lIns="91440" tIns="45720" rIns="9144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54800"/>
            <a:ext cx="407988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611C7859-08D9-4DAD-BB25-DD22F6761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597151" y="6303999"/>
            <a:ext cx="294812" cy="355098"/>
          </a:xfrm>
          <a:prstGeom prst="rect">
            <a:avLst/>
          </a:pr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/>
              <a:t>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567814"/>
            <a:ext cx="11376025" cy="4636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add text here. </a:t>
            </a:r>
            <a:br>
              <a:rPr lang="en-US"/>
            </a:br>
            <a:r>
              <a:rPr lang="en-US"/>
              <a:t>When pasting copy from other slides, be sure to use the Paste and Match Formatting shortcut (</a:t>
            </a:r>
            <a:r>
              <a:rPr lang="en-US" err="1"/>
              <a:t>Cmd</a:t>
            </a:r>
            <a:r>
              <a:rPr lang="en-US"/>
              <a:t> + Option + Shift + V).</a:t>
            </a:r>
            <a:br>
              <a:rPr lang="en-US"/>
            </a:br>
            <a:r>
              <a:rPr lang="en-US"/>
              <a:t>To increase bullet level, select your text and press Tab.</a:t>
            </a:r>
            <a:br>
              <a:rPr lang="en-US"/>
            </a:br>
            <a:r>
              <a:rPr lang="en-US"/>
              <a:t>To decrease bullet level, select your bullet text and press Shift + Tab.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2327450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0" r:id="rId1"/>
    <p:sldLayoutId id="2147484011" r:id="rId2"/>
    <p:sldLayoutId id="2147484012" r:id="rId3"/>
    <p:sldLayoutId id="2147484013" r:id="rId4"/>
    <p:sldLayoutId id="2147484117" r:id="rId5"/>
    <p:sldLayoutId id="2147484019" r:id="rId6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C35EA4"/>
          </p15:clr>
        </p15:guide>
        <p15:guide id="2" pos="7423">
          <p15:clr>
            <a:srgbClr val="C35EA4"/>
          </p15:clr>
        </p15:guide>
        <p15:guide id="3" orient="horz" pos="3906">
          <p15:clr>
            <a:srgbClr val="C35EA4"/>
          </p15:clr>
        </p15:guide>
        <p15:guide id="4" orient="horz" pos="255">
          <p15:clr>
            <a:srgbClr val="C35EA4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2"/>
            <a:ext cx="11376025" cy="100742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enter title here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137663" y="6454800"/>
            <a:ext cx="1279358" cy="309145"/>
          </a:xfrm>
          <a:prstGeom prst="rect">
            <a:avLst/>
          </a:prstGeom>
        </p:spPr>
        <p:txBody>
          <a:bodyPr vert="horz" lIns="91440" tIns="45720" rIns="9144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54800"/>
            <a:ext cx="407988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611C7859-08D9-4DAD-BB25-DD22F6761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597151" y="6303999"/>
            <a:ext cx="294812" cy="355098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/>
              <a:t>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567813"/>
            <a:ext cx="11376025" cy="4636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add text here. </a:t>
            </a:r>
            <a:br>
              <a:rPr lang="en-US"/>
            </a:br>
            <a:r>
              <a:rPr lang="en-US"/>
              <a:t>When pasting copy from other slides, be sure to use the Paste and Match Formatting shortcut (</a:t>
            </a:r>
            <a:r>
              <a:rPr lang="en-US" err="1"/>
              <a:t>Cmd</a:t>
            </a:r>
            <a:r>
              <a:rPr lang="en-US"/>
              <a:t> + Option + Shift + V).</a:t>
            </a:r>
            <a:br>
              <a:rPr lang="en-US"/>
            </a:br>
            <a:r>
              <a:rPr lang="en-US"/>
              <a:t>To increase bullet level, select your text and press Tab.</a:t>
            </a:r>
            <a:br>
              <a:rPr lang="en-US"/>
            </a:br>
            <a:r>
              <a:rPr lang="en-US"/>
              <a:t>To decrease bullet level, select your bullet text and press Shift + Tab.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7"/>
    </p:custDataLst>
    <p:extLst>
      <p:ext uri="{BB962C8B-B14F-4D97-AF65-F5344CB8AC3E}">
        <p14:creationId xmlns:p14="http://schemas.microsoft.com/office/powerpoint/2010/main" val="4245213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9" r:id="rId1"/>
    <p:sldLayoutId id="2147484113" r:id="rId2"/>
    <p:sldLayoutId id="2147484111" r:id="rId3"/>
    <p:sldLayoutId id="2147484112" r:id="rId4"/>
    <p:sldLayoutId id="2147484025" r:id="rId5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C35EA4"/>
          </p15:clr>
        </p15:guide>
        <p15:guide id="2" pos="7423">
          <p15:clr>
            <a:srgbClr val="C35EA4"/>
          </p15:clr>
        </p15:guide>
        <p15:guide id="3" orient="horz" pos="3906">
          <p15:clr>
            <a:srgbClr val="C35EA4"/>
          </p15:clr>
        </p15:guide>
        <p15:guide id="4" orient="horz" pos="255">
          <p15:clr>
            <a:srgbClr val="C35EA4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2"/>
            <a:ext cx="11376025" cy="100742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enter title here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137663" y="6454800"/>
            <a:ext cx="1279358" cy="309145"/>
          </a:xfrm>
          <a:prstGeom prst="rect">
            <a:avLst/>
          </a:prstGeom>
        </p:spPr>
        <p:txBody>
          <a:bodyPr vert="horz" lIns="91440" tIns="45720" rIns="9144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54800"/>
            <a:ext cx="407987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611C7859-08D9-4DAD-BB25-DD22F6761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597151" y="6303999"/>
            <a:ext cx="294812" cy="355098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/>
              <a:t>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567813"/>
            <a:ext cx="11376025" cy="4636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add text here. </a:t>
            </a:r>
            <a:br>
              <a:rPr lang="en-US"/>
            </a:br>
            <a:r>
              <a:rPr lang="en-US"/>
              <a:t>When pasting copy from other slides, be sure to use the Paste and Match Formatting shortcut (</a:t>
            </a:r>
            <a:r>
              <a:rPr lang="en-US" err="1"/>
              <a:t>Cmd</a:t>
            </a:r>
            <a:r>
              <a:rPr lang="en-US"/>
              <a:t> + Option + Shift + V).</a:t>
            </a:r>
            <a:br>
              <a:rPr lang="en-US"/>
            </a:br>
            <a:r>
              <a:rPr lang="en-US"/>
              <a:t>To increase bullet level, select your text and press Tab.</a:t>
            </a:r>
            <a:br>
              <a:rPr lang="en-US"/>
            </a:br>
            <a:r>
              <a:rPr lang="en-US"/>
              <a:t>To decrease bullet level, select your bullet text and press Shift + Tab.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7"/>
    </p:custDataLst>
    <p:extLst>
      <p:ext uri="{BB962C8B-B14F-4D97-AF65-F5344CB8AC3E}">
        <p14:creationId xmlns:p14="http://schemas.microsoft.com/office/powerpoint/2010/main" val="442645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  <p:sldLayoutId id="2147484118" r:id="rId2"/>
    <p:sldLayoutId id="2147484119" r:id="rId3"/>
    <p:sldLayoutId id="2147484120" r:id="rId4"/>
    <p:sldLayoutId id="2147484031" r:id="rId5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C35EA4"/>
          </p15:clr>
        </p15:guide>
        <p15:guide id="2" pos="7423">
          <p15:clr>
            <a:srgbClr val="C35EA4"/>
          </p15:clr>
        </p15:guide>
        <p15:guide id="3" orient="horz" pos="3906">
          <p15:clr>
            <a:srgbClr val="C35EA4"/>
          </p15:clr>
        </p15:guide>
        <p15:guide id="4" orient="horz" pos="255">
          <p15:clr>
            <a:srgbClr val="C35EA4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884D0-6C0A-4957-A521-E7AECDD8A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2"/>
            <a:ext cx="11376025" cy="100742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enter title here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6B2-FAF9-4D08-B8BD-F2646AEF3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137663" y="6454800"/>
            <a:ext cx="1279358" cy="309145"/>
          </a:xfrm>
          <a:prstGeom prst="rect">
            <a:avLst/>
          </a:prstGeom>
        </p:spPr>
        <p:txBody>
          <a:bodyPr vert="horz" lIns="91440" tIns="45720" rIns="9144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E024-D0BA-4349-981A-F74D8D612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54800"/>
            <a:ext cx="407987" cy="309145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</a:lstStyle>
          <a:p>
            <a:fld id="{F8E47D07-9D1E-4FE9-B31A-2F586368102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611C7859-08D9-4DAD-BB25-DD22F6761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11597151" y="6303999"/>
            <a:ext cx="294812" cy="355098"/>
          </a:xfrm>
          <a:prstGeom prst="rect">
            <a:avLst/>
          </a:pr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445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25475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0645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/>
              <a:t>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248C0A-0C4B-4F9E-B86F-C76D98029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567813"/>
            <a:ext cx="11376025" cy="4636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add text here. </a:t>
            </a:r>
            <a:br>
              <a:rPr lang="en-US"/>
            </a:br>
            <a:r>
              <a:rPr lang="en-US"/>
              <a:t>When pasting copy from other slides, be sure to use the Paste and Match Formatting shortcut (</a:t>
            </a:r>
            <a:r>
              <a:rPr lang="en-US" err="1"/>
              <a:t>Cmd</a:t>
            </a:r>
            <a:r>
              <a:rPr lang="en-US"/>
              <a:t> + Option + Shift + V).</a:t>
            </a:r>
            <a:br>
              <a:rPr lang="en-US"/>
            </a:br>
            <a:r>
              <a:rPr lang="en-US"/>
              <a:t>To increase bullet level, select your text and press Tab.</a:t>
            </a:r>
            <a:br>
              <a:rPr lang="en-US"/>
            </a:br>
            <a:r>
              <a:rPr lang="en-US"/>
              <a:t>To decrease bullet level, select your bullet text and press Shift + Tab.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5"/>
    </p:custDataLst>
    <p:extLst>
      <p:ext uri="{BB962C8B-B14F-4D97-AF65-F5344CB8AC3E}">
        <p14:creationId xmlns:p14="http://schemas.microsoft.com/office/powerpoint/2010/main" val="423571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  <p:sldLayoutId id="2147484055" r:id="rId2"/>
    <p:sldLayoutId id="2147484056" r:id="rId3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0800" marR="0" indent="-23040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tabLst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912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921600" indent="-2304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C35EA4"/>
          </p15:clr>
        </p15:guide>
        <p15:guide id="2" pos="7423">
          <p15:clr>
            <a:srgbClr val="C35EA4"/>
          </p15:clr>
        </p15:guide>
        <p15:guide id="3" orient="horz" pos="3906">
          <p15:clr>
            <a:srgbClr val="C35EA4"/>
          </p15:clr>
        </p15:guide>
        <p15:guide id="4" orient="horz" pos="255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image" Target="../media/image18.png"/><Relationship Id="rId7" Type="http://schemas.openxmlformats.org/officeDocument/2006/relationships/image" Target="../media/image2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6.emf"/><Relationship Id="rId7" Type="http://schemas.openxmlformats.org/officeDocument/2006/relationships/image" Target="../media/image30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emf"/><Relationship Id="rId4" Type="http://schemas.openxmlformats.org/officeDocument/2006/relationships/image" Target="../media/image27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3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34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3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38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7" Type="http://schemas.openxmlformats.org/officeDocument/2006/relationships/image" Target="../media/image44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emf"/><Relationship Id="rId4" Type="http://schemas.openxmlformats.org/officeDocument/2006/relationships/image" Target="../media/image41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7" Type="http://schemas.openxmlformats.org/officeDocument/2006/relationships/image" Target="../media/image52.png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emf"/><Relationship Id="rId5" Type="http://schemas.openxmlformats.org/officeDocument/2006/relationships/image" Target="../media/image50.emf"/><Relationship Id="rId4" Type="http://schemas.openxmlformats.org/officeDocument/2006/relationships/image" Target="../media/image49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chart" Target="../charts/char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D50_FFC2ACB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BECB97-9952-5BA6-95EE-D96C030BA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Converting a commercial fed-batch process to continuous manufacturing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79B7F0F-FA36-9F0D-9387-4B69E603D4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07988" y="4328932"/>
            <a:ext cx="5779769" cy="739779"/>
          </a:xfrm>
        </p:spPr>
        <p:txBody>
          <a:bodyPr>
            <a:normAutofit fontScale="92500" lnSpcReduction="10000"/>
          </a:bodyPr>
          <a:lstStyle/>
          <a:p>
            <a:r>
              <a:rPr lang="en-US" u="sng"/>
              <a:t>Andrea Squeri</a:t>
            </a:r>
            <a:r>
              <a:rPr lang="en-US"/>
              <a:t>, Robert Luo, Guru Thuduppathy, Jon Coffman, Ken Lee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8D6E4-36A9-92D1-B7E3-2FA43E6BED93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407987" y="6024408"/>
            <a:ext cx="1279358" cy="309145"/>
          </a:xfrm>
        </p:spPr>
        <p:txBody>
          <a:bodyPr/>
          <a:lstStyle/>
          <a:p>
            <a:r>
              <a:rPr lang="en-GB" sz="1800"/>
              <a:t>21Oct24</a:t>
            </a:r>
            <a:endParaRPr lang="en-GB" sz="140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D8B8B8-D747-F486-9D27-B4466838CC3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Picture Placeholder 5">
            <a:extLst>
              <a:ext uri="{FF2B5EF4-FFF2-40B4-BE49-F238E27FC236}">
                <a16:creationId xmlns:a16="http://schemas.microsoft.com/office/drawing/2014/main" id="{82F099EE-13AB-2D20-CAD2-488DC6FE29E0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00" r="25400"/>
          <a:stretch>
            <a:fillRect/>
          </a:stretch>
        </p:blipFill>
        <p:spPr>
          <a:xfrm>
            <a:off x="6188075" y="0"/>
            <a:ext cx="6005513" cy="6865938"/>
          </a:xfrm>
          <a:custGeom>
            <a:avLst/>
            <a:gdLst>
              <a:gd name="connsiteX0" fmla="*/ 1547827 w 6004761"/>
              <a:gd name="connsiteY0" fmla="*/ 0 h 6864096"/>
              <a:gd name="connsiteX1" fmla="*/ 6004760 w 6004761"/>
              <a:gd name="connsiteY1" fmla="*/ 0 h 6864096"/>
              <a:gd name="connsiteX2" fmla="*/ 6004761 w 6004761"/>
              <a:gd name="connsiteY2" fmla="*/ 6864096 h 6864096"/>
              <a:gd name="connsiteX3" fmla="*/ 1554450 w 6004761"/>
              <a:gd name="connsiteY3" fmla="*/ 6864096 h 6864096"/>
              <a:gd name="connsiteX4" fmla="*/ 1379124 w 6004761"/>
              <a:gd name="connsiteY4" fmla="*/ 6702826 h 6864096"/>
              <a:gd name="connsiteX5" fmla="*/ 0 w 6004761"/>
              <a:gd name="connsiteY5" fmla="*/ 3429001 h 6864096"/>
              <a:gd name="connsiteX6" fmla="*/ 1379124 w 6004761"/>
              <a:gd name="connsiteY6" fmla="*/ 155178 h 686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04761" h="6864096">
                <a:moveTo>
                  <a:pt x="1547827" y="0"/>
                </a:moveTo>
                <a:lnTo>
                  <a:pt x="6004760" y="0"/>
                </a:lnTo>
                <a:lnTo>
                  <a:pt x="6004761" y="6864096"/>
                </a:lnTo>
                <a:lnTo>
                  <a:pt x="1554450" y="6864096"/>
                </a:lnTo>
                <a:lnTo>
                  <a:pt x="1379124" y="6702826"/>
                </a:lnTo>
                <a:cubicBezTo>
                  <a:pt x="528239" y="5871990"/>
                  <a:pt x="0" y="4712184"/>
                  <a:pt x="0" y="3429001"/>
                </a:cubicBezTo>
                <a:cubicBezTo>
                  <a:pt x="0" y="2145819"/>
                  <a:pt x="528239" y="986013"/>
                  <a:pt x="1379124" y="155178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988E353A-E7D5-97EE-836B-80443378DEB7}"/>
              </a:ext>
            </a:extLst>
          </p:cNvPr>
          <p:cNvSpPr txBox="1">
            <a:spLocks/>
          </p:cNvSpPr>
          <p:nvPr/>
        </p:nvSpPr>
        <p:spPr>
          <a:xfrm>
            <a:off x="407987" y="4813973"/>
            <a:ext cx="5184775" cy="1178505"/>
          </a:xfrm>
          <a:prstGeom prst="rect">
            <a:avLst/>
          </a:prstGeom>
        </p:spPr>
        <p:txBody>
          <a:bodyPr vert="horz" lIns="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08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52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0"/>
              </a:spcBef>
              <a:spcAft>
                <a:spcPts val="0"/>
              </a:spcAft>
            </a:pPr>
            <a:endParaRPr lang="en-US" sz="1800">
              <a:solidFill>
                <a:srgbClr val="3F4444"/>
              </a:solidFill>
              <a:latin typeface="Calibri" panose="020F0502020204030204" pitchFamily="34" charset="0"/>
            </a:endParaRPr>
          </a:p>
          <a:p>
            <a:pPr fontAlgn="base">
              <a:spcBef>
                <a:spcPts val="0"/>
              </a:spcBef>
              <a:spcAft>
                <a:spcPts val="0"/>
              </a:spcAft>
            </a:pPr>
            <a:r>
              <a:rPr lang="en-US" sz="1800">
                <a:solidFill>
                  <a:srgbClr val="3F4444"/>
                </a:solidFill>
                <a:latin typeface="Calibri" panose="020F0502020204030204" pitchFamily="34" charset="0"/>
              </a:rPr>
              <a:t>Bioprocess Technologies &amp; Engineering,​</a:t>
            </a:r>
            <a:endParaRPr lang="en-US" sz="1800">
              <a:solidFill>
                <a:srgbClr val="3F4444"/>
              </a:solidFill>
              <a:latin typeface="Segoe UI" panose="020B0502040204020203" pitchFamily="34" charset="0"/>
            </a:endParaRPr>
          </a:p>
          <a:p>
            <a:pPr fontAlgn="base">
              <a:spcBef>
                <a:spcPts val="0"/>
              </a:spcBef>
              <a:spcAft>
                <a:spcPts val="0"/>
              </a:spcAft>
            </a:pPr>
            <a:r>
              <a:rPr lang="en-US" sz="1800">
                <a:solidFill>
                  <a:srgbClr val="3F4444"/>
                </a:solidFill>
                <a:latin typeface="Calibri" panose="020F0502020204030204" pitchFamily="34" charset="0"/>
              </a:rPr>
              <a:t>BioPharmaceuticals &amp; Development, R&amp;D,​</a:t>
            </a:r>
            <a:endParaRPr lang="en-US" sz="1800">
              <a:solidFill>
                <a:srgbClr val="3F4444"/>
              </a:solidFill>
              <a:latin typeface="Segoe UI" panose="020B0502040204020203" pitchFamily="34" charset="0"/>
            </a:endParaRPr>
          </a:p>
          <a:p>
            <a:pPr fontAlgn="base">
              <a:spcBef>
                <a:spcPts val="0"/>
              </a:spcBef>
              <a:spcAft>
                <a:spcPts val="0"/>
              </a:spcAft>
            </a:pPr>
            <a:r>
              <a:rPr lang="en-US" sz="1800">
                <a:solidFill>
                  <a:srgbClr val="3F4444"/>
                </a:solidFill>
                <a:latin typeface="Calibri" panose="020F0502020204030204" pitchFamily="34" charset="0"/>
              </a:rPr>
              <a:t>AstraZeneca, Gaithersburg, MD, US</a:t>
            </a:r>
            <a:endParaRPr lang="en-US" sz="1800">
              <a:solidFill>
                <a:srgbClr val="3F4444"/>
              </a:solidFill>
              <a:latin typeface="Segoe UI" panose="020B0502040204020203" pitchFamily="34" charset="0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301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EBDA640-6B73-9050-C752-1D18C50F6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9D78450-77B4-4349-112E-B7E9BF0644B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41CC59D-6844-7BB6-D2ED-3C8268A5CE1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2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9A8E65-5137-58DB-2AF6-C35D4F70C3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59400" y="1703463"/>
            <a:ext cx="6832600" cy="576000"/>
          </a:xfrm>
        </p:spPr>
        <p:txBody>
          <a:bodyPr/>
          <a:lstStyle/>
          <a:p>
            <a:r>
              <a:rPr lang="en-US"/>
              <a:t>Introduction: AZ Integrated Dynamic Bioprocess (IDB)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90C0975-B263-7880-7EDE-2A6FE0357B5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3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D236DCF-92DE-13FE-68DA-9CF7EC9054A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Feasibility: IDB upstream process evaluation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97EB8FE-714B-91D5-C3B4-2CA2E386CB9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DA112-F0F9-3327-2E61-FAD8ACA56E0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/>
              <a:t>Scalability and optimization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245F4F-E5EA-B944-1F76-902BE075411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4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5BEE635-551C-4DE0-45F2-CC1FA4198D3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Cost of goods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7A3A9B-6E8E-F2AB-E828-AB7F0DDE87D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5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30EF18F-AE11-28B6-CB2D-E29E65A413F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>
            <a:normAutofit/>
          </a:bodyPr>
          <a:lstStyle/>
          <a:p>
            <a:r>
              <a:rPr lang="en-US"/>
              <a:t>Conclusions and future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F255B-BEB4-199D-0148-FCFB8B43C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E9A1956-8767-42F6-0F98-64F739A6F901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C1020E-783C-4EEB-13C5-B42C0E16E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3475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9BF3DE6-B2E7-72F3-B3CE-0FF207E6E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04B46DF-5212-8003-BD24-F8F6594A7BC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3FE5BFE-CA0B-A3E9-09D8-3CD99B29BFD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1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7053DD4-49AC-B76E-FF98-C720B6FE823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53A47E9-9578-7C05-7116-7370F28B2080}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99986-E965-F4CD-294B-46E0F4C7711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456363"/>
            <a:ext cx="407988" cy="309562"/>
          </a:xfrm>
        </p:spPr>
        <p:txBody>
          <a:bodyPr/>
          <a:lstStyle/>
          <a:p>
            <a:fld id="{F8E47D07-9D1E-4FE9-B31A-2F5863681021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1159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33BFA-2640-AF61-44EC-7EA3ADAFA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F5D4A7-015B-E72F-80EF-82A84D130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81700-D24F-8EE2-65AA-F01C12C75A4A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EA7E5DE-B931-33AF-474F-AA57FF036179}"/>
              </a:ext>
            </a:extLst>
          </p:cNvPr>
          <p:cNvSpPr txBox="1">
            <a:spLocks/>
          </p:cNvSpPr>
          <p:nvPr/>
        </p:nvSpPr>
        <p:spPr>
          <a:xfrm>
            <a:off x="560387" y="557212"/>
            <a:ext cx="11376025" cy="100742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sz="36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35A47A05-FDCA-DEFE-6D34-64E1D598EC4D}"/>
              </a:ext>
            </a:extLst>
          </p:cNvPr>
          <p:cNvSpPr txBox="1">
            <a:spLocks/>
          </p:cNvSpPr>
          <p:nvPr/>
        </p:nvSpPr>
        <p:spPr>
          <a:xfrm>
            <a:off x="560388" y="1720214"/>
            <a:ext cx="11376024" cy="46352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/>
            </a:lvl1pPr>
            <a:lvl2pPr marL="460800" marR="0" lvl="1" indent="-228600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lang="en-US" sz="2400"/>
            </a:lvl2pPr>
            <a:lvl3pPr marL="6912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3pPr>
            <a:lvl4pPr marL="9216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lang="en-US" sz="2000"/>
            </a:lvl4pPr>
            <a:lvl5pPr marL="11520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buClr>
                <a:schemeClr val="tx1"/>
              </a:buClr>
              <a:buSzPct val="100000"/>
              <a:buFont typeface="+mn-lt"/>
            </a:pPr>
            <a:r>
              <a:rPr lang="en-US" dirty="0"/>
              <a:t>Cost of goods manufactured (COG</a:t>
            </a:r>
            <a:r>
              <a:rPr lang="en-US" baseline="-25000" dirty="0"/>
              <a:t>m</a:t>
            </a:r>
            <a:r>
              <a:rPr lang="en-US" dirty="0"/>
              <a:t>) using Integrated Dynamic Bioprocess (IDB)  process significantly lower than fed-batch process</a:t>
            </a:r>
          </a:p>
          <a:p>
            <a:pPr>
              <a:buClr>
                <a:schemeClr val="tx1"/>
              </a:buClr>
              <a:buSzPct val="100000"/>
              <a:buFont typeface="+mn-lt"/>
            </a:pPr>
            <a:r>
              <a:rPr lang="en-US" dirty="0"/>
              <a:t>Dynamic perfusion process</a:t>
            </a:r>
          </a:p>
          <a:p>
            <a:pPr lvl="1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US" dirty="0"/>
              <a:t>Allows for higher space-time yield</a:t>
            </a:r>
          </a:p>
          <a:p>
            <a:pPr>
              <a:buClr>
                <a:schemeClr val="tx1"/>
              </a:buClr>
              <a:buSzPct val="100000"/>
              <a:buFont typeface="+mn-lt"/>
            </a:pPr>
            <a:r>
              <a:rPr lang="en-US" dirty="0"/>
              <a:t>Motivation to move high volume commercial products to continuous manufacturing </a:t>
            </a:r>
          </a:p>
          <a:p>
            <a:pPr marL="232200" lvl="1" indent="0">
              <a:buClr>
                <a:schemeClr val="tx1"/>
              </a:buClr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BD338FD3-872C-40E2-8C8E-8855AFDBE612}"/>
              </a:ext>
            </a:extLst>
          </p:cNvPr>
          <p:cNvSpPr txBox="1">
            <a:spLocks/>
          </p:cNvSpPr>
          <p:nvPr/>
        </p:nvSpPr>
        <p:spPr>
          <a:xfrm>
            <a:off x="649881" y="6402552"/>
            <a:ext cx="9550800" cy="56104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/>
            </a:lvl1pPr>
            <a:lvl2pPr marL="460800" marR="0" indent="-228600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lang="en-US" sz="2400" dirty="0"/>
            </a:lvl2pPr>
            <a:lvl3pPr marL="6912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3pPr>
            <a:lvl4pPr marL="9216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lang="en-US" sz="2000" dirty="0" smtClean="0"/>
            </a:lvl4pPr>
            <a:lvl5pPr marL="11520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17878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8C81B29-418B-36A0-12FA-FA971540B557}"/>
              </a:ext>
            </a:extLst>
          </p:cNvPr>
          <p:cNvGrpSpPr/>
          <p:nvPr/>
        </p:nvGrpSpPr>
        <p:grpSpPr>
          <a:xfrm>
            <a:off x="5890398" y="3885400"/>
            <a:ext cx="820782" cy="1188198"/>
            <a:chOff x="6072110" y="4059729"/>
            <a:chExt cx="1071899" cy="134808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BAF8DFB-CACB-D3D3-4D56-B28238A0CF92}"/>
                </a:ext>
              </a:extLst>
            </p:cNvPr>
            <p:cNvSpPr/>
            <p:nvPr/>
          </p:nvSpPr>
          <p:spPr>
            <a:xfrm>
              <a:off x="6217194" y="4258811"/>
              <a:ext cx="781730" cy="993183"/>
            </a:xfrm>
            <a:prstGeom prst="rect">
              <a:avLst/>
            </a:prstGeom>
            <a:solidFill>
              <a:schemeClr val="bg1"/>
            </a:solidFill>
            <a:ln w="317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7C3CA919-39B5-6AAE-FECA-636438189B7C}"/>
                </a:ext>
              </a:extLst>
            </p:cNvPr>
            <p:cNvSpPr/>
            <p:nvPr/>
          </p:nvSpPr>
          <p:spPr>
            <a:xfrm>
              <a:off x="6072110" y="4059729"/>
              <a:ext cx="1071899" cy="215379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B41348DE-2F56-46F1-3BE5-9797A8A9ECFF}"/>
                </a:ext>
              </a:extLst>
            </p:cNvPr>
            <p:cNvSpPr/>
            <p:nvPr/>
          </p:nvSpPr>
          <p:spPr>
            <a:xfrm>
              <a:off x="6072110" y="5192435"/>
              <a:ext cx="1071899" cy="215379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en-US" sz="5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A814AEEC-1480-F045-B30C-7A0D0A697C3A}"/>
              </a:ext>
            </a:extLst>
          </p:cNvPr>
          <p:cNvGrpSpPr/>
          <p:nvPr/>
        </p:nvGrpSpPr>
        <p:grpSpPr>
          <a:xfrm>
            <a:off x="7850451" y="3566206"/>
            <a:ext cx="1311842" cy="1718016"/>
            <a:chOff x="1603483" y="1998958"/>
            <a:chExt cx="1954788" cy="2266072"/>
          </a:xfrm>
        </p:grpSpPr>
        <p:sp>
          <p:nvSpPr>
            <p:cNvPr id="160" name="Rectangle: Rounded Corners 159">
              <a:extLst>
                <a:ext uri="{FF2B5EF4-FFF2-40B4-BE49-F238E27FC236}">
                  <a16:creationId xmlns:a16="http://schemas.microsoft.com/office/drawing/2014/main" id="{A1CE11D2-3B47-147C-F7D1-72F45B5279CF}"/>
                </a:ext>
              </a:extLst>
            </p:cNvPr>
            <p:cNvSpPr/>
            <p:nvPr/>
          </p:nvSpPr>
          <p:spPr>
            <a:xfrm>
              <a:off x="1733561" y="2483341"/>
              <a:ext cx="1728984" cy="1781687"/>
            </a:xfrm>
            <a:prstGeom prst="roundRect">
              <a:avLst/>
            </a:prstGeom>
            <a:solidFill>
              <a:srgbClr val="C9E8FF"/>
            </a:solidFill>
            <a:ln w="63500" cap="flat" cmpd="sng" algn="ctr">
              <a:solidFill>
                <a:srgbClr val="FFE19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5866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CBB485DF-4222-42E6-5AB6-C43E6684D19B}"/>
                </a:ext>
              </a:extLst>
            </p:cNvPr>
            <p:cNvSpPr/>
            <p:nvPr/>
          </p:nvSpPr>
          <p:spPr>
            <a:xfrm>
              <a:off x="1711965" y="2252905"/>
              <a:ext cx="1737946" cy="865532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5866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8E077B55-4615-9FC1-6AB9-9AA669DE8754}"/>
                </a:ext>
              </a:extLst>
            </p:cNvPr>
            <p:cNvGrpSpPr/>
            <p:nvPr/>
          </p:nvGrpSpPr>
          <p:grpSpPr>
            <a:xfrm>
              <a:off x="1603483" y="1998958"/>
              <a:ext cx="1954788" cy="2266072"/>
              <a:chOff x="2365087" y="1661159"/>
              <a:chExt cx="1954788" cy="2266072"/>
            </a:xfrm>
          </p:grpSpPr>
          <p:sp>
            <p:nvSpPr>
              <p:cNvPr id="168" name="Rectangle: Rounded Corners 167">
                <a:extLst>
                  <a:ext uri="{FF2B5EF4-FFF2-40B4-BE49-F238E27FC236}">
                    <a16:creationId xmlns:a16="http://schemas.microsoft.com/office/drawing/2014/main" id="{896676E4-42A4-DF44-220D-638D322EF2CD}"/>
                  </a:ext>
                </a:extLst>
              </p:cNvPr>
              <p:cNvSpPr/>
              <p:nvPr/>
            </p:nvSpPr>
            <p:spPr>
              <a:xfrm>
                <a:off x="2492234" y="1735015"/>
                <a:ext cx="1735016" cy="2192216"/>
              </a:xfrm>
              <a:prstGeom prst="roundRect">
                <a:avLst/>
              </a:prstGeom>
              <a:noFill/>
              <a:ln w="635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58666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CA00551C-A144-9ED9-2832-8A5FDCC72800}"/>
                  </a:ext>
                </a:extLst>
              </p:cNvPr>
              <p:cNvSpPr/>
              <p:nvPr/>
            </p:nvSpPr>
            <p:spPr>
              <a:xfrm>
                <a:off x="2365087" y="1661159"/>
                <a:ext cx="1954788" cy="434340"/>
              </a:xfrm>
              <a:prstGeom prst="rect">
                <a:avLst/>
              </a:prstGeom>
              <a:solidFill>
                <a:srgbClr val="FFFFFF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58666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1FE3E4-5F2B-00FB-2C94-7C4FA99F9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76202" y="6456258"/>
            <a:ext cx="407988" cy="30914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E47D07-9D1E-4FE9-B31A-2F5863681021}" type="slidenum">
              <a:rPr kumimoji="0" lang="en-GB" sz="1050" b="0" i="0" u="none" strike="noStrike" kern="1200" cap="none" spc="0" normalizeH="0" baseline="0" noProof="0" smtClean="0">
                <a:ln>
                  <a:noFill/>
                </a:ln>
                <a:solidFill>
                  <a:srgbClr val="3F444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3F444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8D40B-A858-12CD-21AF-05A9143A92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88160" y="6692620"/>
            <a:ext cx="1279358" cy="30914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3F444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AC654371-37D6-9866-0046-DA455A65E744}"/>
              </a:ext>
            </a:extLst>
          </p:cNvPr>
          <p:cNvSpPr txBox="1">
            <a:spLocks/>
          </p:cNvSpPr>
          <p:nvPr/>
        </p:nvSpPr>
        <p:spPr>
          <a:xfrm>
            <a:off x="407987" y="404812"/>
            <a:ext cx="11376025" cy="100742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sz="36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AZ Integrated Dynamic Bioprocess  (IDB)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EF9D78F-F3A1-436C-A123-C68507B81B1F}"/>
              </a:ext>
            </a:extLst>
          </p:cNvPr>
          <p:cNvSpPr txBox="1"/>
          <p:nvPr/>
        </p:nvSpPr>
        <p:spPr>
          <a:xfrm>
            <a:off x="1408390" y="5862220"/>
            <a:ext cx="17200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715015">
              <a:defRPr b="1">
                <a:latin typeface="Arial"/>
              </a:defRPr>
            </a:lvl1pPr>
          </a:lstStyle>
          <a:p>
            <a:pPr marL="0" marR="0" lvl="0" indent="0" algn="ctr" defTabSz="7150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3F4444"/>
                </a:solidFill>
                <a:latin typeface="+mn-lt"/>
              </a:rPr>
              <a:t>Cell Bleed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F4444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ctr" defTabSz="7150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3F444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(Peak Cell Density: 90-120e6 cells/mL)</a:t>
            </a:r>
          </a:p>
        </p:txBody>
      </p:sp>
      <p:sp>
        <p:nvSpPr>
          <p:cNvPr id="5" name="Right Triangle 51">
            <a:extLst>
              <a:ext uri="{FF2B5EF4-FFF2-40B4-BE49-F238E27FC236}">
                <a16:creationId xmlns:a16="http://schemas.microsoft.com/office/drawing/2014/main" id="{36778CF9-E5FB-3005-3B36-2D7B6EC59577}"/>
              </a:ext>
            </a:extLst>
          </p:cNvPr>
          <p:cNvSpPr/>
          <p:nvPr/>
        </p:nvSpPr>
        <p:spPr>
          <a:xfrm rot="6129508">
            <a:off x="5742274" y="630626"/>
            <a:ext cx="3037160" cy="4769772"/>
          </a:xfrm>
          <a:custGeom>
            <a:avLst/>
            <a:gdLst>
              <a:gd name="connsiteX0" fmla="*/ 0 w 2440819"/>
              <a:gd name="connsiteY0" fmla="*/ 5180591 h 5180591"/>
              <a:gd name="connsiteX1" fmla="*/ 0 w 2440819"/>
              <a:gd name="connsiteY1" fmla="*/ 0 h 5180591"/>
              <a:gd name="connsiteX2" fmla="*/ 2440819 w 2440819"/>
              <a:gd name="connsiteY2" fmla="*/ 5180591 h 5180591"/>
              <a:gd name="connsiteX3" fmla="*/ 0 w 2440819"/>
              <a:gd name="connsiteY3" fmla="*/ 5180591 h 5180591"/>
              <a:gd name="connsiteX0" fmla="*/ 0 w 3612063"/>
              <a:gd name="connsiteY0" fmla="*/ 3696299 h 5180591"/>
              <a:gd name="connsiteX1" fmla="*/ 1171244 w 3612063"/>
              <a:gd name="connsiteY1" fmla="*/ 0 h 5180591"/>
              <a:gd name="connsiteX2" fmla="*/ 3612063 w 3612063"/>
              <a:gd name="connsiteY2" fmla="*/ 5180591 h 5180591"/>
              <a:gd name="connsiteX3" fmla="*/ 0 w 3612063"/>
              <a:gd name="connsiteY3" fmla="*/ 3696299 h 5180591"/>
              <a:gd name="connsiteX0" fmla="*/ 0 w 3665601"/>
              <a:gd name="connsiteY0" fmla="*/ 3710612 h 5180591"/>
              <a:gd name="connsiteX1" fmla="*/ 1224782 w 3665601"/>
              <a:gd name="connsiteY1" fmla="*/ 0 h 5180591"/>
              <a:gd name="connsiteX2" fmla="*/ 3665601 w 3665601"/>
              <a:gd name="connsiteY2" fmla="*/ 5180591 h 5180591"/>
              <a:gd name="connsiteX3" fmla="*/ 0 w 3665601"/>
              <a:gd name="connsiteY3" fmla="*/ 3710612 h 5180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65601" h="5180591">
                <a:moveTo>
                  <a:pt x="0" y="3710612"/>
                </a:moveTo>
                <a:lnTo>
                  <a:pt x="1224782" y="0"/>
                </a:lnTo>
                <a:lnTo>
                  <a:pt x="3665601" y="5180591"/>
                </a:lnTo>
                <a:lnTo>
                  <a:pt x="0" y="3710612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0000"/>
                  <a:lumOff val="80000"/>
                </a:schemeClr>
              </a:gs>
              <a:gs pos="100000">
                <a:srgbClr val="E8789C"/>
              </a:gs>
              <a:gs pos="39840">
                <a:srgbClr val="FFEFC9"/>
              </a:gs>
              <a:gs pos="100000">
                <a:schemeClr val="accent3"/>
              </a:gs>
              <a:gs pos="0">
                <a:schemeClr val="accent2">
                  <a:lumMod val="20000"/>
                  <a:lumOff val="80000"/>
                </a:schemeClr>
              </a:gs>
              <a:gs pos="3000">
                <a:schemeClr val="accent2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6EE7AA4-9459-4917-5FD3-3EB2DD6ED675}"/>
              </a:ext>
            </a:extLst>
          </p:cNvPr>
          <p:cNvGrpSpPr/>
          <p:nvPr/>
        </p:nvGrpSpPr>
        <p:grpSpPr>
          <a:xfrm>
            <a:off x="1408390" y="3461296"/>
            <a:ext cx="1987229" cy="2151673"/>
            <a:chOff x="1603483" y="1998958"/>
            <a:chExt cx="1954788" cy="2266072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2BFC3DCA-22C7-9D5D-3E46-4E2A8EB32ACF}"/>
                </a:ext>
              </a:extLst>
            </p:cNvPr>
            <p:cNvSpPr/>
            <p:nvPr/>
          </p:nvSpPr>
          <p:spPr>
            <a:xfrm>
              <a:off x="1714895" y="2483341"/>
              <a:ext cx="1735016" cy="1781687"/>
            </a:xfrm>
            <a:prstGeom prst="roundRect">
              <a:avLst/>
            </a:prstGeom>
            <a:solidFill>
              <a:srgbClr val="F0AB00">
                <a:lumMod val="60000"/>
                <a:lumOff val="40000"/>
              </a:srgbClr>
            </a:solidFill>
            <a:ln w="63500" cap="flat" cmpd="sng" algn="ctr">
              <a:solidFill>
                <a:srgbClr val="FFE19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5866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9EC4DA0-5162-E43A-92CC-233B22284965}"/>
                </a:ext>
              </a:extLst>
            </p:cNvPr>
            <p:cNvSpPr/>
            <p:nvPr/>
          </p:nvSpPr>
          <p:spPr>
            <a:xfrm>
              <a:off x="1711965" y="2252905"/>
              <a:ext cx="1737946" cy="865532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5866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DC3F143-CD52-2F1B-EF32-1608BEE3E873}"/>
                </a:ext>
              </a:extLst>
            </p:cNvPr>
            <p:cNvGrpSpPr/>
            <p:nvPr/>
          </p:nvGrpSpPr>
          <p:grpSpPr>
            <a:xfrm>
              <a:off x="1603483" y="1998958"/>
              <a:ext cx="1954788" cy="2266072"/>
              <a:chOff x="2365087" y="1661159"/>
              <a:chExt cx="1954788" cy="2266072"/>
            </a:xfrm>
          </p:grpSpPr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549202D8-8D89-8272-AB5A-EE8E6BAAC566}"/>
                  </a:ext>
                </a:extLst>
              </p:cNvPr>
              <p:cNvSpPr/>
              <p:nvPr/>
            </p:nvSpPr>
            <p:spPr>
              <a:xfrm>
                <a:off x="2473569" y="1735015"/>
                <a:ext cx="1735016" cy="2192216"/>
              </a:xfrm>
              <a:prstGeom prst="roundRect">
                <a:avLst/>
              </a:prstGeom>
              <a:noFill/>
              <a:ln w="635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58666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87820B14-915F-48C2-60BF-945718C36106}"/>
                  </a:ext>
                </a:extLst>
              </p:cNvPr>
              <p:cNvSpPr/>
              <p:nvPr/>
            </p:nvSpPr>
            <p:spPr>
              <a:xfrm>
                <a:off x="2365087" y="1661159"/>
                <a:ext cx="1954788" cy="434340"/>
              </a:xfrm>
              <a:prstGeom prst="rect">
                <a:avLst/>
              </a:prstGeom>
              <a:solidFill>
                <a:srgbClr val="FFFFFF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58666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266DA85D-1DC7-BA8A-E3DA-FDF611AAFF66}"/>
                </a:ext>
              </a:extLst>
            </p:cNvPr>
            <p:cNvGrpSpPr/>
            <p:nvPr/>
          </p:nvGrpSpPr>
          <p:grpSpPr>
            <a:xfrm>
              <a:off x="2207020" y="2263437"/>
              <a:ext cx="762000" cy="1704975"/>
              <a:chOff x="4191000" y="1925638"/>
              <a:chExt cx="762000" cy="1704975"/>
            </a:xfrm>
            <a:solidFill>
              <a:srgbClr val="FFFFFF">
                <a:lumMod val="50000"/>
              </a:srgbClr>
            </a:solidFill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00642A7C-9986-4A9B-10A4-AECD965AA4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2000" y="1925638"/>
                <a:ext cx="0" cy="1704975"/>
              </a:xfrm>
              <a:prstGeom prst="line">
                <a:avLst/>
              </a:prstGeom>
              <a:grpFill/>
              <a:ln w="762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F779EA78-58C2-7605-A6D8-E89EB14F06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92000" y="3457575"/>
                <a:ext cx="360000" cy="0"/>
              </a:xfrm>
              <a:prstGeom prst="line">
                <a:avLst/>
              </a:prstGeom>
              <a:grpFill/>
              <a:ln w="254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513B4ADF-E10A-6457-5F46-AC5FF532C273}"/>
                  </a:ext>
                </a:extLst>
              </p:cNvPr>
              <p:cNvSpPr/>
              <p:nvPr/>
            </p:nvSpPr>
            <p:spPr>
              <a:xfrm>
                <a:off x="4191000" y="3381375"/>
                <a:ext cx="201000" cy="152400"/>
              </a:xfrm>
              <a:prstGeom prst="rect">
                <a:avLst/>
              </a:prstGeom>
              <a:grpFill/>
              <a:ln w="9525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58666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09B30E9-61DD-09ED-5792-1D6051EEC155}"/>
                  </a:ext>
                </a:extLst>
              </p:cNvPr>
              <p:cNvSpPr/>
              <p:nvPr/>
            </p:nvSpPr>
            <p:spPr>
              <a:xfrm>
                <a:off x="4752000" y="3381375"/>
                <a:ext cx="201000" cy="152400"/>
              </a:xfrm>
              <a:prstGeom prst="rect">
                <a:avLst/>
              </a:prstGeom>
              <a:grpFill/>
              <a:ln w="9525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58666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923C0FFD-56CD-2B47-414B-12B0D30C7EA1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2418094" y="3287669"/>
            <a:ext cx="1296697" cy="1853769"/>
          </a:xfrm>
          <a:prstGeom prst="bentConnector3">
            <a:avLst>
              <a:gd name="adj1" fmla="val -19562"/>
            </a:avLst>
          </a:prstGeom>
          <a:noFill/>
          <a:ln w="50800" cap="flat" cmpd="sng" algn="ctr">
            <a:solidFill>
              <a:srgbClr val="F0AB00">
                <a:lumMod val="60000"/>
                <a:lumOff val="40000"/>
              </a:srgbClr>
            </a:solidFill>
            <a:prstDash val="solid"/>
          </a:ln>
          <a:effectLst/>
        </p:spPr>
      </p:cxn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0797642-DA52-BCC0-043F-4616CC2B17C8}"/>
              </a:ext>
            </a:extLst>
          </p:cNvPr>
          <p:cNvSpPr/>
          <p:nvPr/>
        </p:nvSpPr>
        <p:spPr>
          <a:xfrm>
            <a:off x="2709617" y="3530928"/>
            <a:ext cx="1071899" cy="1488380"/>
          </a:xfrm>
          <a:custGeom>
            <a:avLst/>
            <a:gdLst>
              <a:gd name="connsiteX0" fmla="*/ 0 w 926353"/>
              <a:gd name="connsiteY0" fmla="*/ 1153459 h 1278965"/>
              <a:gd name="connsiteX1" fmla="*/ 0 w 926353"/>
              <a:gd name="connsiteY1" fmla="*/ 0 h 1278965"/>
              <a:gd name="connsiteX2" fmla="*/ 747059 w 926353"/>
              <a:gd name="connsiteY2" fmla="*/ 0 h 1278965"/>
              <a:gd name="connsiteX3" fmla="*/ 747059 w 926353"/>
              <a:gd name="connsiteY3" fmla="*/ 1278965 h 1278965"/>
              <a:gd name="connsiteX4" fmla="*/ 926353 w 926353"/>
              <a:gd name="connsiteY4" fmla="*/ 1278965 h 1278965"/>
              <a:gd name="connsiteX5" fmla="*/ 926353 w 926353"/>
              <a:gd name="connsiteY5" fmla="*/ 1278965 h 1278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6353" h="1278965">
                <a:moveTo>
                  <a:pt x="0" y="1153459"/>
                </a:moveTo>
                <a:lnTo>
                  <a:pt x="0" y="0"/>
                </a:lnTo>
                <a:lnTo>
                  <a:pt x="747059" y="0"/>
                </a:lnTo>
                <a:lnTo>
                  <a:pt x="747059" y="1278965"/>
                </a:lnTo>
                <a:lnTo>
                  <a:pt x="926353" y="1278965"/>
                </a:lnTo>
                <a:lnTo>
                  <a:pt x="926353" y="1278965"/>
                </a:lnTo>
              </a:path>
            </a:pathLst>
          </a:custGeom>
          <a:noFill/>
          <a:ln w="50800" cap="flat" cmpd="sng" algn="ctr">
            <a:solidFill>
              <a:srgbClr val="F0AB00">
                <a:lumMod val="60000"/>
                <a:lumOff val="4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586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8D0FD8D-E159-6F2C-D299-2B6566AE4AF0}"/>
              </a:ext>
            </a:extLst>
          </p:cNvPr>
          <p:cNvCxnSpPr>
            <a:cxnSpLocks/>
            <a:stCxn id="36" idx="5"/>
          </p:cNvCxnSpPr>
          <p:nvPr/>
        </p:nvCxnSpPr>
        <p:spPr>
          <a:xfrm>
            <a:off x="3989135" y="4164374"/>
            <a:ext cx="0" cy="775082"/>
          </a:xfrm>
          <a:prstGeom prst="line">
            <a:avLst/>
          </a:prstGeom>
          <a:noFill/>
          <a:ln w="50800" cap="flat" cmpd="sng" algn="ctr">
            <a:solidFill>
              <a:srgbClr val="F0AB00">
                <a:lumMod val="60000"/>
                <a:lumOff val="40000"/>
              </a:srgbClr>
            </a:solidFill>
            <a:prstDash val="solid"/>
          </a:ln>
          <a:effectLst/>
        </p:spPr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13DD714-FF6A-4FAE-C075-E87EBA394529}"/>
              </a:ext>
            </a:extLst>
          </p:cNvPr>
          <p:cNvGrpSpPr/>
          <p:nvPr/>
        </p:nvGrpSpPr>
        <p:grpSpPr>
          <a:xfrm>
            <a:off x="3796810" y="3582095"/>
            <a:ext cx="393767" cy="1164560"/>
            <a:chOff x="7552357" y="941799"/>
            <a:chExt cx="573700" cy="186588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02005FE-4E2C-FE3C-BE45-9B8BD735428E}"/>
                </a:ext>
              </a:extLst>
            </p:cNvPr>
            <p:cNvSpPr/>
            <p:nvPr/>
          </p:nvSpPr>
          <p:spPr>
            <a:xfrm>
              <a:off x="7683124" y="2026514"/>
              <a:ext cx="70510" cy="70510"/>
            </a:xfrm>
            <a:prstGeom prst="ellipse">
              <a:avLst/>
            </a:prstGeom>
            <a:solidFill>
              <a:srgbClr val="FFC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5866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3BE9CDE-E6BC-09A2-D231-3399B3A75897}"/>
                </a:ext>
              </a:extLst>
            </p:cNvPr>
            <p:cNvSpPr/>
            <p:nvPr/>
          </p:nvSpPr>
          <p:spPr>
            <a:xfrm>
              <a:off x="7683124" y="2026514"/>
              <a:ext cx="70510" cy="70510"/>
            </a:xfrm>
            <a:prstGeom prst="ellipse">
              <a:avLst/>
            </a:prstGeom>
            <a:solidFill>
              <a:srgbClr val="FFC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5866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2D9E0681-840E-054E-021D-F633A8BFF971}"/>
                </a:ext>
              </a:extLst>
            </p:cNvPr>
            <p:cNvSpPr/>
            <p:nvPr/>
          </p:nvSpPr>
          <p:spPr>
            <a:xfrm>
              <a:off x="7683124" y="2026514"/>
              <a:ext cx="70510" cy="70510"/>
            </a:xfrm>
            <a:prstGeom prst="ellipse">
              <a:avLst/>
            </a:prstGeom>
            <a:solidFill>
              <a:srgbClr val="FFC0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5866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1DB32A3-F39E-7D45-0DED-F0B30201CCC1}"/>
                </a:ext>
              </a:extLst>
            </p:cNvPr>
            <p:cNvSpPr/>
            <p:nvPr/>
          </p:nvSpPr>
          <p:spPr>
            <a:xfrm>
              <a:off x="8068470" y="1572162"/>
              <a:ext cx="57587" cy="57587"/>
            </a:xfrm>
            <a:prstGeom prst="ellipse">
              <a:avLst/>
            </a:prstGeom>
            <a:solidFill>
              <a:srgbClr val="FFD96D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5866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3A92CEE-5EBF-F15D-0101-63F1D7E7D48B}"/>
                </a:ext>
              </a:extLst>
            </p:cNvPr>
            <p:cNvSpPr/>
            <p:nvPr/>
          </p:nvSpPr>
          <p:spPr>
            <a:xfrm>
              <a:off x="7552357" y="941799"/>
              <a:ext cx="560462" cy="1865888"/>
            </a:xfrm>
            <a:prstGeom prst="rect">
              <a:avLst/>
            </a:prstGeom>
            <a:solidFill>
              <a:srgbClr val="F0AB00">
                <a:lumMod val="40000"/>
                <a:lumOff val="60000"/>
              </a:srgbClr>
            </a:solidFill>
            <a:ln w="38100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5866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A68F2414-BD73-E802-9922-DB801E796C9E}"/>
                </a:ext>
              </a:extLst>
            </p:cNvPr>
            <p:cNvSpPr/>
            <p:nvPr/>
          </p:nvSpPr>
          <p:spPr>
            <a:xfrm>
              <a:off x="7552357" y="941799"/>
              <a:ext cx="560462" cy="1865888"/>
            </a:xfrm>
            <a:prstGeom prst="triangle">
              <a:avLst>
                <a:gd name="adj" fmla="val 0"/>
              </a:avLst>
            </a:prstGeom>
            <a:solidFill>
              <a:srgbClr val="F0AB00">
                <a:lumMod val="60000"/>
                <a:lumOff val="40000"/>
              </a:srgbClr>
            </a:solidFill>
            <a:ln w="38100" cap="flat" cmpd="sng" algn="ctr">
              <a:solidFill>
                <a:srgbClr val="FFFFFF">
                  <a:lumMod val="50000"/>
                </a:srgbClr>
              </a:solidFill>
              <a:prstDash val="solid"/>
              <a:bevel/>
            </a:ln>
            <a:effectLst/>
          </p:spPr>
          <p:txBody>
            <a:bodyPr rtlCol="0" anchor="ctr"/>
            <a:lstStyle/>
            <a:p>
              <a:pPr marL="0" marR="0" lvl="0" indent="0" algn="ctr" defTabSz="5866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5D0BDB8-E765-A9C5-AE3B-4B2C749400E8}"/>
              </a:ext>
            </a:extLst>
          </p:cNvPr>
          <p:cNvGrpSpPr/>
          <p:nvPr/>
        </p:nvGrpSpPr>
        <p:grpSpPr>
          <a:xfrm>
            <a:off x="3781516" y="4876804"/>
            <a:ext cx="407791" cy="407417"/>
            <a:chOff x="5958191" y="3652736"/>
            <a:chExt cx="471792" cy="518357"/>
          </a:xfrm>
        </p:grpSpPr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AC68F506-10C0-F510-327B-13A73571EC4C}"/>
                </a:ext>
              </a:extLst>
            </p:cNvPr>
            <p:cNvSpPr/>
            <p:nvPr/>
          </p:nvSpPr>
          <p:spPr>
            <a:xfrm>
              <a:off x="5958191" y="3764376"/>
              <a:ext cx="471792" cy="406717"/>
            </a:xfrm>
            <a:prstGeom prst="triangle">
              <a:avLst/>
            </a:prstGeom>
            <a:solidFill>
              <a:srgbClr val="F0AB00">
                <a:lumMod val="60000"/>
                <a:lumOff val="40000"/>
              </a:srgbClr>
            </a:solidFill>
            <a:ln w="38100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5866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E41D027C-9EA9-0CC5-C46C-B933F1873452}"/>
                </a:ext>
              </a:extLst>
            </p:cNvPr>
            <p:cNvSpPr/>
            <p:nvPr/>
          </p:nvSpPr>
          <p:spPr>
            <a:xfrm>
              <a:off x="5958191" y="3652736"/>
              <a:ext cx="471792" cy="471792"/>
            </a:xfrm>
            <a:prstGeom prst="ellipse">
              <a:avLst/>
            </a:prstGeom>
            <a:solidFill>
              <a:srgbClr val="F0AB00">
                <a:lumMod val="60000"/>
                <a:lumOff val="40000"/>
              </a:srgbClr>
            </a:solidFill>
            <a:ln w="38100" cap="flat" cmpd="sng" algn="ctr">
              <a:solidFill>
                <a:srgbClr val="FFFFFF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5866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B3009EE-E030-750A-C309-81D3E33072A1}"/>
              </a:ext>
            </a:extLst>
          </p:cNvPr>
          <p:cNvCxnSpPr>
            <a:cxnSpLocks/>
          </p:cNvCxnSpPr>
          <p:nvPr/>
        </p:nvCxnSpPr>
        <p:spPr>
          <a:xfrm>
            <a:off x="4189307" y="3969546"/>
            <a:ext cx="1685568" cy="0"/>
          </a:xfrm>
          <a:prstGeom prst="straightConnector1">
            <a:avLst/>
          </a:prstGeom>
          <a:noFill/>
          <a:ln w="50800" cap="flat" cmpd="sng" algn="ctr">
            <a:solidFill>
              <a:srgbClr val="FFE093"/>
            </a:solidFill>
            <a:prstDash val="solid"/>
            <a:tailEnd type="triangle" w="lg" len="lg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F799B1C-0C59-3E49-A181-7CEAE4D7D77F}"/>
              </a:ext>
            </a:extLst>
          </p:cNvPr>
          <p:cNvSpPr txBox="1"/>
          <p:nvPr/>
        </p:nvSpPr>
        <p:spPr>
          <a:xfrm>
            <a:off x="3993139" y="4077368"/>
            <a:ext cx="1992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715015">
              <a:defRPr b="1">
                <a:latin typeface="Arial"/>
              </a:defRPr>
            </a:lvl1pPr>
          </a:lstStyle>
          <a:p>
            <a:pPr marL="0" marR="0" lvl="0" indent="0" algn="ctr" defTabSz="7150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3F444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Permeate</a:t>
            </a:r>
          </a:p>
          <a:p>
            <a:pPr marL="0" marR="0" lvl="0" indent="0" algn="ctr" defTabSz="7150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3F444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Continuous cell-free harvest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B52345-E4C8-B0CF-C18C-3B9933231E9E}"/>
              </a:ext>
            </a:extLst>
          </p:cNvPr>
          <p:cNvSpPr txBox="1"/>
          <p:nvPr/>
        </p:nvSpPr>
        <p:spPr>
          <a:xfrm>
            <a:off x="2220270" y="2719136"/>
            <a:ext cx="21118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715015">
              <a:defRPr b="1">
                <a:latin typeface="Arial"/>
              </a:defRPr>
            </a:lvl1pPr>
          </a:lstStyle>
          <a:p>
            <a:pPr marL="0" marR="0" lvl="0" indent="0" algn="ctr" defTabSz="7150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>
                <a:solidFill>
                  <a:srgbClr val="3F4444"/>
                </a:solidFill>
              </a:rPr>
              <a:t>Hollow fiber filter </a:t>
            </a:r>
          </a:p>
          <a:p>
            <a:pPr marL="0" marR="0" lvl="0" indent="0" algn="ctr" defTabSz="7150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3F444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Cell retention</a:t>
            </a:r>
          </a:p>
          <a:p>
            <a:pPr marL="0" marR="0" lvl="0" indent="0" algn="l" defTabSz="7150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1" u="none" strike="noStrike" kern="1200" cap="none" spc="0" normalizeH="0" baseline="0" noProof="0">
              <a:ln>
                <a:noFill/>
              </a:ln>
              <a:solidFill>
                <a:srgbClr val="3F444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4F5871-A3E0-1FA9-9807-69FB93448A06}"/>
              </a:ext>
            </a:extLst>
          </p:cNvPr>
          <p:cNvSpPr txBox="1"/>
          <p:nvPr/>
        </p:nvSpPr>
        <p:spPr>
          <a:xfrm>
            <a:off x="5872666" y="5333824"/>
            <a:ext cx="13825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715015">
              <a:defRPr b="1">
                <a:latin typeface="Arial"/>
              </a:defRPr>
            </a:lvl1pPr>
          </a:lstStyle>
          <a:p>
            <a:pPr marL="0" marR="0" lvl="0" indent="0" algn="ctr" defTabSz="7150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3F444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Continuous </a:t>
            </a:r>
          </a:p>
          <a:p>
            <a:pPr marL="0" marR="0" lvl="0" indent="0" algn="ctr" defTabSz="7150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3F444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downstream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F444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3CE4241-69C4-29C6-6A49-AB76292FADA2}"/>
              </a:ext>
            </a:extLst>
          </p:cNvPr>
          <p:cNvSpPr txBox="1"/>
          <p:nvPr/>
        </p:nvSpPr>
        <p:spPr>
          <a:xfrm>
            <a:off x="331784" y="2220808"/>
            <a:ext cx="32664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715015">
              <a:defRPr b="1">
                <a:latin typeface="Arial"/>
              </a:defRPr>
            </a:lvl1pPr>
          </a:lstStyle>
          <a:p>
            <a:pPr marL="0" marR="0" lvl="0" indent="0" algn="l" defTabSz="7150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3F444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Media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F444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AAA9CC93-B3A0-27CA-EE32-A1DEC666CF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779045">
            <a:off x="4242956" y="3374763"/>
            <a:ext cx="597949" cy="547563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AAEA3AB6-85D7-090A-10E1-E357EB2F20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538410">
            <a:off x="4510314" y="3637139"/>
            <a:ext cx="597949" cy="547563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E54679A4-235B-7763-DF8A-5E91B01D5B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436588">
            <a:off x="4987067" y="3459275"/>
            <a:ext cx="597949" cy="547563"/>
          </a:xfrm>
          <a:prstGeom prst="rect">
            <a:avLst/>
          </a:prstGeom>
        </p:spPr>
      </p:pic>
      <p:graphicFrame>
        <p:nvGraphicFramePr>
          <p:cNvPr id="60" name="Chart 59">
            <a:extLst>
              <a:ext uri="{FF2B5EF4-FFF2-40B4-BE49-F238E27FC236}">
                <a16:creationId xmlns:a16="http://schemas.microsoft.com/office/drawing/2014/main" id="{85E3D289-0654-EA83-15E5-5CDA0DDDF3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0287388"/>
              </p:ext>
            </p:extLst>
          </p:nvPr>
        </p:nvGraphicFramePr>
        <p:xfrm>
          <a:off x="6563952" y="1327913"/>
          <a:ext cx="3095537" cy="17272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6C3BC74A-ECFB-3BF5-82D9-8384F4B71883}"/>
              </a:ext>
            </a:extLst>
          </p:cNvPr>
          <p:cNvCxnSpPr>
            <a:cxnSpLocks/>
          </p:cNvCxnSpPr>
          <p:nvPr/>
        </p:nvCxnSpPr>
        <p:spPr>
          <a:xfrm>
            <a:off x="1642586" y="5469860"/>
            <a:ext cx="1639896" cy="359187"/>
          </a:xfrm>
          <a:prstGeom prst="bentConnector3">
            <a:avLst>
              <a:gd name="adj1" fmla="val 4861"/>
            </a:avLst>
          </a:prstGeom>
          <a:ln w="50800">
            <a:solidFill>
              <a:schemeClr val="accent2">
                <a:lumMod val="60000"/>
                <a:lumOff val="4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7842B1FE-16E4-1067-051B-1BFA2A6712D4}"/>
              </a:ext>
            </a:extLst>
          </p:cNvPr>
          <p:cNvSpPr txBox="1"/>
          <p:nvPr/>
        </p:nvSpPr>
        <p:spPr>
          <a:xfrm>
            <a:off x="331785" y="2664126"/>
            <a:ext cx="32664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715015">
              <a:defRPr b="1">
                <a:latin typeface="Arial"/>
              </a:defRPr>
            </a:lvl1pPr>
          </a:lstStyle>
          <a:p>
            <a:pPr marL="0" marR="0" lvl="0" indent="0" algn="l" defTabSz="7150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3F4444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Nutrient feeds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F444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02" name="Connector: Elbow 101">
            <a:extLst>
              <a:ext uri="{FF2B5EF4-FFF2-40B4-BE49-F238E27FC236}">
                <a16:creationId xmlns:a16="http://schemas.microsoft.com/office/drawing/2014/main" id="{E9A43ADD-10A1-EC45-00E1-E3E3483BB327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09879" y="2526282"/>
            <a:ext cx="1525849" cy="1257189"/>
          </a:xfrm>
          <a:prstGeom prst="bentConnector3">
            <a:avLst>
              <a:gd name="adj1" fmla="val 100474"/>
            </a:avLst>
          </a:prstGeom>
          <a:ln w="50800">
            <a:solidFill>
              <a:schemeClr val="accent2">
                <a:lumMod val="60000"/>
                <a:lumOff val="4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20ED8F52-3145-E688-9F3E-202B1464A3A5}"/>
              </a:ext>
            </a:extLst>
          </p:cNvPr>
          <p:cNvCxnSpPr>
            <a:cxnSpLocks/>
          </p:cNvCxnSpPr>
          <p:nvPr/>
        </p:nvCxnSpPr>
        <p:spPr>
          <a:xfrm>
            <a:off x="413645" y="2957541"/>
            <a:ext cx="1263161" cy="817542"/>
          </a:xfrm>
          <a:prstGeom prst="bentConnector3">
            <a:avLst>
              <a:gd name="adj1" fmla="val 100673"/>
            </a:avLst>
          </a:prstGeom>
          <a:ln w="50800">
            <a:solidFill>
              <a:schemeClr val="accent2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25D2C285-6B60-F39C-0FB6-7B243DB4B8EA}"/>
              </a:ext>
            </a:extLst>
          </p:cNvPr>
          <p:cNvSpPr txBox="1"/>
          <p:nvPr/>
        </p:nvSpPr>
        <p:spPr>
          <a:xfrm>
            <a:off x="9797711" y="1211515"/>
            <a:ext cx="2413363" cy="1742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u="sng">
                <a:solidFill>
                  <a:schemeClr val="accent3"/>
                </a:solidFill>
                <a:sym typeface="Wingdings" panose="05000000000000000000" pitchFamily="2" charset="2"/>
              </a:rPr>
              <a:t>Dynamic process: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ym typeface="Wingdings" panose="05000000000000000000" pitchFamily="2" charset="2"/>
              </a:rPr>
              <a:t>Upstream product quality may vary over the culture duration 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ym typeface="Wingdings" panose="05000000000000000000" pitchFamily="2" charset="2"/>
              </a:rPr>
              <a:t>Similar to fed-batch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F9439FF-EEC5-60A5-F958-9D7E2F78F579}"/>
              </a:ext>
            </a:extLst>
          </p:cNvPr>
          <p:cNvSpPr txBox="1"/>
          <p:nvPr/>
        </p:nvSpPr>
        <p:spPr>
          <a:xfrm>
            <a:off x="3287586" y="5352541"/>
            <a:ext cx="14633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715015">
              <a:defRPr b="1">
                <a:latin typeface="Arial"/>
              </a:defRPr>
            </a:lvl1pPr>
          </a:lstStyle>
          <a:p>
            <a:pPr marL="0" marR="0" lvl="0" indent="0" algn="ctr" defTabSz="7150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3F4444"/>
                </a:solidFill>
                <a:latin typeface="+mn-lt"/>
              </a:rPr>
              <a:t>Tangential </a:t>
            </a:r>
          </a:p>
          <a:p>
            <a:pPr marL="0" marR="0" lvl="0" indent="0" algn="ctr" defTabSz="7150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3F4444"/>
                </a:solidFill>
                <a:latin typeface="+mn-lt"/>
              </a:rPr>
              <a:t>Flow Filtration</a:t>
            </a:r>
          </a:p>
          <a:p>
            <a:pPr marL="0" marR="0" lvl="0" indent="0" algn="l" defTabSz="7150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1" u="none" strike="noStrike" kern="1200" cap="none" spc="0" normalizeH="0" baseline="0" noProof="0">
              <a:ln>
                <a:noFill/>
              </a:ln>
              <a:solidFill>
                <a:srgbClr val="3F444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81958F0E-FC2C-E227-D544-E36FB9059283}"/>
              </a:ext>
            </a:extLst>
          </p:cNvPr>
          <p:cNvCxnSpPr>
            <a:cxnSpLocks/>
          </p:cNvCxnSpPr>
          <p:nvPr/>
        </p:nvCxnSpPr>
        <p:spPr>
          <a:xfrm flipV="1">
            <a:off x="6754353" y="3969546"/>
            <a:ext cx="1108624" cy="9329"/>
          </a:xfrm>
          <a:prstGeom prst="straightConnector1">
            <a:avLst/>
          </a:prstGeom>
          <a:noFill/>
          <a:ln w="50800" cap="flat" cmpd="sng" algn="ctr">
            <a:solidFill>
              <a:srgbClr val="FFE093"/>
            </a:solidFill>
            <a:prstDash val="solid"/>
            <a:tailEnd type="triangle" w="lg" len="lg"/>
          </a:ln>
          <a:effectLst/>
        </p:spPr>
      </p:cxn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0F66927F-419F-D42A-70B9-4DB489E0D600}"/>
              </a:ext>
            </a:extLst>
          </p:cNvPr>
          <p:cNvGrpSpPr/>
          <p:nvPr/>
        </p:nvGrpSpPr>
        <p:grpSpPr>
          <a:xfrm>
            <a:off x="9441397" y="3667502"/>
            <a:ext cx="2591498" cy="2008352"/>
            <a:chOff x="9403799" y="3791940"/>
            <a:chExt cx="2591498" cy="2008352"/>
          </a:xfrm>
        </p:grpSpPr>
        <p:graphicFrame>
          <p:nvGraphicFramePr>
            <p:cNvPr id="107" name="Chart 106">
              <a:extLst>
                <a:ext uri="{FF2B5EF4-FFF2-40B4-BE49-F238E27FC236}">
                  <a16:creationId xmlns:a16="http://schemas.microsoft.com/office/drawing/2014/main" id="{774FE5CA-35B6-8084-9D9F-8942223EFF25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053267456"/>
                </p:ext>
              </p:extLst>
            </p:nvPr>
          </p:nvGraphicFramePr>
          <p:xfrm>
            <a:off x="9403799" y="3791940"/>
            <a:ext cx="2526941" cy="200835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EFB10AA4-3100-860F-D4EF-DA7F4E064A0D}"/>
                </a:ext>
              </a:extLst>
            </p:cNvPr>
            <p:cNvSpPr txBox="1"/>
            <p:nvPr/>
          </p:nvSpPr>
          <p:spPr>
            <a:xfrm>
              <a:off x="9974201" y="4130024"/>
              <a:ext cx="2021096" cy="2862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400" i="1">
                  <a:solidFill>
                    <a:srgbClr val="191B1B"/>
                  </a:solidFill>
                </a:rPr>
                <a:t>acceptable</a:t>
              </a:r>
              <a:r>
                <a:rPr lang="en-US" sz="1400" i="1"/>
                <a:t> limit</a:t>
              </a:r>
            </a:p>
          </p:txBody>
        </p: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86404585-E9E0-4770-1EC7-71AF149D5E03}"/>
                </a:ext>
              </a:extLst>
            </p:cNvPr>
            <p:cNvCxnSpPr>
              <a:cxnSpLocks/>
            </p:cNvCxnSpPr>
            <p:nvPr/>
          </p:nvCxnSpPr>
          <p:spPr>
            <a:xfrm>
              <a:off x="10019082" y="4388008"/>
              <a:ext cx="1498001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0" name="TextBox 169">
            <a:extLst>
              <a:ext uri="{FF2B5EF4-FFF2-40B4-BE49-F238E27FC236}">
                <a16:creationId xmlns:a16="http://schemas.microsoft.com/office/drawing/2014/main" id="{98FF8193-47FE-8234-AD1A-6E76510A8F6A}"/>
              </a:ext>
            </a:extLst>
          </p:cNvPr>
          <p:cNvSpPr txBox="1"/>
          <p:nvPr/>
        </p:nvSpPr>
        <p:spPr>
          <a:xfrm>
            <a:off x="7307440" y="5376782"/>
            <a:ext cx="2397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715015">
              <a:defRPr b="1">
                <a:latin typeface="Arial"/>
              </a:defRPr>
            </a:lvl1pPr>
          </a:lstStyle>
          <a:p>
            <a:pPr marL="0" marR="0" lvl="0" indent="0" algn="ctr" defTabSz="7150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noProof="0">
                <a:solidFill>
                  <a:srgbClr val="3F4444"/>
                </a:solidFill>
                <a:latin typeface="+mn-lt"/>
              </a:rPr>
              <a:t>Pooled drug</a:t>
            </a:r>
          </a:p>
          <a:p>
            <a:pPr marL="0" marR="0" lvl="0" indent="0" algn="ctr" defTabSz="7150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noProof="0">
                <a:solidFill>
                  <a:srgbClr val="3F4444"/>
                </a:solidFill>
                <a:latin typeface="+mn-lt"/>
              </a:rPr>
              <a:t> substance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solidFill>
                <a:srgbClr val="3F4444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BD5C614A-9571-809B-4F67-BDE5B1650995}"/>
              </a:ext>
            </a:extLst>
          </p:cNvPr>
          <p:cNvSpPr txBox="1"/>
          <p:nvPr/>
        </p:nvSpPr>
        <p:spPr>
          <a:xfrm>
            <a:off x="379121" y="4360910"/>
            <a:ext cx="1720029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defTabSz="715015">
              <a:defRPr b="1">
                <a:latin typeface="Arial"/>
              </a:defRPr>
            </a:lvl1pPr>
          </a:lstStyle>
          <a:p>
            <a:pPr marL="0" marR="0" lvl="0" indent="0" algn="l" defTabSz="7150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noProof="0">
                <a:solidFill>
                  <a:srgbClr val="3F4444"/>
                </a:solidFill>
                <a:latin typeface="+mn-lt"/>
              </a:rPr>
              <a:t>Perfusion bioreactor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3F4444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7150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1" u="none" strike="noStrike" kern="1200" cap="none" spc="0" normalizeH="0" baseline="0" noProof="0">
              <a:ln>
                <a:noFill/>
              </a:ln>
              <a:solidFill>
                <a:srgbClr val="3F4444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1" name="Arrow: Down 180">
            <a:extLst>
              <a:ext uri="{FF2B5EF4-FFF2-40B4-BE49-F238E27FC236}">
                <a16:creationId xmlns:a16="http://schemas.microsoft.com/office/drawing/2014/main" id="{3B540BF5-9E4A-9878-9CFB-B4F243560C72}"/>
              </a:ext>
            </a:extLst>
          </p:cNvPr>
          <p:cNvSpPr/>
          <p:nvPr/>
        </p:nvSpPr>
        <p:spPr>
          <a:xfrm>
            <a:off x="10598516" y="2953530"/>
            <a:ext cx="413707" cy="591663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4F28AC9-6EFF-FF2F-D09A-B57155D9CFFB}"/>
              </a:ext>
            </a:extLst>
          </p:cNvPr>
          <p:cNvGrpSpPr/>
          <p:nvPr/>
        </p:nvGrpSpPr>
        <p:grpSpPr>
          <a:xfrm>
            <a:off x="6309685" y="4113341"/>
            <a:ext cx="820782" cy="1188198"/>
            <a:chOff x="6072110" y="4059729"/>
            <a:chExt cx="1071899" cy="13480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FBA9B8C-4548-2F39-3111-505AC14B3B3D}"/>
                </a:ext>
              </a:extLst>
            </p:cNvPr>
            <p:cNvSpPr/>
            <p:nvPr/>
          </p:nvSpPr>
          <p:spPr>
            <a:xfrm>
              <a:off x="6217194" y="4258811"/>
              <a:ext cx="781730" cy="993183"/>
            </a:xfrm>
            <a:prstGeom prst="rect">
              <a:avLst/>
            </a:prstGeom>
            <a:solidFill>
              <a:schemeClr val="bg1"/>
            </a:solidFill>
            <a:ln w="317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4D79628-B603-B7B2-3B60-D3B0E64D68F8}"/>
                </a:ext>
              </a:extLst>
            </p:cNvPr>
            <p:cNvSpPr/>
            <p:nvPr/>
          </p:nvSpPr>
          <p:spPr>
            <a:xfrm>
              <a:off x="6072110" y="4059729"/>
              <a:ext cx="1071899" cy="215379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F272531-E178-0ED3-C0A6-F83BA3905FB9}"/>
                </a:ext>
              </a:extLst>
            </p:cNvPr>
            <p:cNvSpPr/>
            <p:nvPr/>
          </p:nvSpPr>
          <p:spPr>
            <a:xfrm>
              <a:off x="6072110" y="5192435"/>
              <a:ext cx="1071899" cy="215379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en-US" sz="500">
                <a:solidFill>
                  <a:srgbClr val="FFFFFF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1270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5" grpId="0" animBg="1"/>
      <p:bldP spid="23" grpId="0" animBg="1"/>
      <p:bldP spid="11" grpId="0"/>
      <p:bldP spid="12" grpId="0"/>
      <p:bldP spid="14" grpId="0"/>
      <p:bldP spid="48" grpId="0"/>
      <p:bldGraphic spid="60" grpId="0">
        <p:bldAsOne/>
      </p:bldGraphic>
      <p:bldP spid="93" grpId="0"/>
      <p:bldP spid="127" grpId="0"/>
      <p:bldP spid="128" grpId="0"/>
      <p:bldP spid="170" grpId="0"/>
      <p:bldP spid="179" grpId="0"/>
      <p:bldP spid="18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9BF3DE6-B2E7-72F3-B3CE-0FF207E6E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Feasibility: IDB upstream process evaluation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04B46DF-5212-8003-BD24-F8F6594A7BC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3FE5BFE-CA0B-A3E9-09D8-3CD99B29BFD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1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7053DD4-49AC-B76E-FF98-C720B6FE823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53A47E9-9578-7C05-7116-7370F28B2080}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99986-E965-F4CD-294B-46E0F4C7711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456363"/>
            <a:ext cx="407988" cy="309562"/>
          </a:xfrm>
        </p:spPr>
        <p:txBody>
          <a:bodyPr/>
          <a:lstStyle/>
          <a:p>
            <a:fld id="{F8E47D07-9D1E-4FE9-B31A-2F5863681021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0436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B1162170-C078-2019-51B0-038B64258D83}"/>
              </a:ext>
            </a:extLst>
          </p:cNvPr>
          <p:cNvSpPr txBox="1"/>
          <p:nvPr/>
        </p:nvSpPr>
        <p:spPr>
          <a:xfrm>
            <a:off x="6711360" y="4170340"/>
            <a:ext cx="5051652" cy="1644262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200" b="1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2C03E8-7FA8-2548-AA12-EE1CB5DCC05F}"/>
              </a:ext>
            </a:extLst>
          </p:cNvPr>
          <p:cNvSpPr txBox="1"/>
          <p:nvPr/>
        </p:nvSpPr>
        <p:spPr>
          <a:xfrm>
            <a:off x="711041" y="4168549"/>
            <a:ext cx="5051652" cy="1644262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200" b="1" i="1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D88C289-59CD-A12E-AB9E-161B53971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569" y="404326"/>
            <a:ext cx="11784013" cy="1007427"/>
          </a:xfrm>
        </p:spPr>
        <p:txBody>
          <a:bodyPr>
            <a:noAutofit/>
          </a:bodyPr>
          <a:lstStyle/>
          <a:p>
            <a:r>
              <a:rPr lang="en-US" sz="3200" dirty="0"/>
              <a:t>Feasibility strategy: converting from fed-batch to continuous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3ABA95E-0C4E-2FFE-A54C-E546A98E9222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309106B-1882-9E59-30C5-B7763758C2D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6753CC-0E00-37E0-8A5F-797D5A95E636}"/>
              </a:ext>
            </a:extLst>
          </p:cNvPr>
          <p:cNvSpPr txBox="1"/>
          <p:nvPr/>
        </p:nvSpPr>
        <p:spPr>
          <a:xfrm>
            <a:off x="830705" y="3959007"/>
            <a:ext cx="4824677" cy="1742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Upstream space-time yield target (g/L</a:t>
            </a:r>
            <a:r>
              <a:rPr lang="en-US" baseline="-25000" dirty="0"/>
              <a:t>brx</a:t>
            </a:r>
            <a:r>
              <a:rPr lang="en-US" dirty="0"/>
              <a:t>/day) defined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Fed-batch process differences were addressed to enable successful fit to IDB upstream platform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1E1272-2298-2D4D-F573-C60C0652E361}"/>
              </a:ext>
            </a:extLst>
          </p:cNvPr>
          <p:cNvSpPr txBox="1"/>
          <p:nvPr/>
        </p:nvSpPr>
        <p:spPr>
          <a:xfrm>
            <a:off x="711040" y="3573923"/>
            <a:ext cx="5064009" cy="59093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b="1" i="1" dirty="0">
                <a:solidFill>
                  <a:schemeClr val="bg1"/>
                </a:solidFill>
              </a:rPr>
              <a:t>Demonstrate IDB upstream platform process can significantly reduce commercial COG</a:t>
            </a:r>
            <a:r>
              <a:rPr lang="en-US" b="1" i="1" baseline="-25000" dirty="0">
                <a:solidFill>
                  <a:schemeClr val="bg1"/>
                </a:solidFill>
              </a:rPr>
              <a:t>m</a:t>
            </a:r>
            <a:endParaRPr lang="en-US" b="1" i="1" dirty="0">
              <a:solidFill>
                <a:schemeClr val="bg1"/>
              </a:solidFill>
            </a:endParaRP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3EBC0D10-AFB5-54C0-D3B6-27108969D8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8571" y="1134542"/>
            <a:ext cx="2749584" cy="251789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298A595-475B-291B-FC09-BE5436A10B15}"/>
              </a:ext>
            </a:extLst>
          </p:cNvPr>
          <p:cNvSpPr txBox="1"/>
          <p:nvPr/>
        </p:nvSpPr>
        <p:spPr>
          <a:xfrm>
            <a:off x="6843138" y="4311780"/>
            <a:ext cx="4906605" cy="1146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Feasibility </a:t>
            </a:r>
            <a:r>
              <a:rPr lang="en-US" dirty="0"/>
              <a:t>range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marL="171450" indent="-171450" algn="l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" dirty="0">
              <a:solidFill>
                <a:schemeClr val="tx1"/>
              </a:solidFill>
            </a:endParaRPr>
          </a:p>
          <a:p>
            <a:pPr marL="742950" lvl="1" indent="-285750">
              <a:lnSpc>
                <a:spcPct val="50000"/>
              </a:lnSpc>
              <a:spcAft>
                <a:spcPts val="10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Global drug substance release spec</a:t>
            </a:r>
          </a:p>
          <a:p>
            <a:pPr marL="742950" lvl="1" indent="-285750">
              <a:lnSpc>
                <a:spcPct val="90000"/>
              </a:lnSpc>
              <a:spcAft>
                <a:spcPts val="10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Tolerance interval from commercial runs</a:t>
            </a:r>
          </a:p>
          <a:p>
            <a:pPr marL="742950" lvl="1" indent="-285750">
              <a:lnSpc>
                <a:spcPct val="90000"/>
              </a:lnSpc>
              <a:spcAft>
                <a:spcPts val="10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Fed-batch characterization range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DBCB70-F29A-8B6C-2E02-7866D24DFE93}"/>
              </a:ext>
            </a:extLst>
          </p:cNvPr>
          <p:cNvSpPr txBox="1"/>
          <p:nvPr/>
        </p:nvSpPr>
        <p:spPr>
          <a:xfrm>
            <a:off x="6711360" y="3573922"/>
            <a:ext cx="5064009" cy="5909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b="1" i="1" dirty="0">
                <a:solidFill>
                  <a:schemeClr val="bg1"/>
                </a:solidFill>
              </a:rPr>
              <a:t>Demonstrate product quality meets acceptable range for critical quality attributes (CQAs)</a:t>
            </a:r>
          </a:p>
        </p:txBody>
      </p:sp>
      <p:pic>
        <p:nvPicPr>
          <p:cNvPr id="1026" name="Picture 2" descr="lower production cost Icon 2240442">
            <a:extLst>
              <a:ext uri="{FF2B5EF4-FFF2-40B4-BE49-F238E27FC236}">
                <a16:creationId xmlns:a16="http://schemas.microsoft.com/office/drawing/2014/main" id="{14D1DD0B-6EBE-0537-49AF-9FF1B2D74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499" y="909915"/>
            <a:ext cx="2899799" cy="2899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2478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8" grpId="0" animBg="1"/>
      <p:bldP spid="12" grpId="0"/>
      <p:bldP spid="16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3AEB7C7-553D-61C8-6CF6-56831B245C47}"/>
              </a:ext>
            </a:extLst>
          </p:cNvPr>
          <p:cNvSpPr/>
          <p:nvPr/>
        </p:nvSpPr>
        <p:spPr>
          <a:xfrm>
            <a:off x="388413" y="3599189"/>
            <a:ext cx="4130397" cy="2130976"/>
          </a:xfrm>
          <a:prstGeom prst="roundRect">
            <a:avLst/>
          </a:prstGeom>
          <a:solidFill>
            <a:schemeClr val="accent1">
              <a:alpha val="9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427390B-34F7-070B-055E-FA51A2E76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/>
              <a:t>Feasibility study: evaluating fed-batch process differences in IDB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275103-95EB-8B42-68DA-CEE30ED2192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79381-3056-6C95-D2C0-E6B082E560F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CA488F5-8517-CE60-9599-B917B2FEF0E4}"/>
              </a:ext>
            </a:extLst>
          </p:cNvPr>
          <p:cNvGraphicFramePr>
            <a:graphicFrameLocks noGrp="1"/>
          </p:cNvGraphicFramePr>
          <p:nvPr/>
        </p:nvGraphicFramePr>
        <p:xfrm>
          <a:off x="419306" y="1627939"/>
          <a:ext cx="11145161" cy="133341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36199">
                  <a:extLst>
                    <a:ext uri="{9D8B030D-6E8A-4147-A177-3AD203B41FA5}">
                      <a16:colId xmlns:a16="http://schemas.microsoft.com/office/drawing/2014/main" val="2155101448"/>
                    </a:ext>
                  </a:extLst>
                </a:gridCol>
                <a:gridCol w="2777797">
                  <a:extLst>
                    <a:ext uri="{9D8B030D-6E8A-4147-A177-3AD203B41FA5}">
                      <a16:colId xmlns:a16="http://schemas.microsoft.com/office/drawing/2014/main" val="4218129760"/>
                    </a:ext>
                  </a:extLst>
                </a:gridCol>
                <a:gridCol w="4331165">
                  <a:extLst>
                    <a:ext uri="{9D8B030D-6E8A-4147-A177-3AD203B41FA5}">
                      <a16:colId xmlns:a16="http://schemas.microsoft.com/office/drawing/2014/main" val="1074308776"/>
                    </a:ext>
                  </a:extLst>
                </a:gridCol>
              </a:tblGrid>
              <a:tr h="540938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bg1"/>
                          </a:solidFill>
                        </a:rPr>
                        <a:t>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bg1"/>
                          </a:solidFill>
                        </a:rPr>
                        <a:t>Basal 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bg1"/>
                          </a:solidFill>
                        </a:rPr>
                        <a:t>Production pH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7729774"/>
                  </a:ext>
                </a:extLst>
              </a:tr>
              <a:tr h="38600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Commercial fed-batch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Media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6.70 ± 0.10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137748"/>
                  </a:ext>
                </a:extLst>
              </a:tr>
              <a:tr h="386007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IDB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Media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7.00 + 0.10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959750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2491D1C-F7C5-4A91-A1EE-27FB3F602949}"/>
              </a:ext>
            </a:extLst>
          </p:cNvPr>
          <p:cNvSpPr txBox="1"/>
          <p:nvPr/>
        </p:nvSpPr>
        <p:spPr>
          <a:xfrm>
            <a:off x="483328" y="3722289"/>
            <a:ext cx="4248726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Media 1 higher cost than Media 2</a:t>
            </a:r>
          </a:p>
          <a:p>
            <a:pPr marL="800100" lvl="1" indent="-342900">
              <a:lnSpc>
                <a:spcPct val="90000"/>
              </a:lnSpc>
              <a:spcAft>
                <a:spcPts val="600"/>
              </a:spcAft>
              <a:buSzPct val="80000"/>
              <a:buFont typeface="Courier New" panose="02070309020205020404" pitchFamily="49" charset="0"/>
              <a:buChar char="o"/>
            </a:pPr>
            <a:r>
              <a:rPr lang="en-US" sz="2000" dirty="0"/>
              <a:t>Large impact to COG</a:t>
            </a:r>
            <a:r>
              <a:rPr lang="en-US" sz="2000" baseline="-25000" dirty="0"/>
              <a:t>m</a:t>
            </a:r>
            <a:r>
              <a:rPr lang="en-US" sz="2000" dirty="0"/>
              <a:t> for perfusion</a:t>
            </a:r>
          </a:p>
          <a:p>
            <a:pPr marL="285750" indent="-285750" algn="l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pH cited in fed-batch characterization studies to impact product quality and titer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D847816-BB03-737A-730C-8F487DD9EB02}"/>
              </a:ext>
            </a:extLst>
          </p:cNvPr>
          <p:cNvGrpSpPr/>
          <p:nvPr/>
        </p:nvGrpSpPr>
        <p:grpSpPr>
          <a:xfrm>
            <a:off x="6132129" y="4037555"/>
            <a:ext cx="1465219" cy="1531247"/>
            <a:chOff x="1603483" y="1998958"/>
            <a:chExt cx="1954788" cy="2266072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42471E85-B381-B700-9F21-DB2A6A7F5E37}"/>
                </a:ext>
              </a:extLst>
            </p:cNvPr>
            <p:cNvSpPr/>
            <p:nvPr/>
          </p:nvSpPr>
          <p:spPr>
            <a:xfrm>
              <a:off x="1714895" y="2483341"/>
              <a:ext cx="1735016" cy="1781687"/>
            </a:xfrm>
            <a:prstGeom prst="roundRect">
              <a:avLst/>
            </a:prstGeom>
            <a:solidFill>
              <a:srgbClr val="F0AB00">
                <a:lumMod val="60000"/>
                <a:lumOff val="40000"/>
              </a:srgbClr>
            </a:solidFill>
            <a:ln w="63500" cap="flat" cmpd="sng" algn="ctr">
              <a:solidFill>
                <a:srgbClr val="FFE19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5866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16749C-C0C4-CCAB-3E50-3BED22A8417E}"/>
                </a:ext>
              </a:extLst>
            </p:cNvPr>
            <p:cNvSpPr/>
            <p:nvPr/>
          </p:nvSpPr>
          <p:spPr>
            <a:xfrm>
              <a:off x="1711965" y="2252905"/>
              <a:ext cx="1737946" cy="865532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5866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75AAA89-45FA-4263-410B-F1E5666F3924}"/>
                </a:ext>
              </a:extLst>
            </p:cNvPr>
            <p:cNvGrpSpPr/>
            <p:nvPr/>
          </p:nvGrpSpPr>
          <p:grpSpPr>
            <a:xfrm>
              <a:off x="1603483" y="1998958"/>
              <a:ext cx="1954788" cy="2266072"/>
              <a:chOff x="2365087" y="1661159"/>
              <a:chExt cx="1954788" cy="2266072"/>
            </a:xfrm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6ECD4004-434B-656F-7B2B-52785D07F188}"/>
                  </a:ext>
                </a:extLst>
              </p:cNvPr>
              <p:cNvSpPr/>
              <p:nvPr/>
            </p:nvSpPr>
            <p:spPr>
              <a:xfrm>
                <a:off x="2473569" y="1735015"/>
                <a:ext cx="1735016" cy="2192216"/>
              </a:xfrm>
              <a:prstGeom prst="roundRect">
                <a:avLst/>
              </a:prstGeom>
              <a:noFill/>
              <a:ln w="635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58666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DF695E9-FCDE-F1B4-87AC-C6E986A3F4E1}"/>
                  </a:ext>
                </a:extLst>
              </p:cNvPr>
              <p:cNvSpPr/>
              <p:nvPr/>
            </p:nvSpPr>
            <p:spPr>
              <a:xfrm>
                <a:off x="2365087" y="1661159"/>
                <a:ext cx="1954788" cy="434340"/>
              </a:xfrm>
              <a:prstGeom prst="rect">
                <a:avLst/>
              </a:prstGeom>
              <a:solidFill>
                <a:srgbClr val="FFFFFF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58666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6D05DD6-085C-7421-B14E-47F45BC4D4F0}"/>
                </a:ext>
              </a:extLst>
            </p:cNvPr>
            <p:cNvGrpSpPr/>
            <p:nvPr/>
          </p:nvGrpSpPr>
          <p:grpSpPr>
            <a:xfrm>
              <a:off x="2207020" y="2263437"/>
              <a:ext cx="762000" cy="1704975"/>
              <a:chOff x="4191000" y="1925638"/>
              <a:chExt cx="762000" cy="1704975"/>
            </a:xfrm>
            <a:solidFill>
              <a:srgbClr val="FFFFFF">
                <a:lumMod val="50000"/>
              </a:srgbClr>
            </a:solidFill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8E831C4F-F485-2928-2E66-EC4A0ECEE7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2000" y="1925638"/>
                <a:ext cx="0" cy="1704975"/>
              </a:xfrm>
              <a:prstGeom prst="line">
                <a:avLst/>
              </a:prstGeom>
              <a:grpFill/>
              <a:ln w="762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E764A86-F5C8-28E2-4F4F-943F3D9C8A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92000" y="3457575"/>
                <a:ext cx="360000" cy="0"/>
              </a:xfrm>
              <a:prstGeom prst="line">
                <a:avLst/>
              </a:prstGeom>
              <a:grpFill/>
              <a:ln w="254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3421E41-DE49-21FB-F4EA-A7DA42EB520B}"/>
                  </a:ext>
                </a:extLst>
              </p:cNvPr>
              <p:cNvSpPr/>
              <p:nvPr/>
            </p:nvSpPr>
            <p:spPr>
              <a:xfrm>
                <a:off x="4191000" y="3381375"/>
                <a:ext cx="201000" cy="152400"/>
              </a:xfrm>
              <a:prstGeom prst="rect">
                <a:avLst/>
              </a:prstGeom>
              <a:grpFill/>
              <a:ln w="9525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58666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71A4862-CD66-44FF-022A-78EDEF70E3D0}"/>
                  </a:ext>
                </a:extLst>
              </p:cNvPr>
              <p:cNvSpPr/>
              <p:nvPr/>
            </p:nvSpPr>
            <p:spPr>
              <a:xfrm>
                <a:off x="4752000" y="3381375"/>
                <a:ext cx="201000" cy="152400"/>
              </a:xfrm>
              <a:prstGeom prst="rect">
                <a:avLst/>
              </a:prstGeom>
              <a:grpFill/>
              <a:ln w="9525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58666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616B48A-2974-BB52-C698-B451A881454B}"/>
              </a:ext>
            </a:extLst>
          </p:cNvPr>
          <p:cNvSpPr txBox="1"/>
          <p:nvPr/>
        </p:nvSpPr>
        <p:spPr>
          <a:xfrm>
            <a:off x="9120213" y="5768432"/>
            <a:ext cx="3550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Match IDB platform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F65D1E8-671F-D205-3F2C-A1F70F6362E4}"/>
              </a:ext>
            </a:extLst>
          </p:cNvPr>
          <p:cNvGrpSpPr/>
          <p:nvPr/>
        </p:nvGrpSpPr>
        <p:grpSpPr>
          <a:xfrm>
            <a:off x="9641792" y="4078958"/>
            <a:ext cx="1465219" cy="1582836"/>
            <a:chOff x="1603483" y="1998958"/>
            <a:chExt cx="1954788" cy="2266072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97591544-3B7A-284C-CD3D-32D27F76F4B3}"/>
                </a:ext>
              </a:extLst>
            </p:cNvPr>
            <p:cNvSpPr/>
            <p:nvPr/>
          </p:nvSpPr>
          <p:spPr>
            <a:xfrm>
              <a:off x="1714895" y="2483341"/>
              <a:ext cx="1735016" cy="1781687"/>
            </a:xfrm>
            <a:prstGeom prst="roundRect">
              <a:avLst/>
            </a:prstGeom>
            <a:solidFill>
              <a:srgbClr val="F0AB00">
                <a:lumMod val="60000"/>
                <a:lumOff val="40000"/>
              </a:srgbClr>
            </a:solidFill>
            <a:ln w="63500" cap="flat" cmpd="sng" algn="ctr">
              <a:solidFill>
                <a:srgbClr val="FFE19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5866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124ADB9-15D4-8B52-7E9A-55D8335A1555}"/>
                </a:ext>
              </a:extLst>
            </p:cNvPr>
            <p:cNvSpPr/>
            <p:nvPr/>
          </p:nvSpPr>
          <p:spPr>
            <a:xfrm>
              <a:off x="1711965" y="2252905"/>
              <a:ext cx="1737946" cy="865532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5866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2C8F2B9-719C-2204-32B2-3BC1AC765B2B}"/>
                </a:ext>
              </a:extLst>
            </p:cNvPr>
            <p:cNvGrpSpPr/>
            <p:nvPr/>
          </p:nvGrpSpPr>
          <p:grpSpPr>
            <a:xfrm>
              <a:off x="1603483" y="1998958"/>
              <a:ext cx="1954788" cy="2266072"/>
              <a:chOff x="2365087" y="1661159"/>
              <a:chExt cx="1954788" cy="2266072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F6C16658-C818-3652-639D-BC8A74FFD3C8}"/>
                  </a:ext>
                </a:extLst>
              </p:cNvPr>
              <p:cNvSpPr/>
              <p:nvPr/>
            </p:nvSpPr>
            <p:spPr>
              <a:xfrm>
                <a:off x="2473569" y="1735015"/>
                <a:ext cx="1735016" cy="2192216"/>
              </a:xfrm>
              <a:prstGeom prst="roundRect">
                <a:avLst/>
              </a:prstGeom>
              <a:noFill/>
              <a:ln w="635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58666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F872358-B0AB-85CA-90C9-2711D3288A7F}"/>
                  </a:ext>
                </a:extLst>
              </p:cNvPr>
              <p:cNvSpPr/>
              <p:nvPr/>
            </p:nvSpPr>
            <p:spPr>
              <a:xfrm>
                <a:off x="2365087" y="1661159"/>
                <a:ext cx="1954788" cy="434340"/>
              </a:xfrm>
              <a:prstGeom prst="rect">
                <a:avLst/>
              </a:prstGeom>
              <a:solidFill>
                <a:srgbClr val="FFFFFF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58666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CCB2321-B4F6-0558-4537-4612D33041AB}"/>
                </a:ext>
              </a:extLst>
            </p:cNvPr>
            <p:cNvGrpSpPr/>
            <p:nvPr/>
          </p:nvGrpSpPr>
          <p:grpSpPr>
            <a:xfrm>
              <a:off x="2207020" y="2263437"/>
              <a:ext cx="762000" cy="1704975"/>
              <a:chOff x="4191000" y="1925638"/>
              <a:chExt cx="762000" cy="1704975"/>
            </a:xfrm>
            <a:solidFill>
              <a:srgbClr val="FFFFFF">
                <a:lumMod val="50000"/>
              </a:srgbClr>
            </a:solidFill>
          </p:grpSpPr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FABD7C1B-7206-656B-BEFE-2AAF7B9D53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2000" y="1925638"/>
                <a:ext cx="0" cy="1704975"/>
              </a:xfrm>
              <a:prstGeom prst="line">
                <a:avLst/>
              </a:prstGeom>
              <a:grpFill/>
              <a:ln w="762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EA6955D-3E93-79C8-4C5E-9BEBA82BCB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92000" y="3457575"/>
                <a:ext cx="360000" cy="0"/>
              </a:xfrm>
              <a:prstGeom prst="line">
                <a:avLst/>
              </a:prstGeom>
              <a:grpFill/>
              <a:ln w="25400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</p:cxn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B3FD510-5D9E-A267-06F2-3CD6296238AF}"/>
                  </a:ext>
                </a:extLst>
              </p:cNvPr>
              <p:cNvSpPr/>
              <p:nvPr/>
            </p:nvSpPr>
            <p:spPr>
              <a:xfrm>
                <a:off x="4191000" y="3381375"/>
                <a:ext cx="201000" cy="152400"/>
              </a:xfrm>
              <a:prstGeom prst="rect">
                <a:avLst/>
              </a:prstGeom>
              <a:grpFill/>
              <a:ln w="9525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58666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5C29535B-BDFB-0593-49A7-1E1CF2A130EF}"/>
                  </a:ext>
                </a:extLst>
              </p:cNvPr>
              <p:cNvSpPr/>
              <p:nvPr/>
            </p:nvSpPr>
            <p:spPr>
              <a:xfrm>
                <a:off x="4752000" y="3381375"/>
                <a:ext cx="201000" cy="152400"/>
              </a:xfrm>
              <a:prstGeom prst="rect">
                <a:avLst/>
              </a:prstGeom>
              <a:grpFill/>
              <a:ln w="9525" cap="flat" cmpd="sng" algn="ctr">
                <a:solidFill>
                  <a:srgbClr val="FFFFFF">
                    <a:lumMod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58666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0183042A-3D5F-A34A-C741-2840E63BF498}"/>
              </a:ext>
            </a:extLst>
          </p:cNvPr>
          <p:cNvSpPr txBox="1"/>
          <p:nvPr/>
        </p:nvSpPr>
        <p:spPr>
          <a:xfrm>
            <a:off x="5939820" y="3479313"/>
            <a:ext cx="3426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2000" b="1">
                <a:solidFill>
                  <a:schemeClr val="accent1"/>
                </a:solidFill>
              </a:rPr>
              <a:t>3L: Condition 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8AFF4F-6FA4-3AAE-D860-9D786765945F}"/>
              </a:ext>
            </a:extLst>
          </p:cNvPr>
          <p:cNvSpPr txBox="1"/>
          <p:nvPr/>
        </p:nvSpPr>
        <p:spPr>
          <a:xfrm>
            <a:off x="9465577" y="3810781"/>
            <a:ext cx="3183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Media 2, pH 7.00</a:t>
            </a:r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2EBA7077-EAAE-CFEB-734F-5E768A0B43B9}"/>
              </a:ext>
            </a:extLst>
          </p:cNvPr>
          <p:cNvSpPr/>
          <p:nvPr/>
        </p:nvSpPr>
        <p:spPr>
          <a:xfrm rot="16200000">
            <a:off x="5034202" y="4318539"/>
            <a:ext cx="584863" cy="677517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BF1E30-9D0B-34FA-77D1-DA4E303E426D}"/>
              </a:ext>
            </a:extLst>
          </p:cNvPr>
          <p:cNvSpPr txBox="1"/>
          <p:nvPr/>
        </p:nvSpPr>
        <p:spPr>
          <a:xfrm>
            <a:off x="5374331" y="5754787"/>
            <a:ext cx="454225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Match fed-batch process</a:t>
            </a:r>
          </a:p>
          <a:p>
            <a:pPr marL="285750" indent="-285750" algn="l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Most likely to achieve targets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D5A125A-DB17-DA9C-4435-C4777926318D}"/>
              </a:ext>
            </a:extLst>
          </p:cNvPr>
          <p:cNvSpPr txBox="1"/>
          <p:nvPr/>
        </p:nvSpPr>
        <p:spPr>
          <a:xfrm>
            <a:off x="5931515" y="3782557"/>
            <a:ext cx="3426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2000" b="1"/>
              <a:t>Media 1, pH 6.70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51C281-491C-4C42-CC88-EC9E29920545}"/>
              </a:ext>
            </a:extLst>
          </p:cNvPr>
          <p:cNvSpPr txBox="1"/>
          <p:nvPr/>
        </p:nvSpPr>
        <p:spPr>
          <a:xfrm>
            <a:off x="9465577" y="3511609"/>
            <a:ext cx="3426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2000" b="1">
                <a:solidFill>
                  <a:schemeClr val="accent1"/>
                </a:solidFill>
              </a:rPr>
              <a:t>3L: Condition 2</a:t>
            </a:r>
          </a:p>
        </p:txBody>
      </p:sp>
    </p:spTree>
    <p:extLst>
      <p:ext uri="{BB962C8B-B14F-4D97-AF65-F5344CB8AC3E}">
        <p14:creationId xmlns:p14="http://schemas.microsoft.com/office/powerpoint/2010/main" val="485928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9" grpId="0"/>
      <p:bldP spid="20" grpId="0"/>
      <p:bldP spid="32" grpId="0"/>
      <p:bldP spid="33" grpId="0"/>
      <p:bldP spid="36" grpId="0" animBg="1"/>
      <p:bldP spid="6" grpId="0"/>
      <p:bldP spid="40" grpId="0"/>
      <p:bldP spid="4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21703561-48FC-BFA4-7B8C-8B7F07CCABED}"/>
              </a:ext>
            </a:extLst>
          </p:cNvPr>
          <p:cNvGrpSpPr/>
          <p:nvPr/>
        </p:nvGrpSpPr>
        <p:grpSpPr>
          <a:xfrm>
            <a:off x="9209440" y="372551"/>
            <a:ext cx="2702584" cy="914028"/>
            <a:chOff x="8935990" y="206419"/>
            <a:chExt cx="2755788" cy="92157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1AB6934-029A-4C85-FDF1-80A575E1C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55346" y="271131"/>
              <a:ext cx="2613929" cy="805373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53C9696-E611-412E-A374-D78B0372C105}"/>
                </a:ext>
              </a:extLst>
            </p:cNvPr>
            <p:cNvSpPr txBox="1"/>
            <p:nvPr/>
          </p:nvSpPr>
          <p:spPr>
            <a:xfrm>
              <a:off x="8935990" y="206419"/>
              <a:ext cx="2755788" cy="92157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90000"/>
                </a:lnSpc>
                <a:spcAft>
                  <a:spcPts val="600"/>
                </a:spcAft>
              </a:lvl1pPr>
            </a:lstStyle>
            <a:p>
              <a:endParaRPr lang="en-US" dirty="0" err="1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588961-9B14-8C21-A452-D478DAA08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309209-3F09-883A-0B07-E465E5377CA3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C8E69-A89F-1E69-58BC-CB0158C07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DF88E08-5673-6EF9-92BB-6E75D405A994}"/>
              </a:ext>
            </a:extLst>
          </p:cNvPr>
          <p:cNvGrpSpPr/>
          <p:nvPr/>
        </p:nvGrpSpPr>
        <p:grpSpPr>
          <a:xfrm>
            <a:off x="482706" y="5706511"/>
            <a:ext cx="5240235" cy="659892"/>
            <a:chOff x="544286" y="5632051"/>
            <a:chExt cx="5240235" cy="659892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F01FFBE-6193-8A77-B1A7-28EAAE3D8654}"/>
                </a:ext>
              </a:extLst>
            </p:cNvPr>
            <p:cNvSpPr/>
            <p:nvPr/>
          </p:nvSpPr>
          <p:spPr>
            <a:xfrm>
              <a:off x="544286" y="5632051"/>
              <a:ext cx="5240235" cy="659892"/>
            </a:xfrm>
            <a:prstGeom prst="roundRect">
              <a:avLst/>
            </a:prstGeom>
            <a:solidFill>
              <a:srgbClr val="FFF5DD"/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en-US" dirty="0" err="1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03C3FE9-96E9-3B26-8878-99FB5D8632D8}"/>
                </a:ext>
              </a:extLst>
            </p:cNvPr>
            <p:cNvSpPr txBox="1"/>
            <p:nvPr/>
          </p:nvSpPr>
          <p:spPr>
            <a:xfrm>
              <a:off x="719565" y="5632051"/>
              <a:ext cx="4884920" cy="64633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defRPr b="1"/>
              </a:lvl1pPr>
            </a:lstStyle>
            <a:p>
              <a:r>
                <a:rPr lang="en-US" dirty="0"/>
                <a:t>Perfusion process exceeded STY target:                       </a:t>
              </a:r>
              <a:r>
                <a:rPr lang="en-US" dirty="0">
                  <a:solidFill>
                    <a:schemeClr val="accent1"/>
                  </a:solidFill>
                </a:rPr>
                <a:t>5x improvement </a:t>
              </a:r>
              <a:r>
                <a:rPr lang="en-US" dirty="0"/>
                <a:t>over fed-batch space-time yield 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89CF1DC-8B84-25DF-DE49-4EB0E0DF0A04}"/>
              </a:ext>
            </a:extLst>
          </p:cNvPr>
          <p:cNvSpPr txBox="1"/>
          <p:nvPr/>
        </p:nvSpPr>
        <p:spPr>
          <a:xfrm>
            <a:off x="426020" y="4483050"/>
            <a:ext cx="5504407" cy="891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</a:lvl1pPr>
          </a:lstStyle>
          <a:p>
            <a:pPr>
              <a:buClr>
                <a:schemeClr val="tx1"/>
              </a:buClr>
              <a:buSzPct val="100000"/>
              <a:buFont typeface="+mn-lt"/>
            </a:pPr>
            <a:r>
              <a:rPr lang="en-US" dirty="0"/>
              <a:t>IDB process resulted in sustained high cell density and viability </a:t>
            </a:r>
          </a:p>
          <a:p>
            <a:pPr>
              <a:buClr>
                <a:schemeClr val="tx1"/>
              </a:buClr>
              <a:buSzPct val="100000"/>
              <a:buFont typeface="+mn-lt"/>
            </a:pPr>
            <a:r>
              <a:rPr lang="en-US" dirty="0"/>
              <a:t>Fed-batch cell specific productivity matched with IDB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F451F95-7A1D-BC05-BFA0-C6813F60041A}"/>
              </a:ext>
            </a:extLst>
          </p:cNvPr>
          <p:cNvGrpSpPr/>
          <p:nvPr/>
        </p:nvGrpSpPr>
        <p:grpSpPr>
          <a:xfrm>
            <a:off x="9226270" y="4717173"/>
            <a:ext cx="3532068" cy="1156188"/>
            <a:chOff x="9265062" y="4660938"/>
            <a:chExt cx="3532068" cy="115618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1DE7DC3-BC2D-1963-E485-44E631732790}"/>
                </a:ext>
              </a:extLst>
            </p:cNvPr>
            <p:cNvGrpSpPr/>
            <p:nvPr/>
          </p:nvGrpSpPr>
          <p:grpSpPr>
            <a:xfrm>
              <a:off x="9265062" y="4740677"/>
              <a:ext cx="3532068" cy="1020212"/>
              <a:chOff x="6252844" y="4079535"/>
              <a:chExt cx="3384184" cy="1020212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CEED9ECB-F1FB-90EC-4069-DA29857585A4}"/>
                  </a:ext>
                </a:extLst>
              </p:cNvPr>
              <p:cNvGrpSpPr/>
              <p:nvPr/>
            </p:nvGrpSpPr>
            <p:grpSpPr>
              <a:xfrm>
                <a:off x="6411028" y="4079535"/>
                <a:ext cx="3226000" cy="1020212"/>
                <a:chOff x="9481273" y="5176478"/>
                <a:chExt cx="3226000" cy="1020212"/>
              </a:xfrm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D5C6B6C5-36DB-05C2-1546-05219DD1E8B3}"/>
                    </a:ext>
                  </a:extLst>
                </p:cNvPr>
                <p:cNvGrpSpPr/>
                <p:nvPr/>
              </p:nvGrpSpPr>
              <p:grpSpPr>
                <a:xfrm>
                  <a:off x="9549906" y="5524800"/>
                  <a:ext cx="3157367" cy="671890"/>
                  <a:chOff x="9549906" y="5524800"/>
                  <a:chExt cx="3157367" cy="671890"/>
                </a:xfrm>
              </p:grpSpPr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F33DE046-3020-3F17-E717-01074A9AAB9E}"/>
                      </a:ext>
                    </a:extLst>
                  </p:cNvPr>
                  <p:cNvSpPr txBox="1"/>
                  <p:nvPr/>
                </p:nvSpPr>
                <p:spPr>
                  <a:xfrm>
                    <a:off x="9549906" y="5524800"/>
                    <a:ext cx="3157367" cy="35394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>
                    <a:defPPr>
                      <a:defRPr lang="en-US"/>
                    </a:defPPr>
                    <a:lvl1pPr>
                      <a:defRPr sz="1600" b="1">
                        <a:solidFill>
                          <a:schemeClr val="tx1">
                            <a:lumMod val="50000"/>
                          </a:schemeClr>
                        </a:solidFill>
                      </a:defRPr>
                    </a:lvl1pPr>
                  </a:lstStyle>
                  <a:p>
                    <a:r>
                      <a:rPr lang="en-US" sz="1700" dirty="0"/>
                      <a:t>Total harvested protein</a:t>
                    </a:r>
                  </a:p>
                </p:txBody>
              </p:sp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CD07AE80-BDD8-ADB5-C916-8357EA9810EB}"/>
                      </a:ext>
                    </a:extLst>
                  </p:cNvPr>
                  <p:cNvSpPr txBox="1"/>
                  <p:nvPr/>
                </p:nvSpPr>
                <p:spPr>
                  <a:xfrm>
                    <a:off x="9929405" y="5842747"/>
                    <a:ext cx="1415064" cy="35394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>
                    <a:defPPr>
                      <a:defRPr lang="en-US"/>
                    </a:defPPr>
                    <a:lvl1pPr>
                      <a:defRPr sz="1600" b="1">
                        <a:solidFill>
                          <a:schemeClr val="tx1">
                            <a:lumMod val="50000"/>
                          </a:schemeClr>
                        </a:solidFill>
                      </a:defRPr>
                    </a:lvl1pPr>
                  </a:lstStyle>
                  <a:p>
                    <a:r>
                      <a:rPr lang="en-US" sz="1700" dirty="0"/>
                      <a:t>Culture time</a:t>
                    </a:r>
                  </a:p>
                </p:txBody>
              </p:sp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0CFD81BB-6CD7-5187-0FB8-F9DCF5BA7F6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9581690" y="5853633"/>
                    <a:ext cx="2033124" cy="0"/>
                  </a:xfrm>
                  <a:prstGeom prst="line">
                    <a:avLst/>
                  </a:prstGeom>
                  <a:ln w="19050">
                    <a:solidFill>
                      <a:schemeClr val="tx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03F15C1-66C5-CD28-5CFC-45DD2BCC6D45}"/>
                    </a:ext>
                  </a:extLst>
                </p:cNvPr>
                <p:cNvSpPr txBox="1"/>
                <p:nvPr/>
              </p:nvSpPr>
              <p:spPr>
                <a:xfrm>
                  <a:off x="9481273" y="5176478"/>
                  <a:ext cx="3157367" cy="35394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>
                    <a:defRPr sz="1600" b="1">
                      <a:solidFill>
                        <a:schemeClr val="accent1"/>
                      </a:solidFill>
                    </a:defRPr>
                  </a:lvl1pPr>
                </a:lstStyle>
                <a:p>
                  <a:r>
                    <a:rPr lang="en-US" sz="1700" dirty="0"/>
                    <a:t>Space-Time Yield (STY):</a:t>
                  </a:r>
                </a:p>
              </p:txBody>
            </p: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02F2E00-B921-6091-25DF-65A8C8D0B600}"/>
                  </a:ext>
                </a:extLst>
              </p:cNvPr>
              <p:cNvSpPr txBox="1"/>
              <p:nvPr/>
            </p:nvSpPr>
            <p:spPr>
              <a:xfrm>
                <a:off x="6252844" y="4571197"/>
                <a:ext cx="400005" cy="353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sz="1600" b="1">
                    <a:solidFill>
                      <a:schemeClr val="tx1">
                        <a:lumMod val="50000"/>
                      </a:schemeClr>
                    </a:solidFill>
                  </a:defRPr>
                </a:lvl1pPr>
              </a:lstStyle>
              <a:p>
                <a:r>
                  <a:rPr lang="en-US" sz="1700" dirty="0">
                    <a:solidFill>
                      <a:schemeClr val="accent4"/>
                    </a:solidFill>
                  </a:rPr>
                  <a:t>=</a:t>
                </a:r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01764C8-0848-628B-29E8-DC49A8E6F00F}"/>
                </a:ext>
              </a:extLst>
            </p:cNvPr>
            <p:cNvSpPr/>
            <p:nvPr/>
          </p:nvSpPr>
          <p:spPr>
            <a:xfrm>
              <a:off x="9271355" y="4660938"/>
              <a:ext cx="2579569" cy="115618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en-US" dirty="0" err="1"/>
            </a:p>
          </p:txBody>
        </p:sp>
      </p:grpSp>
      <p:sp>
        <p:nvSpPr>
          <p:cNvPr id="22" name="Title 1">
            <a:extLst>
              <a:ext uri="{FF2B5EF4-FFF2-40B4-BE49-F238E27FC236}">
                <a16:creationId xmlns:a16="http://schemas.microsoft.com/office/drawing/2014/main" id="{25465229-FB91-3D2B-465F-887F69D3643F}"/>
              </a:ext>
            </a:extLst>
          </p:cNvPr>
          <p:cNvSpPr txBox="1">
            <a:spLocks/>
          </p:cNvSpPr>
          <p:nvPr/>
        </p:nvSpPr>
        <p:spPr>
          <a:xfrm>
            <a:off x="407987" y="404812"/>
            <a:ext cx="11376025" cy="8640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ct val="0"/>
              </a:spcBef>
              <a:buNone/>
              <a:defRPr sz="3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Feasibility study: cell culture performance</a:t>
            </a:r>
            <a:br>
              <a:rPr lang="en-US" dirty="0"/>
            </a:b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CCD615A-6230-D57E-47CA-7A2C16FD559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8165"/>
          <a:stretch/>
        </p:blipFill>
        <p:spPr>
          <a:xfrm>
            <a:off x="303521" y="1443315"/>
            <a:ext cx="2833300" cy="274393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AD365E4-2F60-CDEA-4D2B-684EC4EFCA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3953" y="1420332"/>
            <a:ext cx="2986439" cy="274013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748ECFC-EE88-1D3D-A3AE-6F58A50F1F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5714" y="1430252"/>
            <a:ext cx="2976352" cy="2709927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0C3434C6-ABCA-0DC9-4CA7-52F145AB6B46}"/>
              </a:ext>
            </a:extLst>
          </p:cNvPr>
          <p:cNvGrpSpPr/>
          <p:nvPr/>
        </p:nvGrpSpPr>
        <p:grpSpPr>
          <a:xfrm>
            <a:off x="1039631" y="1691357"/>
            <a:ext cx="2254490" cy="706612"/>
            <a:chOff x="1026379" y="1544805"/>
            <a:chExt cx="2219005" cy="70661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FA585B9-43CF-42F4-E788-56590311DA58}"/>
                </a:ext>
              </a:extLst>
            </p:cNvPr>
            <p:cNvSpPr txBox="1"/>
            <p:nvPr/>
          </p:nvSpPr>
          <p:spPr>
            <a:xfrm>
              <a:off x="1026379" y="1544805"/>
              <a:ext cx="2219005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r>
                <a:rPr lang="en-US" sz="1600" b="1" i="1" dirty="0">
                  <a:solidFill>
                    <a:schemeClr val="accent5">
                      <a:lumMod val="75000"/>
                    </a:schemeClr>
                  </a:solidFill>
                </a:rPr>
                <a:t>Cell bleed 90e6 cells/mL</a:t>
              </a:r>
            </a:p>
          </p:txBody>
        </p:sp>
        <p:sp>
          <p:nvSpPr>
            <p:cNvPr id="34" name="Arrow: Right 33">
              <a:extLst>
                <a:ext uri="{FF2B5EF4-FFF2-40B4-BE49-F238E27FC236}">
                  <a16:creationId xmlns:a16="http://schemas.microsoft.com/office/drawing/2014/main" id="{ACFBD7A0-73A3-BCAD-2C29-19D45F3AF237}"/>
                </a:ext>
              </a:extLst>
            </p:cNvPr>
            <p:cNvSpPr/>
            <p:nvPr/>
          </p:nvSpPr>
          <p:spPr>
            <a:xfrm rot="3393100">
              <a:off x="1479730" y="1938766"/>
              <a:ext cx="482678" cy="142623"/>
            </a:xfrm>
            <a:prstGeom prst="rightArrow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en-US" dirty="0" err="1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7852EA9D-126E-258A-39FD-6D863A7C319A}"/>
              </a:ext>
            </a:extLst>
          </p:cNvPr>
          <p:cNvSpPr txBox="1"/>
          <p:nvPr/>
        </p:nvSpPr>
        <p:spPr>
          <a:xfrm>
            <a:off x="355599" y="939422"/>
            <a:ext cx="6825489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14-day IDB production process compared fed-batch process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F96DFA9-70EA-51C1-A07C-1CF268A3DAE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53993"/>
          <a:stretch/>
        </p:blipFill>
        <p:spPr>
          <a:xfrm>
            <a:off x="6189881" y="3998212"/>
            <a:ext cx="2579568" cy="274013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24C12C1-BF26-495D-3C90-578BADB63F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52" y="1368020"/>
            <a:ext cx="2738737" cy="2746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842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53566EE-9E7D-671A-13A6-5E5388800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246" y="1705516"/>
            <a:ext cx="6016752" cy="4486801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A631D30-DBC6-0A15-450D-7170CA41F25B}"/>
              </a:ext>
            </a:extLst>
          </p:cNvPr>
          <p:cNvSpPr/>
          <p:nvPr/>
        </p:nvSpPr>
        <p:spPr>
          <a:xfrm>
            <a:off x="6493963" y="4076600"/>
            <a:ext cx="5224810" cy="1449956"/>
          </a:xfrm>
          <a:prstGeom prst="roundRect">
            <a:avLst/>
          </a:prstGeom>
          <a:solidFill>
            <a:srgbClr val="FFF5DD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FBACD-866B-9B1E-A242-67AC0318B6F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EDA3E4-95A4-7BE7-E8CF-196DA00BA9CA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3D853FE-62BD-3CC1-E4AF-47C33A5EDCC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03133F0-7637-2F1D-187F-1CABC6696F21}"/>
              </a:ext>
            </a:extLst>
          </p:cNvPr>
          <p:cNvSpPr txBox="1"/>
          <p:nvPr/>
        </p:nvSpPr>
        <p:spPr>
          <a:xfrm>
            <a:off x="6597990" y="4131195"/>
            <a:ext cx="517444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/>
              <a:t>Culture mediums and pH setpoints tested resulted in similar product quality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/>
              <a:t>All results met the proposed feasibility ranges for CQAs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8449C91-4F4C-3178-A6E1-8741CD73B545}"/>
              </a:ext>
            </a:extLst>
          </p:cNvPr>
          <p:cNvSpPr txBox="1">
            <a:spLocks/>
          </p:cNvSpPr>
          <p:nvPr/>
        </p:nvSpPr>
        <p:spPr>
          <a:xfrm>
            <a:off x="407987" y="404812"/>
            <a:ext cx="11376025" cy="100742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/>
              <a:t>Feasibility study: product quality attribute (PQA) results</a:t>
            </a:r>
            <a:br>
              <a:rPr lang="en-US"/>
            </a:br>
            <a:endParaRPr lang="en-US" sz="3200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37475F4-52B0-BAD6-29FD-E7709C4B3012}"/>
              </a:ext>
            </a:extLst>
          </p:cNvPr>
          <p:cNvSpPr txBox="1"/>
          <p:nvPr/>
        </p:nvSpPr>
        <p:spPr>
          <a:xfrm>
            <a:off x="6887258" y="1830489"/>
            <a:ext cx="4725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2000" b="1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=  acceptable range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0B8324B-B4AD-B3EE-BE35-22FB0732375F}"/>
              </a:ext>
            </a:extLst>
          </p:cNvPr>
          <p:cNvGrpSpPr/>
          <p:nvPr/>
        </p:nvGrpSpPr>
        <p:grpSpPr>
          <a:xfrm>
            <a:off x="3435745" y="1780372"/>
            <a:ext cx="2274034" cy="622670"/>
            <a:chOff x="3342716" y="1944909"/>
            <a:chExt cx="2274034" cy="62267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6C670D3-2312-2A97-A465-B370184AA1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42716" y="1980059"/>
              <a:ext cx="2269851" cy="553771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2B12E76-EBBA-A164-F068-A8DD149FA896}"/>
                </a:ext>
              </a:extLst>
            </p:cNvPr>
            <p:cNvSpPr txBox="1"/>
            <p:nvPr/>
          </p:nvSpPr>
          <p:spPr>
            <a:xfrm>
              <a:off x="3346899" y="1944909"/>
              <a:ext cx="2269851" cy="622670"/>
            </a:xfrm>
            <a:prstGeom prst="rect">
              <a:avLst/>
            </a:prstGeom>
            <a:noFill/>
            <a:ln w="19050">
              <a:solidFill>
                <a:schemeClr val="tx1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endParaRPr lang="en-US" err="1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15129F3B-B8FD-DDC9-37D6-C9D87FBF5BB3}"/>
              </a:ext>
            </a:extLst>
          </p:cNvPr>
          <p:cNvSpPr/>
          <p:nvPr/>
        </p:nvSpPr>
        <p:spPr>
          <a:xfrm>
            <a:off x="1131998" y="3282793"/>
            <a:ext cx="478852" cy="1099134"/>
          </a:xfrm>
          <a:prstGeom prst="rect">
            <a:avLst/>
          </a:prstGeom>
          <a:solidFill>
            <a:srgbClr val="92D050">
              <a:alpha val="18000"/>
            </a:srgbClr>
          </a:solidFill>
          <a:ln w="28575">
            <a:solidFill>
              <a:srgbClr val="95CD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924E2E-1FDF-3D4F-CD12-D10000FDAD61}"/>
              </a:ext>
            </a:extLst>
          </p:cNvPr>
          <p:cNvSpPr/>
          <p:nvPr/>
        </p:nvSpPr>
        <p:spPr>
          <a:xfrm>
            <a:off x="4836573" y="3166346"/>
            <a:ext cx="478852" cy="1565142"/>
          </a:xfrm>
          <a:prstGeom prst="rect">
            <a:avLst/>
          </a:prstGeom>
          <a:solidFill>
            <a:srgbClr val="92D050">
              <a:alpha val="18000"/>
            </a:srgbClr>
          </a:solidFill>
          <a:ln w="28575">
            <a:solidFill>
              <a:srgbClr val="95CD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74F06D6-A7E6-4AB2-737E-A582F57BE2C6}"/>
              </a:ext>
            </a:extLst>
          </p:cNvPr>
          <p:cNvSpPr/>
          <p:nvPr/>
        </p:nvSpPr>
        <p:spPr>
          <a:xfrm>
            <a:off x="1865329" y="3565729"/>
            <a:ext cx="478852" cy="927892"/>
          </a:xfrm>
          <a:prstGeom prst="rect">
            <a:avLst/>
          </a:prstGeom>
          <a:solidFill>
            <a:srgbClr val="92D050">
              <a:alpha val="18000"/>
            </a:srgbClr>
          </a:solidFill>
          <a:ln w="28575">
            <a:solidFill>
              <a:srgbClr val="95CD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0A1EDB-EE55-3B5B-32E6-134BBFAE0E3B}"/>
              </a:ext>
            </a:extLst>
          </p:cNvPr>
          <p:cNvSpPr/>
          <p:nvPr/>
        </p:nvSpPr>
        <p:spPr>
          <a:xfrm>
            <a:off x="2615093" y="3678865"/>
            <a:ext cx="478852" cy="816504"/>
          </a:xfrm>
          <a:prstGeom prst="rect">
            <a:avLst/>
          </a:prstGeom>
          <a:solidFill>
            <a:srgbClr val="92D050">
              <a:alpha val="18000"/>
            </a:srgbClr>
          </a:solidFill>
          <a:ln w="28575">
            <a:solidFill>
              <a:srgbClr val="95CD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4208C71-64C9-171B-6C82-05DCA1922A36}"/>
              </a:ext>
            </a:extLst>
          </p:cNvPr>
          <p:cNvSpPr/>
          <p:nvPr/>
        </p:nvSpPr>
        <p:spPr>
          <a:xfrm>
            <a:off x="3349119" y="3274207"/>
            <a:ext cx="478852" cy="1180751"/>
          </a:xfrm>
          <a:prstGeom prst="rect">
            <a:avLst/>
          </a:prstGeom>
          <a:solidFill>
            <a:srgbClr val="92D050">
              <a:alpha val="18000"/>
            </a:srgbClr>
          </a:solidFill>
          <a:ln w="28575">
            <a:solidFill>
              <a:srgbClr val="95CD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48D4884-C003-AC30-9C60-AA5BE25E1032}"/>
              </a:ext>
            </a:extLst>
          </p:cNvPr>
          <p:cNvSpPr/>
          <p:nvPr/>
        </p:nvSpPr>
        <p:spPr>
          <a:xfrm>
            <a:off x="4097793" y="3166346"/>
            <a:ext cx="478852" cy="1288612"/>
          </a:xfrm>
          <a:prstGeom prst="rect">
            <a:avLst/>
          </a:prstGeom>
          <a:solidFill>
            <a:srgbClr val="92D050">
              <a:alpha val="18000"/>
            </a:srgbClr>
          </a:solidFill>
          <a:ln w="28575">
            <a:solidFill>
              <a:srgbClr val="95CD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6C3751C-B1A9-4395-B4FE-C060624B551A}"/>
              </a:ext>
            </a:extLst>
          </p:cNvPr>
          <p:cNvSpPr/>
          <p:nvPr/>
        </p:nvSpPr>
        <p:spPr>
          <a:xfrm>
            <a:off x="6597990" y="1906715"/>
            <a:ext cx="289268" cy="202543"/>
          </a:xfrm>
          <a:prstGeom prst="rect">
            <a:avLst/>
          </a:prstGeom>
          <a:solidFill>
            <a:srgbClr val="92D050">
              <a:alpha val="18000"/>
            </a:srgbClr>
          </a:solidFill>
          <a:ln w="28575">
            <a:solidFill>
              <a:srgbClr val="95CD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47500" lnSpcReduction="20000"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21C085A-25E6-BC8C-1B7E-514A32C5E02A}"/>
              </a:ext>
            </a:extLst>
          </p:cNvPr>
          <p:cNvSpPr txBox="1"/>
          <p:nvPr/>
        </p:nvSpPr>
        <p:spPr>
          <a:xfrm>
            <a:off x="327441" y="947905"/>
            <a:ext cx="1145657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1800" b="1" dirty="0">
                <a:solidFill>
                  <a:schemeClr val="tx1"/>
                </a:solidFill>
                <a:latin typeface="+mn-lt"/>
              </a:rPr>
              <a:t>Day 0-14 product pool (post capture) compared against fed-batch reference standard and pre-defined acceptance range</a:t>
            </a:r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3F9DD08-C10E-BF17-4953-ED49471E715E}"/>
              </a:ext>
            </a:extLst>
          </p:cNvPr>
          <p:cNvSpPr txBox="1"/>
          <p:nvPr/>
        </p:nvSpPr>
        <p:spPr>
          <a:xfrm>
            <a:off x="6461918" y="2386792"/>
            <a:ext cx="5310517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lang="en-US" sz="2000" dirty="0"/>
              <a:t>Widest range from the following:</a:t>
            </a:r>
          </a:p>
          <a:p>
            <a:pPr marL="742950" lvl="1" indent="-28575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Global drug substance release spec</a:t>
            </a:r>
          </a:p>
          <a:p>
            <a:pPr marL="742950" lvl="1" indent="-28575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Tolerance interval from commercial runs</a:t>
            </a:r>
          </a:p>
          <a:p>
            <a:pPr marL="742950" lvl="1" indent="-28575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Fed-batch characterization range</a:t>
            </a:r>
          </a:p>
        </p:txBody>
      </p:sp>
    </p:spTree>
    <p:extLst>
      <p:ext uri="{BB962C8B-B14F-4D97-AF65-F5344CB8AC3E}">
        <p14:creationId xmlns:p14="http://schemas.microsoft.com/office/powerpoint/2010/main" val="2163131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0" grpId="0"/>
      <p:bldP spid="13" grpId="0" animBg="1"/>
      <p:bldP spid="19" grpId="0" animBg="1"/>
      <p:bldP spid="27" grpId="0" animBg="1"/>
      <p:bldP spid="29" grpId="0" animBg="1"/>
      <p:bldP spid="31" grpId="0" animBg="1"/>
      <p:bldP spid="33" grpId="0" animBg="1"/>
      <p:bldP spid="77" grpId="0" animBg="1"/>
      <p:bldP spid="78" grpId="0"/>
      <p:bldP spid="8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B95BE-F00E-4BF3-D8D6-177848987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2"/>
            <a:ext cx="11376025" cy="864087"/>
          </a:xfrm>
        </p:spPr>
        <p:txBody>
          <a:bodyPr>
            <a:noAutofit/>
          </a:bodyPr>
          <a:lstStyle/>
          <a:p>
            <a:r>
              <a:rPr lang="en-US" sz="3200"/>
              <a:t>Feasibility study: cell culture performance</a:t>
            </a:r>
            <a:br>
              <a:rPr lang="en-US" sz="3200"/>
            </a:br>
            <a:endParaRPr lang="en-US" sz="3200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FFF9B-036B-0D72-C048-6895C4648CF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338115E-C3A7-F20B-A65C-ECC214FDD26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10137663" y="6466197"/>
            <a:ext cx="1279358" cy="309145"/>
          </a:xfrm>
        </p:spPr>
        <p:txBody>
          <a:bodyPr/>
          <a:lstStyle/>
          <a:p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BAD38FD-5029-4134-A32F-455E643D3DFD}"/>
              </a:ext>
            </a:extLst>
          </p:cNvPr>
          <p:cNvGrpSpPr/>
          <p:nvPr/>
        </p:nvGrpSpPr>
        <p:grpSpPr>
          <a:xfrm>
            <a:off x="132986" y="5755642"/>
            <a:ext cx="5939976" cy="672832"/>
            <a:chOff x="341998" y="5619111"/>
            <a:chExt cx="5644812" cy="672832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6A33ED4-13ED-B605-28BD-CF83C8A5B060}"/>
                </a:ext>
              </a:extLst>
            </p:cNvPr>
            <p:cNvSpPr/>
            <p:nvPr/>
          </p:nvSpPr>
          <p:spPr>
            <a:xfrm>
              <a:off x="544286" y="5632051"/>
              <a:ext cx="5240235" cy="659892"/>
            </a:xfrm>
            <a:prstGeom prst="roundRect">
              <a:avLst/>
            </a:prstGeom>
            <a:solidFill>
              <a:srgbClr val="FFF5DD"/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en-US" err="1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BB78D0D-EBC7-286D-D76C-895C2B66D2F7}"/>
                </a:ext>
              </a:extLst>
            </p:cNvPr>
            <p:cNvSpPr txBox="1"/>
            <p:nvPr/>
          </p:nvSpPr>
          <p:spPr>
            <a:xfrm>
              <a:off x="341998" y="5619111"/>
              <a:ext cx="5644812" cy="64633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/>
                <a:t>Extended perfusion process further exceeds STY target:           </a:t>
              </a:r>
              <a:r>
                <a:rPr lang="en-US" b="1" dirty="0">
                  <a:solidFill>
                    <a:schemeClr val="accent1"/>
                  </a:solidFill>
                </a:rPr>
                <a:t>6.3x improvement </a:t>
              </a:r>
              <a:r>
                <a:rPr lang="en-US" b="1" dirty="0"/>
                <a:t>over fed-batch space-time yield </a:t>
              </a:r>
              <a:endParaRPr lang="en-US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5E83ADF-FFF7-6D39-83D3-A0113056EA1B}"/>
              </a:ext>
            </a:extLst>
          </p:cNvPr>
          <p:cNvSpPr txBox="1"/>
          <p:nvPr/>
        </p:nvSpPr>
        <p:spPr>
          <a:xfrm>
            <a:off x="349492" y="4355109"/>
            <a:ext cx="5690163" cy="1140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/>
              <a:t>Best process performance with media 2 despite different pH profile than fed-batch</a:t>
            </a:r>
          </a:p>
          <a:p>
            <a:pPr marL="285750" indent="-28575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/>
              <a:t>Similar STY between IDB processes (higher cell bleed with media 2 resulted in lower overall yield)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56E2E1-58A8-1F42-00CD-EE89B82F199A}"/>
              </a:ext>
            </a:extLst>
          </p:cNvPr>
          <p:cNvSpPr txBox="1"/>
          <p:nvPr/>
        </p:nvSpPr>
        <p:spPr>
          <a:xfrm>
            <a:off x="351693" y="876160"/>
            <a:ext cx="7669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+mn-lt"/>
              </a:rPr>
              <a:t>High day 14 viability in IDB process: culture was extended out to 24-days</a:t>
            </a:r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D66B9AE-3093-244A-F6BA-757034285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6933" y="1486423"/>
            <a:ext cx="2850033" cy="26082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2DD9018-6D47-06E6-5024-504A8798ED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2480" y="1462371"/>
            <a:ext cx="2639841" cy="24862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F89263B-1045-A45E-532F-6A5BF1B1BB2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9504"/>
          <a:stretch/>
        </p:blipFill>
        <p:spPr>
          <a:xfrm>
            <a:off x="6114981" y="3948571"/>
            <a:ext cx="2613317" cy="26796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7B706E-2A77-C59B-5AAD-FEA23F1A26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8775" y="1462811"/>
            <a:ext cx="2834639" cy="2579579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5E67D734-F53C-3F76-24A0-B891FF6A6978}"/>
              </a:ext>
            </a:extLst>
          </p:cNvPr>
          <p:cNvGrpSpPr/>
          <p:nvPr/>
        </p:nvGrpSpPr>
        <p:grpSpPr>
          <a:xfrm>
            <a:off x="335149" y="1430961"/>
            <a:ext cx="2976461" cy="2743200"/>
            <a:chOff x="319595" y="1516270"/>
            <a:chExt cx="2917269" cy="2642616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1E6693A-B83C-A3F7-3FEC-3F004D1B2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9595" y="1516270"/>
              <a:ext cx="2917269" cy="2642616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86976A2-5873-10FD-DA65-E073B1274B5E}"/>
                </a:ext>
              </a:extLst>
            </p:cNvPr>
            <p:cNvGrpSpPr/>
            <p:nvPr/>
          </p:nvGrpSpPr>
          <p:grpSpPr>
            <a:xfrm>
              <a:off x="999290" y="1677910"/>
              <a:ext cx="2022414" cy="705537"/>
              <a:chOff x="986038" y="1585146"/>
              <a:chExt cx="2022414" cy="705537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03E1C58-3F20-FA0A-8740-200DC4987476}"/>
                  </a:ext>
                </a:extLst>
              </p:cNvPr>
              <p:cNvSpPr txBox="1"/>
              <p:nvPr/>
            </p:nvSpPr>
            <p:spPr>
              <a:xfrm>
                <a:off x="986038" y="1585146"/>
                <a:ext cx="2022414" cy="2855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sz="1600" b="1" i="1" dirty="0">
                    <a:solidFill>
                      <a:schemeClr val="accent5">
                        <a:lumMod val="75000"/>
                      </a:schemeClr>
                    </a:solidFill>
                  </a:rPr>
                  <a:t>Cell bleed 90e6 cells/mL</a:t>
                </a:r>
              </a:p>
            </p:txBody>
          </p:sp>
          <p:sp>
            <p:nvSpPr>
              <p:cNvPr id="10" name="Arrow: Right 9">
                <a:extLst>
                  <a:ext uri="{FF2B5EF4-FFF2-40B4-BE49-F238E27FC236}">
                    <a16:creationId xmlns:a16="http://schemas.microsoft.com/office/drawing/2014/main" id="{6C557E79-4B2C-8ACE-20FD-D9F4A0095B60}"/>
                  </a:ext>
                </a:extLst>
              </p:cNvPr>
              <p:cNvSpPr/>
              <p:nvPr/>
            </p:nvSpPr>
            <p:spPr>
              <a:xfrm rot="3393100">
                <a:off x="1068882" y="1978032"/>
                <a:ext cx="482678" cy="142623"/>
              </a:xfrm>
              <a:prstGeom prst="rightArrow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 fontScale="25000" lnSpcReduction="20000"/>
              </a:bodyPr>
              <a:lstStyle/>
              <a:p>
                <a:pPr algn="ctr">
                  <a:lnSpc>
                    <a:spcPct val="90000"/>
                  </a:lnSpc>
                  <a:spcAft>
                    <a:spcPts val="600"/>
                  </a:spcAft>
                </a:pPr>
                <a:endParaRPr lang="en-US" dirty="0" err="1"/>
              </a:p>
            </p:txBody>
          </p: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10FC28C-54C6-7665-4031-EBEBD3F40778}"/>
              </a:ext>
            </a:extLst>
          </p:cNvPr>
          <p:cNvGrpSpPr/>
          <p:nvPr/>
        </p:nvGrpSpPr>
        <p:grpSpPr>
          <a:xfrm>
            <a:off x="9209440" y="372551"/>
            <a:ext cx="2702584" cy="914028"/>
            <a:chOff x="8935990" y="206419"/>
            <a:chExt cx="2755788" cy="921572"/>
          </a:xfrm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3E2FB72C-200A-AE91-64C2-B4D4339A865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955346" y="271131"/>
              <a:ext cx="2613929" cy="805373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3B7A308-CC21-5B1F-553E-6192ECFC4CCF}"/>
                </a:ext>
              </a:extLst>
            </p:cNvPr>
            <p:cNvSpPr txBox="1"/>
            <p:nvPr/>
          </p:nvSpPr>
          <p:spPr>
            <a:xfrm>
              <a:off x="8935990" y="206419"/>
              <a:ext cx="2755788" cy="92157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90000"/>
                </a:lnSpc>
                <a:spcAft>
                  <a:spcPts val="600"/>
                </a:spcAft>
              </a:lvl1pPr>
            </a:lstStyle>
            <a:p>
              <a:endParaRPr lang="en-US" dirty="0" err="1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126C5F9-8861-2DB4-2274-A19303AEFBF5}"/>
              </a:ext>
            </a:extLst>
          </p:cNvPr>
          <p:cNvGrpSpPr/>
          <p:nvPr/>
        </p:nvGrpSpPr>
        <p:grpSpPr>
          <a:xfrm>
            <a:off x="9226270" y="4593603"/>
            <a:ext cx="3532068" cy="1156188"/>
            <a:chOff x="9265062" y="4660938"/>
            <a:chExt cx="3532068" cy="1156188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4D9F8B43-9BC2-97E9-F3BE-6801AFBF3F4B}"/>
                </a:ext>
              </a:extLst>
            </p:cNvPr>
            <p:cNvGrpSpPr/>
            <p:nvPr/>
          </p:nvGrpSpPr>
          <p:grpSpPr>
            <a:xfrm>
              <a:off x="9265062" y="4740677"/>
              <a:ext cx="3532068" cy="1020212"/>
              <a:chOff x="6252844" y="4079535"/>
              <a:chExt cx="3384184" cy="1020212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154354B4-D8C8-7331-C8B7-43EFA78AD782}"/>
                  </a:ext>
                </a:extLst>
              </p:cNvPr>
              <p:cNvGrpSpPr/>
              <p:nvPr/>
            </p:nvGrpSpPr>
            <p:grpSpPr>
              <a:xfrm>
                <a:off x="6411028" y="4079535"/>
                <a:ext cx="3226000" cy="1020212"/>
                <a:chOff x="9481273" y="5176478"/>
                <a:chExt cx="3226000" cy="1020212"/>
              </a:xfrm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27EB74DA-4FC4-5868-988B-7E7D575689E4}"/>
                    </a:ext>
                  </a:extLst>
                </p:cNvPr>
                <p:cNvGrpSpPr/>
                <p:nvPr/>
              </p:nvGrpSpPr>
              <p:grpSpPr>
                <a:xfrm>
                  <a:off x="9549906" y="5524800"/>
                  <a:ext cx="3157367" cy="671890"/>
                  <a:chOff x="9549906" y="5524800"/>
                  <a:chExt cx="3157367" cy="671890"/>
                </a:xfrm>
              </p:grpSpPr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53D7DFB6-F818-5F3C-130C-C29AF628FCEA}"/>
                      </a:ext>
                    </a:extLst>
                  </p:cNvPr>
                  <p:cNvSpPr txBox="1"/>
                  <p:nvPr/>
                </p:nvSpPr>
                <p:spPr>
                  <a:xfrm>
                    <a:off x="9549906" y="5524800"/>
                    <a:ext cx="3157367" cy="35394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>
                    <a:defPPr>
                      <a:defRPr lang="en-US"/>
                    </a:defPPr>
                    <a:lvl1pPr>
                      <a:defRPr sz="1600" b="1">
                        <a:solidFill>
                          <a:schemeClr val="tx1">
                            <a:lumMod val="50000"/>
                          </a:schemeClr>
                        </a:solidFill>
                      </a:defRPr>
                    </a:lvl1pPr>
                  </a:lstStyle>
                  <a:p>
                    <a:r>
                      <a:rPr lang="en-US" sz="1700" dirty="0"/>
                      <a:t>Total harvested protein</a:t>
                    </a:r>
                  </a:p>
                </p:txBody>
              </p:sp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57E57697-5032-515A-09AE-D2749F9870FC}"/>
                      </a:ext>
                    </a:extLst>
                  </p:cNvPr>
                  <p:cNvSpPr txBox="1"/>
                  <p:nvPr/>
                </p:nvSpPr>
                <p:spPr>
                  <a:xfrm>
                    <a:off x="9929405" y="5842747"/>
                    <a:ext cx="1415064" cy="35394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>
                    <a:defPPr>
                      <a:defRPr lang="en-US"/>
                    </a:defPPr>
                    <a:lvl1pPr>
                      <a:defRPr sz="1600" b="1">
                        <a:solidFill>
                          <a:schemeClr val="tx1">
                            <a:lumMod val="50000"/>
                          </a:schemeClr>
                        </a:solidFill>
                      </a:defRPr>
                    </a:lvl1pPr>
                  </a:lstStyle>
                  <a:p>
                    <a:r>
                      <a:rPr lang="en-US" sz="1700" dirty="0"/>
                      <a:t>Culture time</a:t>
                    </a:r>
                  </a:p>
                </p:txBody>
              </p: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A789610B-14A2-B06B-57B5-824FC2E500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9581690" y="5853633"/>
                    <a:ext cx="2033124" cy="0"/>
                  </a:xfrm>
                  <a:prstGeom prst="line">
                    <a:avLst/>
                  </a:prstGeom>
                  <a:ln w="19050">
                    <a:solidFill>
                      <a:schemeClr val="tx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35C4E9C-17D9-8574-7416-45D2371CF6A0}"/>
                    </a:ext>
                  </a:extLst>
                </p:cNvPr>
                <p:cNvSpPr txBox="1"/>
                <p:nvPr/>
              </p:nvSpPr>
              <p:spPr>
                <a:xfrm>
                  <a:off x="9481273" y="5176478"/>
                  <a:ext cx="3157367" cy="35394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>
                    <a:defRPr sz="1600" b="1">
                      <a:solidFill>
                        <a:schemeClr val="accent1"/>
                      </a:solidFill>
                    </a:defRPr>
                  </a:lvl1pPr>
                </a:lstStyle>
                <a:p>
                  <a:r>
                    <a:rPr lang="en-US" sz="1700" dirty="0"/>
                    <a:t>Space-Time Yield (STY):</a:t>
                  </a:r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0E3A4BB-3BE6-3F8D-53CA-4E07CC016F4C}"/>
                  </a:ext>
                </a:extLst>
              </p:cNvPr>
              <p:cNvSpPr txBox="1"/>
              <p:nvPr/>
            </p:nvSpPr>
            <p:spPr>
              <a:xfrm>
                <a:off x="6252844" y="4571197"/>
                <a:ext cx="400005" cy="353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sz="1600" b="1">
                    <a:solidFill>
                      <a:schemeClr val="tx1">
                        <a:lumMod val="50000"/>
                      </a:schemeClr>
                    </a:solidFill>
                  </a:defRPr>
                </a:lvl1pPr>
              </a:lstStyle>
              <a:p>
                <a:r>
                  <a:rPr lang="en-US" sz="1700" dirty="0">
                    <a:solidFill>
                      <a:schemeClr val="accent4"/>
                    </a:solidFill>
                  </a:rPr>
                  <a:t>=</a:t>
                </a:r>
              </a:p>
            </p:txBody>
          </p:sp>
        </p:grp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0466E8C-0920-D2FB-24BB-2426AEABF0FA}"/>
                </a:ext>
              </a:extLst>
            </p:cNvPr>
            <p:cNvSpPr/>
            <p:nvPr/>
          </p:nvSpPr>
          <p:spPr>
            <a:xfrm>
              <a:off x="9271355" y="4660938"/>
              <a:ext cx="2579569" cy="115618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en-US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1238504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A631D30-DBC6-0A15-450D-7170CA41F25B}"/>
              </a:ext>
            </a:extLst>
          </p:cNvPr>
          <p:cNvSpPr/>
          <p:nvPr/>
        </p:nvSpPr>
        <p:spPr>
          <a:xfrm>
            <a:off x="1718642" y="5165251"/>
            <a:ext cx="8419021" cy="530728"/>
          </a:xfrm>
          <a:prstGeom prst="roundRect">
            <a:avLst/>
          </a:prstGeom>
          <a:solidFill>
            <a:srgbClr val="FFF5DD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FBACD-866B-9B1E-A242-67AC0318B6F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3D853FE-62BD-3CC1-E4AF-47C33A5EDCC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03133F0-7637-2F1D-187F-1CABC6696F21}"/>
              </a:ext>
            </a:extLst>
          </p:cNvPr>
          <p:cNvSpPr txBox="1"/>
          <p:nvPr/>
        </p:nvSpPr>
        <p:spPr>
          <a:xfrm>
            <a:off x="1808136" y="5217143"/>
            <a:ext cx="86827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Product quality well controlled with media 2 process over the 24-day culture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8449C91-4F4C-3178-A6E1-8741CD73B545}"/>
              </a:ext>
            </a:extLst>
          </p:cNvPr>
          <p:cNvSpPr txBox="1">
            <a:spLocks/>
          </p:cNvSpPr>
          <p:nvPr/>
        </p:nvSpPr>
        <p:spPr>
          <a:xfrm>
            <a:off x="407987" y="404812"/>
            <a:ext cx="11376025" cy="100742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Feasibility study: product quality attribute (PQA) results</a:t>
            </a:r>
            <a:br>
              <a:rPr lang="en-US" dirty="0"/>
            </a:br>
            <a:endParaRPr lang="en-US" sz="32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CFACA2-041E-B6F9-13BC-0AA359FDEFF6}"/>
              </a:ext>
            </a:extLst>
          </p:cNvPr>
          <p:cNvSpPr/>
          <p:nvPr/>
        </p:nvSpPr>
        <p:spPr>
          <a:xfrm>
            <a:off x="497481" y="2942093"/>
            <a:ext cx="283904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D6B9A1E-87D1-B12E-9169-6D2619E98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70" y="1691010"/>
            <a:ext cx="3739895" cy="301546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A0009824-3768-B926-F70B-382EF9C1A7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607" y="1774954"/>
            <a:ext cx="3739895" cy="300779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B36D45A-FEAE-6E51-81D0-1907CF036ED8}"/>
              </a:ext>
            </a:extLst>
          </p:cNvPr>
          <p:cNvGrpSpPr/>
          <p:nvPr/>
        </p:nvGrpSpPr>
        <p:grpSpPr>
          <a:xfrm>
            <a:off x="8646475" y="2680593"/>
            <a:ext cx="2833124" cy="716597"/>
            <a:chOff x="8762414" y="998385"/>
            <a:chExt cx="2833124" cy="71659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02BEE16-BFC7-5A25-4019-858671618F3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35362"/>
            <a:stretch/>
          </p:blipFill>
          <p:spPr>
            <a:xfrm>
              <a:off x="8762414" y="1107189"/>
              <a:ext cx="2664908" cy="530727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AE38A96-ADBA-5820-9EA1-24C2DE23A160}"/>
                </a:ext>
              </a:extLst>
            </p:cNvPr>
            <p:cNvSpPr txBox="1"/>
            <p:nvPr/>
          </p:nvSpPr>
          <p:spPr>
            <a:xfrm>
              <a:off x="8762414" y="998385"/>
              <a:ext cx="2833124" cy="71659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lnSpc>
                  <a:spcPct val="90000"/>
                </a:lnSpc>
                <a:spcAft>
                  <a:spcPts val="600"/>
                </a:spcAft>
              </a:lvl1pPr>
            </a:lstStyle>
            <a:p>
              <a:endParaRPr lang="en-US" dirty="0" err="1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0B28804-0ADB-78EE-3D31-95943C7CA125}"/>
              </a:ext>
            </a:extLst>
          </p:cNvPr>
          <p:cNvSpPr txBox="1"/>
          <p:nvPr/>
        </p:nvSpPr>
        <p:spPr>
          <a:xfrm>
            <a:off x="301605" y="862897"/>
            <a:ext cx="8697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Product quality time-course collected over the 24-day culture</a:t>
            </a:r>
          </a:p>
        </p:txBody>
      </p:sp>
    </p:spTree>
    <p:extLst>
      <p:ext uri="{BB962C8B-B14F-4D97-AF65-F5344CB8AC3E}">
        <p14:creationId xmlns:p14="http://schemas.microsoft.com/office/powerpoint/2010/main" val="308586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6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61A8E32C-12DF-8F36-FAA4-CA7C6E963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62" y="1789531"/>
            <a:ext cx="3222906" cy="2862072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6B45CBD-6275-8B95-430F-6BC5CD2C640A}"/>
              </a:ext>
            </a:extLst>
          </p:cNvPr>
          <p:cNvSpPr/>
          <p:nvPr/>
        </p:nvSpPr>
        <p:spPr>
          <a:xfrm>
            <a:off x="870311" y="5162812"/>
            <a:ext cx="6164474" cy="693208"/>
          </a:xfrm>
          <a:prstGeom prst="roundRect">
            <a:avLst/>
          </a:prstGeom>
          <a:solidFill>
            <a:srgbClr val="FFF5DD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E177353-AB42-9E64-0B6D-C1A60326A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264" y="1795464"/>
            <a:ext cx="3223314" cy="286243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FBACD-866B-9B1E-A242-67AC0318B6F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3D853FE-62BD-3CC1-E4AF-47C33A5EDCC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8449C91-4F4C-3178-A6E1-8741CD73B545}"/>
              </a:ext>
            </a:extLst>
          </p:cNvPr>
          <p:cNvSpPr txBox="1">
            <a:spLocks/>
          </p:cNvSpPr>
          <p:nvPr/>
        </p:nvSpPr>
        <p:spPr>
          <a:xfrm>
            <a:off x="407987" y="404812"/>
            <a:ext cx="11376025" cy="100742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/>
              <a:t>Feasibility study: product quality attribute (PQA) results</a:t>
            </a:r>
            <a:br>
              <a:rPr lang="en-US"/>
            </a:br>
            <a:endParaRPr lang="en-US" sz="3200" b="1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CC5D783-610A-9961-A132-6AB9ADB8B01F}"/>
              </a:ext>
            </a:extLst>
          </p:cNvPr>
          <p:cNvGrpSpPr/>
          <p:nvPr/>
        </p:nvGrpSpPr>
        <p:grpSpPr>
          <a:xfrm>
            <a:off x="8373796" y="2059841"/>
            <a:ext cx="2274034" cy="622670"/>
            <a:chOff x="3342716" y="1944909"/>
            <a:chExt cx="2274034" cy="622670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CBB7B586-FAA6-5127-0AB8-75AABFD14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42716" y="1980059"/>
              <a:ext cx="2269851" cy="553771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74273E8-AA0A-DB75-1233-67B8E1922DFE}"/>
                </a:ext>
              </a:extLst>
            </p:cNvPr>
            <p:cNvSpPr txBox="1"/>
            <p:nvPr/>
          </p:nvSpPr>
          <p:spPr>
            <a:xfrm>
              <a:off x="3346899" y="1944909"/>
              <a:ext cx="2269851" cy="622670"/>
            </a:xfrm>
            <a:prstGeom prst="rect">
              <a:avLst/>
            </a:prstGeom>
            <a:noFill/>
            <a:ln w="19050">
              <a:solidFill>
                <a:schemeClr val="tx1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l">
                <a:lnSpc>
                  <a:spcPct val="90000"/>
                </a:lnSpc>
                <a:spcAft>
                  <a:spcPts val="600"/>
                </a:spcAft>
              </a:pPr>
              <a:endParaRPr lang="en-US" err="1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D1D7DFB0-A35A-7C03-1731-FB3719321FDA}"/>
              </a:ext>
            </a:extLst>
          </p:cNvPr>
          <p:cNvSpPr txBox="1"/>
          <p:nvPr/>
        </p:nvSpPr>
        <p:spPr>
          <a:xfrm>
            <a:off x="8728563" y="3117751"/>
            <a:ext cx="4637686" cy="391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2000" b="1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=  acceptable range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3AF3395-4291-59FB-AD62-AF74DDA51CEB}"/>
              </a:ext>
            </a:extLst>
          </p:cNvPr>
          <p:cNvSpPr/>
          <p:nvPr/>
        </p:nvSpPr>
        <p:spPr>
          <a:xfrm>
            <a:off x="8373796" y="3184001"/>
            <a:ext cx="283870" cy="214848"/>
          </a:xfrm>
          <a:prstGeom prst="rect">
            <a:avLst/>
          </a:prstGeom>
          <a:solidFill>
            <a:srgbClr val="92D050">
              <a:alpha val="18000"/>
            </a:srgbClr>
          </a:solidFill>
          <a:ln w="28575">
            <a:solidFill>
              <a:srgbClr val="95CD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55000" lnSpcReduction="20000"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1554055-5E5D-8FAC-A571-B8BBF6F3A4E5}"/>
              </a:ext>
            </a:extLst>
          </p:cNvPr>
          <p:cNvSpPr/>
          <p:nvPr/>
        </p:nvSpPr>
        <p:spPr>
          <a:xfrm>
            <a:off x="7883429" y="3911013"/>
            <a:ext cx="3737516" cy="5289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b="1" i="1" dirty="0">
                <a:solidFill>
                  <a:schemeClr val="accent1"/>
                </a:solidFill>
              </a:rPr>
              <a:t>Media 1 day 0-24 pool result falls within acceptable range for PQA 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8C86A27-D37B-E2BC-6BEB-88485D4AAC75}"/>
              </a:ext>
            </a:extLst>
          </p:cNvPr>
          <p:cNvSpPr txBox="1"/>
          <p:nvPr/>
        </p:nvSpPr>
        <p:spPr>
          <a:xfrm>
            <a:off x="327305" y="847543"/>
            <a:ext cx="8697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Day 0-24 pooled product quality calculated as a mass average of the time-course data</a:t>
            </a:r>
            <a:endParaRPr lang="en-US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4BB38D4-64B1-86BD-A346-018EB2678606}"/>
              </a:ext>
            </a:extLst>
          </p:cNvPr>
          <p:cNvSpPr/>
          <p:nvPr/>
        </p:nvSpPr>
        <p:spPr>
          <a:xfrm>
            <a:off x="2044010" y="2631050"/>
            <a:ext cx="454775" cy="984701"/>
          </a:xfrm>
          <a:prstGeom prst="rect">
            <a:avLst/>
          </a:prstGeom>
          <a:solidFill>
            <a:srgbClr val="92D050">
              <a:alpha val="18000"/>
            </a:srgbClr>
          </a:solidFill>
          <a:ln w="28575">
            <a:solidFill>
              <a:srgbClr val="95CD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9DAB05-70D5-F491-BEE6-BDBA696E13E7}"/>
              </a:ext>
            </a:extLst>
          </p:cNvPr>
          <p:cNvSpPr txBox="1"/>
          <p:nvPr/>
        </p:nvSpPr>
        <p:spPr>
          <a:xfrm>
            <a:off x="1220681" y="5213950"/>
            <a:ext cx="6311005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No significant impact on pooled product quality result harvesting days 0-14 vs. days 0-24 with media 2 process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B09F045-F413-5B14-F371-C6D5D5A56FB2}"/>
              </a:ext>
            </a:extLst>
          </p:cNvPr>
          <p:cNvSpPr/>
          <p:nvPr/>
        </p:nvSpPr>
        <p:spPr>
          <a:xfrm>
            <a:off x="1195081" y="2727118"/>
            <a:ext cx="478852" cy="726431"/>
          </a:xfrm>
          <a:prstGeom prst="rect">
            <a:avLst/>
          </a:prstGeom>
          <a:solidFill>
            <a:srgbClr val="92D050">
              <a:alpha val="18000"/>
            </a:srgbClr>
          </a:solidFill>
          <a:ln w="28575">
            <a:solidFill>
              <a:srgbClr val="95CD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9FFB2F-370A-77DD-1B35-51238BBE50DD}"/>
              </a:ext>
            </a:extLst>
          </p:cNvPr>
          <p:cNvSpPr/>
          <p:nvPr/>
        </p:nvSpPr>
        <p:spPr>
          <a:xfrm>
            <a:off x="5945165" y="2671366"/>
            <a:ext cx="454775" cy="984701"/>
          </a:xfrm>
          <a:prstGeom prst="rect">
            <a:avLst/>
          </a:prstGeom>
          <a:solidFill>
            <a:srgbClr val="92D050">
              <a:alpha val="18000"/>
            </a:srgbClr>
          </a:solidFill>
          <a:ln w="28575">
            <a:solidFill>
              <a:srgbClr val="95CD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F23CAC7-77E0-F866-B491-E36274C35E56}"/>
              </a:ext>
            </a:extLst>
          </p:cNvPr>
          <p:cNvSpPr/>
          <p:nvPr/>
        </p:nvSpPr>
        <p:spPr>
          <a:xfrm>
            <a:off x="5096236" y="2743050"/>
            <a:ext cx="478852" cy="726431"/>
          </a:xfrm>
          <a:prstGeom prst="rect">
            <a:avLst/>
          </a:prstGeom>
          <a:solidFill>
            <a:srgbClr val="92D050">
              <a:alpha val="18000"/>
            </a:srgbClr>
          </a:solidFill>
          <a:ln w="28575">
            <a:solidFill>
              <a:srgbClr val="95CD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E02B5FC-0D3B-50FF-D662-CBBF2284C9CD}"/>
              </a:ext>
            </a:extLst>
          </p:cNvPr>
          <p:cNvSpPr txBox="1"/>
          <p:nvPr/>
        </p:nvSpPr>
        <p:spPr>
          <a:xfrm>
            <a:off x="1487424" y="3481673"/>
            <a:ext cx="184731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1099840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49" grpId="0"/>
      <p:bldP spid="50" grpId="0" animBg="1"/>
      <p:bldP spid="65" grpId="0"/>
      <p:bldP spid="76" grpId="0"/>
      <p:bldP spid="81" grpId="0" animBg="1"/>
      <p:bldP spid="15" grpId="0"/>
      <p:bldP spid="28" grpId="0" animBg="1"/>
      <p:bldP spid="30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693D-08B7-6309-0901-389E9F51E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Feasibility study:   conclusions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4C1A6F19-269D-E33B-C1BE-A2BAACA44A65}"/>
              </a:ext>
            </a:extLst>
          </p:cNvPr>
          <p:cNvSpPr txBox="1">
            <a:spLocks noGrp="1"/>
          </p:cNvSpPr>
          <p:nvPr>
            <p:ph sz="quarter" idx="19"/>
          </p:nvPr>
        </p:nvSpPr>
        <p:spPr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marR="0" lvl="0" indent="-342900" fontAlgn="auto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 typeface="Symbol" panose="05050102010706020507" pitchFamily="18" charset="2"/>
              <a:buChar char=""/>
              <a:tabLst/>
              <a:defRPr>
                <a:solidFill>
                  <a:srgbClr val="3F4444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1pPr>
            <a:lvl2pPr marL="460800" marR="0" lvl="1" indent="-228600" fontAlgn="auto">
              <a:lnSpc>
                <a:spcPct val="107000"/>
              </a:lnSpc>
              <a:spcBef>
                <a:spcPts val="0"/>
              </a:spcBef>
              <a:spcAft>
                <a:spcPts val="400"/>
              </a:spcAft>
              <a:buClrTx/>
              <a:buSzPct val="80000"/>
              <a:buFont typeface="Courier New" panose="02070309020205020404" pitchFamily="49" charset="0"/>
              <a:buChar char="o"/>
              <a:tabLst/>
              <a:defRPr lang="en-US">
                <a:solidFill>
                  <a:srgbClr val="3F4444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2pPr>
            <a:lvl3pPr marL="6912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3pPr>
            <a:lvl4pPr marL="9216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lang="en-US" sz="2000"/>
            </a:lvl4pPr>
            <a:lvl5pPr marL="11520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buClr>
                <a:schemeClr val="tx1"/>
              </a:buClr>
              <a:buSzPct val="100000"/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Perfusion improved cell viability and productivity compared to fed-batch</a:t>
            </a:r>
          </a:p>
          <a:p>
            <a:pPr lvl="1"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</a:rPr>
              <a:t>Allowed the run to extend out to 24 days </a:t>
            </a:r>
          </a:p>
          <a:p>
            <a:pPr marL="23220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SzPct val="100000"/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IDB platform media (media 2) resulted in similar viability, productivity, and similar product quality to fed-batch media (media 1)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SzPct val="100000"/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Day 0-14 pooled product quality results met proposed feasibility acceptable range for critical quality attributes (CQAs)</a:t>
            </a:r>
          </a:p>
          <a:p>
            <a:pPr marL="23220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SzPct val="100000"/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Product quality did not change significantly over the course of the 24-day perfusion run with the IDB platform media </a:t>
            </a:r>
          </a:p>
          <a:p>
            <a:pPr marL="232200" lvl="1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232200" lvl="1" indent="0">
              <a:spcAft>
                <a:spcPts val="0"/>
              </a:spcAft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marL="575100" lvl="1" indent="-342900">
              <a:spcAft>
                <a:spcPts val="0"/>
              </a:spcAft>
              <a:buClr>
                <a:schemeClr val="tx1"/>
              </a:buClr>
              <a:buSzPct val="100000"/>
              <a:buFont typeface="Calibri" panose="020F050202020403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575100" lvl="1" indent="-342900">
              <a:spcAft>
                <a:spcPts val="0"/>
              </a:spcAft>
              <a:buClr>
                <a:schemeClr val="tx1"/>
              </a:buClr>
              <a:buSzPct val="100000"/>
              <a:buFont typeface="Calibri" panose="020F050202020403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Calibri" panose="020F050202020403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575100" lvl="1" indent="-342900">
              <a:spcAft>
                <a:spcPts val="0"/>
              </a:spcAft>
              <a:buClr>
                <a:schemeClr val="tx1"/>
              </a:buClr>
              <a:buSzPct val="100000"/>
              <a:buFont typeface="Calibri" panose="020F050202020403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>
              <a:spcAft>
                <a:spcPts val="0"/>
              </a:spcAft>
              <a:buClr>
                <a:schemeClr val="tx1"/>
              </a:buClr>
              <a:buSzPct val="100000"/>
              <a:buFont typeface="Calibri" panose="020F050202020403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E26B-D0AC-CF65-92D3-5105513FAF5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F3783-0489-C4F6-7573-4E56F3F764E9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3206433-3483-F5F4-C156-443D95AF6B8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2758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F09CF-14BB-21B4-AF16-C9831243F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Beyond feasibility: scalability and optimization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964D3-8D74-20E7-5B52-D8AD8640E50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BACA63-CFBC-AEC1-2116-C1CDBBD4E8A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3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A0A9ACC-2D8D-6326-0126-7205A8AC7A3B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49986A2-DAB7-847F-7099-1646838E3F2C}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44751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5C17025-7D35-BA20-3F63-B51588ED4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04812"/>
            <a:ext cx="11376025" cy="1007427"/>
          </a:xfrm>
        </p:spPr>
        <p:txBody>
          <a:bodyPr anchor="t">
            <a:normAutofit/>
          </a:bodyPr>
          <a:lstStyle/>
          <a:p>
            <a:r>
              <a:rPr lang="en-US"/>
              <a:t>Beyond feasibility: objectives</a:t>
            </a: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D62C2B05-AB36-FFB6-B617-696A3FE177E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0" y="6456258"/>
            <a:ext cx="407988" cy="309145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F8E47D07-9D1E-4FE9-B31A-2F5863681021}" type="slidenum">
              <a:rPr lang="en-GB" smtClean="0"/>
              <a:pPr>
                <a:spcAft>
                  <a:spcPts val="600"/>
                </a:spcAft>
              </a:pPr>
              <a:t>16</a:t>
            </a:fld>
            <a:endParaRPr lang="en-GB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665F0524-67CE-021B-8F02-8495F38A1CFD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>
          <a:xfrm>
            <a:off x="507755" y="6296952"/>
            <a:ext cx="9550800" cy="561048"/>
          </a:xfrm>
        </p:spPr>
        <p:txBody>
          <a:bodyPr/>
          <a:lstStyle/>
          <a:p>
            <a:endParaRPr lang="en-US"/>
          </a:p>
        </p:txBody>
      </p:sp>
      <p:sp>
        <p:nvSpPr>
          <p:cNvPr id="32" name="Date Placeholder 5">
            <a:extLst>
              <a:ext uri="{FF2B5EF4-FFF2-40B4-BE49-F238E27FC236}">
                <a16:creationId xmlns:a16="http://schemas.microsoft.com/office/drawing/2014/main" id="{07BE12F3-0B73-5B24-7BE3-3DD27681B2D1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10137663" y="6456258"/>
            <a:ext cx="1279358" cy="309145"/>
          </a:xfrm>
        </p:spPr>
        <p:txBody>
          <a:bodyPr/>
          <a:lstStyle/>
          <a:p>
            <a:endParaRPr lang="en-GB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EE2BF5B-0C98-75D2-A43A-55719530BC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8319876"/>
              </p:ext>
            </p:extLst>
          </p:nvPr>
        </p:nvGraphicFramePr>
        <p:xfrm>
          <a:off x="-379573" y="1856810"/>
          <a:ext cx="12571573" cy="36044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7" name="Graphic 16">
            <a:extLst>
              <a:ext uri="{FF2B5EF4-FFF2-40B4-BE49-F238E27FC236}">
                <a16:creationId xmlns:a16="http://schemas.microsoft.com/office/drawing/2014/main" id="{E3CE91D4-71DC-1BC1-4955-1F3B6FF12F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5304" y="3700045"/>
            <a:ext cx="2180387" cy="1996657"/>
          </a:xfrm>
          <a:prstGeom prst="rect">
            <a:avLst/>
          </a:prstGeom>
        </p:spPr>
      </p:pic>
      <p:sp>
        <p:nvSpPr>
          <p:cNvPr id="18" name="Rectangle 17" descr="Bar chart with solid fill">
            <a:extLst>
              <a:ext uri="{FF2B5EF4-FFF2-40B4-BE49-F238E27FC236}">
                <a16:creationId xmlns:a16="http://schemas.microsoft.com/office/drawing/2014/main" id="{7DB5A829-DE5E-E14E-EF42-DA243D82A077}"/>
              </a:ext>
            </a:extLst>
          </p:cNvPr>
          <p:cNvSpPr/>
          <p:nvPr/>
        </p:nvSpPr>
        <p:spPr>
          <a:xfrm>
            <a:off x="1537323" y="2170666"/>
            <a:ext cx="1156347" cy="1021505"/>
          </a:xfrm>
          <a:prstGeom prst="rect">
            <a:avLst/>
          </a:prstGeom>
          <a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617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B0984FE-F1A2-4837-9640-FA9DA7D655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49C5644-D90D-4DE1-808C-93E93B6536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DB35329-3522-4F59-9218-0D16C53484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8A02BA5-E2AB-4F3A-97CA-5FE1126DB5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one"/>
        </p:bldSub>
      </p:bldGraphic>
      <p:bldP spid="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0205-175C-E897-AAEB-49F642C0C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Scaling from 0.250L to 250L: culture performance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5FFBC4-0E22-0BD0-1182-729D6660AFC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8FB657-AC7A-DC61-F2E7-70AA042A6B0D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0B2B72A-61C1-0720-48EC-969B34996563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77EE1D-8E51-DC41-A730-C9ECFD8F0D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8724"/>
          <a:stretch/>
        </p:blipFill>
        <p:spPr>
          <a:xfrm>
            <a:off x="301585" y="1380748"/>
            <a:ext cx="2597722" cy="258038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D175B56-B8D2-1CED-D967-6A6932C12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852" y="1386202"/>
            <a:ext cx="2790116" cy="253256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6C94C2B-742D-3F56-4E0B-5C5C2C1BB6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7351" y="3918470"/>
            <a:ext cx="2473212" cy="25161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9440A324-8BC5-4EA9-370E-F237567460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370" y="4100552"/>
            <a:ext cx="2697571" cy="2494377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42D59CF8-24A6-1A19-2911-ABCA865B5BC0}"/>
              </a:ext>
            </a:extLst>
          </p:cNvPr>
          <p:cNvSpPr txBox="1"/>
          <p:nvPr/>
        </p:nvSpPr>
        <p:spPr>
          <a:xfrm>
            <a:off x="345370" y="877510"/>
            <a:ext cx="10947563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spcAft>
                <a:spcPts val="600"/>
              </a:spcAft>
              <a:defRPr b="1"/>
            </a:lvl1pPr>
          </a:lstStyle>
          <a:p>
            <a:r>
              <a:rPr lang="en-US" dirty="0"/>
              <a:t>IDB upstream platform (media 2) feasibility process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E637746-5356-3243-1AD9-147DFC5F4F44}"/>
              </a:ext>
            </a:extLst>
          </p:cNvPr>
          <p:cNvGrpSpPr/>
          <p:nvPr/>
        </p:nvGrpSpPr>
        <p:grpSpPr>
          <a:xfrm>
            <a:off x="5959214" y="4506374"/>
            <a:ext cx="3532068" cy="1156188"/>
            <a:chOff x="9265062" y="4660938"/>
            <a:chExt cx="3532068" cy="1156188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CD6DBA1-DC33-F471-08BE-C317F3EF5651}"/>
                </a:ext>
              </a:extLst>
            </p:cNvPr>
            <p:cNvGrpSpPr/>
            <p:nvPr/>
          </p:nvGrpSpPr>
          <p:grpSpPr>
            <a:xfrm>
              <a:off x="9265062" y="4740677"/>
              <a:ext cx="3532068" cy="1020212"/>
              <a:chOff x="6252844" y="4079535"/>
              <a:chExt cx="3384184" cy="1020212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19CD2C3C-AE29-A2AD-C41E-87131A280EC9}"/>
                  </a:ext>
                </a:extLst>
              </p:cNvPr>
              <p:cNvGrpSpPr/>
              <p:nvPr/>
            </p:nvGrpSpPr>
            <p:grpSpPr>
              <a:xfrm>
                <a:off x="6411028" y="4079535"/>
                <a:ext cx="3226000" cy="1020212"/>
                <a:chOff x="9481273" y="5176478"/>
                <a:chExt cx="3226000" cy="1020212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CD90E42A-71E9-4886-E0B5-472C2C3473F8}"/>
                    </a:ext>
                  </a:extLst>
                </p:cNvPr>
                <p:cNvGrpSpPr/>
                <p:nvPr/>
              </p:nvGrpSpPr>
              <p:grpSpPr>
                <a:xfrm>
                  <a:off x="9549906" y="5524800"/>
                  <a:ext cx="3157367" cy="671890"/>
                  <a:chOff x="9549906" y="5524800"/>
                  <a:chExt cx="3157367" cy="671890"/>
                </a:xfrm>
              </p:grpSpPr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401F9824-414A-F7B1-3482-6ED93FDE8435}"/>
                      </a:ext>
                    </a:extLst>
                  </p:cNvPr>
                  <p:cNvSpPr txBox="1"/>
                  <p:nvPr/>
                </p:nvSpPr>
                <p:spPr>
                  <a:xfrm>
                    <a:off x="9549906" y="5524800"/>
                    <a:ext cx="3157367" cy="35394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>
                    <a:defPPr>
                      <a:defRPr lang="en-US"/>
                    </a:defPPr>
                    <a:lvl1pPr>
                      <a:defRPr sz="1600" b="1">
                        <a:solidFill>
                          <a:schemeClr val="tx1">
                            <a:lumMod val="50000"/>
                          </a:schemeClr>
                        </a:solidFill>
                      </a:defRPr>
                    </a:lvl1pPr>
                  </a:lstStyle>
                  <a:p>
                    <a:r>
                      <a:rPr lang="en-US" sz="1700" dirty="0"/>
                      <a:t>Total harvested protein</a:t>
                    </a:r>
                  </a:p>
                </p:txBody>
              </p:sp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9EF46846-309C-9D33-F595-2B4E153D8D03}"/>
                      </a:ext>
                    </a:extLst>
                  </p:cNvPr>
                  <p:cNvSpPr txBox="1"/>
                  <p:nvPr/>
                </p:nvSpPr>
                <p:spPr>
                  <a:xfrm>
                    <a:off x="9929405" y="5842747"/>
                    <a:ext cx="1415064" cy="35394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>
                    <a:defPPr>
                      <a:defRPr lang="en-US"/>
                    </a:defPPr>
                    <a:lvl1pPr>
                      <a:defRPr sz="1600" b="1">
                        <a:solidFill>
                          <a:schemeClr val="tx1">
                            <a:lumMod val="50000"/>
                          </a:schemeClr>
                        </a:solidFill>
                      </a:defRPr>
                    </a:lvl1pPr>
                  </a:lstStyle>
                  <a:p>
                    <a:r>
                      <a:rPr lang="en-US" sz="1700" dirty="0"/>
                      <a:t>Culture time</a:t>
                    </a:r>
                  </a:p>
                </p:txBody>
              </p:sp>
              <p:cxnSp>
                <p:nvCxnSpPr>
                  <p:cNvPr id="18" name="Straight Connector 17">
                    <a:extLst>
                      <a:ext uri="{FF2B5EF4-FFF2-40B4-BE49-F238E27FC236}">
                        <a16:creationId xmlns:a16="http://schemas.microsoft.com/office/drawing/2014/main" id="{DE26F493-B48A-E65D-B14F-7DB4041D475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9581690" y="5853633"/>
                    <a:ext cx="2033124" cy="0"/>
                  </a:xfrm>
                  <a:prstGeom prst="line">
                    <a:avLst/>
                  </a:prstGeom>
                  <a:ln w="19050">
                    <a:solidFill>
                      <a:schemeClr val="tx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FEBF8D1-65DA-0E70-A212-C3527C762A90}"/>
                    </a:ext>
                  </a:extLst>
                </p:cNvPr>
                <p:cNvSpPr txBox="1"/>
                <p:nvPr/>
              </p:nvSpPr>
              <p:spPr>
                <a:xfrm>
                  <a:off x="9481273" y="5176478"/>
                  <a:ext cx="3157367" cy="35394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>
                    <a:defRPr sz="1600" b="1">
                      <a:solidFill>
                        <a:schemeClr val="accent1"/>
                      </a:solidFill>
                    </a:defRPr>
                  </a:lvl1pPr>
                </a:lstStyle>
                <a:p>
                  <a:r>
                    <a:rPr lang="en-US" sz="1700" dirty="0"/>
                    <a:t>Space-Time Yield (STY):</a:t>
                  </a:r>
                </a:p>
              </p:txBody>
            </p: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57D5CB1-E078-56BF-5EC5-5E16EEF7B630}"/>
                  </a:ext>
                </a:extLst>
              </p:cNvPr>
              <p:cNvSpPr txBox="1"/>
              <p:nvPr/>
            </p:nvSpPr>
            <p:spPr>
              <a:xfrm>
                <a:off x="6252844" y="4571197"/>
                <a:ext cx="400005" cy="353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sz="1600" b="1">
                    <a:solidFill>
                      <a:schemeClr val="tx1">
                        <a:lumMod val="50000"/>
                      </a:schemeClr>
                    </a:solidFill>
                  </a:defRPr>
                </a:lvl1pPr>
              </a:lstStyle>
              <a:p>
                <a:r>
                  <a:rPr lang="en-US" sz="1700" dirty="0">
                    <a:solidFill>
                      <a:schemeClr val="accent4"/>
                    </a:solidFill>
                  </a:rPr>
                  <a:t>=</a:t>
                </a:r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1B2CD8B-D1BA-0F85-934F-CDE32250AAA0}"/>
                </a:ext>
              </a:extLst>
            </p:cNvPr>
            <p:cNvSpPr/>
            <p:nvPr/>
          </p:nvSpPr>
          <p:spPr>
            <a:xfrm>
              <a:off x="9271355" y="4660938"/>
              <a:ext cx="2579569" cy="115618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en-US" dirty="0" err="1"/>
            </a:p>
          </p:txBody>
        </p:sp>
      </p:grp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115EDA7-62D8-D4FC-9A51-D142295E7CAC}"/>
              </a:ext>
            </a:extLst>
          </p:cNvPr>
          <p:cNvSpPr/>
          <p:nvPr/>
        </p:nvSpPr>
        <p:spPr>
          <a:xfrm>
            <a:off x="8837804" y="2646166"/>
            <a:ext cx="2850917" cy="839697"/>
          </a:xfrm>
          <a:prstGeom prst="roundRect">
            <a:avLst/>
          </a:prstGeom>
          <a:solidFill>
            <a:srgbClr val="FFF5DD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62507C-F34E-561D-229E-2815F9DFCBA9}"/>
              </a:ext>
            </a:extLst>
          </p:cNvPr>
          <p:cNvSpPr txBox="1"/>
          <p:nvPr/>
        </p:nvSpPr>
        <p:spPr>
          <a:xfrm>
            <a:off x="8889774" y="2789774"/>
            <a:ext cx="2666206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Similar process performance across scales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B94F7F2-CD47-1FA7-C357-A9AC24C6AE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8515" y="1498980"/>
            <a:ext cx="1167330" cy="78829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54B231E-BD36-8AC9-D56D-FA9E6B058B0C}"/>
              </a:ext>
            </a:extLst>
          </p:cNvPr>
          <p:cNvSpPr txBox="1"/>
          <p:nvPr/>
        </p:nvSpPr>
        <p:spPr>
          <a:xfrm>
            <a:off x="8760402" y="4766095"/>
            <a:ext cx="3108960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Lower space-time yield in 230L due to lower end of run product sieving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E7A4264-C304-D7C3-FDFF-C3B92F6852FC}"/>
              </a:ext>
            </a:extLst>
          </p:cNvPr>
          <p:cNvSpPr/>
          <p:nvPr/>
        </p:nvSpPr>
        <p:spPr>
          <a:xfrm>
            <a:off x="8882758" y="1447492"/>
            <a:ext cx="1321945" cy="92136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9D9497F-DD62-8A04-858B-6C60932A4F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5362" y="1257191"/>
            <a:ext cx="2435722" cy="2613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321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19" grpId="0" animBg="1"/>
      <p:bldP spid="21" grpId="0"/>
      <p:bldP spid="24" grpId="0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A08FCC8E-2A12-AD65-40A3-517324AEFC7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2946"/>
          <a:stretch/>
        </p:blipFill>
        <p:spPr>
          <a:xfrm>
            <a:off x="348239" y="1287835"/>
            <a:ext cx="5754028" cy="449785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BF3F89-82A2-80B0-0D67-F4027E689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939C3-63E7-59BE-599B-860FA3DF31ED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14B08-0DA7-F7DE-2BCC-D90B96AD2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4C82AA4-DDAB-8F69-2C98-A7D392C73FCF}"/>
              </a:ext>
            </a:extLst>
          </p:cNvPr>
          <p:cNvSpPr/>
          <p:nvPr/>
        </p:nvSpPr>
        <p:spPr>
          <a:xfrm>
            <a:off x="6138549" y="3635296"/>
            <a:ext cx="5224810" cy="110402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0CF231B-E4E3-2DF6-A579-4E2F96A2A781}"/>
              </a:ext>
            </a:extLst>
          </p:cNvPr>
          <p:cNvSpPr txBox="1">
            <a:spLocks/>
          </p:cNvSpPr>
          <p:nvPr/>
        </p:nvSpPr>
        <p:spPr>
          <a:xfrm>
            <a:off x="497481" y="6250152"/>
            <a:ext cx="9550800" cy="56104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/>
            </a:lvl1pPr>
            <a:lvl2pPr marL="460800" marR="0" indent="-228600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lang="en-US" sz="2400" dirty="0"/>
            </a:lvl2pPr>
            <a:lvl3pPr marL="6912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3pPr>
            <a:lvl4pPr marL="9216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lang="en-US" sz="2000" dirty="0" smtClean="0"/>
            </a:lvl4pPr>
            <a:lvl5pPr marL="11520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CE10FC-4EEB-F99B-1C82-083516A860B5}"/>
              </a:ext>
            </a:extLst>
          </p:cNvPr>
          <p:cNvSpPr txBox="1"/>
          <p:nvPr/>
        </p:nvSpPr>
        <p:spPr>
          <a:xfrm>
            <a:off x="6242576" y="3689891"/>
            <a:ext cx="517444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Wingdings" panose="05000000000000000000" pitchFamily="2" charset="2"/>
              <a:buChar char="ü"/>
              <a:defRPr sz="2000"/>
            </a:lvl1pPr>
          </a:lstStyle>
          <a:p>
            <a:pPr>
              <a:buClr>
                <a:schemeClr val="tx1"/>
              </a:buClr>
              <a:buSzPct val="100000"/>
              <a:buFont typeface="+mn-lt"/>
              <a:buChar char="•"/>
            </a:pPr>
            <a:r>
              <a:rPr lang="en-US"/>
              <a:t>Similar product quality across scales</a:t>
            </a:r>
          </a:p>
          <a:p>
            <a:pPr>
              <a:buClr>
                <a:schemeClr val="tx1"/>
              </a:buClr>
              <a:buSzPct val="100000"/>
              <a:buFont typeface="+mn-lt"/>
              <a:buChar char="•"/>
            </a:pPr>
            <a:r>
              <a:rPr lang="en-US" b="1"/>
              <a:t>All results met the proposed feasibility ranges for CQAs</a:t>
            </a:r>
            <a:endParaRPr lang="en-US"/>
          </a:p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C854E96-001B-F529-E2D2-AF82FA0FD477}"/>
              </a:ext>
            </a:extLst>
          </p:cNvPr>
          <p:cNvSpPr txBox="1">
            <a:spLocks/>
          </p:cNvSpPr>
          <p:nvPr/>
        </p:nvSpPr>
        <p:spPr>
          <a:xfrm>
            <a:off x="407987" y="404812"/>
            <a:ext cx="11978943" cy="100742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3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/>
              <a:t>Scaling from 0.250L to 250L: product quality attribute (PQA) results</a:t>
            </a:r>
            <a:br>
              <a:rPr lang="en-US"/>
            </a:b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DD14B9-0C16-D0B6-75D7-6C5FA85B5DF9}"/>
              </a:ext>
            </a:extLst>
          </p:cNvPr>
          <p:cNvSpPr txBox="1"/>
          <p:nvPr/>
        </p:nvSpPr>
        <p:spPr>
          <a:xfrm>
            <a:off x="6470330" y="2999968"/>
            <a:ext cx="4725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spcAft>
                <a:spcPts val="600"/>
              </a:spcAft>
              <a:defRPr sz="2000" b="1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defRPr>
            </a:lvl1pPr>
          </a:lstStyle>
          <a:p>
            <a:r>
              <a:rPr lang="en-US"/>
              <a:t>=  acceptable range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6107EB-0DF7-01FA-D585-166D234DCD68}"/>
              </a:ext>
            </a:extLst>
          </p:cNvPr>
          <p:cNvSpPr/>
          <p:nvPr/>
        </p:nvSpPr>
        <p:spPr>
          <a:xfrm>
            <a:off x="1091431" y="3170184"/>
            <a:ext cx="531124" cy="966077"/>
          </a:xfrm>
          <a:prstGeom prst="rect">
            <a:avLst/>
          </a:prstGeom>
          <a:solidFill>
            <a:srgbClr val="92D050">
              <a:alpha val="18000"/>
            </a:srgbClr>
          </a:solidFill>
          <a:ln w="28575">
            <a:solidFill>
              <a:srgbClr val="95CD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8E6751-8EAB-CC41-58DE-BF46220F9EDA}"/>
              </a:ext>
            </a:extLst>
          </p:cNvPr>
          <p:cNvSpPr/>
          <p:nvPr/>
        </p:nvSpPr>
        <p:spPr>
          <a:xfrm>
            <a:off x="4629053" y="2962157"/>
            <a:ext cx="531124" cy="1483563"/>
          </a:xfrm>
          <a:prstGeom prst="rect">
            <a:avLst/>
          </a:prstGeom>
          <a:solidFill>
            <a:srgbClr val="92D050">
              <a:alpha val="18000"/>
            </a:srgbClr>
          </a:solidFill>
          <a:ln w="28575">
            <a:solidFill>
              <a:srgbClr val="95CD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B59009-3B70-9A36-29BE-48AD409AE4B8}"/>
              </a:ext>
            </a:extLst>
          </p:cNvPr>
          <p:cNvSpPr/>
          <p:nvPr/>
        </p:nvSpPr>
        <p:spPr>
          <a:xfrm>
            <a:off x="1820971" y="3399822"/>
            <a:ext cx="531124" cy="1045898"/>
          </a:xfrm>
          <a:prstGeom prst="rect">
            <a:avLst/>
          </a:prstGeom>
          <a:solidFill>
            <a:srgbClr val="92D050">
              <a:alpha val="18000"/>
            </a:srgbClr>
          </a:solidFill>
          <a:ln w="28575">
            <a:solidFill>
              <a:srgbClr val="95CD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275B41-537B-9122-C87D-8300232713E3}"/>
              </a:ext>
            </a:extLst>
          </p:cNvPr>
          <p:cNvSpPr/>
          <p:nvPr/>
        </p:nvSpPr>
        <p:spPr>
          <a:xfrm>
            <a:off x="2522949" y="3470083"/>
            <a:ext cx="531124" cy="977481"/>
          </a:xfrm>
          <a:prstGeom prst="rect">
            <a:avLst/>
          </a:prstGeom>
          <a:solidFill>
            <a:srgbClr val="92D050">
              <a:alpha val="18000"/>
            </a:srgbClr>
          </a:solidFill>
          <a:ln w="28575">
            <a:solidFill>
              <a:srgbClr val="95CD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AA386A-152C-78E7-3E2E-785E9C88B9D7}"/>
              </a:ext>
            </a:extLst>
          </p:cNvPr>
          <p:cNvSpPr/>
          <p:nvPr/>
        </p:nvSpPr>
        <p:spPr>
          <a:xfrm>
            <a:off x="3220129" y="3092536"/>
            <a:ext cx="531124" cy="1226480"/>
          </a:xfrm>
          <a:prstGeom prst="rect">
            <a:avLst/>
          </a:prstGeom>
          <a:solidFill>
            <a:srgbClr val="92D050">
              <a:alpha val="18000"/>
            </a:srgbClr>
          </a:solidFill>
          <a:ln w="28575">
            <a:solidFill>
              <a:srgbClr val="95CD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518C8A-8E08-E298-C9A5-55042063BB08}"/>
              </a:ext>
            </a:extLst>
          </p:cNvPr>
          <p:cNvSpPr/>
          <p:nvPr/>
        </p:nvSpPr>
        <p:spPr>
          <a:xfrm>
            <a:off x="3930368" y="3038473"/>
            <a:ext cx="531124" cy="1291934"/>
          </a:xfrm>
          <a:prstGeom prst="rect">
            <a:avLst/>
          </a:prstGeom>
          <a:solidFill>
            <a:srgbClr val="92D050">
              <a:alpha val="18000"/>
            </a:srgbClr>
          </a:solidFill>
          <a:ln w="28575">
            <a:solidFill>
              <a:srgbClr val="95CD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09A9F9-CE80-21ED-ECC9-AFFC72CBD8F1}"/>
              </a:ext>
            </a:extLst>
          </p:cNvPr>
          <p:cNvSpPr/>
          <p:nvPr/>
        </p:nvSpPr>
        <p:spPr>
          <a:xfrm>
            <a:off x="6181062" y="3082388"/>
            <a:ext cx="289268" cy="202543"/>
          </a:xfrm>
          <a:prstGeom prst="rect">
            <a:avLst/>
          </a:prstGeom>
          <a:solidFill>
            <a:srgbClr val="92D050">
              <a:alpha val="18000"/>
            </a:srgbClr>
          </a:solidFill>
          <a:ln w="28575">
            <a:solidFill>
              <a:srgbClr val="95CD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47500" lnSpcReduction="20000"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CEB109-7DCC-941E-743F-8475554DDF85}"/>
              </a:ext>
            </a:extLst>
          </p:cNvPr>
          <p:cNvSpPr txBox="1"/>
          <p:nvPr/>
        </p:nvSpPr>
        <p:spPr>
          <a:xfrm>
            <a:off x="327441" y="947905"/>
            <a:ext cx="10947563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spcAft>
                <a:spcPts val="600"/>
              </a:spcAft>
              <a:defRPr b="1"/>
            </a:lvl1pPr>
          </a:lstStyle>
          <a:p>
            <a:r>
              <a:rPr lang="en-US"/>
              <a:t>Day 0-14 pool (post capture) compared against fed-batch reference standard and pre-defined acceptance range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6177F6-64AD-A499-9CB1-74EC5696BA36}"/>
              </a:ext>
            </a:extLst>
          </p:cNvPr>
          <p:cNvSpPr txBox="1"/>
          <p:nvPr/>
        </p:nvSpPr>
        <p:spPr>
          <a:xfrm>
            <a:off x="5950361" y="1845566"/>
            <a:ext cx="5601185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250L results are the mass average of the daily post protein A results compared to 3L upstream CM pool purified by Tecan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83D114C-AEE8-3BAF-49A0-957833AE7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671" y="1690741"/>
            <a:ext cx="1089813" cy="67716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FA19F2C-59FA-A6BF-9CDA-831A384D5156}"/>
              </a:ext>
            </a:extLst>
          </p:cNvPr>
          <p:cNvSpPr txBox="1"/>
          <p:nvPr/>
        </p:nvSpPr>
        <p:spPr>
          <a:xfrm>
            <a:off x="4125161" y="1647889"/>
            <a:ext cx="1256153" cy="806955"/>
          </a:xfrm>
          <a:prstGeom prst="rect">
            <a:avLst/>
          </a:prstGeom>
          <a:noFill/>
          <a:ln w="19050">
            <a:solidFill>
              <a:schemeClr val="tx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2817852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/>
      <p:bldP spid="20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A120C-6469-3EF8-CD72-5E2A0219E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Optimization: cell culture performance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E16778-73F2-DE19-2F3C-9382C854403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C274A2-B6D3-0DA1-98EF-98D3FB7F7A71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D9119B4-295A-ED40-6CF6-5A0C320BF22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79848B-B70B-17AE-2E42-336D2842F8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5653"/>
          <a:stretch/>
        </p:blipFill>
        <p:spPr>
          <a:xfrm>
            <a:off x="363383" y="1441392"/>
            <a:ext cx="2365063" cy="23995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3BC431-6F8F-8D5E-D52D-57FBD1C08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9280" y="1556969"/>
            <a:ext cx="2503726" cy="23394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C24341C-D10E-8EB4-9634-052F740C33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101" y="1498134"/>
            <a:ext cx="2643464" cy="245711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5FC8BC17-E49D-FE97-254B-8220A60D8BEC}"/>
              </a:ext>
            </a:extLst>
          </p:cNvPr>
          <p:cNvGrpSpPr/>
          <p:nvPr/>
        </p:nvGrpSpPr>
        <p:grpSpPr>
          <a:xfrm>
            <a:off x="8525150" y="4479597"/>
            <a:ext cx="3584618" cy="1156188"/>
            <a:chOff x="9212512" y="4671824"/>
            <a:chExt cx="3584618" cy="115618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E327353-F6CC-EF15-42B6-D545B0308822}"/>
                </a:ext>
              </a:extLst>
            </p:cNvPr>
            <p:cNvGrpSpPr/>
            <p:nvPr/>
          </p:nvGrpSpPr>
          <p:grpSpPr>
            <a:xfrm>
              <a:off x="9212512" y="4743104"/>
              <a:ext cx="3584618" cy="1002396"/>
              <a:chOff x="6202494" y="4081962"/>
              <a:chExt cx="3434534" cy="1002396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78E14826-1C17-77DC-1FAA-9FC9DE53A82A}"/>
                  </a:ext>
                </a:extLst>
              </p:cNvPr>
              <p:cNvGrpSpPr/>
              <p:nvPr/>
            </p:nvGrpSpPr>
            <p:grpSpPr>
              <a:xfrm>
                <a:off x="6479660" y="4081962"/>
                <a:ext cx="3157368" cy="1002396"/>
                <a:chOff x="9549905" y="5178905"/>
                <a:chExt cx="3157368" cy="1002396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509E4626-80C7-4FA9-A287-2E19CD51CDC1}"/>
                    </a:ext>
                  </a:extLst>
                </p:cNvPr>
                <p:cNvGrpSpPr/>
                <p:nvPr/>
              </p:nvGrpSpPr>
              <p:grpSpPr>
                <a:xfrm>
                  <a:off x="9549906" y="5524800"/>
                  <a:ext cx="3157367" cy="656501"/>
                  <a:chOff x="9549906" y="5524800"/>
                  <a:chExt cx="3157367" cy="656501"/>
                </a:xfrm>
              </p:grpSpPr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2B39C39-3E7F-F219-5059-189528E4A855}"/>
                      </a:ext>
                    </a:extLst>
                  </p:cNvPr>
                  <p:cNvSpPr txBox="1"/>
                  <p:nvPr/>
                </p:nvSpPr>
                <p:spPr>
                  <a:xfrm>
                    <a:off x="9549906" y="5524800"/>
                    <a:ext cx="3157367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600" b="1">
                        <a:solidFill>
                          <a:schemeClr val="tx1">
                            <a:lumMod val="50000"/>
                          </a:schemeClr>
                        </a:solidFill>
                      </a:rPr>
                      <a:t>Total harvested protein</a:t>
                    </a:r>
                  </a:p>
                </p:txBody>
              </p:sp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940B3502-F555-0554-E742-792A1DA3E8A4}"/>
                      </a:ext>
                    </a:extLst>
                  </p:cNvPr>
                  <p:cNvSpPr txBox="1"/>
                  <p:nvPr/>
                </p:nvSpPr>
                <p:spPr>
                  <a:xfrm>
                    <a:off x="9929405" y="5842747"/>
                    <a:ext cx="1415064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600" b="1">
                        <a:solidFill>
                          <a:schemeClr val="tx1">
                            <a:lumMod val="50000"/>
                          </a:schemeClr>
                        </a:solidFill>
                      </a:rPr>
                      <a:t>Culture time</a:t>
                    </a:r>
                  </a:p>
                </p:txBody>
              </p:sp>
              <p:cxnSp>
                <p:nvCxnSpPr>
                  <p:cNvPr id="26" name="Straight Connector 25">
                    <a:extLst>
                      <a:ext uri="{FF2B5EF4-FFF2-40B4-BE49-F238E27FC236}">
                        <a16:creationId xmlns:a16="http://schemas.microsoft.com/office/drawing/2014/main" id="{D0E793B0-04E8-199D-40B9-D9AD0D68B0E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9581690" y="5853633"/>
                    <a:ext cx="2033124" cy="0"/>
                  </a:xfrm>
                  <a:prstGeom prst="line">
                    <a:avLst/>
                  </a:prstGeom>
                  <a:ln w="19050">
                    <a:solidFill>
                      <a:schemeClr val="tx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A795DED-A4BC-37DB-1216-DE116F3FD5D9}"/>
                    </a:ext>
                  </a:extLst>
                </p:cNvPr>
                <p:cNvSpPr txBox="1"/>
                <p:nvPr/>
              </p:nvSpPr>
              <p:spPr>
                <a:xfrm>
                  <a:off x="9549905" y="5178905"/>
                  <a:ext cx="315736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600" b="1" dirty="0">
                      <a:solidFill>
                        <a:schemeClr val="accent1"/>
                      </a:solidFill>
                    </a:rPr>
                    <a:t>Space-Time Yield (STY):</a:t>
                  </a:r>
                  <a:endParaRPr lang="en-US" sz="1600" dirty="0">
                    <a:solidFill>
                      <a:schemeClr val="accent1"/>
                    </a:solidFill>
                  </a:endParaRPr>
                </a:p>
              </p:txBody>
            </p: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B275D06-2341-ABFA-2F09-ACFEDD49301D}"/>
                  </a:ext>
                </a:extLst>
              </p:cNvPr>
              <p:cNvSpPr txBox="1"/>
              <p:nvPr/>
            </p:nvSpPr>
            <p:spPr>
              <a:xfrm>
                <a:off x="6202494" y="4571197"/>
                <a:ext cx="40000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>
                    <a:solidFill>
                      <a:schemeClr val="tx1">
                        <a:lumMod val="50000"/>
                      </a:schemeClr>
                    </a:solidFill>
                  </a:rPr>
                  <a:t>=</a:t>
                </a:r>
              </a:p>
            </p:txBody>
          </p:sp>
        </p:grp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79FB01F-B840-41A0-2F45-02834A0F9080}"/>
                </a:ext>
              </a:extLst>
            </p:cNvPr>
            <p:cNvSpPr/>
            <p:nvPr/>
          </p:nvSpPr>
          <p:spPr>
            <a:xfrm>
              <a:off x="9234284" y="4671824"/>
              <a:ext cx="2520461" cy="115618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endParaRPr lang="en-US" err="1"/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9AECC76C-120B-8539-EBBA-112C6CC1FF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2642" y="4000474"/>
            <a:ext cx="2256344" cy="230851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997788C-226B-F591-C4A6-2E5867FC5966}"/>
              </a:ext>
            </a:extLst>
          </p:cNvPr>
          <p:cNvSpPr txBox="1"/>
          <p:nvPr/>
        </p:nvSpPr>
        <p:spPr>
          <a:xfrm>
            <a:off x="439191" y="4213275"/>
            <a:ext cx="4960088" cy="1115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dirty="0"/>
              <a:t>Media profile had no impact on culture performance (growth, viability, pH) and space time-yield</a:t>
            </a:r>
          </a:p>
          <a:p>
            <a:pPr>
              <a:lnSpc>
                <a:spcPct val="90000"/>
              </a:lnSpc>
              <a:spcAft>
                <a:spcPts val="200"/>
              </a:spcAft>
            </a:pPr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D0CA8D8-8BCC-9F1E-731B-20D1EB1ECC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9814" y="1438913"/>
            <a:ext cx="2473366" cy="24263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F7C836-0D19-174D-D96E-9474553A7A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3829" y="486366"/>
            <a:ext cx="2473366" cy="51989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D61613F-F0A1-42EF-43B6-6F3228174728}"/>
              </a:ext>
            </a:extLst>
          </p:cNvPr>
          <p:cNvSpPr/>
          <p:nvPr/>
        </p:nvSpPr>
        <p:spPr>
          <a:xfrm>
            <a:off x="8582678" y="389206"/>
            <a:ext cx="2572830" cy="706976"/>
          </a:xfrm>
          <a:prstGeom prst="rect">
            <a:avLst/>
          </a:prstGeom>
          <a:noFill/>
          <a:ln w="19050"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1361174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B47D345-2D6E-272E-2A7A-6B9AB8C12721}"/>
              </a:ext>
            </a:extLst>
          </p:cNvPr>
          <p:cNvSpPr/>
          <p:nvPr/>
        </p:nvSpPr>
        <p:spPr>
          <a:xfrm>
            <a:off x="6341810" y="3873755"/>
            <a:ext cx="5174445" cy="707886"/>
          </a:xfrm>
          <a:prstGeom prst="roundRect">
            <a:avLst/>
          </a:prstGeom>
          <a:solidFill>
            <a:srgbClr val="FFF5DD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F450DF-651A-60DC-1862-855D2752B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05" y="1591778"/>
            <a:ext cx="5783580" cy="431292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BF3F89-82A2-80B0-0D67-F4027E689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939C3-63E7-59BE-599B-860FA3DF31ED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14B08-0DA7-F7DE-2BCC-D90B96AD2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0CF231B-E4E3-2DF6-A579-4E2F96A2A781}"/>
              </a:ext>
            </a:extLst>
          </p:cNvPr>
          <p:cNvSpPr txBox="1">
            <a:spLocks/>
          </p:cNvSpPr>
          <p:nvPr/>
        </p:nvSpPr>
        <p:spPr>
          <a:xfrm>
            <a:off x="497481" y="6250152"/>
            <a:ext cx="9550800" cy="56104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/>
            </a:lvl1pPr>
            <a:lvl2pPr marL="460800" marR="0" indent="-228600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lang="en-US" sz="2400" dirty="0"/>
            </a:lvl2pPr>
            <a:lvl3pPr marL="6912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3pPr>
            <a:lvl4pPr marL="9216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lang="en-US" sz="2000" dirty="0" smtClean="0"/>
            </a:lvl4pPr>
            <a:lvl5pPr marL="11520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CE10FC-4EEB-F99B-1C82-083516A860B5}"/>
              </a:ext>
            </a:extLst>
          </p:cNvPr>
          <p:cNvSpPr txBox="1"/>
          <p:nvPr/>
        </p:nvSpPr>
        <p:spPr>
          <a:xfrm>
            <a:off x="6324215" y="3913520"/>
            <a:ext cx="51744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Wingdings" panose="05000000000000000000" pitchFamily="2" charset="2"/>
              <a:buChar char="ü"/>
              <a:defRPr sz="2000"/>
            </a:lvl1pPr>
          </a:lstStyle>
          <a:p>
            <a:pPr>
              <a:buClr>
                <a:schemeClr val="tx1"/>
              </a:buClr>
              <a:buSzPct val="100000"/>
              <a:buFont typeface="+mn-lt"/>
              <a:buChar char="•"/>
            </a:pPr>
            <a:r>
              <a:rPr lang="en-US"/>
              <a:t>Media 3 had a high impact on PQA 6 result</a:t>
            </a:r>
          </a:p>
          <a:p>
            <a:pPr>
              <a:buClr>
                <a:schemeClr val="tx1"/>
              </a:buClr>
              <a:buSzPct val="100000"/>
              <a:buFont typeface="+mn-lt"/>
              <a:buChar char="•"/>
            </a:pPr>
            <a:r>
              <a:rPr lang="en-US"/>
              <a:t>Results met the proposed ranges for all PQAs 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C854E96-001B-F529-E2D2-AF82FA0FD477}"/>
              </a:ext>
            </a:extLst>
          </p:cNvPr>
          <p:cNvSpPr txBox="1">
            <a:spLocks/>
          </p:cNvSpPr>
          <p:nvPr/>
        </p:nvSpPr>
        <p:spPr>
          <a:xfrm>
            <a:off x="407987" y="404812"/>
            <a:ext cx="11978943" cy="100742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3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dirty="0"/>
              <a:t>Optimization: product quality attribute (PQA) results</a:t>
            </a:r>
            <a:br>
              <a:rPr lang="en-US" dirty="0"/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DD14B9-0C16-D0B6-75D7-6C5FA85B5DF9}"/>
              </a:ext>
            </a:extLst>
          </p:cNvPr>
          <p:cNvSpPr txBox="1"/>
          <p:nvPr/>
        </p:nvSpPr>
        <p:spPr>
          <a:xfrm>
            <a:off x="6549126" y="2157027"/>
            <a:ext cx="4725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spcAft>
                <a:spcPts val="600"/>
              </a:spcAft>
              <a:defRPr sz="2000" b="1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defRPr>
            </a:lvl1pPr>
          </a:lstStyle>
          <a:p>
            <a:r>
              <a:rPr lang="en-US"/>
              <a:t>=  acceptable range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6107EB-0DF7-01FA-D585-166D234DCD68}"/>
              </a:ext>
            </a:extLst>
          </p:cNvPr>
          <p:cNvSpPr/>
          <p:nvPr/>
        </p:nvSpPr>
        <p:spPr>
          <a:xfrm>
            <a:off x="1091431" y="3170183"/>
            <a:ext cx="475488" cy="1097280"/>
          </a:xfrm>
          <a:prstGeom prst="rect">
            <a:avLst/>
          </a:prstGeom>
          <a:solidFill>
            <a:srgbClr val="92D050">
              <a:alpha val="18000"/>
            </a:srgbClr>
          </a:solidFill>
          <a:ln w="28575">
            <a:solidFill>
              <a:srgbClr val="95CD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8E6751-8EAB-CC41-58DE-BF46220F9EDA}"/>
              </a:ext>
            </a:extLst>
          </p:cNvPr>
          <p:cNvSpPr/>
          <p:nvPr/>
        </p:nvSpPr>
        <p:spPr>
          <a:xfrm>
            <a:off x="4620586" y="2980620"/>
            <a:ext cx="475488" cy="1483563"/>
          </a:xfrm>
          <a:prstGeom prst="rect">
            <a:avLst/>
          </a:prstGeom>
          <a:solidFill>
            <a:srgbClr val="92D050">
              <a:alpha val="18000"/>
            </a:srgbClr>
          </a:solidFill>
          <a:ln w="28575">
            <a:solidFill>
              <a:srgbClr val="95CD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B59009-3B70-9A36-29BE-48AD409AE4B8}"/>
              </a:ext>
            </a:extLst>
          </p:cNvPr>
          <p:cNvSpPr/>
          <p:nvPr/>
        </p:nvSpPr>
        <p:spPr>
          <a:xfrm>
            <a:off x="1799705" y="3399822"/>
            <a:ext cx="475488" cy="1045898"/>
          </a:xfrm>
          <a:prstGeom prst="rect">
            <a:avLst/>
          </a:prstGeom>
          <a:solidFill>
            <a:srgbClr val="92D050">
              <a:alpha val="18000"/>
            </a:srgbClr>
          </a:solidFill>
          <a:ln w="28575">
            <a:solidFill>
              <a:srgbClr val="95CD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275B41-537B-9122-C87D-8300232713E3}"/>
              </a:ext>
            </a:extLst>
          </p:cNvPr>
          <p:cNvSpPr/>
          <p:nvPr/>
        </p:nvSpPr>
        <p:spPr>
          <a:xfrm>
            <a:off x="2512316" y="3470083"/>
            <a:ext cx="475488" cy="977481"/>
          </a:xfrm>
          <a:prstGeom prst="rect">
            <a:avLst/>
          </a:prstGeom>
          <a:solidFill>
            <a:srgbClr val="92D050">
              <a:alpha val="18000"/>
            </a:srgbClr>
          </a:solidFill>
          <a:ln w="28575">
            <a:solidFill>
              <a:srgbClr val="95CD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AA386A-152C-78E7-3E2E-785E9C88B9D7}"/>
              </a:ext>
            </a:extLst>
          </p:cNvPr>
          <p:cNvSpPr/>
          <p:nvPr/>
        </p:nvSpPr>
        <p:spPr>
          <a:xfrm>
            <a:off x="3220129" y="3092536"/>
            <a:ext cx="475488" cy="1226480"/>
          </a:xfrm>
          <a:prstGeom prst="rect">
            <a:avLst/>
          </a:prstGeom>
          <a:solidFill>
            <a:srgbClr val="92D050">
              <a:alpha val="18000"/>
            </a:srgbClr>
          </a:solidFill>
          <a:ln w="28575">
            <a:solidFill>
              <a:srgbClr val="95CD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518C8A-8E08-E298-C9A5-55042063BB08}"/>
              </a:ext>
            </a:extLst>
          </p:cNvPr>
          <p:cNvSpPr/>
          <p:nvPr/>
        </p:nvSpPr>
        <p:spPr>
          <a:xfrm>
            <a:off x="3930368" y="3038473"/>
            <a:ext cx="475488" cy="1291934"/>
          </a:xfrm>
          <a:prstGeom prst="rect">
            <a:avLst/>
          </a:prstGeom>
          <a:solidFill>
            <a:srgbClr val="92D050">
              <a:alpha val="18000"/>
            </a:srgbClr>
          </a:solidFill>
          <a:ln w="28575">
            <a:solidFill>
              <a:srgbClr val="95CD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09A9F9-CE80-21ED-ECC9-AFFC72CBD8F1}"/>
              </a:ext>
            </a:extLst>
          </p:cNvPr>
          <p:cNvSpPr/>
          <p:nvPr/>
        </p:nvSpPr>
        <p:spPr>
          <a:xfrm>
            <a:off x="6259858" y="2239447"/>
            <a:ext cx="289268" cy="202543"/>
          </a:xfrm>
          <a:prstGeom prst="rect">
            <a:avLst/>
          </a:prstGeom>
          <a:solidFill>
            <a:srgbClr val="92D050">
              <a:alpha val="18000"/>
            </a:srgbClr>
          </a:solidFill>
          <a:ln w="28575">
            <a:solidFill>
              <a:srgbClr val="95CD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47500" lnSpcReduction="20000"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CEB109-7DCC-941E-743F-8475554DDF85}"/>
              </a:ext>
            </a:extLst>
          </p:cNvPr>
          <p:cNvSpPr txBox="1"/>
          <p:nvPr/>
        </p:nvSpPr>
        <p:spPr>
          <a:xfrm>
            <a:off x="327441" y="947905"/>
            <a:ext cx="10947563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spcAft>
                <a:spcPts val="600"/>
              </a:spcAft>
              <a:defRPr b="1"/>
            </a:lvl1pPr>
          </a:lstStyle>
          <a:p>
            <a:r>
              <a:rPr lang="en-US"/>
              <a:t>Day 0-14 pool (post capture) compared against fed-batch reference standard and pre-defined acceptance range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8263D5E-A684-4773-79ED-999D0832D3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1941" y="1896093"/>
            <a:ext cx="2339957" cy="4995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F3947E-582D-30C9-0AA0-9DA5AAC6CD04}"/>
              </a:ext>
            </a:extLst>
          </p:cNvPr>
          <p:cNvSpPr txBox="1"/>
          <p:nvPr/>
        </p:nvSpPr>
        <p:spPr>
          <a:xfrm>
            <a:off x="2896754" y="1849438"/>
            <a:ext cx="2438597" cy="601923"/>
          </a:xfrm>
          <a:prstGeom prst="rect">
            <a:avLst/>
          </a:prstGeom>
          <a:noFill/>
          <a:ln w="19050">
            <a:solidFill>
              <a:schemeClr val="tx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3903518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0" grpId="0"/>
      <p:bldP spid="20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F09CF-14BB-21B4-AF16-C9831243F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Costs of goods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964D3-8D74-20E7-5B52-D8AD8640E50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BACA63-CFBC-AEC1-2116-C1CDBBD4E8A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4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A0A9ACC-2D8D-6326-0126-7205A8AC7A3B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49986A2-DAB7-847F-7099-1646838E3F2C}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09678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D0861-6C48-3135-8ADA-272D197F6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of goods assessment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16E0E-FB93-47DE-A2A7-67218513237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690D26-6DC1-8CA0-065B-913B58D8723C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EA7B766-FF0E-69D8-EAE3-359ECAFA52E1}"/>
              </a:ext>
            </a:extLst>
          </p:cNvPr>
          <p:cNvSpPr txBox="1">
            <a:spLocks/>
          </p:cNvSpPr>
          <p:nvPr/>
        </p:nvSpPr>
        <p:spPr>
          <a:xfrm>
            <a:off x="3783474" y="5927675"/>
            <a:ext cx="6539541" cy="10074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08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1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1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52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2600" lvl="2" indent="0">
              <a:buNone/>
            </a:pPr>
            <a:r>
              <a:rPr lang="en-US" b="1" i="1" dirty="0"/>
              <a:t>* Does not include final device cost</a:t>
            </a:r>
          </a:p>
          <a:p>
            <a:pPr lvl="2"/>
            <a:endParaRPr lang="en-US" dirty="0"/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B2B6C3DA-0029-D7CB-D7AC-D25569E961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4928216"/>
              </p:ext>
            </p:extLst>
          </p:nvPr>
        </p:nvGraphicFramePr>
        <p:xfrm>
          <a:off x="0" y="1291642"/>
          <a:ext cx="9933669" cy="44477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98959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C1A49018-2B20-4C28-9CE1-20C002C458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2D5B387D-1F00-4E46-B406-289DB6D606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DE2282D2-D1DF-4FAB-85F7-F7D967B5C0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E251C75C-C545-44F2-8286-37917E312F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3D46F387-9E03-416F-87B8-F43EA52FFC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E20F0990-AA22-4BC4-BE5A-9E0AD065CF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FEE61BA7-8FDC-4275-A719-A58AD355AA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33422E63-B68C-4118-BBD5-23CAD5564D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67D5B7A2-42F0-4115-815D-07D6B494FA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384AD915-B04A-4BF7-A627-541B02ED15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3CC88CD4-6EF7-4684-A77D-0E628B8331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72A4B5A3-AA9B-4930-AB7B-5E0C6919E8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Graphic spid="11" grpId="0" uiExpand="1">
        <p:bldSub>
          <a:bldDgm bld="one"/>
        </p:bldSub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D8B1B9B-18A3-838B-79C4-405BE4644F5D}"/>
              </a:ext>
            </a:extLst>
          </p:cNvPr>
          <p:cNvSpPr/>
          <p:nvPr/>
        </p:nvSpPr>
        <p:spPr>
          <a:xfrm>
            <a:off x="3674159" y="5089042"/>
            <a:ext cx="4843682" cy="458885"/>
          </a:xfrm>
          <a:prstGeom prst="roundRect">
            <a:avLst/>
          </a:prstGeom>
          <a:solidFill>
            <a:srgbClr val="FFF5DD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DB95BE-F00E-4BF3-D8D6-177848987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Feasibility study: media costs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FFF9B-036B-0D72-C048-6895C4648CF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F6A134-87E9-A05B-4BAE-C4F1B1841FD9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338115E-C3A7-F20B-A65C-ECC214FDD267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30893B-CABC-0FE6-BAD9-AD8210320D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8365"/>
          <a:stretch/>
        </p:blipFill>
        <p:spPr>
          <a:xfrm>
            <a:off x="3575979" y="1412239"/>
            <a:ext cx="3393804" cy="31282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01C56F1-FA48-3BBD-4DE5-3153881A00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1488"/>
          <a:stretch/>
        </p:blipFill>
        <p:spPr>
          <a:xfrm>
            <a:off x="407987" y="1369894"/>
            <a:ext cx="3147292" cy="3170605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D6053BD-3B78-45E2-9A52-0A91E7690B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4995527"/>
              </p:ext>
            </p:extLst>
          </p:nvPr>
        </p:nvGraphicFramePr>
        <p:xfrm>
          <a:off x="6990483" y="1225049"/>
          <a:ext cx="3877386" cy="31706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938B1DA-EBE2-7AC5-3B4C-0EE5F06E2894}"/>
              </a:ext>
            </a:extLst>
          </p:cNvPr>
          <p:cNvSpPr txBox="1"/>
          <p:nvPr/>
        </p:nvSpPr>
        <p:spPr>
          <a:xfrm>
            <a:off x="3787698" y="5155859"/>
            <a:ext cx="5620214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b="1" dirty="0"/>
              <a:t>64.4% COG</a:t>
            </a:r>
            <a:r>
              <a:rPr lang="en-US" b="1" baseline="-25000" dirty="0"/>
              <a:t>m</a:t>
            </a:r>
            <a:r>
              <a:rPr lang="en-US" b="1" dirty="0"/>
              <a:t> reduction with IDB platform media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E0A1F1-6A00-14AC-E1D4-829F779A20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8925" y="404811"/>
            <a:ext cx="2054540" cy="66570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821919-07E7-8E3C-A8FD-B0B40F1766CE}"/>
              </a:ext>
            </a:extLst>
          </p:cNvPr>
          <p:cNvSpPr/>
          <p:nvPr/>
        </p:nvSpPr>
        <p:spPr>
          <a:xfrm>
            <a:off x="8928925" y="404810"/>
            <a:ext cx="2054540" cy="665705"/>
          </a:xfrm>
          <a:prstGeom prst="rect">
            <a:avLst/>
          </a:prstGeom>
          <a:noFill/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2751377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F09CF-14BB-21B4-AF16-C9831243F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964D3-8D74-20E7-5B52-D8AD8640E50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BACA63-CFBC-AEC1-2116-C1CDBBD4E8A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4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A0A9ACC-2D8D-6326-0126-7205A8AC7A3B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49986A2-DAB7-847F-7099-1646838E3F2C}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36712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9BAE7-3D2B-DDF0-9BC6-77B2CAC83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Conclusions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666AF-5E98-76A5-98AD-10124879CD8E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 dirty="0"/>
              <a:t>Successfully implemented IDB upstream process</a:t>
            </a:r>
          </a:p>
          <a:p>
            <a:pPr lvl="1"/>
            <a:r>
              <a:rPr lang="en-US" dirty="0"/>
              <a:t>5x improvement in productivity compared to commercial fed-batch process</a:t>
            </a:r>
          </a:p>
          <a:p>
            <a:pPr lvl="1"/>
            <a:r>
              <a:rPr lang="en-US" dirty="0"/>
              <a:t>Product quality met pre-defined feasibility acceptable range for all product quality attributes (PQAs) </a:t>
            </a:r>
          </a:p>
          <a:p>
            <a:r>
              <a:rPr lang="en-US" dirty="0"/>
              <a:t>Project was stopped prior to cost projection for media 3</a:t>
            </a:r>
          </a:p>
          <a:p>
            <a:r>
              <a:rPr lang="en-US" dirty="0"/>
              <a:t>Business decision to switch to a different project that would have more benefit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EA4DC-AFD4-777F-12D4-63488D415FD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52A97B-BB3F-2F83-A3FB-57A9938BF3ED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C56E63D-7AD9-0FC6-89DF-AF1BE7DCF22D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71315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047C42AE-871A-C0BC-7C7C-14F2F7DE0C12}"/>
              </a:ext>
            </a:extLst>
          </p:cNvPr>
          <p:cNvSpPr>
            <a:spLocks noGrp="1"/>
          </p:cNvSpPr>
          <p:nvPr>
            <p:ph type="pic" sz="quarter" idx="112"/>
          </p:nvPr>
        </p:nvSpPr>
        <p:spPr>
          <a:solidFill>
            <a:schemeClr val="bg1"/>
          </a:solidFill>
        </p:spPr>
        <p:txBody>
          <a:bodyPr/>
          <a:lstStyle/>
          <a:p>
            <a:pPr algn="l"/>
            <a:r>
              <a:rPr lang="en-US" sz="3500" b="0" dirty="0">
                <a:solidFill>
                  <a:schemeClr val="accent1"/>
                </a:solidFill>
                <a:latin typeface="+mj-lt"/>
              </a:rPr>
              <a:t>Acknowledgements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C2F6F5-F483-82BA-16A2-ECC07C9FCA4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8E47D07-9D1E-4FE9-B31A-2F5863681021}" type="slidenum">
              <a:rPr lang="en-GB" smtClean="0"/>
              <a:pPr/>
              <a:t>26</a:t>
            </a:fld>
            <a:endParaRPr lang="en-GB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E929DB3-FE75-E51B-56F8-74729644B046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ABB9E-CD4C-8DF9-88FD-D659665FFFA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D0A8190-A94F-5C1D-9139-7642E5EC4CA6}"/>
              </a:ext>
            </a:extLst>
          </p:cNvPr>
          <p:cNvSpPr txBox="1">
            <a:spLocks/>
          </p:cNvSpPr>
          <p:nvPr/>
        </p:nvSpPr>
        <p:spPr>
          <a:xfrm>
            <a:off x="4135443" y="460619"/>
            <a:ext cx="6533321" cy="24618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b="1" u="sng">
                <a:solidFill>
                  <a:schemeClr val="bg1"/>
                </a:solidFill>
              </a:defRPr>
            </a:lvl1pPr>
            <a:lvl2pPr marL="460800" marR="0" indent="-230400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lang="en-US" sz="2400" dirty="0"/>
            </a:lvl2pPr>
            <a:lvl3pPr marL="691200" lvl="2" indent="-2304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lang="en-US" sz="2000" dirty="0">
                <a:solidFill>
                  <a:schemeClr val="bg1"/>
                </a:solidFill>
              </a:defRPr>
            </a:lvl3pPr>
            <a:lvl4pPr marL="921600" indent="-2304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lang="en-US" sz="2000" dirty="0"/>
            </a:lvl4pPr>
            <a:lvl5pPr marL="11520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sz="2000" dirty="0"/>
              <a:t>Bioprocess Technologies Engineering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u="none" dirty="0"/>
              <a:t>Mike Mollet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u="none" dirty="0"/>
              <a:t>Zayla Schaeffer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u="none" dirty="0"/>
              <a:t>Alex Gadberry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u="none" dirty="0"/>
              <a:t>Ana DiLillo</a:t>
            </a:r>
          </a:p>
          <a:p>
            <a:pPr marL="460800" lvl="2" indent="0">
              <a:buClr>
                <a:schemeClr val="bg1"/>
              </a:buClr>
              <a:buNone/>
            </a:pPr>
            <a:endParaRPr lang="en-US" dirty="0"/>
          </a:p>
          <a:p>
            <a:pPr marL="460800" lvl="2" indent="0">
              <a:buNone/>
            </a:pP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9B0EB9E-522E-D3A4-4C22-4B0A839C5C2A}"/>
              </a:ext>
            </a:extLst>
          </p:cNvPr>
          <p:cNvSpPr txBox="1">
            <a:spLocks/>
          </p:cNvSpPr>
          <p:nvPr/>
        </p:nvSpPr>
        <p:spPr>
          <a:xfrm>
            <a:off x="8949771" y="2716689"/>
            <a:ext cx="3325708" cy="18825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kumimoji="0" sz="2400" b="1" i="0" u="sng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defRPr>
            </a:lvl1pPr>
            <a:lvl2pPr marL="460800" marR="0" indent="-228600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2400"/>
            </a:lvl2pPr>
            <a:lvl3pPr marL="462600" marR="0" lvl="2" indent="0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defRPr>
            </a:lvl3pPr>
            <a:lvl4pPr marL="9216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4pPr>
            <a:lvl5pPr marL="11520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sz="2000" dirty="0">
                <a:solidFill>
                  <a:schemeClr val="bg1"/>
                </a:solidFill>
              </a:rPr>
              <a:t>Sponsors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u="none" dirty="0">
                <a:solidFill>
                  <a:schemeClr val="bg1"/>
                </a:solidFill>
              </a:rPr>
              <a:t>Jon Coffman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u="none" dirty="0">
                <a:solidFill>
                  <a:schemeClr val="bg1"/>
                </a:solidFill>
              </a:rPr>
              <a:t>Venkat Raghavan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23D0FA4-14E5-79C3-CCB0-5EA2D2924CEB}"/>
              </a:ext>
            </a:extLst>
          </p:cNvPr>
          <p:cNvSpPr txBox="1">
            <a:spLocks/>
          </p:cNvSpPr>
          <p:nvPr/>
        </p:nvSpPr>
        <p:spPr>
          <a:xfrm>
            <a:off x="8960420" y="468696"/>
            <a:ext cx="3325708" cy="21585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 b="1" u="sng">
                <a:solidFill>
                  <a:schemeClr val="bg1"/>
                </a:solidFill>
              </a:defRPr>
            </a:lvl1pPr>
            <a:lvl2pPr marL="460800" marR="0" indent="-230400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2400"/>
            </a:lvl2pPr>
            <a:lvl3pPr marL="691200" lvl="2" indent="-2304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3pPr>
            <a:lvl4pPr marL="921600" indent="-2304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4pPr>
            <a:lvl5pPr marL="11520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sz="2000" dirty="0"/>
              <a:t>Manufacturing Sciences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u="none" dirty="0"/>
              <a:t>Nicole </a:t>
            </a:r>
            <a:r>
              <a:rPr lang="en-US" sz="2000" b="0" u="none" dirty="0" err="1"/>
              <a:t>Bleckwenn</a:t>
            </a:r>
            <a:endParaRPr lang="en-US" sz="2000" b="0" u="none" dirty="0"/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u="none" dirty="0"/>
              <a:t>Corley Simons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u="none" dirty="0" err="1"/>
              <a:t>Sok</a:t>
            </a:r>
            <a:r>
              <a:rPr lang="en-US" sz="2000" b="0" u="none" dirty="0"/>
              <a:t> Soy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u="none" dirty="0"/>
              <a:t>Jim Dyer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64089A-2C3F-C64E-3E1D-31FD8A0249E6}"/>
              </a:ext>
            </a:extLst>
          </p:cNvPr>
          <p:cNvSpPr txBox="1">
            <a:spLocks/>
          </p:cNvSpPr>
          <p:nvPr/>
        </p:nvSpPr>
        <p:spPr>
          <a:xfrm>
            <a:off x="8960420" y="4482915"/>
            <a:ext cx="3325708" cy="16470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228600" marR="0" lvl="0" indent="-2286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defRPr>
            </a:lvl1pPr>
            <a:lvl2pPr marL="460800" marR="0" indent="-228600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2400"/>
            </a:lvl2pPr>
            <a:lvl3pPr marL="691200" marR="0" lvl="2" indent="-228600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defRPr>
            </a:lvl3pPr>
            <a:lvl4pPr marL="9216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4pPr>
            <a:lvl5pPr marL="11520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buNone/>
            </a:pPr>
            <a:r>
              <a:rPr lang="en-US" sz="2000" b="1" u="sng">
                <a:solidFill>
                  <a:schemeClr val="bg1"/>
                </a:solidFill>
              </a:rPr>
              <a:t>Support functions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schemeClr val="bg1"/>
                </a:solidFill>
              </a:rPr>
              <a:t>Media prep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schemeClr val="bg1"/>
                </a:solidFill>
              </a:rPr>
              <a:t>Bioreactor prep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4C6160A-D29F-E77D-8DD5-071EFE923BFC}"/>
              </a:ext>
            </a:extLst>
          </p:cNvPr>
          <p:cNvSpPr txBox="1">
            <a:spLocks/>
          </p:cNvSpPr>
          <p:nvPr/>
        </p:nvSpPr>
        <p:spPr>
          <a:xfrm>
            <a:off x="4196597" y="2318416"/>
            <a:ext cx="4431969" cy="29880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228600" marR="0" lvl="0" indent="-228600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defRPr>
            </a:lvl1pPr>
            <a:lvl2pPr marL="460800" marR="0" indent="-228600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2400"/>
            </a:lvl2pPr>
            <a:lvl3pPr marL="691200" marR="0" lvl="2" indent="-228600" fontAlgn="auto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</a:defRPr>
            </a:lvl3pPr>
            <a:lvl4pPr marL="9216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4pPr>
            <a:lvl5pPr marL="11520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defRPr sz="20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buClr>
                <a:schemeClr val="bg1"/>
              </a:buClr>
              <a:buSzPct val="100000"/>
              <a:buFont typeface="Calibri"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u="sng" dirty="0">
                <a:solidFill>
                  <a:schemeClr val="bg1"/>
                </a:solidFill>
              </a:rPr>
              <a:t>Analytical Sciences</a:t>
            </a:r>
            <a:endParaRPr lang="en-US" sz="1600" b="0" i="0" u="none" strike="noStrike" baseline="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0" i="0" u="none" strike="noStrike" baseline="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sz="2000" b="0" i="0" u="none" strike="noStrike" baseline="0" dirty="0">
                <a:solidFill>
                  <a:schemeClr val="bg1"/>
                </a:solidFill>
                <a:latin typeface="+mn-lt"/>
              </a:rPr>
              <a:t>Yoen Joo Kim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0" i="0" u="none" strike="noStrike" baseline="0" dirty="0" err="1">
                <a:solidFill>
                  <a:schemeClr val="bg1"/>
                </a:solidFill>
                <a:latin typeface="+mn-lt"/>
              </a:rPr>
              <a:t>PhysicoChemical</a:t>
            </a:r>
            <a:r>
              <a:rPr lang="en-US" sz="2000" b="0" i="0" u="none" strike="noStrike" baseline="0" dirty="0">
                <a:solidFill>
                  <a:schemeClr val="bg1"/>
                </a:solidFill>
                <a:latin typeface="+mn-lt"/>
              </a:rPr>
              <a:t>-Development Operations &amp; Testing (PDOT) analysts</a:t>
            </a:r>
            <a:endParaRPr lang="en-US" sz="2800" dirty="0">
              <a:solidFill>
                <a:schemeClr val="bg1"/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E2FE576-A077-B18F-128A-84A876028FFE}"/>
              </a:ext>
            </a:extLst>
          </p:cNvPr>
          <p:cNvCxnSpPr/>
          <p:nvPr/>
        </p:nvCxnSpPr>
        <p:spPr>
          <a:xfrm>
            <a:off x="3536576" y="3724835"/>
            <a:ext cx="0" cy="252531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09482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ASTRAZENECA STANDARD TEMPLATE" val="EvVFCk6W"/>
  <p:tag name="ARTICULATE_DESIGN_ID_1_ASTRAZENECA STANDARD TEMPLATE" val="kGJp0GDe"/>
  <p:tag name="ARTICULATE_DESIGN_ID_ALTERNATIVE LAYOUTS" val="Bt42LpTg"/>
  <p:tag name="ARTICULATE_DESIGN_ID_1_ALTERNATIVE LAYOUTS" val="Pu40bbUa"/>
  <p:tag name="ARTICULATE_DESIGN_ID_AGENDAS" val="ut6QGGsg"/>
  <p:tag name="ARTICULATE_DESIGN_ID_1_AGENDAS" val="zZqOLfMe"/>
  <p:tag name="ARTICULATE_DESIGN_ID_KEY MESSAGE LAYOUTS" val="EG1WQXxn"/>
  <p:tag name="ARTICULATE_DESIGN_ID_LISTS" val="M0QWvWS1"/>
  <p:tag name="ARTICULATE_DESIGN_ID_1_KEY MESSAGE LAYOUTS" val="ks627C6Q"/>
  <p:tag name="ARTICULATE_DESIGN_ID_DIAGRAMS" val="EHtI07Fq"/>
  <p:tag name="ARTICULATE_DESIGN_ID_ALTERNATIVE CONTENT LAYOUTS" val="ywJnDDcd"/>
  <p:tag name="ARTICULATE_DESIGN_ID_PERSONNEL" val="nHHLeDJ2"/>
  <p:tag name="ARTICULATE_DESIGN_ID_STAFF AND ORGANISATIONS" val="fzkdDkSo"/>
  <p:tag name="ARTICULATE_DESIGN_ID_1_ALTERNATIVE CONTENT LAYOUTS" val="iY0BipYY"/>
  <p:tag name="ARTICULATE_DESIGN_ID_1_LISTS" val="vezrIkHU"/>
  <p:tag name="ARTICULATE_DESIGN_ID_1_STAFF AND ORGANISATIONS" val="gu0rVs6s"/>
  <p:tag name="BRANDIN_CONFIG" val="CONFIG.INI"/>
  <p:tag name="BRANDIN_CHARTS" val="PROCESS CHARTS"/>
  <p:tag name="BRANDIN_RULES" val="RUN RULES"/>
  <p:tag name="ARTICULATE_DESIGN_ID_LOGO HOLDERS" val="frTQuPG5"/>
  <p:tag name="ARTICULATE_DESIGN_ID_SPEAKERS" val="lTM5UYkU"/>
  <p:tag name="ARTICULATE_DESIGN_ID_TEXT LAYOUTS" val="4lYw8SxY"/>
  <p:tag name="ARTICULATE_DESIGN_ID_KEY STATEMENTS" val="PiA9xBfC"/>
  <p:tag name="ARTICULATE_DESIGN_ID_TEXT WITH IMAGE" val="bQgCS8wS"/>
  <p:tag name="ARTICULATE_DESIGN_ID_TEXT WITH IMAGE LAYOUTS" val="4MQoe47W"/>
  <p:tag name="ARTICULATE_SLIDE_THUMBNAIL_REFRESH" val="1"/>
  <p:tag name="ARTICULATE_PROJECT_OPEN" val="0"/>
  <p:tag name="ARTICULATE_SLIDE_COUNT" val="55"/>
  <p:tag name="BRANDIN_SMARTPASTE" val="ACTIVE"/>
  <p:tag name="BRANDIN_WORKSPACE_NAME" val="AstraZenec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AstraZeneca Standard Template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White">
      <a:srgbClr val="FFFFFF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Gold, Lighter 60%">
      <a:srgbClr val="F9DD99"/>
    </a:custClr>
    <a:custClr name="Magenta, Lighter 60%">
      <a:srgbClr val="EC99C5"/>
    </a:custClr>
    <a:custClr name="Purple, Lighter 60%">
      <a:srgbClr val="B19FBA"/>
    </a:custClr>
    <a:custClr name="Lime Green, Lighter 60%">
      <a:srgbClr val="E7EF99"/>
    </a:custClr>
    <a:custClr name="Light Blue, Lighter 60%">
      <a:srgbClr val="C3EDF2"/>
    </a:custClr>
    <a:custClr name="White">
      <a:srgbClr val="FFFFFF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Gold, Lighter 40%">
      <a:srgbClr val="F6CD66"/>
    </a:custClr>
    <a:custClr name="Magenta, Lighter 40%">
      <a:srgbClr val="E366A9"/>
    </a:custClr>
    <a:custClr name="Purple, Lighter 40%">
      <a:srgbClr val="8A7098"/>
    </a:custClr>
    <a:custClr name="Lime Green, Lighter 40%">
      <a:srgbClr val="DCE666"/>
    </a:custClr>
    <a:custClr name="Light Blue, Lighter 40%">
      <a:srgbClr val="A4E4EC"/>
    </a:custClr>
    <a:custClr name="White">
      <a:srgbClr val="FFFFFF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Gold, Darker 40%">
      <a:srgbClr val="906700"/>
    </a:custClr>
    <a:custClr name="Magenta, Darker 40%">
      <a:srgbClr val="7D0043"/>
    </a:custClr>
    <a:custClr name="Purple, Darker 40%">
      <a:srgbClr val="240A32"/>
    </a:custClr>
    <a:custClr name="Lime Green, Darker 40%">
      <a:srgbClr val="768000"/>
    </a:custClr>
    <a:custClr name="Light Blue, Darker 40%">
      <a:srgbClr val="3E7E86"/>
    </a:custClr>
    <a:custClr name="White">
      <a:srgbClr val="FFFFFF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Gold, Darker 60%">
      <a:srgbClr val="604400"/>
    </a:custClr>
    <a:custClr name="Magenta, Darker 60%">
      <a:srgbClr val="53002C"/>
    </a:custClr>
    <a:custClr name="Purple, Darker 60%">
      <a:srgbClr val="180621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blank 24.05.22 TD.potx" id="{58DBFC55-7D75-4664-BCD7-7B8C361A6685}" vid="{AD1A674E-3E18-48C8-8111-13918292A9CD}"/>
    </a:ext>
  </a:extLst>
</a:theme>
</file>

<file path=ppt/theme/theme2.xml><?xml version="1.0" encoding="utf-8"?>
<a:theme xmlns:a="http://schemas.openxmlformats.org/drawingml/2006/main" name="Alternative Content Layouts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White">
      <a:srgbClr val="FFFFFF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Gold, Lighter 60%">
      <a:srgbClr val="F9DD99"/>
    </a:custClr>
    <a:custClr name="Magenta, Lighter 60%">
      <a:srgbClr val="EC99C5"/>
    </a:custClr>
    <a:custClr name="Purple, Lighter 60%">
      <a:srgbClr val="B19FBA"/>
    </a:custClr>
    <a:custClr name="Lime Green, Lighter 60%">
      <a:srgbClr val="E7EF99"/>
    </a:custClr>
    <a:custClr name="Light Blue, Lighter 60%">
      <a:srgbClr val="C3EDF2"/>
    </a:custClr>
    <a:custClr name="White">
      <a:srgbClr val="FFFFFF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Gold, Lighter 40%">
      <a:srgbClr val="F6CD66"/>
    </a:custClr>
    <a:custClr name="Magenta, Lighter 40%">
      <a:srgbClr val="E366A9"/>
    </a:custClr>
    <a:custClr name="Purple, Lighter 40%">
      <a:srgbClr val="8A7098"/>
    </a:custClr>
    <a:custClr name="Lime Green, Lighter 40%">
      <a:srgbClr val="DCE666"/>
    </a:custClr>
    <a:custClr name="Light Blue, Lighter 40%">
      <a:srgbClr val="A4E4EC"/>
    </a:custClr>
    <a:custClr name="White">
      <a:srgbClr val="FFFFFF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Gold, Darker 40%">
      <a:srgbClr val="906700"/>
    </a:custClr>
    <a:custClr name="Magenta, Darker 40%">
      <a:srgbClr val="7D0043"/>
    </a:custClr>
    <a:custClr name="Purple, Darker 40%">
      <a:srgbClr val="240A32"/>
    </a:custClr>
    <a:custClr name="Lime Green, Darker 40%">
      <a:srgbClr val="768000"/>
    </a:custClr>
    <a:custClr name="Light Blue, Darker 40%">
      <a:srgbClr val="3E7E86"/>
    </a:custClr>
    <a:custClr name="White">
      <a:srgbClr val="FFFFFF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Gold, Darker 60%">
      <a:srgbClr val="604400"/>
    </a:custClr>
    <a:custClr name="Magenta, Darker 60%">
      <a:srgbClr val="53002C"/>
    </a:custClr>
    <a:custClr name="Purple, Darker 60%">
      <a:srgbClr val="180621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blank 24.05.22 TD.potx" id="{58DBFC55-7D75-4664-BCD7-7B8C361A6685}" vid="{A8A2B839-B926-47C5-8DA5-FE68E2B7180C}"/>
    </a:ext>
  </a:extLst>
</a:theme>
</file>

<file path=ppt/theme/theme3.xml><?xml version="1.0" encoding="utf-8"?>
<a:theme xmlns:a="http://schemas.openxmlformats.org/drawingml/2006/main" name="Text with Image Layouts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White">
      <a:srgbClr val="FFFFFF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Gold, Lighter 60%">
      <a:srgbClr val="F9DD99"/>
    </a:custClr>
    <a:custClr name="Magenta, Lighter 60%">
      <a:srgbClr val="EC99C5"/>
    </a:custClr>
    <a:custClr name="Purple, Lighter 60%">
      <a:srgbClr val="B19FBA"/>
    </a:custClr>
    <a:custClr name="Lime Green, Lighter 60%">
      <a:srgbClr val="E7EF99"/>
    </a:custClr>
    <a:custClr name="Light Blue, Lighter 60%">
      <a:srgbClr val="C3EDF2"/>
    </a:custClr>
    <a:custClr name="White">
      <a:srgbClr val="FFFFFF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Gold, Lighter 40%">
      <a:srgbClr val="F6CD66"/>
    </a:custClr>
    <a:custClr name="Magenta, Lighter 40%">
      <a:srgbClr val="E366A9"/>
    </a:custClr>
    <a:custClr name="Purple, Lighter 40%">
      <a:srgbClr val="8A7098"/>
    </a:custClr>
    <a:custClr name="Lime Green, Lighter 40%">
      <a:srgbClr val="DCE666"/>
    </a:custClr>
    <a:custClr name="Light Blue, Lighter 40%">
      <a:srgbClr val="A4E4EC"/>
    </a:custClr>
    <a:custClr name="White">
      <a:srgbClr val="FFFFFF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Gold, Darker 40%">
      <a:srgbClr val="906700"/>
    </a:custClr>
    <a:custClr name="Magenta, Darker 40%">
      <a:srgbClr val="7D0043"/>
    </a:custClr>
    <a:custClr name="Purple, Darker 40%">
      <a:srgbClr val="240A32"/>
    </a:custClr>
    <a:custClr name="Lime Green, Darker 40%">
      <a:srgbClr val="768000"/>
    </a:custClr>
    <a:custClr name="Light Blue, Darker 40%">
      <a:srgbClr val="3E7E86"/>
    </a:custClr>
    <a:custClr name="White">
      <a:srgbClr val="FFFFFF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Gold, Darker 60%">
      <a:srgbClr val="604400"/>
    </a:custClr>
    <a:custClr name="Magenta, Darker 60%">
      <a:srgbClr val="53002C"/>
    </a:custClr>
    <a:custClr name="Purple, Darker 60%">
      <a:srgbClr val="180621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blank 24.05.22 TD.potx" id="{58DBFC55-7D75-4664-BCD7-7B8C361A6685}" vid="{FF4F857E-D025-4A8C-A516-DC792C9086B8}"/>
    </a:ext>
  </a:extLst>
</a:theme>
</file>

<file path=ppt/theme/theme4.xml><?xml version="1.0" encoding="utf-8"?>
<a:theme xmlns:a="http://schemas.openxmlformats.org/drawingml/2006/main" name="Key Statements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White">
      <a:srgbClr val="FFFFFF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Gold, Lighter 60%">
      <a:srgbClr val="F9DD99"/>
    </a:custClr>
    <a:custClr name="Magenta, Lighter 60%">
      <a:srgbClr val="EC99C5"/>
    </a:custClr>
    <a:custClr name="Purple, Lighter 60%">
      <a:srgbClr val="B19FBA"/>
    </a:custClr>
    <a:custClr name="Lime Green, Lighter 60%">
      <a:srgbClr val="E7EF99"/>
    </a:custClr>
    <a:custClr name="Light Blue, Lighter 60%">
      <a:srgbClr val="C3EDF2"/>
    </a:custClr>
    <a:custClr name="White">
      <a:srgbClr val="FFFFFF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Gold, Lighter 40%">
      <a:srgbClr val="F6CD66"/>
    </a:custClr>
    <a:custClr name="Magenta, Lighter 40%">
      <a:srgbClr val="E366A9"/>
    </a:custClr>
    <a:custClr name="Purple, Lighter 40%">
      <a:srgbClr val="8A7098"/>
    </a:custClr>
    <a:custClr name="Lime Green, Lighter 40%">
      <a:srgbClr val="DCE666"/>
    </a:custClr>
    <a:custClr name="Light Blue, Lighter 40%">
      <a:srgbClr val="A4E4EC"/>
    </a:custClr>
    <a:custClr name="White">
      <a:srgbClr val="FFFFFF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Gold, Darker 40%">
      <a:srgbClr val="906700"/>
    </a:custClr>
    <a:custClr name="Magenta, Darker 40%">
      <a:srgbClr val="7D0043"/>
    </a:custClr>
    <a:custClr name="Purple, Darker 40%">
      <a:srgbClr val="240A32"/>
    </a:custClr>
    <a:custClr name="Lime Green, Darker 40%">
      <a:srgbClr val="768000"/>
    </a:custClr>
    <a:custClr name="Light Blue, Darker 40%">
      <a:srgbClr val="3E7E86"/>
    </a:custClr>
    <a:custClr name="White">
      <a:srgbClr val="FFFFFF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Gold, Darker 60%">
      <a:srgbClr val="604400"/>
    </a:custClr>
    <a:custClr name="Magenta, Darker 60%">
      <a:srgbClr val="53002C"/>
    </a:custClr>
    <a:custClr name="Purple, Darker 60%">
      <a:srgbClr val="180621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blank 24.05.22 TD.potx" id="{58DBFC55-7D75-4664-BCD7-7B8C361A6685}" vid="{86D9450B-4865-45B4-A3C1-AC495C4B5E51}"/>
    </a:ext>
  </a:extLst>
</a:theme>
</file>

<file path=ppt/theme/theme5.xml><?xml version="1.0" encoding="utf-8"?>
<a:theme xmlns:a="http://schemas.openxmlformats.org/drawingml/2006/main" name="Lists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White">
      <a:srgbClr val="FFFFFF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Gold, Lighter 60%">
      <a:srgbClr val="F9DD99"/>
    </a:custClr>
    <a:custClr name="Magenta, Lighter 60%">
      <a:srgbClr val="EC99C5"/>
    </a:custClr>
    <a:custClr name="Purple, Lighter 60%">
      <a:srgbClr val="B19FBA"/>
    </a:custClr>
    <a:custClr name="Lime Green, Lighter 60%">
      <a:srgbClr val="E7EF99"/>
    </a:custClr>
    <a:custClr name="Light Blue, Lighter 60%">
      <a:srgbClr val="C3EDF2"/>
    </a:custClr>
    <a:custClr name="White">
      <a:srgbClr val="FFFFFF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Gold, Lighter 40%">
      <a:srgbClr val="F6CD66"/>
    </a:custClr>
    <a:custClr name="Magenta, Lighter 40%">
      <a:srgbClr val="E366A9"/>
    </a:custClr>
    <a:custClr name="Purple, Lighter 40%">
      <a:srgbClr val="8A7098"/>
    </a:custClr>
    <a:custClr name="Lime Green, Lighter 40%">
      <a:srgbClr val="DCE666"/>
    </a:custClr>
    <a:custClr name="Light Blue, Lighter 40%">
      <a:srgbClr val="A4E4EC"/>
    </a:custClr>
    <a:custClr name="White">
      <a:srgbClr val="FFFFFF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Gold, Darker 40%">
      <a:srgbClr val="906700"/>
    </a:custClr>
    <a:custClr name="Magenta, Darker 40%">
      <a:srgbClr val="7D0043"/>
    </a:custClr>
    <a:custClr name="Purple, Darker 40%">
      <a:srgbClr val="240A32"/>
    </a:custClr>
    <a:custClr name="Lime Green, Darker 40%">
      <a:srgbClr val="768000"/>
    </a:custClr>
    <a:custClr name="Light Blue, Darker 40%">
      <a:srgbClr val="3E7E86"/>
    </a:custClr>
    <a:custClr name="White">
      <a:srgbClr val="FFFFFF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Gold, Darker 60%">
      <a:srgbClr val="604400"/>
    </a:custClr>
    <a:custClr name="Magenta, Darker 60%">
      <a:srgbClr val="53002C"/>
    </a:custClr>
    <a:custClr name="Purple, Darker 60%">
      <a:srgbClr val="180621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blank 24.05.22 TD.potx" id="{58DBFC55-7D75-4664-BCD7-7B8C361A6685}" vid="{DC6603E1-665B-4720-813E-777E4753678A}"/>
    </a:ext>
  </a:extLst>
</a:theme>
</file>

<file path=ppt/theme/theme6.xml><?xml version="1.0" encoding="utf-8"?>
<a:theme xmlns:a="http://schemas.openxmlformats.org/drawingml/2006/main" name="Agendas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White">
      <a:srgbClr val="FFFFFF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Gold, Lighter 60%">
      <a:srgbClr val="F9DD99"/>
    </a:custClr>
    <a:custClr name="Magenta, Lighter 60%">
      <a:srgbClr val="EC99C5"/>
    </a:custClr>
    <a:custClr name="Purple, Lighter 60%">
      <a:srgbClr val="B19FBA"/>
    </a:custClr>
    <a:custClr name="Lime Green, Lighter 60%">
      <a:srgbClr val="E7EF99"/>
    </a:custClr>
    <a:custClr name="Light Blue, Lighter 60%">
      <a:srgbClr val="C3EDF2"/>
    </a:custClr>
    <a:custClr name="White">
      <a:srgbClr val="FFFFFF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Gold, Lighter 40%">
      <a:srgbClr val="F6CD66"/>
    </a:custClr>
    <a:custClr name="Magenta, Lighter 40%">
      <a:srgbClr val="E366A9"/>
    </a:custClr>
    <a:custClr name="Purple, Lighter 40%">
      <a:srgbClr val="8A7098"/>
    </a:custClr>
    <a:custClr name="Lime Green, Lighter 40%">
      <a:srgbClr val="DCE666"/>
    </a:custClr>
    <a:custClr name="Light Blue, Lighter 40%">
      <a:srgbClr val="A4E4EC"/>
    </a:custClr>
    <a:custClr name="White">
      <a:srgbClr val="FFFFFF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Gold, Darker 40%">
      <a:srgbClr val="906700"/>
    </a:custClr>
    <a:custClr name="Magenta, Darker 40%">
      <a:srgbClr val="7D0043"/>
    </a:custClr>
    <a:custClr name="Purple, Darker 40%">
      <a:srgbClr val="240A32"/>
    </a:custClr>
    <a:custClr name="Lime Green, Darker 40%">
      <a:srgbClr val="768000"/>
    </a:custClr>
    <a:custClr name="Light Blue, Darker 40%">
      <a:srgbClr val="3E7E86"/>
    </a:custClr>
    <a:custClr name="White">
      <a:srgbClr val="FFFFFF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Gold, Darker 60%">
      <a:srgbClr val="604400"/>
    </a:custClr>
    <a:custClr name="Magenta, Darker 60%">
      <a:srgbClr val="53002C"/>
    </a:custClr>
    <a:custClr name="Purple, Darker 60%">
      <a:srgbClr val="180621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blank 24.05.22 TD.potx" id="{58DBFC55-7D75-4664-BCD7-7B8C361A6685}" vid="{7C967E50-2B4F-49AB-B60F-A552999DBF81}"/>
    </a:ext>
  </a:extLst>
</a:theme>
</file>

<file path=ppt/theme/theme7.xml><?xml version="1.0" encoding="utf-8"?>
<a:theme xmlns:a="http://schemas.openxmlformats.org/drawingml/2006/main" name="Speakers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White">
      <a:srgbClr val="FFFFFF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Gold, Lighter 60%">
      <a:srgbClr val="F9DD99"/>
    </a:custClr>
    <a:custClr name="Magenta, Lighter 60%">
      <a:srgbClr val="EC99C5"/>
    </a:custClr>
    <a:custClr name="Purple, Lighter 60%">
      <a:srgbClr val="B19FBA"/>
    </a:custClr>
    <a:custClr name="Lime Green, Lighter 60%">
      <a:srgbClr val="E7EF99"/>
    </a:custClr>
    <a:custClr name="Light Blue, Lighter 60%">
      <a:srgbClr val="C3EDF2"/>
    </a:custClr>
    <a:custClr name="White">
      <a:srgbClr val="FFFFFF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Gold, Lighter 40%">
      <a:srgbClr val="F6CD66"/>
    </a:custClr>
    <a:custClr name="Magenta, Lighter 40%">
      <a:srgbClr val="E366A9"/>
    </a:custClr>
    <a:custClr name="Purple, Lighter 40%">
      <a:srgbClr val="8A7098"/>
    </a:custClr>
    <a:custClr name="Lime Green, Lighter 40%">
      <a:srgbClr val="DCE666"/>
    </a:custClr>
    <a:custClr name="Light Blue, Lighter 40%">
      <a:srgbClr val="A4E4EC"/>
    </a:custClr>
    <a:custClr name="White">
      <a:srgbClr val="FFFFFF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Gold, Darker 40%">
      <a:srgbClr val="906700"/>
    </a:custClr>
    <a:custClr name="Magenta, Darker 40%">
      <a:srgbClr val="7D0043"/>
    </a:custClr>
    <a:custClr name="Purple, Darker 40%">
      <a:srgbClr val="240A32"/>
    </a:custClr>
    <a:custClr name="Lime Green, Darker 40%">
      <a:srgbClr val="768000"/>
    </a:custClr>
    <a:custClr name="Light Blue, Darker 40%">
      <a:srgbClr val="3E7E86"/>
    </a:custClr>
    <a:custClr name="White">
      <a:srgbClr val="FFFFFF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Gold, Darker 60%">
      <a:srgbClr val="604400"/>
    </a:custClr>
    <a:custClr name="Magenta, Darker 60%">
      <a:srgbClr val="53002C"/>
    </a:custClr>
    <a:custClr name="Purple, Darker 60%">
      <a:srgbClr val="180621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blank 24.05.22 TD.potx" id="{58DBFC55-7D75-4664-BCD7-7B8C361A6685}" vid="{ADD585AD-C703-46E6-A6AA-37E180751FB5}"/>
    </a:ext>
  </a:extLst>
</a:theme>
</file>

<file path=ppt/theme/theme8.xml><?xml version="1.0" encoding="utf-8"?>
<a:theme xmlns:a="http://schemas.openxmlformats.org/drawingml/2006/main" name="Logo Holders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Astra Zeneca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>
        <a:normAutofit/>
      </a:bodyPr>
      <a:lstStyle>
        <a:defPPr algn="ctr">
          <a:lnSpc>
            <a:spcPct val="90000"/>
          </a:lnSpc>
          <a:spcAft>
            <a:spcPts val="600"/>
          </a:spcAft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/>
        </a:defPPr>
      </a:lstStyle>
    </a:txDef>
  </a:objectDefaults>
  <a:extraClrSchemeLst/>
  <a:custClrLst>
    <a:custClr name="White">
      <a:srgbClr val="FFFFFF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Gold, Lighter 60%">
      <a:srgbClr val="F9DD99"/>
    </a:custClr>
    <a:custClr name="Magenta, Lighter 60%">
      <a:srgbClr val="EC99C5"/>
    </a:custClr>
    <a:custClr name="Purple, Lighter 60%">
      <a:srgbClr val="B19FBA"/>
    </a:custClr>
    <a:custClr name="Lime Green, Lighter 60%">
      <a:srgbClr val="E7EF99"/>
    </a:custClr>
    <a:custClr name="Light Blue, Lighter 60%">
      <a:srgbClr val="C3EDF2"/>
    </a:custClr>
    <a:custClr name="White">
      <a:srgbClr val="FFFFFF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Gold, Lighter 40%">
      <a:srgbClr val="F6CD66"/>
    </a:custClr>
    <a:custClr name="Magenta, Lighter 40%">
      <a:srgbClr val="E366A9"/>
    </a:custClr>
    <a:custClr name="Purple, Lighter 40%">
      <a:srgbClr val="8A7098"/>
    </a:custClr>
    <a:custClr name="Lime Green, Lighter 40%">
      <a:srgbClr val="DCE666"/>
    </a:custClr>
    <a:custClr name="Light Blue, Lighter 40%">
      <a:srgbClr val="A4E4EC"/>
    </a:custClr>
    <a:custClr name="White">
      <a:srgbClr val="FFFFFF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Gold, Darker 40%">
      <a:srgbClr val="906700"/>
    </a:custClr>
    <a:custClr name="Magenta, Darker 40%">
      <a:srgbClr val="7D0043"/>
    </a:custClr>
    <a:custClr name="Purple, Darker 40%">
      <a:srgbClr val="240A32"/>
    </a:custClr>
    <a:custClr name="Lime Green, Darker 40%">
      <a:srgbClr val="768000"/>
    </a:custClr>
    <a:custClr name="Light Blue, Darker 40%">
      <a:srgbClr val="3E7E86"/>
    </a:custClr>
    <a:custClr name="White">
      <a:srgbClr val="FFFFFF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Gold, Darker 60%">
      <a:srgbClr val="604400"/>
    </a:custClr>
    <a:custClr name="Magenta, Darker 60%">
      <a:srgbClr val="53002C"/>
    </a:custClr>
    <a:custClr name="Purple, Darker 60%">
      <a:srgbClr val="180621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blank 24.05.22 TD.potx" id="{58DBFC55-7D75-4664-BCD7-7B8C361A6685}" vid="{A0D3E82B-71DD-4FC0-AED6-A039D92FEFB4}"/>
    </a:ext>
  </a:extLst>
</a:theme>
</file>

<file path=ppt/theme/theme9.xml><?xml version="1.0" encoding="utf-8"?>
<a:theme xmlns:a="http://schemas.openxmlformats.org/drawingml/2006/main" name="Office Theme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Gold, Lighter 60%">
      <a:srgbClr val="F9DD99"/>
    </a:custClr>
    <a:custClr name="Magenta, Lighter 60%">
      <a:srgbClr val="EC99C5"/>
    </a:custClr>
    <a:custClr name="Purple, Lighter 60%">
      <a:srgbClr val="B19FBA"/>
    </a:custClr>
    <a:custClr name="Lime Green, Lighter 60%">
      <a:srgbClr val="E7EF99"/>
    </a:custClr>
    <a:custClr name="Light Blue, Lighter 60%">
      <a:srgbClr val="C3EDF2"/>
    </a:custClr>
    <a:custClr name="White">
      <a:srgbClr val="FFFFFF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Gold, Lighter 40%">
      <a:srgbClr val="F6CD66"/>
    </a:custClr>
    <a:custClr name="Magenta, Lighter 40%">
      <a:srgbClr val="E366A9"/>
    </a:custClr>
    <a:custClr name="Purple, Lighter 40%">
      <a:srgbClr val="8A7098"/>
    </a:custClr>
    <a:custClr name="Lime Green, Lighter 40%">
      <a:srgbClr val="DCE666"/>
    </a:custClr>
    <a:custClr name="Light Blue, Lighter 40%">
      <a:srgbClr val="A4E4EC"/>
    </a:custClr>
    <a:custClr name="White">
      <a:srgbClr val="FFFFFF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Gold, Darker 40%">
      <a:srgbClr val="906700"/>
    </a:custClr>
    <a:custClr name="Magenta, Darker 40%">
      <a:srgbClr val="7D0043"/>
    </a:custClr>
    <a:custClr name="Purple, Darker 40%">
      <a:srgbClr val="240A32"/>
    </a:custClr>
    <a:custClr name="Lime Green, Darker 40%">
      <a:srgbClr val="768000"/>
    </a:custClr>
    <a:custClr name="Light Blue, Darker 40%">
      <a:srgbClr val="3E7E86"/>
    </a:custClr>
    <a:custClr name="White">
      <a:srgbClr val="FFFFFF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Gold, Darker 60%">
      <a:srgbClr val="604400"/>
    </a:custClr>
    <a:custClr name="Magenta, Darker 60%">
      <a:srgbClr val="53002C"/>
    </a:custClr>
    <a:custClr name="Purple, Darker 60%">
      <a:srgbClr val="180621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AstraZeneca 2020">
      <a:dk1>
        <a:srgbClr val="3F4444"/>
      </a:dk1>
      <a:lt1>
        <a:srgbClr val="FFFFFF"/>
      </a:lt1>
      <a:dk2>
        <a:srgbClr val="003865"/>
      </a:dk2>
      <a:lt2>
        <a:srgbClr val="9DB0AC"/>
      </a:lt2>
      <a:accent1>
        <a:srgbClr val="830051"/>
      </a:accent1>
      <a:accent2>
        <a:srgbClr val="F0AB00"/>
      </a:accent2>
      <a:accent3>
        <a:srgbClr val="D0006F"/>
      </a:accent3>
      <a:accent4>
        <a:srgbClr val="3C1053"/>
      </a:accent4>
      <a:accent5>
        <a:srgbClr val="C4D600"/>
      </a:accent5>
      <a:accent6>
        <a:srgbClr val="68D2DF"/>
      </a:accent6>
      <a:hlink>
        <a:srgbClr val="68D2DF"/>
      </a:hlink>
      <a:folHlink>
        <a:srgbClr val="D0006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Graphite, Lighter 60%">
      <a:srgbClr val="B2B4B4"/>
    </a:custClr>
    <a:custClr name="Platinum, Lighter 60%">
      <a:srgbClr val="D8DFDE"/>
    </a:custClr>
    <a:custClr name="Navy, Lighter 60%">
      <a:srgbClr val="99AFC1"/>
    </a:custClr>
    <a:custClr name="Mulberry, Lighter 60%">
      <a:srgbClr val="CD99B9"/>
    </a:custClr>
    <a:custClr name="Gold, Lighter 60%">
      <a:srgbClr val="F9DD99"/>
    </a:custClr>
    <a:custClr name="Magenta, Lighter 60%">
      <a:srgbClr val="EC99C5"/>
    </a:custClr>
    <a:custClr name="Purple, Lighter 60%">
      <a:srgbClr val="B19FBA"/>
    </a:custClr>
    <a:custClr name="Lime Green, Lighter 60%">
      <a:srgbClr val="E7EF99"/>
    </a:custClr>
    <a:custClr name="Light Blue, Lighter 60%">
      <a:srgbClr val="C3EDF2"/>
    </a:custClr>
    <a:custClr name="White">
      <a:srgbClr val="FFFFFF"/>
    </a:custClr>
    <a:custClr name="Graphite, Lighter 40%">
      <a:srgbClr val="8C8F8F"/>
    </a:custClr>
    <a:custClr name="Platinum, Lighter 40%">
      <a:srgbClr val="C4D0CD"/>
    </a:custClr>
    <a:custClr name="Navy, Lighter 40%">
      <a:srgbClr val="6688A3"/>
    </a:custClr>
    <a:custClr name="Mulberry, Lighter 40%">
      <a:srgbClr val="B56697"/>
    </a:custClr>
    <a:custClr name="Gold, Lighter 40%">
      <a:srgbClr val="F6CD66"/>
    </a:custClr>
    <a:custClr name="Magenta, Lighter 40%">
      <a:srgbClr val="E366A9"/>
    </a:custClr>
    <a:custClr name="Purple, Lighter 40%">
      <a:srgbClr val="8A7098"/>
    </a:custClr>
    <a:custClr name="Lime Green, Lighter 40%">
      <a:srgbClr val="DCE666"/>
    </a:custClr>
    <a:custClr name="Light Blue, Lighter 40%">
      <a:srgbClr val="A4E4EC"/>
    </a:custClr>
    <a:custClr name="White">
      <a:srgbClr val="FFFFFF"/>
    </a:custClr>
    <a:custClr name="Graphite, Darker 40%">
      <a:srgbClr val="262929"/>
    </a:custClr>
    <a:custClr name="Platinum, Darker 40%">
      <a:srgbClr val="5E6A67"/>
    </a:custClr>
    <a:custClr name="Navy, Darker 40%">
      <a:srgbClr val="00223D"/>
    </a:custClr>
    <a:custClr name="Mulberry, Darker 40%">
      <a:srgbClr val="4F0031"/>
    </a:custClr>
    <a:custClr name="Gold, Darker 40%">
      <a:srgbClr val="906700"/>
    </a:custClr>
    <a:custClr name="Magenta, Darker 40%">
      <a:srgbClr val="7D0043"/>
    </a:custClr>
    <a:custClr name="Purple, Darker 40%">
      <a:srgbClr val="240A32"/>
    </a:custClr>
    <a:custClr name="Lime Green, Darker 40%">
      <a:srgbClr val="768000"/>
    </a:custClr>
    <a:custClr name="Light Blue, Darker 40%">
      <a:srgbClr val="3E7E86"/>
    </a:custClr>
    <a:custClr name="White">
      <a:srgbClr val="FFFFFF"/>
    </a:custClr>
    <a:custClr name="Graphite, Darker 60%">
      <a:srgbClr val="191B1B"/>
    </a:custClr>
    <a:custClr name="Platinum, Darker 60%">
      <a:srgbClr val="3F4645"/>
    </a:custClr>
    <a:custClr name="Navy, Darker 60%">
      <a:srgbClr val="001628"/>
    </a:custClr>
    <a:custClr name="Mulberry, Darker 60%">
      <a:srgbClr val="340020"/>
    </a:custClr>
    <a:custClr name="Gold, Darker 60%">
      <a:srgbClr val="604400"/>
    </a:custClr>
    <a:custClr name="Magenta, Darker 60%">
      <a:srgbClr val="53002C"/>
    </a:custClr>
    <a:custClr name="Purple, Darker 60%">
      <a:srgbClr val="180621"/>
    </a:custClr>
    <a:custClr name="Lime Green, Darker 60%">
      <a:srgbClr val="4E5600"/>
    </a:custClr>
    <a:custClr name="Light Blue, Darker 60%">
      <a:srgbClr val="2A5459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item1.xml><?xml version="1.0" encoding="utf-8"?>
<BrandIn lastLayout="1"/>
</file>

<file path=customXml/item2.xml><?xml version="1.0" encoding="utf-8"?>
<BrandIn lastLayout="1"/>
</file>

<file path=customXml/item3.xml><?xml version="1.0" encoding="utf-8"?>
<BrandIn lastLayout="1"/>
</file>

<file path=customXml/item4.xml><?xml version="1.0" encoding="utf-8"?>
<BrandIn lastLayout="1"/>
</file>

<file path=customXml/item5.xml><?xml version="1.0" encoding="utf-8"?>
<?mso-contentType ?>
<SharedContentType xmlns="Microsoft.SharePoint.Taxonomy.ContentTypeSync" SourceId="1ee89e71-04cd-405e-9ca3-99e020c1694d" ContentTypeId="0x0101" PreviousValue="false"/>
</file>

<file path=customXml/item6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4a56295-c29e-4898-8136-a54736c65b82" xsi:nil="true"/>
    <Keyword xmlns="44a56295-c29e-4898-8136-a54736c65b82" xsi:nil="true"/>
    <Descriptions xmlns="44a56295-c29e-4898-8136-a54736c65b82" xsi:nil="true"/>
    <lcf76f155ced4ddcb4097134ff3c332f xmlns="2e4c4031-660d-4e58-9ce8-c57ab9837421">
      <Terms xmlns="http://schemas.microsoft.com/office/infopath/2007/PartnerControls"/>
    </lcf76f155ced4ddcb4097134ff3c332f>
    <SharedWithUsers xmlns="fa5ff81b-b9ee-4a9f-9791-e78ba43670af">
      <UserInfo>
        <DisplayName/>
        <AccountId xsi:nil="true"/>
        <AccountType/>
      </UserInfo>
    </SharedWithUsers>
  </documentManagement>
</p:properties>
</file>

<file path=customXml/item7.xml><?xml version="1.0" encoding="utf-8"?>
<BrandIn lastLayout="1"/>
</file>

<file path=customXml/item8.xml><?xml version="1.0" encoding="utf-8"?>
<BrandIn lastLayout="1"/>
</file>

<file path=customXml/item9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3BDF8F37476341B9D39D65645BF51C" ma:contentTypeVersion="20" ma:contentTypeDescription="Create a new document." ma:contentTypeScope="" ma:versionID="d5438808298057fde8d41342b7b3ba12">
  <xsd:schema xmlns:xsd="http://www.w3.org/2001/XMLSchema" xmlns:xs="http://www.w3.org/2001/XMLSchema" xmlns:p="http://schemas.microsoft.com/office/2006/metadata/properties" xmlns:ns2="44a56295-c29e-4898-8136-a54736c65b82" xmlns:ns3="2e4c4031-660d-4e58-9ce8-c57ab9837421" xmlns:ns4="fa5ff81b-b9ee-4a9f-9791-e78ba43670af" targetNamespace="http://schemas.microsoft.com/office/2006/metadata/properties" ma:root="true" ma:fieldsID="584c942b0c6fafd1542664971d76c1d3" ns2:_="" ns3:_="" ns4:_="">
    <xsd:import namespace="44a56295-c29e-4898-8136-a54736c65b82"/>
    <xsd:import namespace="2e4c4031-660d-4e58-9ce8-c57ab9837421"/>
    <xsd:import namespace="fa5ff81b-b9ee-4a9f-9791-e78ba43670af"/>
    <xsd:element name="properties">
      <xsd:complexType>
        <xsd:sequence>
          <xsd:element name="documentManagement">
            <xsd:complexType>
              <xsd:all>
                <xsd:element ref="ns2:Descriptions" minOccurs="0"/>
                <xsd:element ref="ns2:Keyword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4:SharedWithUsers" minOccurs="0"/>
                <xsd:element ref="ns4:SharedWithDetails" minOccurs="0"/>
                <xsd:element ref="ns3:MediaServiceObjectDetectorVersion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a56295-c29e-4898-8136-a54736c65b82" elementFormDefault="qualified">
    <xsd:import namespace="http://schemas.microsoft.com/office/2006/documentManagement/types"/>
    <xsd:import namespace="http://schemas.microsoft.com/office/infopath/2007/PartnerControls"/>
    <xsd:element name="Descriptions" ma:index="8" nillable="true" ma:displayName="Descriptions" ma:description="Describe your document to make it appear at the top of search results" ma:internalName="Descriptions">
      <xsd:simpleType>
        <xsd:restriction base="dms:Note">
          <xsd:maxLength value="255"/>
        </xsd:restriction>
      </xsd:simpleType>
    </xsd:element>
    <xsd:element name="Keyword" ma:index="9" nillable="true" ma:displayName="Keyword" ma:description="Enter list of terms separated by semi-colon(;)" ma:internalName="Keyword">
      <xsd:simpleType>
        <xsd:restriction base="dms:Text">
          <xsd:maxLength value="255"/>
        </xsd:restriction>
      </xsd:simpleType>
    </xsd:element>
    <xsd:element name="TaxCatchAll" ma:index="24" nillable="true" ma:displayName="Taxonomy Catch All Column" ma:hidden="true" ma:list="{5c56083c-fe30-4711-a7c3-5a531b9670fe}" ma:internalName="TaxCatchAll" ma:showField="CatchAllData" ma:web="fa5ff81b-b9ee-4a9f-9791-e78ba43670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4c4031-660d-4e58-9ce8-c57ab98374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1ee89e71-04cd-405e-9ca3-99e020c169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7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5ff81b-b9ee-4a9f-9791-e78ba43670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10.xml><?xml version="1.0" encoding="utf-8"?>
<BrandIn lastLayout="1"/>
</file>

<file path=customXml/item1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2.xml><?xml version="1.0" encoding="utf-8"?>
<BrandIn lastLayout="1"/>
</file>

<file path=customXml/item13.xml><?xml version="1.0" encoding="utf-8"?>
<BrandIn lastLayout="1"/>
</file>

<file path=customXml/itemProps1.xml><?xml version="1.0" encoding="utf-8"?>
<ds:datastoreItem xmlns:ds="http://schemas.openxmlformats.org/officeDocument/2006/customXml" ds:itemID="{D8B9FEFC-EE17-4515-A8D9-AD44478F0ED6}">
  <ds:schemaRefs/>
</ds:datastoreItem>
</file>

<file path=customXml/itemProps2.xml><?xml version="1.0" encoding="utf-8"?>
<ds:datastoreItem xmlns:ds="http://schemas.openxmlformats.org/officeDocument/2006/customXml" ds:itemID="{8B6B0787-9734-4296-B5D3-EC4759041B1D}">
  <ds:schemaRefs/>
</ds:datastoreItem>
</file>

<file path=customXml/itemProps3.xml><?xml version="1.0" encoding="utf-8"?>
<ds:datastoreItem xmlns:ds="http://schemas.openxmlformats.org/officeDocument/2006/customXml" ds:itemID="{CE231AE7-799C-476B-948C-13293BA93F71}">
  <ds:schemaRefs/>
</ds:datastoreItem>
</file>

<file path=customXml/itemProps4.xml><?xml version="1.0" encoding="utf-8"?>
<ds:datastoreItem xmlns:ds="http://schemas.openxmlformats.org/officeDocument/2006/customXml" ds:itemID="{65C99F1C-FB57-46A7-9B3A-75339810ED4F}">
  <ds:schemaRefs/>
</ds:datastoreItem>
</file>

<file path=customXml/itemProps5.xml><?xml version="1.0" encoding="utf-8"?>
<ds:datastoreItem xmlns:ds="http://schemas.openxmlformats.org/officeDocument/2006/customXml" ds:itemID="{D40A17C4-F71C-40AB-81BF-B8A373FEF0BC}">
  <ds:schemaRefs>
    <ds:schemaRef ds:uri="Microsoft.SharePoint.Taxonomy.ContentTypeSync"/>
  </ds:schemaRefs>
</ds:datastoreItem>
</file>

<file path=customXml/itemProps6.xml><?xml version="1.0" encoding="utf-8"?>
<ds:datastoreItem xmlns:ds="http://schemas.openxmlformats.org/officeDocument/2006/customXml" ds:itemID="{2AD41FD2-E42A-4705-AA0D-85221307178A}">
  <ds:schemaRefs>
    <ds:schemaRef ds:uri="fa5ff81b-b9ee-4a9f-9791-e78ba43670af"/>
    <ds:schemaRef ds:uri="2e4c4031-660d-4e58-9ce8-c57ab9837421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terms/"/>
    <ds:schemaRef ds:uri="http://purl.org/dc/elements/1.1/"/>
    <ds:schemaRef ds:uri="http://www.w3.org/XML/1998/namespace"/>
    <ds:schemaRef ds:uri="44a56295-c29e-4898-8136-a54736c65b82"/>
    <ds:schemaRef ds:uri="http://schemas.openxmlformats.org/package/2006/metadata/core-properties"/>
    <ds:schemaRef ds:uri="http://schemas.microsoft.com/office/2006/metadata/properties"/>
  </ds:schemaRefs>
</ds:datastoreItem>
</file>

<file path=customXml/itemProps7.xml><?xml version="1.0" encoding="utf-8"?>
<ds:datastoreItem xmlns:ds="http://schemas.openxmlformats.org/officeDocument/2006/customXml" ds:itemID="{60BB04B5-40D2-4FDA-9336-7994D079CE4F}">
  <ds:schemaRefs/>
</ds:datastoreItem>
</file>

<file path=customXml/itemProps8.xml><?xml version="1.0" encoding="utf-8"?>
<ds:datastoreItem xmlns:ds="http://schemas.openxmlformats.org/officeDocument/2006/customXml" ds:itemID="{82D07F71-FAE4-4758-BC0B-60609551B1CC}">
  <ds:schemaRefs/>
</ds:datastoreItem>
</file>

<file path=customXml/itemProps9.xml><?xml version="1.0" encoding="utf-8"?>
<ds:datastoreItem xmlns:ds="http://schemas.openxmlformats.org/officeDocument/2006/customXml" ds:itemID="{F478F2CA-7D5D-46A7-ACB4-95688A7C1553}">
  <ds:schemaRefs>
    <ds:schemaRef ds:uri="2e4c4031-660d-4e58-9ce8-c57ab9837421"/>
    <ds:schemaRef ds:uri="44a56295-c29e-4898-8136-a54736c65b82"/>
    <ds:schemaRef ds:uri="fa5ff81b-b9ee-4a9f-9791-e78ba43670a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10.xml><?xml version="1.0" encoding="utf-8"?>
<ds:datastoreItem xmlns:ds="http://schemas.openxmlformats.org/officeDocument/2006/customXml" ds:itemID="{F6414CD9-7AB0-4F44-807F-DF912C5E1A13}">
  <ds:schemaRefs/>
</ds:datastoreItem>
</file>

<file path=customXml/itemProps11.xml><?xml version="1.0" encoding="utf-8"?>
<ds:datastoreItem xmlns:ds="http://schemas.openxmlformats.org/officeDocument/2006/customXml" ds:itemID="{39C02748-3634-4A24-AAB5-5A1F224A40F5}">
  <ds:schemaRefs>
    <ds:schemaRef ds:uri="http://schemas.microsoft.com/sharepoint/v3/contenttype/forms"/>
  </ds:schemaRefs>
</ds:datastoreItem>
</file>

<file path=customXml/itemProps12.xml><?xml version="1.0" encoding="utf-8"?>
<ds:datastoreItem xmlns:ds="http://schemas.openxmlformats.org/officeDocument/2006/customXml" ds:itemID="{A9377F0E-6DE4-47A6-94F7-B5269FE2FCE0}">
  <ds:schemaRefs/>
</ds:datastoreItem>
</file>

<file path=customXml/itemProps13.xml><?xml version="1.0" encoding="utf-8"?>
<ds:datastoreItem xmlns:ds="http://schemas.openxmlformats.org/officeDocument/2006/customXml" ds:itemID="{3DB22CCA-FF5C-41A5-90F8-AC554C62156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18</TotalTime>
  <Words>1520</Words>
  <Application>Microsoft Office PowerPoint</Application>
  <PresentationFormat>Widescreen</PresentationFormat>
  <Paragraphs>272</Paragraphs>
  <Slides>26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26</vt:i4>
      </vt:variant>
    </vt:vector>
  </HeadingPairs>
  <TitlesOfParts>
    <vt:vector size="40" baseType="lpstr">
      <vt:lpstr>Arial</vt:lpstr>
      <vt:lpstr>Calibri</vt:lpstr>
      <vt:lpstr>Calisto MT</vt:lpstr>
      <vt:lpstr>Courier New</vt:lpstr>
      <vt:lpstr>Segoe UI</vt:lpstr>
      <vt:lpstr>Wingdings</vt:lpstr>
      <vt:lpstr>AstraZeneca Standard Template</vt:lpstr>
      <vt:lpstr>Alternative Content Layouts</vt:lpstr>
      <vt:lpstr>Text with Image Layouts</vt:lpstr>
      <vt:lpstr>Key Statements</vt:lpstr>
      <vt:lpstr>Lists</vt:lpstr>
      <vt:lpstr>Agendas</vt:lpstr>
      <vt:lpstr>Speakers</vt:lpstr>
      <vt:lpstr>Logo Holders</vt:lpstr>
      <vt:lpstr>Converting a commercial fed-batch process to continuous manufacturing</vt:lpstr>
      <vt:lpstr>Agenda</vt:lpstr>
      <vt:lpstr>Introduction</vt:lpstr>
      <vt:lpstr>PowerPoint Presentation</vt:lpstr>
      <vt:lpstr>PowerPoint Presentation</vt:lpstr>
      <vt:lpstr>Feasibility: IDB upstream process evaluation</vt:lpstr>
      <vt:lpstr>Feasibility strategy: converting from fed-batch to continuous</vt:lpstr>
      <vt:lpstr>Feasibility study: evaluating fed-batch process differences in IDB</vt:lpstr>
      <vt:lpstr>PowerPoint Presentation</vt:lpstr>
      <vt:lpstr>PowerPoint Presentation</vt:lpstr>
      <vt:lpstr>Feasibility study: cell culture performance </vt:lpstr>
      <vt:lpstr>PowerPoint Presentation</vt:lpstr>
      <vt:lpstr>PowerPoint Presentation</vt:lpstr>
      <vt:lpstr>Feasibility study:   conclusions</vt:lpstr>
      <vt:lpstr>Beyond feasibility: scalability and optimization</vt:lpstr>
      <vt:lpstr>Beyond feasibility: objectives</vt:lpstr>
      <vt:lpstr>Scaling from 0.250L to 250L: culture performance</vt:lpstr>
      <vt:lpstr>PowerPoint Presentation</vt:lpstr>
      <vt:lpstr>Optimization: cell culture performance</vt:lpstr>
      <vt:lpstr>PowerPoint Presentation</vt:lpstr>
      <vt:lpstr>Costs of goods</vt:lpstr>
      <vt:lpstr>Cost of goods assessment</vt:lpstr>
      <vt:lpstr>Feasibility study: media costs</vt:lpstr>
      <vt:lpstr>Conclusions</vt:lpstr>
      <vt:lpstr>Conclusions and future work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Converting a Commercial Fed-Batch Process to Continuous Manufacturing</dc:title>
  <dc:subject/>
  <dc:creator>Squeri, Andrea</dc:creator>
  <cp:keywords/>
  <dc:description/>
  <cp:lastModifiedBy>Squeri, Andrea</cp:lastModifiedBy>
  <cp:revision>6</cp:revision>
  <dcterms:created xsi:type="dcterms:W3CDTF">2024-09-16T13:31:26Z</dcterms:created>
  <dcterms:modified xsi:type="dcterms:W3CDTF">2024-10-07T12:31:35Z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0x0101009A3BDF8F37476341B9D39D65645BF51C</vt:lpwstr>
  </property>
  <property fmtid="{D5CDD505-2E9C-101B-9397-08002B2CF9AE}" pid="3" name="Version">
    <vt:lpwstr>AstraZeneca Template 24.05.2022</vt:lpwstr>
  </property>
  <property fmtid="{D5CDD505-2E9C-101B-9397-08002B2CF9AE}" pid="4" name="ArticulateGUID">
    <vt:lpwstr>3147F588-80EE-4A79-8B90-D2BF272EDFE6</vt:lpwstr>
  </property>
  <property fmtid="{D5CDD505-2E9C-101B-9397-08002B2CF9AE}" pid="5" name="ArticulatePath">
    <vt:lpwstr>https://brightcarbon.sharepoint.com/sites/Intranet/Projects/ABCD/AstraZeneca/ASTR 3935 - AstraZeneca Template Build Project/Corporate Templates Design/BrightCarbon Template-Build/ASTR 3935 - Template &amp; Model Slides 13</vt:lpwstr>
  </property>
  <property fmtid="{D5CDD505-2E9C-101B-9397-08002B2CF9AE}" pid="6" name="MediaServiceImageTags">
    <vt:lpwstr/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xd_Signature">
    <vt:bool>false</vt:bool>
  </property>
</Properties>
</file>