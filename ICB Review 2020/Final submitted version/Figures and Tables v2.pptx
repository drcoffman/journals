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5"/>
    <p:sldMasterId id="2147483730" r:id="rId6"/>
    <p:sldMasterId id="2147483800" r:id="rId7"/>
    <p:sldMasterId id="2147483656" r:id="rId8"/>
  </p:sldMasterIdLst>
  <p:notesMasterIdLst>
    <p:notesMasterId r:id="rId19"/>
  </p:notesMasterIdLst>
  <p:handoutMasterIdLst>
    <p:handoutMasterId r:id="rId20"/>
  </p:handoutMasterIdLst>
  <p:sldIdLst>
    <p:sldId id="7362" r:id="rId9"/>
    <p:sldId id="7391" r:id="rId10"/>
    <p:sldId id="6450" r:id="rId11"/>
    <p:sldId id="7377" r:id="rId12"/>
    <p:sldId id="7381" r:id="rId13"/>
    <p:sldId id="7383" r:id="rId14"/>
    <p:sldId id="7392" r:id="rId15"/>
    <p:sldId id="7389" r:id="rId16"/>
    <p:sldId id="7390" r:id="rId17"/>
    <p:sldId id="7393" r:id="rId18"/>
  </p:sldIdLst>
  <p:sldSz cx="9144000" cy="5143500" type="screen16x9"/>
  <p:notesSz cx="6670675" cy="9875838"/>
  <p:custDataLst>
    <p:tags r:id="rId2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51EBAE-3F2D-2F47-AF72-3F170DEB93DA}">
          <p14:sldIdLst>
            <p14:sldId id="7362"/>
            <p14:sldId id="7391"/>
            <p14:sldId id="6450"/>
            <p14:sldId id="7377"/>
            <p14:sldId id="7381"/>
            <p14:sldId id="7383"/>
            <p14:sldId id="7392"/>
            <p14:sldId id="7389"/>
            <p14:sldId id="7390"/>
            <p14:sldId id="7393"/>
          </p14:sldIdLst>
        </p14:section>
      </p14:sectionLst>
    </p:ext>
    <p:ext uri="{EFAFB233-063F-42B5-8137-9DF3F51BA10A}">
      <p15:sldGuideLst xmlns:p15="http://schemas.microsoft.com/office/powerpoint/2012/main">
        <p15:guide id="1" orient="horz" userDrawn="1">
          <p15:clr>
            <a:srgbClr val="A4A3A4"/>
          </p15:clr>
        </p15:guide>
        <p15:guide id="6" userDrawn="1">
          <p15:clr>
            <a:srgbClr val="A4A3A4"/>
          </p15:clr>
        </p15:guide>
        <p15:guide id="7" pos="5667" userDrawn="1">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DD0"/>
    <a:srgbClr val="00A9CE"/>
    <a:srgbClr val="D8DCDE"/>
    <a:srgbClr val="002F5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8101BF-D202-4FE4-A2C1-83424C542C6D}" v="4" dt="2020-09-13T14:18:50.5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111"/>
    <p:restoredTop sz="95872"/>
  </p:normalViewPr>
  <p:slideViewPr>
    <p:cSldViewPr snapToGrid="0" snapToObjects="1">
      <p:cViewPr varScale="1">
        <p:scale>
          <a:sx n="206" d="100"/>
          <a:sy n="206" d="100"/>
        </p:scale>
        <p:origin x="760" y="184"/>
      </p:cViewPr>
      <p:guideLst>
        <p:guide orient="horz"/>
        <p:guide/>
        <p:guide pos="5667"/>
      </p:guideLst>
    </p:cSldViewPr>
  </p:slideViewPr>
  <p:notesTextViewPr>
    <p:cViewPr>
      <p:scale>
        <a:sx n="400" d="100"/>
        <a:sy n="400" d="100"/>
      </p:scale>
      <p:origin x="0" y="0"/>
    </p:cViewPr>
  </p:notesTextViewPr>
  <p:notesViewPr>
    <p:cSldViewPr snapToGrid="0" snapToObjects="1">
      <p:cViewPr varScale="1">
        <p:scale>
          <a:sx n="66" d="100"/>
          <a:sy n="66" d="100"/>
        </p:scale>
        <p:origin x="0" y="0"/>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5.xml"/><Relationship Id="rId18" Type="http://schemas.openxmlformats.org/officeDocument/2006/relationships/slide" Target="slides/slide10.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Coffman" userId="7XIeATKQU8DvlzsFV9i8pMPzG+NiGfqXJSSrWZLaJm0=" providerId="None" clId="Web-{3D8101BF-D202-4FE4-A2C1-83424C542C6D}"/>
    <pc:docChg chg="delSld modSection">
      <pc:chgData name="Jon Coffman" userId="7XIeATKQU8DvlzsFV9i8pMPzG+NiGfqXJSSrWZLaJm0=" providerId="None" clId="Web-{3D8101BF-D202-4FE4-A2C1-83424C542C6D}" dt="2020-09-13T14:18:50.513" v="3"/>
      <pc:docMkLst>
        <pc:docMk/>
      </pc:docMkLst>
      <pc:sldChg chg="del">
        <pc:chgData name="Jon Coffman" userId="7XIeATKQU8DvlzsFV9i8pMPzG+NiGfqXJSSrWZLaJm0=" providerId="None" clId="Web-{3D8101BF-D202-4FE4-A2C1-83424C542C6D}" dt="2020-09-13T14:18:09.356" v="0"/>
        <pc:sldMkLst>
          <pc:docMk/>
          <pc:sldMk cId="444928142" sldId="7347"/>
        </pc:sldMkLst>
      </pc:sldChg>
      <pc:sldChg chg="del">
        <pc:chgData name="Jon Coffman" userId="7XIeATKQU8DvlzsFV9i8pMPzG+NiGfqXJSSrWZLaJm0=" providerId="None" clId="Web-{3D8101BF-D202-4FE4-A2C1-83424C542C6D}" dt="2020-09-13T14:18:11.403" v="1"/>
        <pc:sldMkLst>
          <pc:docMk/>
          <pc:sldMk cId="3764492395" sldId="7361"/>
        </pc:sldMkLst>
      </pc:sldChg>
      <pc:sldChg chg="del">
        <pc:chgData name="Jon Coffman" userId="7XIeATKQU8DvlzsFV9i8pMPzG+NiGfqXJSSrWZLaJm0=" providerId="None" clId="Web-{3D8101BF-D202-4FE4-A2C1-83424C542C6D}" dt="2020-09-13T14:18:46.404" v="2"/>
        <pc:sldMkLst>
          <pc:docMk/>
          <pc:sldMk cId="183119306" sldId="7376"/>
        </pc:sldMkLst>
      </pc:sldChg>
      <pc:sldChg chg="del">
        <pc:chgData name="Jon Coffman" userId="7XIeATKQU8DvlzsFV9i8pMPzG+NiGfqXJSSrWZLaJm0=" providerId="None" clId="Web-{3D8101BF-D202-4FE4-A2C1-83424C542C6D}" dt="2020-09-13T14:18:50.513" v="3"/>
        <pc:sldMkLst>
          <pc:docMk/>
          <pc:sldMk cId="1031883511" sldId="738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pPr/>
              <a:t>9/30/20</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pPr/>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pPr/>
              <a:t>9/30/20</a:t>
            </a:fld>
            <a:endParaRPr lang="en-US"/>
          </a:p>
        </p:txBody>
      </p:sp>
      <p:sp>
        <p:nvSpPr>
          <p:cNvPr id="4" name="Slide Image Placeholder 3"/>
          <p:cNvSpPr>
            <a:spLocks noGrp="1" noRot="1" noChangeAspect="1"/>
          </p:cNvSpPr>
          <p:nvPr>
            <p:ph type="sldImg" idx="2"/>
          </p:nvPr>
        </p:nvSpPr>
        <p:spPr>
          <a:xfrm>
            <a:off x="46038" y="741363"/>
            <a:ext cx="657860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pPr/>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2</a:t>
            </a:fld>
            <a:endParaRPr lang="en-US"/>
          </a:p>
        </p:txBody>
      </p:sp>
    </p:spTree>
    <p:extLst>
      <p:ext uri="{BB962C8B-B14F-4D97-AF65-F5344CB8AC3E}">
        <p14:creationId xmlns:p14="http://schemas.microsoft.com/office/powerpoint/2010/main" val="2720874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3</a:t>
            </a:fld>
            <a:endParaRPr lang="en-US"/>
          </a:p>
        </p:txBody>
      </p:sp>
    </p:spTree>
    <p:extLst>
      <p:ext uri="{BB962C8B-B14F-4D97-AF65-F5344CB8AC3E}">
        <p14:creationId xmlns:p14="http://schemas.microsoft.com/office/powerpoint/2010/main" val="3526103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038" y="741363"/>
            <a:ext cx="6578600"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4</a:t>
            </a:fld>
            <a:endParaRPr lang="en-US"/>
          </a:p>
        </p:txBody>
      </p:sp>
    </p:spTree>
    <p:extLst>
      <p:ext uri="{BB962C8B-B14F-4D97-AF65-F5344CB8AC3E}">
        <p14:creationId xmlns:p14="http://schemas.microsoft.com/office/powerpoint/2010/main" val="1924027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6</a:t>
            </a:fld>
            <a:endParaRPr lang="en-US"/>
          </a:p>
        </p:txBody>
      </p:sp>
    </p:spTree>
    <p:extLst>
      <p:ext uri="{BB962C8B-B14F-4D97-AF65-F5344CB8AC3E}">
        <p14:creationId xmlns:p14="http://schemas.microsoft.com/office/powerpoint/2010/main" val="404625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8</a:t>
            </a:fld>
            <a:endParaRPr lang="en-US"/>
          </a:p>
        </p:txBody>
      </p:sp>
    </p:spTree>
    <p:extLst>
      <p:ext uri="{BB962C8B-B14F-4D97-AF65-F5344CB8AC3E}">
        <p14:creationId xmlns:p14="http://schemas.microsoft.com/office/powerpoint/2010/main" val="1511769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9</a:t>
            </a:fld>
            <a:endParaRPr lang="en-US"/>
          </a:p>
        </p:txBody>
      </p:sp>
    </p:spTree>
    <p:extLst>
      <p:ext uri="{BB962C8B-B14F-4D97-AF65-F5344CB8AC3E}">
        <p14:creationId xmlns:p14="http://schemas.microsoft.com/office/powerpoint/2010/main" val="24641143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2" y="2876551"/>
            <a:ext cx="8834071" cy="2120400"/>
          </a:xfrm>
          <a:prstGeom prst="rect">
            <a:avLst/>
          </a:prstGeom>
        </p:spPr>
      </p:pic>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46797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Eosinophil_NK_Cell_10K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3" name="Picture 2" descr="page_04_AST109_TCell_Cancer_Cell_Lipid_Layer_10K_0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297786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VRM">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CR_Science image_f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4124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3" name="Picture 2" descr="DNA_Inside_Blood_Vessel_10K_AD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670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pic>
        <p:nvPicPr>
          <p:cNvPr id="2" name="Picture 1" descr="Diabetes.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46051" y="2876550"/>
            <a:ext cx="8856000" cy="2127250"/>
          </a:xfrm>
          <a:prstGeom prst="rect">
            <a:avLst/>
          </a:prstGeom>
        </p:spPr>
      </p:pic>
    </p:spTree>
    <p:extLst>
      <p:ext uri="{BB962C8B-B14F-4D97-AF65-F5344CB8AC3E}">
        <p14:creationId xmlns:p14="http://schemas.microsoft.com/office/powerpoint/2010/main" val="126413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86FD2-C3A7-1C42-A299-B8FF6953E81D}"/>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902521"/>
            <a:ext cx="8856000" cy="2125663"/>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792299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2" name="Picture 1" descr="CRISPR_technology_for_genome_editing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19624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3"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3" name="Picture 2" descr="A picture containing cake, indoor&#10;&#10;Description automatically generated">
            <a:extLst>
              <a:ext uri="{FF2B5EF4-FFF2-40B4-BE49-F238E27FC236}">
                <a16:creationId xmlns:a16="http://schemas.microsoft.com/office/drawing/2014/main" id="{039D58CE-906A-0B48-B080-3AC203DB51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7963"/>
            <a:ext cx="8853081"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59019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4" name="Picture 3" descr="A picture containing cake, tree, indoor&#10;&#10;Description automatically generated">
            <a:extLst>
              <a:ext uri="{FF2B5EF4-FFF2-40B4-BE49-F238E27FC236}">
                <a16:creationId xmlns:a16="http://schemas.microsoft.com/office/drawing/2014/main" id="{21295B4E-B6CB-D54A-89F0-ED27C4B1679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923030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3" name="Picture 2" descr="A picture containing cake, tree, reef, indoor&#10;&#10;Description automatically generated">
            <a:extLst>
              <a:ext uri="{FF2B5EF4-FFF2-40B4-BE49-F238E27FC236}">
                <a16:creationId xmlns:a16="http://schemas.microsoft.com/office/drawing/2014/main" id="{D70BBD08-7D34-5548-A954-46F975288B59}"/>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858221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10" name="Picture Placeholder 13" descr="AZ1383_screen rotate.jpg"/>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068852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3" cy="2128214"/>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0979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3"/>
            <a:ext cx="8856000" cy="2113995"/>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78746"/>
            <a:ext cx="8853083" cy="2123399"/>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5265" y="2878746"/>
            <a:ext cx="8853083" cy="2123399"/>
          </a:xfrm>
          <a:prstGeom prst="rect">
            <a:avLst/>
          </a:prstGeom>
        </p:spPr>
      </p:pic>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10" name="Picture Placeholder 23" descr="AZ138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387401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9" name="Picture Placeholder 3" descr="AZ142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42759473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pic>
        <p:nvPicPr>
          <p:cNvPr id="9" name="Picture Placeholder 7" descr="AZ1466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528115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lide Title Only">
    <p:spTree>
      <p:nvGrpSpPr>
        <p:cNvPr id="1" name=""/>
        <p:cNvGrpSpPr/>
        <p:nvPr/>
      </p:nvGrpSpPr>
      <p:grpSpPr>
        <a:xfrm>
          <a:off x="0" y="0"/>
          <a:ext cx="0" cy="0"/>
          <a:chOff x="0" y="0"/>
          <a:chExt cx="0" cy="0"/>
        </a:xfrm>
      </p:grpSpPr>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9"/>
            <a:ext cx="1998000" cy="659979"/>
          </a:xfrm>
          <a:prstGeom prst="rect">
            <a:avLst/>
          </a:prstGeom>
        </p:spPr>
      </p:pic>
      <p:sp>
        <p:nvSpPr>
          <p:cNvPr id="8" name="Title 8"/>
          <p:cNvSpPr>
            <a:spLocks noGrp="1"/>
          </p:cNvSpPr>
          <p:nvPr>
            <p:ph type="title" hasCustomPrompt="1"/>
          </p:nvPr>
        </p:nvSpPr>
        <p:spPr>
          <a:xfrm>
            <a:off x="216002"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sp>
        <p:nvSpPr>
          <p:cNvPr id="9" name="Text Placeholder 29"/>
          <p:cNvSpPr>
            <a:spLocks noGrp="1"/>
          </p:cNvSpPr>
          <p:nvPr>
            <p:ph type="body" sz="quarter" idx="11" hasCustomPrompt="1"/>
          </p:nvPr>
        </p:nvSpPr>
        <p:spPr>
          <a:xfrm>
            <a:off x="215999" y="44590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3" name="Text Placeholder 29"/>
          <p:cNvSpPr>
            <a:spLocks noGrp="1"/>
          </p:cNvSpPr>
          <p:nvPr>
            <p:ph type="body" sz="quarter" idx="12" hasCustomPrompt="1"/>
          </p:nvPr>
        </p:nvSpPr>
        <p:spPr>
          <a:xfrm>
            <a:off x="215999" y="46653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6" name="Text Placeholder 29"/>
          <p:cNvSpPr>
            <a:spLocks noGrp="1"/>
          </p:cNvSpPr>
          <p:nvPr>
            <p:ph type="body" sz="quarter" idx="15" hasCustomPrompt="1"/>
          </p:nvPr>
        </p:nvSpPr>
        <p:spPr>
          <a:xfrm>
            <a:off x="7128000" y="44590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7" name="Text Placeholder 29"/>
          <p:cNvSpPr>
            <a:spLocks noGrp="1"/>
          </p:cNvSpPr>
          <p:nvPr>
            <p:ph type="body" sz="quarter" idx="13" hasCustomPrompt="1"/>
          </p:nvPr>
        </p:nvSpPr>
        <p:spPr>
          <a:xfrm>
            <a:off x="7128000" y="46653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625363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215480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2" y="2876551"/>
            <a:ext cx="8834071" cy="21204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7" name="Picture 6" descr="Eosinophil_NK_Cell_10K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page_04_AST109_TCell_Cancer_Cell_Lipid_Layer_10K_0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extLst>
      <p:ext uri="{BB962C8B-B14F-4D97-AF65-F5344CB8AC3E}">
        <p14:creationId xmlns:p14="http://schemas.microsoft.com/office/powerpoint/2010/main" val="3350059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VM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_Science image_f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Tree>
    <p:extLst>
      <p:ext uri="{BB962C8B-B14F-4D97-AF65-F5344CB8AC3E}">
        <p14:creationId xmlns:p14="http://schemas.microsoft.com/office/powerpoint/2010/main" val="19774253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NA_Inside_Blood_Vessel_10K_AD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38735027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3" descr="Diabetes.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6051" y="2876550"/>
            <a:ext cx="8856000" cy="2127250"/>
          </a:xfrm>
          <a:prstGeom prst="rect">
            <a:avLst/>
          </a:prstGeom>
        </p:spPr>
      </p:pic>
    </p:spTree>
    <p:extLst>
      <p:ext uri="{BB962C8B-B14F-4D97-AF65-F5344CB8AC3E}">
        <p14:creationId xmlns:p14="http://schemas.microsoft.com/office/powerpoint/2010/main" val="21501673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AA4108-BF7C-8B47-A181-1F6A7DDCC8F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893813"/>
            <a:ext cx="8856000" cy="2125663"/>
          </a:xfrm>
          <a:prstGeom prst="rect">
            <a:avLst/>
          </a:prstGeom>
        </p:spPr>
      </p:pic>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0347771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ISPR_technology_for_genome_editing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17705424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3"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486829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6" name="Picture 5" descr="A picture containing cake, indoor&#10;&#10;Description automatically generated">
            <a:extLst>
              <a:ext uri="{FF2B5EF4-FFF2-40B4-BE49-F238E27FC236}">
                <a16:creationId xmlns:a16="http://schemas.microsoft.com/office/drawing/2014/main" id="{C8911739-E2AF-3840-809D-CECCF95205E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7963"/>
            <a:ext cx="8853081"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1179155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7" name="Picture 6" descr="A picture containing cake, tree, indoor&#10;&#10;Description automatically generated">
            <a:extLst>
              <a:ext uri="{FF2B5EF4-FFF2-40B4-BE49-F238E27FC236}">
                <a16:creationId xmlns:a16="http://schemas.microsoft.com/office/drawing/2014/main" id="{A17D1182-E2FB-D045-B7C7-36522F049EB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5312137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5" name="Picture 4" descr="A picture containing cake, tree, reef, indoor&#10;&#10;Description automatically generated">
            <a:extLst>
              <a:ext uri="{FF2B5EF4-FFF2-40B4-BE49-F238E27FC236}">
                <a16:creationId xmlns:a16="http://schemas.microsoft.com/office/drawing/2014/main" id="{D76CA433-D431-E044-8CA9-F947822F2520}"/>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2883119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13" descr="AZ1383_screen rotate.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Tree>
    <p:extLst>
      <p:ext uri="{BB962C8B-B14F-4D97-AF65-F5344CB8AC3E}">
        <p14:creationId xmlns:p14="http://schemas.microsoft.com/office/powerpoint/2010/main" val="18571665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3" cy="2128214"/>
          </a:xfrm>
          <a:prstGeom prst="rect">
            <a:avLst/>
          </a:prstGeom>
        </p:spPr>
      </p:pic>
    </p:spTree>
    <p:extLst>
      <p:ext uri="{BB962C8B-B14F-4D97-AF65-F5344CB8AC3E}">
        <p14:creationId xmlns:p14="http://schemas.microsoft.com/office/powerpoint/2010/main" val="3652679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75" y="2889535"/>
            <a:ext cx="8856000" cy="2113995"/>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6"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67774"/>
            <a:ext cx="8853083"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5"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88490"/>
            <a:ext cx="8853083"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Placeholder 23" descr="AZ138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4343643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3" descr="AZ142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3299240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7" descr="AZ1466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820075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cientist in Lab 1">
    <p:spTree>
      <p:nvGrpSpPr>
        <p:cNvPr id="1" name=""/>
        <p:cNvGrpSpPr/>
        <p:nvPr/>
      </p:nvGrpSpPr>
      <p:grpSpPr>
        <a:xfrm>
          <a:off x="0" y="0"/>
          <a:ext cx="0" cy="0"/>
          <a:chOff x="0" y="0"/>
          <a:chExt cx="0" cy="0"/>
        </a:xfrm>
      </p:grpSpPr>
      <p:pic>
        <p:nvPicPr>
          <p:cNvPr id="5" name="Picture Placeholder 13" descr="AZ1486_screen.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1387859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cientist in Lab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Deepal_P_Shot_2-02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8544" y="2876551"/>
            <a:ext cx="8856000" cy="2133600"/>
          </a:xfrm>
          <a:prstGeom prst="rect">
            <a:avLst/>
          </a:prstGeom>
        </p:spPr>
      </p:pic>
    </p:spTree>
    <p:extLst>
      <p:ext uri="{BB962C8B-B14F-4D97-AF65-F5344CB8AC3E}">
        <p14:creationId xmlns:p14="http://schemas.microsoft.com/office/powerpoint/2010/main" val="33317524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cientist in Lab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rew_M-05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3" cy="2133600"/>
          </a:xfrm>
          <a:prstGeom prst="rect">
            <a:avLst/>
          </a:prstGeom>
        </p:spPr>
      </p:pic>
    </p:spTree>
    <p:extLst>
      <p:ext uri="{BB962C8B-B14F-4D97-AF65-F5344CB8AC3E}">
        <p14:creationId xmlns:p14="http://schemas.microsoft.com/office/powerpoint/2010/main" val="25243103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quipm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Shot_1-060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33601"/>
          </a:xfrm>
          <a:prstGeom prst="rect">
            <a:avLst/>
          </a:prstGeom>
        </p:spPr>
      </p:pic>
    </p:spTree>
    <p:extLst>
      <p:ext uri="{BB962C8B-B14F-4D97-AF65-F5344CB8AC3E}">
        <p14:creationId xmlns:p14="http://schemas.microsoft.com/office/powerpoint/2010/main" val="5810169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Equipm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Shot_3-03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3" cy="2133600"/>
          </a:xfrm>
          <a:prstGeom prst="rect">
            <a:avLst/>
          </a:prstGeom>
        </p:spPr>
      </p:pic>
    </p:spTree>
    <p:extLst>
      <p:ext uri="{BB962C8B-B14F-4D97-AF65-F5344CB8AC3E}">
        <p14:creationId xmlns:p14="http://schemas.microsoft.com/office/powerpoint/2010/main" val="28227254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ati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2" name="Picture 1" descr="Meryl_G-15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3539" y="2876551"/>
            <a:ext cx="8856000" cy="2133600"/>
          </a:xfrm>
          <a:prstGeom prst="rect">
            <a:avLst/>
          </a:prstGeom>
        </p:spPr>
      </p:pic>
    </p:spTree>
    <p:extLst>
      <p:ext uri="{BB962C8B-B14F-4D97-AF65-F5344CB8AC3E}">
        <p14:creationId xmlns:p14="http://schemas.microsoft.com/office/powerpoint/2010/main" val="21452153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Pati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Liam_S-137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9" y="2876550"/>
            <a:ext cx="8856000" cy="2133601"/>
          </a:xfrm>
          <a:prstGeom prst="rect">
            <a:avLst/>
          </a:prstGeom>
        </p:spPr>
      </p:pic>
    </p:spTree>
    <p:extLst>
      <p:ext uri="{BB962C8B-B14F-4D97-AF65-F5344CB8AC3E}">
        <p14:creationId xmlns:p14="http://schemas.microsoft.com/office/powerpoint/2010/main" val="315681060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Patient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Jasmine_A-141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9" y="2876550"/>
            <a:ext cx="8864600" cy="2133601"/>
          </a:xfrm>
          <a:prstGeom prst="rect">
            <a:avLst/>
          </a:prstGeom>
        </p:spPr>
      </p:pic>
    </p:spTree>
    <p:extLst>
      <p:ext uri="{BB962C8B-B14F-4D97-AF65-F5344CB8AC3E}">
        <p14:creationId xmlns:p14="http://schemas.microsoft.com/office/powerpoint/2010/main" val="29380167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 Slide Mulberr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42348151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 Slide Nav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872682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vider Slide Light Blu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5394026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Slide Purpl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3080467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 Slide Graphit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2011376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5" name="Title 8"/>
          <p:cNvSpPr>
            <a:spLocks noGrp="1"/>
          </p:cNvSpPr>
          <p:nvPr>
            <p:ph type="title" hasCustomPrompt="1"/>
          </p:nvPr>
        </p:nvSpPr>
        <p:spPr>
          <a:xfrm>
            <a:off x="23760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title</a:t>
            </a:r>
          </a:p>
        </p:txBody>
      </p:sp>
      <p:sp>
        <p:nvSpPr>
          <p:cNvPr id="6" name="Text Placeholder 3"/>
          <p:cNvSpPr>
            <a:spLocks noGrp="1"/>
          </p:cNvSpPr>
          <p:nvPr>
            <p:ph type="body" sz="quarter" idx="11" hasCustomPrompt="1"/>
          </p:nvPr>
        </p:nvSpPr>
        <p:spPr>
          <a:xfrm>
            <a:off x="237062" y="1164512"/>
            <a:ext cx="7023713" cy="3172141"/>
          </a:xfrm>
          <a:prstGeom prst="rect">
            <a:avLst/>
          </a:prstGeom>
        </p:spPr>
        <p:txBody>
          <a:bodyPr vert="horz"/>
          <a:lstStyle>
            <a:lvl1pPr marL="0" indent="0">
              <a:spcBef>
                <a:spcPts val="0"/>
              </a:spcBef>
              <a:buNone/>
              <a:defRPr sz="2400" baseline="0">
                <a:solidFill>
                  <a:schemeClr val="tx1"/>
                </a:solidFill>
                <a:latin typeface="Arial" pitchFamily="34" charset="0"/>
                <a:cs typeface="Arial" pitchFamily="34" charset="0"/>
              </a:defRPr>
            </a:lvl1pPr>
            <a:lvl2pPr marL="457206" indent="0">
              <a:buNone/>
              <a:defRPr sz="2400"/>
            </a:lvl2pPr>
            <a:lvl3pPr marL="914411" indent="0">
              <a:buNone/>
              <a:defRPr sz="2400"/>
            </a:lvl3pPr>
            <a:lvl4pPr marL="1371617" indent="0">
              <a:buNone/>
              <a:defRPr sz="2400"/>
            </a:lvl4pPr>
            <a:lvl5pPr marL="1828823" indent="0">
              <a:buNone/>
              <a:defRPr sz="2400"/>
            </a:lvl5pPr>
          </a:lstStyle>
          <a:p>
            <a:pPr lvl="0"/>
            <a:r>
              <a:rPr lang="en-GB" noProof="0"/>
              <a:t>Click to add introduction text</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085139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Nav Contents 1">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1 title</a:t>
            </a:r>
          </a:p>
        </p:txBody>
      </p:sp>
      <p:sp>
        <p:nvSpPr>
          <p:cNvPr id="61" name="Table Placeholder 29"/>
          <p:cNvSpPr>
            <a:spLocks noGrp="1"/>
          </p:cNvSpPr>
          <p:nvPr>
            <p:ph type="tbl" sz="quarter" idx="15"/>
          </p:nvPr>
        </p:nvSpPr>
        <p:spPr>
          <a:xfrm>
            <a:off x="986400"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2"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830051"/>
              </a:solidFill>
              <a:effectLst/>
              <a:uLnTx/>
              <a:uFillTx/>
              <a:latin typeface="Arial" pitchFamily="34" charset="0"/>
              <a:cs typeface="Arial" pitchFamily="34" charset="0"/>
            </a:endParaRPr>
          </a:p>
        </p:txBody>
      </p:sp>
      <p:sp>
        <p:nvSpPr>
          <p:cNvPr id="63" name="Text Placeholder 49"/>
          <p:cNvSpPr>
            <a:spLocks noGrp="1"/>
          </p:cNvSpPr>
          <p:nvPr>
            <p:ph type="body" sz="quarter" idx="26" hasCustomPrompt="1"/>
          </p:nvPr>
        </p:nvSpPr>
        <p:spPr>
          <a:xfrm>
            <a:off x="330200" y="1298700"/>
            <a:ext cx="540000" cy="405000"/>
          </a:xfrm>
          <a:prstGeom prst="rect">
            <a:avLst/>
          </a:prstGeom>
          <a:solidFill>
            <a:srgbClr val="D8DCDE"/>
          </a:solidFill>
          <a:ln w="19050" cmpd="sng">
            <a:noFill/>
          </a:ln>
        </p:spPr>
        <p:txBody>
          <a:bodyPr vert="horz" anchor="ctr"/>
          <a:lstStyle>
            <a:lvl1pPr marL="0" indent="0" algn="ctr">
              <a:lnSpc>
                <a:spcPct val="90000"/>
              </a:lnSpc>
              <a:spcBef>
                <a:spcPts val="600"/>
              </a:spcBef>
              <a:buNone/>
              <a:defRPr sz="1800" b="1">
                <a:solidFill>
                  <a:schemeClr val="tx2"/>
                </a:solidFill>
                <a:latin typeface="Arial" pitchFamily="34" charset="0"/>
                <a:cs typeface="Arial" pitchFamily="34" charset="0"/>
              </a:defRPr>
            </a:lvl1pPr>
          </a:lstStyle>
          <a:p>
            <a:pPr marL="0" marR="0" lvl="0" indent="0" algn="ctr" defTabSz="914411" eaLnBrk="1" fontAlgn="auto" latinLnBrk="0" hangingPunct="1">
              <a:lnSpc>
                <a:spcPct val="90000"/>
              </a:lnSpc>
              <a:spcBef>
                <a:spcPts val="600"/>
              </a:spcBef>
              <a:spcAft>
                <a:spcPts val="0"/>
              </a:spcAft>
              <a:buClrTx/>
              <a:buSzTx/>
              <a:buFontTx/>
              <a:buNone/>
              <a:tabLst/>
              <a:defRPr/>
            </a:pPr>
            <a:r>
              <a:rPr kumimoji="0" lang="en-GB" sz="1800" b="1" i="0" u="none" strike="noStrike" kern="0" cap="none" spc="0" normalizeH="0" baseline="0" noProof="0">
                <a:ln>
                  <a:noFill/>
                </a:ln>
                <a:solidFill>
                  <a:srgbClr val="830051"/>
                </a:solidFill>
                <a:effectLst/>
                <a:uLnTx/>
                <a:uFillTx/>
                <a:latin typeface="Arial" pitchFamily="34" charset="0"/>
                <a:cs typeface="Arial" pitchFamily="34" charset="0"/>
              </a:rPr>
              <a:t>1</a:t>
            </a:r>
          </a:p>
        </p:txBody>
      </p:sp>
      <p:sp>
        <p:nvSpPr>
          <p:cNvPr id="64"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5"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6" name="Text Placeholder 49"/>
          <p:cNvSpPr>
            <a:spLocks noGrp="1"/>
          </p:cNvSpPr>
          <p:nvPr>
            <p:ph type="body" sz="quarter" idx="29" hasCustomPrompt="1"/>
          </p:nvPr>
        </p:nvSpPr>
        <p:spPr>
          <a:xfrm>
            <a:off x="330200" y="1802967"/>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2</a:t>
            </a:r>
          </a:p>
        </p:txBody>
      </p:sp>
      <p:sp>
        <p:nvSpPr>
          <p:cNvPr id="67"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8"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9"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3</a:t>
            </a:r>
          </a:p>
        </p:txBody>
      </p:sp>
      <p:sp>
        <p:nvSpPr>
          <p:cNvPr id="70"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1"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2" name="Text Placeholder 49"/>
          <p:cNvSpPr>
            <a:spLocks noGrp="1"/>
          </p:cNvSpPr>
          <p:nvPr>
            <p:ph type="body" sz="quarter" idx="35" hasCustomPrompt="1"/>
          </p:nvPr>
        </p:nvSpPr>
        <p:spPr>
          <a:xfrm>
            <a:off x="330200" y="2822732"/>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4</a:t>
            </a:r>
          </a:p>
        </p:txBody>
      </p:sp>
      <p:sp>
        <p:nvSpPr>
          <p:cNvPr id="73"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4"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5" name="Text Placeholder 49"/>
          <p:cNvSpPr>
            <a:spLocks noGrp="1"/>
          </p:cNvSpPr>
          <p:nvPr>
            <p:ph type="body" sz="quarter" idx="38" hasCustomPrompt="1"/>
          </p:nvPr>
        </p:nvSpPr>
        <p:spPr>
          <a:xfrm>
            <a:off x="330200" y="3331009"/>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5</a:t>
            </a:r>
          </a:p>
        </p:txBody>
      </p:sp>
      <p:sp>
        <p:nvSpPr>
          <p:cNvPr id="76"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11"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7"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marL="0" marR="0" lvl="0" indent="0" defTabSz="914411"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8" name="Text Placeholder 49"/>
          <p:cNvSpPr>
            <a:spLocks noGrp="1"/>
          </p:cNvSpPr>
          <p:nvPr>
            <p:ph type="body" sz="quarter" idx="41" hasCustomPrompt="1"/>
          </p:nvPr>
        </p:nvSpPr>
        <p:spPr>
          <a:xfrm>
            <a:off x="330200" y="3847226"/>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11"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6</a:t>
            </a:r>
          </a:p>
        </p:txBody>
      </p:sp>
      <p:sp>
        <p:nvSpPr>
          <p:cNvPr id="23"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398423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Nav Contents 2">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2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323380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Nav Contents 3">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3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5390519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Nav Contents 4">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4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078618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Nav Contents 5">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5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53575085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Nav Contents 6">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6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700" y="140991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700"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700" y="2423238"/>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700"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700" y="3442223"/>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700" y="3958440"/>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6" indent="0">
              <a:buNone/>
              <a:defRPr sz="1800" b="1"/>
            </a:lvl2pPr>
            <a:lvl3pPr marL="914411" indent="0">
              <a:buNone/>
              <a:defRPr sz="1800" b="1"/>
            </a:lvl3pPr>
            <a:lvl4pPr marL="1371617" indent="0">
              <a:buNone/>
              <a:defRPr sz="1800" b="1"/>
            </a:lvl4pPr>
            <a:lvl5pPr marL="1828823"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1759794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5" name="Rectangle 4"/>
          <p:cNvSpPr>
            <a:spLocks noGrp="1" noChangeArrowheads="1"/>
          </p:cNvSpPr>
          <p:nvPr userDrawn="1"/>
        </p:nvSpPr>
        <p:spPr bwMode="auto">
          <a:xfrm>
            <a:off x="528760" y="3431381"/>
            <a:ext cx="2689225" cy="285750"/>
          </a:xfrm>
          <a:prstGeom prst="rect">
            <a:avLst/>
          </a:prstGeom>
          <a:noFill/>
          <a:ln w="9525">
            <a:noFill/>
            <a:miter lim="800000"/>
            <a:headEnd/>
            <a:tailEnd/>
          </a:ln>
          <a:effectLst/>
        </p:spPr>
        <p:txBody>
          <a:bodyPr anchor="b"/>
          <a:lstStyle/>
          <a:p>
            <a:r>
              <a:rPr lang="en-GB" sz="1400" b="1">
                <a:solidFill>
                  <a:schemeClr val="tx1"/>
                </a:solidFill>
                <a:latin typeface="Arial" pitchFamily="34" charset="0"/>
                <a:cs typeface="Arial" pitchFamily="34" charset="0"/>
              </a:rPr>
              <a:t>Confidentiality Notice </a:t>
            </a:r>
            <a:endParaRPr lang="en-GB" sz="2400">
              <a:solidFill>
                <a:schemeClr val="tx1"/>
              </a:solidFill>
              <a:latin typeface="Arial" pitchFamily="34" charset="0"/>
              <a:cs typeface="Arial" pitchFamily="34" charset="0"/>
            </a:endParaRPr>
          </a:p>
        </p:txBody>
      </p:sp>
      <p:sp>
        <p:nvSpPr>
          <p:cNvPr id="7" name="Rectangle 6"/>
          <p:cNvSpPr>
            <a:spLocks noGrp="1" noChangeArrowheads="1"/>
          </p:cNvSpPr>
          <p:nvPr userDrawn="1"/>
        </p:nvSpPr>
        <p:spPr bwMode="auto">
          <a:xfrm>
            <a:off x="541458" y="3717131"/>
            <a:ext cx="7440493" cy="648000"/>
          </a:xfrm>
          <a:prstGeom prst="rect">
            <a:avLst/>
          </a:prstGeom>
          <a:noFill/>
          <a:ln w="9525">
            <a:noFill/>
            <a:miter lim="800000"/>
            <a:headEnd/>
            <a:tailEnd/>
          </a:ln>
          <a:effectLst/>
        </p:spPr>
        <p:txBody>
          <a:bodyPr/>
          <a:lstStyle/>
          <a:p>
            <a:r>
              <a:rPr lang="en-GB" sz="900" noProof="0">
                <a:solidFill>
                  <a:schemeClr val="tx1"/>
                </a:solidFill>
                <a:latin typeface="+mn-lt"/>
                <a:cs typeface="Arial"/>
              </a:rPr>
              <a:t>This file is private and may contain confidential and proprietary information. If you have received this file in error, please notify us and remove </a:t>
            </a:r>
            <a:br>
              <a:rPr lang="en-GB" sz="900" noProof="0">
                <a:solidFill>
                  <a:schemeClr val="tx1"/>
                </a:solidFill>
                <a:latin typeface="+mn-lt"/>
                <a:cs typeface="Arial"/>
              </a:rPr>
            </a:br>
            <a:r>
              <a:rPr lang="en-GB" sz="900" noProof="0">
                <a:solidFill>
                  <a:schemeClr val="tx1"/>
                </a:solidFill>
                <a:latin typeface="+mn-lt"/>
                <a:cs typeface="Arial"/>
              </a:rPr>
              <a:t>it from your system and note that you must not copy, distribute or take any action in reliance on it. Any unauthorized use or disclosure of the contents of this file is not permitted and may be unlawful. AstraZeneca PLC, </a:t>
            </a:r>
            <a:r>
              <a:rPr lang="en-US" sz="900" kern="1200">
                <a:solidFill>
                  <a:schemeClr val="tx1"/>
                </a:solidFill>
                <a:latin typeface="+mn-lt"/>
                <a:ea typeface="+mn-ea"/>
                <a:cs typeface="Arial"/>
              </a:rPr>
              <a:t>1 Francis Crick Avenue</a:t>
            </a:r>
            <a:r>
              <a:rPr lang="en-US" sz="900" kern="1200" baseline="0">
                <a:solidFill>
                  <a:schemeClr val="tx1"/>
                </a:solidFill>
                <a:latin typeface="+mn-lt"/>
                <a:ea typeface="+mn-ea"/>
                <a:cs typeface="Arial"/>
              </a:rPr>
              <a:t>, </a:t>
            </a:r>
            <a:r>
              <a:rPr lang="en-US" sz="900" kern="1200">
                <a:solidFill>
                  <a:schemeClr val="tx1"/>
                </a:solidFill>
                <a:latin typeface="+mn-lt"/>
                <a:ea typeface="+mn-ea"/>
                <a:cs typeface="Arial"/>
              </a:rPr>
              <a:t>Cambridge Biomedical Campus, Cambridge, CB2 0AA</a:t>
            </a:r>
            <a:r>
              <a:rPr lang="en-GB" sz="900" noProof="0">
                <a:solidFill>
                  <a:schemeClr val="tx1"/>
                </a:solidFill>
                <a:latin typeface="+mn-lt"/>
                <a:cs typeface="Arial"/>
              </a:rPr>
              <a:t>, UK, T: +44(0)203 749 5000, www.astrazeneca.com</a:t>
            </a:r>
          </a:p>
        </p:txBody>
      </p:sp>
    </p:spTree>
    <p:extLst>
      <p:ext uri="{BB962C8B-B14F-4D97-AF65-F5344CB8AC3E}">
        <p14:creationId xmlns:p14="http://schemas.microsoft.com/office/powerpoint/2010/main" val="25651784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ullet Content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a:lnSpc>
                <a:spcPct val="100000"/>
              </a:lnSpc>
              <a:defRPr sz="2400" b="1" baseline="0">
                <a:solidFill>
                  <a:srgbClr val="830051"/>
                </a:solidFill>
                <a:latin typeface="Arial" pitchFamily="34" charset="0"/>
                <a:cs typeface="Arial" pitchFamily="34" charset="0"/>
              </a:defRPr>
            </a:lvl1pPr>
          </a:lstStyle>
          <a:p>
            <a:r>
              <a:rPr lang="en-GB" noProof="0"/>
              <a:t>Click to add title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0833829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ullet Content 1 with Subtitle">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Subtitle 2"/>
          <p:cNvSpPr>
            <a:spLocks noGrp="1"/>
          </p:cNvSpPr>
          <p:nvPr>
            <p:ph type="subTitle" idx="10" hasCustomPrompt="1"/>
          </p:nvPr>
        </p:nvSpPr>
        <p:spPr>
          <a:xfrm>
            <a:off x="237061" y="526851"/>
            <a:ext cx="8765651" cy="324000"/>
          </a:xfrm>
          <a:prstGeom prst="rect">
            <a:avLst/>
          </a:prstGeom>
        </p:spPr>
        <p:txBody>
          <a:bodyPr/>
          <a:lstStyle>
            <a:lvl1pPr marL="0" indent="0" algn="l">
              <a:lnSpc>
                <a:spcPct val="100000"/>
              </a:lnSpc>
              <a:spcBef>
                <a:spcPts val="0"/>
              </a:spcBef>
              <a:buNone/>
              <a:defRPr sz="2400">
                <a:solidFill>
                  <a:schemeClr val="tx2"/>
                </a:solidFill>
                <a:latin typeface="Arial" pitchFamily="34" charset="0"/>
                <a:cs typeface="Arial" pitchFamily="34" charset="0"/>
              </a:defRPr>
            </a:lvl1pPr>
            <a:lvl2pPr marL="342905" indent="0" algn="ctr">
              <a:buNone/>
              <a:defRPr>
                <a:solidFill>
                  <a:schemeClr val="tx1">
                    <a:tint val="75000"/>
                  </a:schemeClr>
                </a:solidFill>
              </a:defRPr>
            </a:lvl2pPr>
            <a:lvl3pPr marL="685808" indent="0" algn="ctr">
              <a:buNone/>
              <a:defRPr>
                <a:solidFill>
                  <a:schemeClr val="tx1">
                    <a:tint val="75000"/>
                  </a:schemeClr>
                </a:solidFill>
              </a:defRPr>
            </a:lvl3pPr>
            <a:lvl4pPr marL="1028713" indent="0" algn="ctr">
              <a:buNone/>
              <a:defRPr>
                <a:solidFill>
                  <a:schemeClr val="tx1">
                    <a:tint val="75000"/>
                  </a:schemeClr>
                </a:solidFill>
              </a:defRPr>
            </a:lvl4pPr>
            <a:lvl5pPr marL="1371617" indent="0" algn="ctr">
              <a:buNone/>
              <a:defRPr>
                <a:solidFill>
                  <a:schemeClr val="tx1">
                    <a:tint val="75000"/>
                  </a:schemeClr>
                </a:solidFill>
              </a:defRPr>
            </a:lvl5pPr>
            <a:lvl6pPr marL="1714521" indent="0" algn="ctr">
              <a:buNone/>
              <a:defRPr>
                <a:solidFill>
                  <a:schemeClr val="tx1">
                    <a:tint val="75000"/>
                  </a:schemeClr>
                </a:solidFill>
              </a:defRPr>
            </a:lvl6pPr>
            <a:lvl7pPr marL="2057426" indent="0" algn="ctr">
              <a:buNone/>
              <a:defRPr>
                <a:solidFill>
                  <a:schemeClr val="tx1">
                    <a:tint val="75000"/>
                  </a:schemeClr>
                </a:solidFill>
              </a:defRPr>
            </a:lvl7pPr>
            <a:lvl8pPr marL="2400330" indent="0" algn="ctr">
              <a:buNone/>
              <a:defRPr>
                <a:solidFill>
                  <a:schemeClr val="tx1">
                    <a:tint val="75000"/>
                  </a:schemeClr>
                </a:solidFill>
              </a:defRPr>
            </a:lvl8pPr>
            <a:lvl9pPr marL="2743234" indent="0" algn="ctr">
              <a:buNone/>
              <a:defRPr>
                <a:solidFill>
                  <a:schemeClr val="tx1">
                    <a:tint val="75000"/>
                  </a:schemeClr>
                </a:solidFill>
              </a:defRPr>
            </a:lvl9pPr>
          </a:lstStyle>
          <a:p>
            <a:r>
              <a:rPr lang="en-GB" noProof="0"/>
              <a:t>Click to add subtitle</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9816710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ody Only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Text Placeholder 3"/>
          <p:cNvSpPr>
            <a:spLocks noGrp="1"/>
          </p:cNvSpPr>
          <p:nvPr>
            <p:ph type="body" sz="quarter" idx="11"/>
          </p:nvPr>
        </p:nvSpPr>
        <p:spPr>
          <a:xfrm>
            <a:off x="237600" y="1237097"/>
            <a:ext cx="705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0222748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ody and Content 1">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236537" y="1237098"/>
            <a:ext cx="7056000" cy="1620000"/>
          </a:xfrm>
          <a:prstGeom prst="rect">
            <a:avLst/>
          </a:prstGeom>
        </p:spPr>
        <p:txBody>
          <a:bodyPr vert="horz"/>
          <a:lstStyle>
            <a:lvl1pPr marL="0" marR="0" indent="0" algn="l" defTabSz="685808" rtl="0" eaLnBrk="1" fontAlgn="base" latinLnBrk="0" hangingPunct="1">
              <a:lnSpc>
                <a:spcPct val="100000"/>
              </a:lnSpc>
              <a:spcBef>
                <a:spcPct val="0"/>
              </a:spcBef>
              <a:spcAft>
                <a:spcPct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5" hasCustomPrompt="1"/>
          </p:nvPr>
        </p:nvSpPr>
        <p:spPr>
          <a:xfrm>
            <a:off x="237600" y="2905963"/>
            <a:ext cx="7056000" cy="1444752"/>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5991623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ody 1 with Content 2">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5" indent="-135002">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2" name="Content Placeholder 2"/>
          <p:cNvSpPr>
            <a:spLocks noGrp="1"/>
          </p:cNvSpPr>
          <p:nvPr>
            <p:ph idx="13" hasCustomPrompt="1"/>
          </p:nvPr>
        </p:nvSpPr>
        <p:spPr>
          <a:xfrm>
            <a:off x="237063" y="2905963"/>
            <a:ext cx="4086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3" name="Content Placeholder 2"/>
          <p:cNvSpPr>
            <a:spLocks noGrp="1"/>
          </p:cNvSpPr>
          <p:nvPr>
            <p:ph idx="17" hasCustomPrompt="1"/>
          </p:nvPr>
        </p:nvSpPr>
        <p:spPr>
          <a:xfrm>
            <a:off x="4680000" y="2905963"/>
            <a:ext cx="4086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22276955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ody 1 with Content 3">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5" indent="-135002">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8" hasCustomPrompt="1"/>
          </p:nvPr>
        </p:nvSpPr>
        <p:spPr>
          <a:xfrm>
            <a:off x="237600" y="2903515"/>
            <a:ext cx="2664000" cy="1444752"/>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5" name="Content Placeholder 2"/>
          <p:cNvSpPr>
            <a:spLocks noGrp="1"/>
          </p:cNvSpPr>
          <p:nvPr>
            <p:ph idx="16" hasCustomPrompt="1"/>
          </p:nvPr>
        </p:nvSpPr>
        <p:spPr>
          <a:xfrm>
            <a:off x="3250223" y="2908267"/>
            <a:ext cx="2664000" cy="1440000"/>
          </a:xfrm>
          <a:prstGeom prst="rect">
            <a:avLst/>
          </a:prstGeom>
        </p:spPr>
        <p:txBody>
          <a:bodyPr/>
          <a:lstStyle>
            <a:lvl1pPr marL="135002" indent="-135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5" indent="-135002">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
        <p:nvSpPr>
          <p:cNvPr id="16" name="Content Placeholder 2"/>
          <p:cNvSpPr>
            <a:spLocks noGrp="1"/>
          </p:cNvSpPr>
          <p:nvPr>
            <p:ph idx="17" hasCustomPrompt="1"/>
          </p:nvPr>
        </p:nvSpPr>
        <p:spPr>
          <a:xfrm>
            <a:off x="6274223" y="2908267"/>
            <a:ext cx="2664000" cy="1440000"/>
          </a:xfrm>
          <a:prstGeom prst="rect">
            <a:avLst/>
          </a:prstGeom>
        </p:spPr>
        <p:txBody>
          <a:bodyPr/>
          <a:lstStyle>
            <a:lvl1pPr marL="135002" indent="-135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5" indent="-135002">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Tree>
    <p:extLst>
      <p:ext uri="{BB962C8B-B14F-4D97-AF65-F5344CB8AC3E}">
        <p14:creationId xmlns:p14="http://schemas.microsoft.com/office/powerpoint/2010/main" val="35451936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ody Only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4" name="Text Placeholder 3"/>
          <p:cNvSpPr>
            <a:spLocks noGrp="1"/>
          </p:cNvSpPr>
          <p:nvPr>
            <p:ph type="body" sz="quarter" idx="12"/>
          </p:nvPr>
        </p:nvSpPr>
        <p:spPr>
          <a:xfrm>
            <a:off x="46800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2786683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ody and Content Right 1">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5" hasCustomPrompt="1"/>
          </p:nvPr>
        </p:nvSpPr>
        <p:spPr>
          <a:xfrm>
            <a:off x="4680000"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0058625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ody and Content Right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0"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1"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7" hasCustomPrompt="1"/>
          </p:nvPr>
        </p:nvSpPr>
        <p:spPr>
          <a:xfrm>
            <a:off x="4678499" y="2725591"/>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9" name="Content Placeholder 2"/>
          <p:cNvSpPr>
            <a:spLocks noGrp="1"/>
          </p:cNvSpPr>
          <p:nvPr>
            <p:ph idx="16" hasCustomPrompt="1"/>
          </p:nvPr>
        </p:nvSpPr>
        <p:spPr>
          <a:xfrm>
            <a:off x="4680000" y="1234440"/>
            <a:ext cx="4086000" cy="1371600"/>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62410745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6" hasCustomPrompt="1"/>
          </p:nvPr>
        </p:nvSpPr>
        <p:spPr>
          <a:xfrm>
            <a:off x="237061"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1" name="Content Placeholder 2"/>
          <p:cNvSpPr>
            <a:spLocks noGrp="1"/>
          </p:cNvSpPr>
          <p:nvPr>
            <p:ph idx="17" hasCustomPrompt="1"/>
          </p:nvPr>
        </p:nvSpPr>
        <p:spPr>
          <a:xfrm>
            <a:off x="4680000" y="1234440"/>
            <a:ext cx="4086000" cy="1618488"/>
          </a:xfrm>
          <a:prstGeom prst="rect">
            <a:avLst/>
          </a:prstGeom>
        </p:spPr>
        <p:txBody>
          <a:bodyPr/>
          <a:lstStyle>
            <a:lvl1pPr marL="180002" indent="-180002">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7" indent="-180002">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86465155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riple Headings with Triple Content">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8" name="Text Placeholder 3"/>
          <p:cNvSpPr>
            <a:spLocks noGrp="1"/>
          </p:cNvSpPr>
          <p:nvPr>
            <p:ph type="body" sz="quarter" idx="12"/>
          </p:nvPr>
        </p:nvSpPr>
        <p:spPr>
          <a:xfrm>
            <a:off x="6264000" y="1337391"/>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3" name="Text Placeholder 3"/>
          <p:cNvSpPr>
            <a:spLocks noGrp="1"/>
          </p:cNvSpPr>
          <p:nvPr>
            <p:ph type="body" sz="quarter" idx="13"/>
          </p:nvPr>
        </p:nvSpPr>
        <p:spPr>
          <a:xfrm>
            <a:off x="32400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4"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7" hasCustomPrompt="1"/>
          </p:nvPr>
        </p:nvSpPr>
        <p:spPr>
          <a:xfrm>
            <a:off x="237600"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6" name="Content Placeholder 2"/>
          <p:cNvSpPr>
            <a:spLocks noGrp="1"/>
          </p:cNvSpPr>
          <p:nvPr>
            <p:ph idx="18" hasCustomPrompt="1"/>
          </p:nvPr>
        </p:nvSpPr>
        <p:spPr>
          <a:xfrm>
            <a:off x="3250223"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7" name="Content Placeholder 2"/>
          <p:cNvSpPr>
            <a:spLocks noGrp="1"/>
          </p:cNvSpPr>
          <p:nvPr>
            <p:ph idx="19" hasCustomPrompt="1"/>
          </p:nvPr>
        </p:nvSpPr>
        <p:spPr>
          <a:xfrm>
            <a:off x="6274223" y="2072820"/>
            <a:ext cx="2664000" cy="2015968"/>
          </a:xfrm>
          <a:prstGeom prst="rect">
            <a:avLst/>
          </a:prstGeom>
        </p:spPr>
        <p:txBody>
          <a:bodyPr/>
          <a:lstStyle>
            <a:lvl1pPr marL="180002" indent="-180002">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7" indent="-180002">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8" indent="-180002">
              <a:defRPr sz="1400">
                <a:latin typeface="Arial" pitchFamily="34" charset="0"/>
                <a:cs typeface="Arial" pitchFamily="34" charset="0"/>
              </a:defRPr>
            </a:lvl4pPr>
            <a:lvl5pPr marL="622808">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23783323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dy and Picture Right 1">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52800"/>
            <a:ext cx="4086000" cy="2835988"/>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26253021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dy and Picture Right 2">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5" indent="0" algn="l">
              <a:buNone/>
              <a:defRPr sz="1050"/>
            </a:lvl2pPr>
            <a:lvl3pPr marL="685808" indent="0" algn="l">
              <a:buNone/>
              <a:defRPr sz="1050"/>
            </a:lvl3pPr>
            <a:lvl4pPr marL="1028713" indent="0" algn="l">
              <a:buNone/>
              <a:defRPr sz="1050"/>
            </a:lvl4pPr>
            <a:lvl5pPr marL="1371617"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61267"/>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0" name="Picture Placeholder 16"/>
          <p:cNvSpPr>
            <a:spLocks noGrp="1"/>
          </p:cNvSpPr>
          <p:nvPr>
            <p:ph type="pic" sz="quarter" idx="15"/>
          </p:nvPr>
        </p:nvSpPr>
        <p:spPr>
          <a:xfrm>
            <a:off x="4680000" y="2904253"/>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4761388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dy and Picture Lower 1">
    <p:spTree>
      <p:nvGrpSpPr>
        <p:cNvPr id="1" name=""/>
        <p:cNvGrpSpPr/>
        <p:nvPr/>
      </p:nvGrpSpPr>
      <p:grpSpPr>
        <a:xfrm>
          <a:off x="0" y="0"/>
          <a:ext cx="0" cy="0"/>
          <a:chOff x="0" y="0"/>
          <a:chExt cx="0" cy="0"/>
        </a:xfrm>
      </p:grpSpPr>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7"/>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4284130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dy and Picture Lower 2">
    <p:spTree>
      <p:nvGrpSpPr>
        <p:cNvPr id="1" name=""/>
        <p:cNvGrpSpPr/>
        <p:nvPr/>
      </p:nvGrpSpPr>
      <p:grpSpPr>
        <a:xfrm>
          <a:off x="0" y="0"/>
          <a:ext cx="0" cy="0"/>
          <a:chOff x="0" y="0"/>
          <a:chExt cx="0" cy="0"/>
        </a:xfrm>
      </p:grpSpPr>
      <p:sp>
        <p:nvSpPr>
          <p:cNvPr id="21" name="Picture Placeholder 16"/>
          <p:cNvSpPr>
            <a:spLocks noGrp="1"/>
          </p:cNvSpPr>
          <p:nvPr>
            <p:ph type="pic" sz="quarter" idx="15"/>
          </p:nvPr>
        </p:nvSpPr>
        <p:spPr>
          <a:xfrm>
            <a:off x="46188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9"/>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83475587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dy and Picture Lower 3">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327600"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8" name="Picture Placeholder 16"/>
          <p:cNvSpPr>
            <a:spLocks noGrp="1"/>
          </p:cNvSpPr>
          <p:nvPr>
            <p:ph type="pic" sz="quarter" idx="15"/>
          </p:nvPr>
        </p:nvSpPr>
        <p:spPr>
          <a:xfrm>
            <a:off x="3201023"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9" name="Picture Placeholder 16"/>
          <p:cNvSpPr>
            <a:spLocks noGrp="1"/>
          </p:cNvSpPr>
          <p:nvPr>
            <p:ph type="pic" sz="quarter" idx="16"/>
          </p:nvPr>
        </p:nvSpPr>
        <p:spPr>
          <a:xfrm>
            <a:off x="6067748"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1" name="Text Placeholder 2"/>
          <p:cNvSpPr>
            <a:spLocks noGrp="1"/>
          </p:cNvSpPr>
          <p:nvPr>
            <p:ph type="body" sz="quarter" idx="13"/>
          </p:nvPr>
        </p:nvSpPr>
        <p:spPr>
          <a:xfrm>
            <a:off x="236537" y="1237098"/>
            <a:ext cx="7056000" cy="1440000"/>
          </a:xfrm>
          <a:prstGeom prst="rect">
            <a:avLst/>
          </a:prstGeom>
        </p:spPr>
        <p:txBody>
          <a:bodyPr vert="horz"/>
          <a:lstStyle>
            <a:lvl1pPr marL="0" marR="0" indent="0" algn="l" defTabSz="685808"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8" marR="0" indent="-197647" algn="l" defTabSz="685808" rtl="0" eaLnBrk="1" fontAlgn="base" latinLnBrk="0" hangingPunct="1">
              <a:lnSpc>
                <a:spcPct val="90000"/>
              </a:lnSpc>
              <a:spcBef>
                <a:spcPct val="0"/>
              </a:spcBef>
              <a:spcAft>
                <a:spcPct val="0"/>
              </a:spcAft>
              <a:buClrTx/>
              <a:buSzTx/>
              <a:buFontTx/>
              <a:buChar char="•"/>
              <a:tabLst/>
              <a:defRPr sz="1350"/>
            </a:lvl2pPr>
            <a:lvl3pPr marL="466731" marR="0" indent="-135733" algn="l" defTabSz="685808" rtl="0" eaLnBrk="1" fontAlgn="base" latinLnBrk="0" hangingPunct="1">
              <a:lnSpc>
                <a:spcPct val="90000"/>
              </a:lnSpc>
              <a:spcBef>
                <a:spcPct val="0"/>
              </a:spcBef>
              <a:spcAft>
                <a:spcPct val="0"/>
              </a:spcAft>
              <a:buClrTx/>
              <a:buSzTx/>
              <a:buFont typeface="Arial" charset="0"/>
              <a:buChar char="-"/>
              <a:tabLst/>
              <a:defRPr sz="1350"/>
            </a:lvl3pPr>
            <a:lvl4pPr marL="1243029" indent="-214316">
              <a:buFont typeface="Arial"/>
              <a:buChar char="•"/>
              <a:defRPr sz="1350"/>
            </a:lvl4pPr>
            <a:lvl5pPr marL="1585933" indent="-214316">
              <a:buFont typeface="Arial"/>
              <a:buChar char="•"/>
              <a:defRPr sz="13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693860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s Lis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236538" y="1233071"/>
            <a:ext cx="8766175" cy="3172500"/>
          </a:xfrm>
          <a:prstGeom prst="rect">
            <a:avLst/>
          </a:prstGeom>
        </p:spPr>
        <p:txBody>
          <a:bodyPr/>
          <a:lstStyle>
            <a:lvl1pPr marL="269879" indent="-269879">
              <a:lnSpc>
                <a:spcPct val="100000"/>
              </a:lnSpc>
              <a:spcBef>
                <a:spcPts val="0"/>
              </a:spcBef>
              <a:buClrTx/>
              <a:buFont typeface="+mj-lt"/>
              <a:buAutoNum type="arabicPeriod"/>
              <a:defRPr sz="1800" b="1">
                <a:solidFill>
                  <a:schemeClr val="tx1"/>
                </a:solidFill>
                <a:latin typeface="Arial" pitchFamily="34" charset="0"/>
                <a:cs typeface="Arial" pitchFamily="34" charset="0"/>
              </a:defRPr>
            </a:lvl1pPr>
            <a:lvl2pPr marL="472506" indent="-135002">
              <a:lnSpc>
                <a:spcPct val="100000"/>
              </a:lnSpc>
              <a:spcBef>
                <a:spcPts val="0"/>
              </a:spcBef>
              <a:buClrTx/>
              <a:buFont typeface="Arial" pitchFamily="34" charset="0"/>
              <a:buChar char="•"/>
              <a:defRPr sz="16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6" indent="-135002">
              <a:defRPr sz="1050">
                <a:latin typeface="Arial" pitchFamily="34" charset="0"/>
                <a:cs typeface="Arial" pitchFamily="34" charset="0"/>
              </a:defRPr>
            </a:lvl4pPr>
            <a:lvl5pPr marL="467106">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content title</a:t>
            </a:r>
          </a:p>
        </p:txBody>
      </p:sp>
    </p:spTree>
    <p:extLst>
      <p:ext uri="{BB962C8B-B14F-4D97-AF65-F5344CB8AC3E}">
        <p14:creationId xmlns:p14="http://schemas.microsoft.com/office/powerpoint/2010/main" val="41940719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3" y="144000"/>
            <a:ext cx="8765651" cy="504000"/>
          </a:xfrm>
          <a:prstGeom prst="rect">
            <a:avLst/>
          </a:prstGeom>
        </p:spPr>
        <p:txBody>
          <a:bodyPr vert="horz"/>
          <a:lstStyle>
            <a:lvl1pPr algn="l" defTabSz="457206"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14221122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443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slideLayout" Target="../slideLayouts/slideLayout5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image" Target="../media/image1.jpeg"/><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5.xml"/><Relationship Id="rId7" Type="http://schemas.openxmlformats.org/officeDocument/2006/relationships/image" Target="../media/image1.jpeg"/><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theme" Target="../theme/theme3.xml"/><Relationship Id="rId5" Type="http://schemas.openxmlformats.org/officeDocument/2006/relationships/slideLayout" Target="../slideLayouts/slideLayout57.xml"/><Relationship Id="rId4"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image" Target="../media/image1.jpeg"/><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theme" Target="../theme/theme4.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descr="AZ_SYMBOL_RGB.jpg"/>
          <p:cNvPicPr>
            <a:picLocks noChangeAspect="1"/>
          </p:cNvPicPr>
          <p:nvPr userDrawn="1"/>
        </p:nvPicPr>
        <p:blipFill>
          <a:blip r:embed="rId25"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211318905"/>
      </p:ext>
    </p:extLst>
  </p:cSld>
  <p:clrMap bg1="lt1" tx1="dk1" bg2="lt2" tx2="dk2" accent1="accent1" accent2="accent2" accent3="accent3" accent4="accent4" accent5="accent5" accent6="accent6" hlink="hlink" folHlink="folHlink"/>
  <p:sldLayoutIdLst>
    <p:sldLayoutId id="2147483752" r:id="rId1"/>
    <p:sldLayoutId id="2147483830" r:id="rId2"/>
    <p:sldLayoutId id="2147483828" r:id="rId3"/>
    <p:sldLayoutId id="2147483790" r:id="rId4"/>
    <p:sldLayoutId id="2147483792" r:id="rId5"/>
    <p:sldLayoutId id="2147483793" r:id="rId6"/>
    <p:sldLayoutId id="2147483824" r:id="rId7"/>
    <p:sldLayoutId id="2147483826" r:id="rId8"/>
    <p:sldLayoutId id="2147483794" r:id="rId9"/>
    <p:sldLayoutId id="2147483832" r:id="rId10"/>
    <p:sldLayoutId id="2147483842" r:id="rId11"/>
    <p:sldLayoutId id="2147483843" r:id="rId12"/>
    <p:sldLayoutId id="2147483844" r:id="rId13"/>
    <p:sldLayoutId id="2147483795" r:id="rId14"/>
    <p:sldLayoutId id="2147483796" r:id="rId15"/>
    <p:sldLayoutId id="2147483833" r:id="rId16"/>
    <p:sldLayoutId id="2147483837" r:id="rId17"/>
    <p:sldLayoutId id="2147483839" r:id="rId18"/>
    <p:sldLayoutId id="2147483797" r:id="rId19"/>
    <p:sldLayoutId id="2147483798" r:id="rId20"/>
    <p:sldLayoutId id="2147483799" r:id="rId21"/>
    <p:sldLayoutId id="2147483789" r:id="rId22"/>
    <p:sldLayoutId id="2147483849" r:id="rId23"/>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60529653"/>
      </p:ext>
    </p:extLst>
  </p:cSld>
  <p:clrMap bg1="lt1" tx1="dk1" bg2="lt2" tx2="dk2" accent1="accent1" accent2="accent2" accent3="accent3" accent4="accent4" accent5="accent5" accent6="accent6" hlink="hlink" folHlink="folHlink"/>
  <p:sldLayoutIdLst>
    <p:sldLayoutId id="2147483835" r:id="rId1"/>
    <p:sldLayoutId id="2147483831" r:id="rId2"/>
    <p:sldLayoutId id="2147483829" r:id="rId3"/>
    <p:sldLayoutId id="2147483812" r:id="rId4"/>
    <p:sldLayoutId id="2147483813" r:id="rId5"/>
    <p:sldLayoutId id="2147483814" r:id="rId6"/>
    <p:sldLayoutId id="2147483825" r:id="rId7"/>
    <p:sldLayoutId id="2147483827" r:id="rId8"/>
    <p:sldLayoutId id="2147483815" r:id="rId9"/>
    <p:sldLayoutId id="2147483811" r:id="rId10"/>
    <p:sldLayoutId id="2147483846" r:id="rId11"/>
    <p:sldLayoutId id="2147483845" r:id="rId12"/>
    <p:sldLayoutId id="2147483847" r:id="rId13"/>
    <p:sldLayoutId id="2147483806" r:id="rId14"/>
    <p:sldLayoutId id="2147483807" r:id="rId15"/>
    <p:sldLayoutId id="2147483841" r:id="rId16"/>
    <p:sldLayoutId id="2147483838" r:id="rId17"/>
    <p:sldLayoutId id="2147483840" r:id="rId18"/>
    <p:sldLayoutId id="2147483808" r:id="rId19"/>
    <p:sldLayoutId id="2147483809" r:id="rId20"/>
    <p:sldLayoutId id="2147483810" r:id="rId21"/>
    <p:sldLayoutId id="2147483816" r:id="rId22"/>
    <p:sldLayoutId id="2147483817" r:id="rId23"/>
    <p:sldLayoutId id="2147483818" r:id="rId24"/>
    <p:sldLayoutId id="2147483819" r:id="rId25"/>
    <p:sldLayoutId id="2147483820" r:id="rId26"/>
    <p:sldLayoutId id="2147483821" r:id="rId27"/>
    <p:sldLayoutId id="2147483822" r:id="rId28"/>
    <p:sldLayoutId id="2147483823" r:id="rId29"/>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6080045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4" name="Picture 3" descr="AZ_SYMBOL_RGB.jpg"/>
          <p:cNvPicPr>
            <a:picLocks noChangeAspect="1"/>
          </p:cNvPicPr>
          <p:nvPr userDrawn="1"/>
        </p:nvPicPr>
        <p:blipFill>
          <a:blip r:embed="rId29"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676" r:id="rId1"/>
    <p:sldLayoutId id="2147483714" r:id="rId2"/>
    <p:sldLayoutId id="2147483720" r:id="rId3"/>
    <p:sldLayoutId id="2147483721" r:id="rId4"/>
    <p:sldLayoutId id="2147483722" r:id="rId5"/>
    <p:sldLayoutId id="2147483723" r:id="rId6"/>
    <p:sldLayoutId id="2147483724" r:id="rId7"/>
    <p:sldLayoutId id="214748368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 id="2147483780" r:id="rId24"/>
    <p:sldLayoutId id="2147483781" r:id="rId25"/>
    <p:sldLayoutId id="2147483782" r:id="rId26"/>
    <p:sldLayoutId id="2147483783" r:id="rId27"/>
  </p:sldLayoutIdLst>
  <p:hf hdr="0" ftr="0" dt="0"/>
  <p:txStyles>
    <p:titleStyle>
      <a:lvl1pPr algn="ctr" defTabSz="457206" rtl="0" eaLnBrk="1" latinLnBrk="0" hangingPunct="1">
        <a:spcBef>
          <a:spcPct val="0"/>
        </a:spcBef>
        <a:buNone/>
        <a:defRPr sz="4400" kern="1200">
          <a:solidFill>
            <a:schemeClr val="tx1"/>
          </a:solidFill>
          <a:latin typeface="+mj-lt"/>
          <a:ea typeface="+mj-ea"/>
          <a:cs typeface="+mj-cs"/>
        </a:defRPr>
      </a:lvl1pPr>
    </p:titleStyle>
    <p:bodyStyle>
      <a:lvl1pPr marL="342905" indent="-342905" algn="l" defTabSz="457206" rtl="0" eaLnBrk="1" latinLnBrk="0" hangingPunct="1">
        <a:spcBef>
          <a:spcPct val="20000"/>
        </a:spcBef>
        <a:buFont typeface="Arial"/>
        <a:buChar char="•"/>
        <a:defRPr sz="3200" kern="1200">
          <a:solidFill>
            <a:schemeClr val="tx1"/>
          </a:solidFill>
          <a:latin typeface="+mn-lt"/>
          <a:ea typeface="+mn-ea"/>
          <a:cs typeface="+mn-cs"/>
        </a:defRPr>
      </a:lvl1pPr>
      <a:lvl2pPr marL="742960" indent="-285753" algn="l" defTabSz="457206" rtl="0" eaLnBrk="1" latinLnBrk="0" hangingPunct="1">
        <a:spcBef>
          <a:spcPct val="20000"/>
        </a:spcBef>
        <a:buFont typeface="Arial"/>
        <a:buChar char="–"/>
        <a:defRPr sz="2800" kern="1200">
          <a:solidFill>
            <a:schemeClr val="tx1"/>
          </a:solidFill>
          <a:latin typeface="+mn-lt"/>
          <a:ea typeface="+mn-ea"/>
          <a:cs typeface="+mn-cs"/>
        </a:defRPr>
      </a:lvl2pPr>
      <a:lvl3pPr marL="1143014" indent="-228603" algn="l" defTabSz="457206" rtl="0" eaLnBrk="1" latinLnBrk="0" hangingPunct="1">
        <a:spcBef>
          <a:spcPct val="20000"/>
        </a:spcBef>
        <a:buFont typeface="Arial"/>
        <a:buChar char="•"/>
        <a:defRPr sz="2400" kern="1200">
          <a:solidFill>
            <a:schemeClr val="tx1"/>
          </a:solidFill>
          <a:latin typeface="+mn-lt"/>
          <a:ea typeface="+mn-ea"/>
          <a:cs typeface="+mn-cs"/>
        </a:defRPr>
      </a:lvl3pPr>
      <a:lvl4pPr marL="1600220" indent="-228603" algn="l" defTabSz="457206" rtl="0" eaLnBrk="1" latinLnBrk="0" hangingPunct="1">
        <a:spcBef>
          <a:spcPct val="20000"/>
        </a:spcBef>
        <a:buFont typeface="Arial"/>
        <a:buChar char="–"/>
        <a:defRPr sz="2000" kern="1200">
          <a:solidFill>
            <a:schemeClr val="tx1"/>
          </a:solidFill>
          <a:latin typeface="+mn-lt"/>
          <a:ea typeface="+mn-ea"/>
          <a:cs typeface="+mn-cs"/>
        </a:defRPr>
      </a:lvl4pPr>
      <a:lvl5pPr marL="2057426" indent="-228603" algn="l" defTabSz="457206" rtl="0" eaLnBrk="1" latinLnBrk="0" hangingPunct="1">
        <a:spcBef>
          <a:spcPct val="20000"/>
        </a:spcBef>
        <a:buFont typeface="Arial"/>
        <a:buChar char="»"/>
        <a:defRPr sz="2000" kern="1200">
          <a:solidFill>
            <a:schemeClr val="tx1"/>
          </a:solidFill>
          <a:latin typeface="+mn-lt"/>
          <a:ea typeface="+mn-ea"/>
          <a:cs typeface="+mn-cs"/>
        </a:defRPr>
      </a:lvl5pPr>
      <a:lvl6pPr marL="2514632" indent="-228603" algn="l" defTabSz="457206" rtl="0" eaLnBrk="1" latinLnBrk="0" hangingPunct="1">
        <a:spcBef>
          <a:spcPct val="20000"/>
        </a:spcBef>
        <a:buFont typeface="Arial"/>
        <a:buChar char="•"/>
        <a:defRPr sz="2000" kern="1200">
          <a:solidFill>
            <a:schemeClr val="tx1"/>
          </a:solidFill>
          <a:latin typeface="+mn-lt"/>
          <a:ea typeface="+mn-ea"/>
          <a:cs typeface="+mn-cs"/>
        </a:defRPr>
      </a:lvl6pPr>
      <a:lvl7pPr marL="2971837" indent="-228603" algn="l" defTabSz="457206" rtl="0" eaLnBrk="1" latinLnBrk="0" hangingPunct="1">
        <a:spcBef>
          <a:spcPct val="20000"/>
        </a:spcBef>
        <a:buFont typeface="Arial"/>
        <a:buChar char="•"/>
        <a:defRPr sz="2000" kern="1200">
          <a:solidFill>
            <a:schemeClr val="tx1"/>
          </a:solidFill>
          <a:latin typeface="+mn-lt"/>
          <a:ea typeface="+mn-ea"/>
          <a:cs typeface="+mn-cs"/>
        </a:defRPr>
      </a:lvl7pPr>
      <a:lvl8pPr marL="3429043" indent="-228603" algn="l" defTabSz="457206" rtl="0" eaLnBrk="1" latinLnBrk="0" hangingPunct="1">
        <a:spcBef>
          <a:spcPct val="20000"/>
        </a:spcBef>
        <a:buFont typeface="Arial"/>
        <a:buChar char="•"/>
        <a:defRPr sz="2000" kern="1200">
          <a:solidFill>
            <a:schemeClr val="tx1"/>
          </a:solidFill>
          <a:latin typeface="+mn-lt"/>
          <a:ea typeface="+mn-ea"/>
          <a:cs typeface="+mn-cs"/>
        </a:defRPr>
      </a:lvl8pPr>
      <a:lvl9pPr marL="3886248" indent="-228603" algn="l" defTabSz="45720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6" rtl="0" eaLnBrk="1" latinLnBrk="0" hangingPunct="1">
        <a:defRPr sz="1800" kern="1200">
          <a:solidFill>
            <a:schemeClr val="tx1"/>
          </a:solidFill>
          <a:latin typeface="+mn-lt"/>
          <a:ea typeface="+mn-ea"/>
          <a:cs typeface="+mn-cs"/>
        </a:defRPr>
      </a:lvl1pPr>
      <a:lvl2pPr marL="457206" algn="l" defTabSz="457206" rtl="0" eaLnBrk="1" latinLnBrk="0" hangingPunct="1">
        <a:defRPr sz="1800" kern="1200">
          <a:solidFill>
            <a:schemeClr val="tx1"/>
          </a:solidFill>
          <a:latin typeface="+mn-lt"/>
          <a:ea typeface="+mn-ea"/>
          <a:cs typeface="+mn-cs"/>
        </a:defRPr>
      </a:lvl2pPr>
      <a:lvl3pPr marL="914411" algn="l" defTabSz="457206" rtl="0" eaLnBrk="1" latinLnBrk="0" hangingPunct="1">
        <a:defRPr sz="1800" kern="1200">
          <a:solidFill>
            <a:schemeClr val="tx1"/>
          </a:solidFill>
          <a:latin typeface="+mn-lt"/>
          <a:ea typeface="+mn-ea"/>
          <a:cs typeface="+mn-cs"/>
        </a:defRPr>
      </a:lvl3pPr>
      <a:lvl4pPr marL="1371617" algn="l" defTabSz="457206" rtl="0" eaLnBrk="1" latinLnBrk="0" hangingPunct="1">
        <a:defRPr sz="1800" kern="1200">
          <a:solidFill>
            <a:schemeClr val="tx1"/>
          </a:solidFill>
          <a:latin typeface="+mn-lt"/>
          <a:ea typeface="+mn-ea"/>
          <a:cs typeface="+mn-cs"/>
        </a:defRPr>
      </a:lvl4pPr>
      <a:lvl5pPr marL="1828823" algn="l" defTabSz="457206" rtl="0" eaLnBrk="1" latinLnBrk="0" hangingPunct="1">
        <a:defRPr sz="1800" kern="1200">
          <a:solidFill>
            <a:schemeClr val="tx1"/>
          </a:solidFill>
          <a:latin typeface="+mn-lt"/>
          <a:ea typeface="+mn-ea"/>
          <a:cs typeface="+mn-cs"/>
        </a:defRPr>
      </a:lvl5pPr>
      <a:lvl6pPr marL="2286029" algn="l" defTabSz="457206" rtl="0" eaLnBrk="1" latinLnBrk="0" hangingPunct="1">
        <a:defRPr sz="1800" kern="1200">
          <a:solidFill>
            <a:schemeClr val="tx1"/>
          </a:solidFill>
          <a:latin typeface="+mn-lt"/>
          <a:ea typeface="+mn-ea"/>
          <a:cs typeface="+mn-cs"/>
        </a:defRPr>
      </a:lvl6pPr>
      <a:lvl7pPr marL="2743234" algn="l" defTabSz="457206" rtl="0" eaLnBrk="1" latinLnBrk="0" hangingPunct="1">
        <a:defRPr sz="1800" kern="1200">
          <a:solidFill>
            <a:schemeClr val="tx1"/>
          </a:solidFill>
          <a:latin typeface="+mn-lt"/>
          <a:ea typeface="+mn-ea"/>
          <a:cs typeface="+mn-cs"/>
        </a:defRPr>
      </a:lvl7pPr>
      <a:lvl8pPr marL="3200440" algn="l" defTabSz="457206" rtl="0" eaLnBrk="1" latinLnBrk="0" hangingPunct="1">
        <a:defRPr sz="1800" kern="1200">
          <a:solidFill>
            <a:schemeClr val="tx1"/>
          </a:solidFill>
          <a:latin typeface="+mn-lt"/>
          <a:ea typeface="+mn-ea"/>
          <a:cs typeface="+mn-cs"/>
        </a:defRPr>
      </a:lvl8pPr>
      <a:lvl9pPr marL="3657646" algn="l" defTabSz="4572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B35F89F-D75B-2842-B92A-DCF8B372B00A}"/>
              </a:ext>
            </a:extLst>
          </p:cNvPr>
          <p:cNvSpPr>
            <a:spLocks noGrp="1"/>
          </p:cNvSpPr>
          <p:nvPr>
            <p:ph type="title"/>
          </p:nvPr>
        </p:nvSpPr>
        <p:spPr/>
        <p:txBody>
          <a:bodyPr/>
          <a:lstStyle/>
          <a:p>
            <a:r>
              <a:rPr lang="en-US" dirty="0"/>
              <a:t>Figures and tables for (high level) Common Framework article </a:t>
            </a:r>
          </a:p>
        </p:txBody>
      </p:sp>
      <p:sp>
        <p:nvSpPr>
          <p:cNvPr id="8" name="Text Placeholder 7">
            <a:extLst>
              <a:ext uri="{FF2B5EF4-FFF2-40B4-BE49-F238E27FC236}">
                <a16:creationId xmlns:a16="http://schemas.microsoft.com/office/drawing/2014/main" id="{BFC32797-78FA-8744-B5CF-2B3D44AA9A9E}"/>
              </a:ext>
            </a:extLst>
          </p:cNvPr>
          <p:cNvSpPr>
            <a:spLocks noGrp="1"/>
          </p:cNvSpPr>
          <p:nvPr>
            <p:ph type="body" sz="quarter" idx="11"/>
          </p:nvPr>
        </p:nvSpPr>
        <p:spPr/>
        <p:txBody>
          <a:bodyPr/>
          <a:lstStyle/>
          <a:p>
            <a:endParaRPr lang="en-US"/>
          </a:p>
        </p:txBody>
      </p:sp>
      <p:sp>
        <p:nvSpPr>
          <p:cNvPr id="9" name="Text Placeholder 8">
            <a:extLst>
              <a:ext uri="{FF2B5EF4-FFF2-40B4-BE49-F238E27FC236}">
                <a16:creationId xmlns:a16="http://schemas.microsoft.com/office/drawing/2014/main" id="{C5ED231A-F7DE-E242-8543-9B9F13DFF40B}"/>
              </a:ext>
            </a:extLst>
          </p:cNvPr>
          <p:cNvSpPr>
            <a:spLocks noGrp="1"/>
          </p:cNvSpPr>
          <p:nvPr>
            <p:ph type="body" sz="quarter" idx="12"/>
          </p:nvPr>
        </p:nvSpPr>
        <p:spPr/>
        <p:txBody>
          <a:bodyPr/>
          <a:lstStyle/>
          <a:p>
            <a:endParaRPr lang="en-US"/>
          </a:p>
        </p:txBody>
      </p:sp>
      <p:sp>
        <p:nvSpPr>
          <p:cNvPr id="11" name="Text Placeholder 10">
            <a:extLst>
              <a:ext uri="{FF2B5EF4-FFF2-40B4-BE49-F238E27FC236}">
                <a16:creationId xmlns:a16="http://schemas.microsoft.com/office/drawing/2014/main" id="{CD25D36F-4153-514A-9F16-DB7A5F7A6482}"/>
              </a:ext>
            </a:extLst>
          </p:cNvPr>
          <p:cNvSpPr>
            <a:spLocks noGrp="1"/>
          </p:cNvSpPr>
          <p:nvPr>
            <p:ph type="body" sz="quarter" idx="15"/>
          </p:nvPr>
        </p:nvSpPr>
        <p:spPr/>
        <p:txBody>
          <a:bodyPr/>
          <a:lstStyle/>
          <a:p>
            <a:endParaRPr lang="en-US"/>
          </a:p>
        </p:txBody>
      </p:sp>
      <p:sp>
        <p:nvSpPr>
          <p:cNvPr id="10" name="Text Placeholder 9">
            <a:extLst>
              <a:ext uri="{FF2B5EF4-FFF2-40B4-BE49-F238E27FC236}">
                <a16:creationId xmlns:a16="http://schemas.microsoft.com/office/drawing/2014/main" id="{72FE03AB-7381-8B48-83D6-1963FF0BF0E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402830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9EB132-B526-4F1F-8FFB-3167AC2008C2}"/>
              </a:ext>
            </a:extLst>
          </p:cNvPr>
          <p:cNvSpPr>
            <a:spLocks noGrp="1"/>
          </p:cNvSpPr>
          <p:nvPr>
            <p:ph type="sldNum" sz="quarter" idx="4"/>
          </p:nvPr>
        </p:nvSpPr>
        <p:spPr/>
        <p:txBody>
          <a:bodyPr/>
          <a:lstStyle/>
          <a:p>
            <a:fld id="{3C4F54F3-C349-4609-AFEE-01462D5C7942}" type="slidenum">
              <a:rPr lang="en-GB" smtClean="0"/>
              <a:pPr/>
              <a:t>2</a:t>
            </a:fld>
            <a:endParaRPr lang="en-GB"/>
          </a:p>
        </p:txBody>
      </p:sp>
      <p:sp>
        <p:nvSpPr>
          <p:cNvPr id="3" name="Title 2">
            <a:extLst>
              <a:ext uri="{FF2B5EF4-FFF2-40B4-BE49-F238E27FC236}">
                <a16:creationId xmlns:a16="http://schemas.microsoft.com/office/drawing/2014/main" id="{71D64CBF-B5E7-4120-885F-D7A866E2AF38}"/>
              </a:ext>
            </a:extLst>
          </p:cNvPr>
          <p:cNvSpPr>
            <a:spLocks noGrp="1"/>
          </p:cNvSpPr>
          <p:nvPr>
            <p:ph type="title"/>
          </p:nvPr>
        </p:nvSpPr>
        <p:spPr/>
        <p:txBody>
          <a:bodyPr/>
          <a:lstStyle/>
          <a:p>
            <a:r>
              <a:rPr lang="en-US" sz="2000" dirty="0"/>
              <a:t>Table 1: Integrated and Continuous Bioprocessing Implementation</a:t>
            </a:r>
          </a:p>
        </p:txBody>
      </p:sp>
      <p:graphicFrame>
        <p:nvGraphicFramePr>
          <p:cNvPr id="5" name="Table 4">
            <a:extLst>
              <a:ext uri="{FF2B5EF4-FFF2-40B4-BE49-F238E27FC236}">
                <a16:creationId xmlns:a16="http://schemas.microsoft.com/office/drawing/2014/main" id="{7DE0C286-64BC-D842-8A4C-66F6D463035E}"/>
              </a:ext>
            </a:extLst>
          </p:cNvPr>
          <p:cNvGraphicFramePr>
            <a:graphicFrameLocks noGrp="1"/>
          </p:cNvGraphicFramePr>
          <p:nvPr>
            <p:extLst>
              <p:ext uri="{D42A27DB-BD31-4B8C-83A1-F6EECF244321}">
                <p14:modId xmlns:p14="http://schemas.microsoft.com/office/powerpoint/2010/main" val="2010004365"/>
              </p:ext>
            </p:extLst>
          </p:nvPr>
        </p:nvGraphicFramePr>
        <p:xfrm>
          <a:off x="1004888" y="941388"/>
          <a:ext cx="7134492" cy="3455921"/>
        </p:xfrm>
        <a:graphic>
          <a:graphicData uri="http://schemas.openxmlformats.org/drawingml/2006/table">
            <a:tbl>
              <a:tblPr firstRow="1" bandRow="1">
                <a:tableStyleId>{5C22544A-7EE6-4342-B048-85BDC9FD1C3A}</a:tableStyleId>
              </a:tblPr>
              <a:tblGrid>
                <a:gridCol w="1151269">
                  <a:extLst>
                    <a:ext uri="{9D8B030D-6E8A-4147-A177-3AD203B41FA5}">
                      <a16:colId xmlns:a16="http://schemas.microsoft.com/office/drawing/2014/main" val="3100183287"/>
                    </a:ext>
                  </a:extLst>
                </a:gridCol>
                <a:gridCol w="629940">
                  <a:extLst>
                    <a:ext uri="{9D8B030D-6E8A-4147-A177-3AD203B41FA5}">
                      <a16:colId xmlns:a16="http://schemas.microsoft.com/office/drawing/2014/main" val="2801446213"/>
                    </a:ext>
                  </a:extLst>
                </a:gridCol>
                <a:gridCol w="629940">
                  <a:extLst>
                    <a:ext uri="{9D8B030D-6E8A-4147-A177-3AD203B41FA5}">
                      <a16:colId xmlns:a16="http://schemas.microsoft.com/office/drawing/2014/main" val="1525555115"/>
                    </a:ext>
                  </a:extLst>
                </a:gridCol>
                <a:gridCol w="716828">
                  <a:extLst>
                    <a:ext uri="{9D8B030D-6E8A-4147-A177-3AD203B41FA5}">
                      <a16:colId xmlns:a16="http://schemas.microsoft.com/office/drawing/2014/main" val="1257256252"/>
                    </a:ext>
                  </a:extLst>
                </a:gridCol>
                <a:gridCol w="629940">
                  <a:extLst>
                    <a:ext uri="{9D8B030D-6E8A-4147-A177-3AD203B41FA5}">
                      <a16:colId xmlns:a16="http://schemas.microsoft.com/office/drawing/2014/main" val="2406467793"/>
                    </a:ext>
                  </a:extLst>
                </a:gridCol>
                <a:gridCol w="753032">
                  <a:extLst>
                    <a:ext uri="{9D8B030D-6E8A-4147-A177-3AD203B41FA5}">
                      <a16:colId xmlns:a16="http://schemas.microsoft.com/office/drawing/2014/main" val="1572977771"/>
                    </a:ext>
                  </a:extLst>
                </a:gridCol>
                <a:gridCol w="733723">
                  <a:extLst>
                    <a:ext uri="{9D8B030D-6E8A-4147-A177-3AD203B41FA5}">
                      <a16:colId xmlns:a16="http://schemas.microsoft.com/office/drawing/2014/main" val="997166794"/>
                    </a:ext>
                  </a:extLst>
                </a:gridCol>
                <a:gridCol w="629940">
                  <a:extLst>
                    <a:ext uri="{9D8B030D-6E8A-4147-A177-3AD203B41FA5}">
                      <a16:colId xmlns:a16="http://schemas.microsoft.com/office/drawing/2014/main" val="1167171108"/>
                    </a:ext>
                  </a:extLst>
                </a:gridCol>
                <a:gridCol w="629940">
                  <a:extLst>
                    <a:ext uri="{9D8B030D-6E8A-4147-A177-3AD203B41FA5}">
                      <a16:colId xmlns:a16="http://schemas.microsoft.com/office/drawing/2014/main" val="1600305738"/>
                    </a:ext>
                  </a:extLst>
                </a:gridCol>
                <a:gridCol w="629940">
                  <a:extLst>
                    <a:ext uri="{9D8B030D-6E8A-4147-A177-3AD203B41FA5}">
                      <a16:colId xmlns:a16="http://schemas.microsoft.com/office/drawing/2014/main" val="2164935593"/>
                    </a:ext>
                  </a:extLst>
                </a:gridCol>
              </a:tblGrid>
              <a:tr h="745395">
                <a:tc>
                  <a:txBody>
                    <a:bodyPr/>
                    <a:lstStyle/>
                    <a:p>
                      <a:pPr algn="ctr" fontAlgn="t"/>
                      <a:r>
                        <a:rPr lang="en-US" sz="1400" u="none" strike="noStrike" dirty="0">
                          <a:effectLst/>
                        </a:rPr>
                        <a:t> </a:t>
                      </a:r>
                      <a:endParaRPr lang="en-US" sz="1400" b="0" i="0" u="none" strike="noStrike" dirty="0">
                        <a:solidFill>
                          <a:srgbClr val="000000"/>
                        </a:solidFill>
                        <a:effectLst/>
                        <a:latin typeface="Arial" panose="020B0604020202020204" pitchFamily="34" charset="0"/>
                      </a:endParaRPr>
                    </a:p>
                  </a:txBody>
                  <a:tcPr marL="0" marR="0" marT="0" marB="0"/>
                </a:tc>
                <a:tc>
                  <a:txBody>
                    <a:bodyPr/>
                    <a:lstStyle/>
                    <a:p>
                      <a:pPr algn="ctr" rtl="0" fontAlgn="ctr"/>
                      <a:r>
                        <a:rPr lang="en-US" sz="1100" u="none" strike="noStrike" dirty="0">
                          <a:effectLst/>
                        </a:rPr>
                        <a:t>N-1</a:t>
                      </a:r>
                      <a:endParaRPr lang="en-US" sz="1100" b="1" i="0" u="none" strike="noStrike" dirty="0">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N Brx</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Number of Columns </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 Virus inact.</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Number of Columns </a:t>
                      </a:r>
                      <a:endParaRPr lang="en-US" sz="1100" b="1" i="0" u="none" strike="noStrike" dirty="0">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Number of Columns </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Virus Filter</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UFDF</a:t>
                      </a:r>
                      <a:endParaRPr lang="en-US" sz="1100" b="1" i="0" u="none" strike="noStrike">
                        <a:solidFill>
                          <a:srgbClr val="FFFFFF"/>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GMP?</a:t>
                      </a:r>
                      <a:endParaRPr lang="en-US" sz="1100" b="1" i="0" u="none" strike="noStrike">
                        <a:solidFill>
                          <a:srgbClr val="FFFFFF"/>
                        </a:solidFill>
                        <a:effectLst/>
                        <a:latin typeface="Arial" panose="020B0604020202020204" pitchFamily="34" charset="0"/>
                      </a:endParaRPr>
                    </a:p>
                  </a:txBody>
                  <a:tcPr marL="0" marR="0" marT="0" marB="0" anchor="ctr"/>
                </a:tc>
                <a:extLst>
                  <a:ext uri="{0D108BD9-81ED-4DB2-BD59-A6C34878D82A}">
                    <a16:rowId xmlns:a16="http://schemas.microsoft.com/office/drawing/2014/main" val="3664942809"/>
                  </a:ext>
                </a:extLst>
              </a:tr>
              <a:tr h="203289">
                <a:tc>
                  <a:txBody>
                    <a:bodyPr/>
                    <a:lstStyle/>
                    <a:p>
                      <a:pPr algn="l" rtl="0" fontAlgn="ctr"/>
                      <a:r>
                        <a:rPr lang="en-US" sz="1100" u="none" strike="noStrike" dirty="0">
                          <a:effectLst/>
                        </a:rPr>
                        <a:t>Amgen</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Perf</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4194894713"/>
                  </a:ext>
                </a:extLst>
              </a:tr>
              <a:tr h="193609">
                <a:tc>
                  <a:txBody>
                    <a:bodyPr/>
                    <a:lstStyle/>
                    <a:p>
                      <a:pPr algn="l" rtl="0" fontAlgn="ctr"/>
                      <a:r>
                        <a:rPr lang="en-US" sz="1100" u="none" strike="noStrike" dirty="0">
                          <a:effectLst/>
                        </a:rPr>
                        <a:t>AstraZeneca</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Perf</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Perf</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TBD</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Single</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Single</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Batch</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Batch</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N</a:t>
                      </a:r>
                      <a:endParaRPr lang="en-US" sz="1100" b="0" i="0" u="none" strike="noStrike" dirty="0">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3702996728"/>
                  </a:ext>
                </a:extLst>
              </a:tr>
              <a:tr h="193609">
                <a:tc>
                  <a:txBody>
                    <a:bodyPr/>
                    <a:lstStyle/>
                    <a:p>
                      <a:pPr algn="l" rtl="0" fontAlgn="ctr"/>
                      <a:r>
                        <a:rPr lang="en-US" sz="1100" u="none" strike="noStrike" dirty="0">
                          <a:effectLst/>
                        </a:rPr>
                        <a:t>Bayer</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Batch</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2368809109"/>
                  </a:ext>
                </a:extLst>
              </a:tr>
              <a:tr h="193609">
                <a:tc>
                  <a:txBody>
                    <a:bodyPr/>
                    <a:lstStyle/>
                    <a:p>
                      <a:pPr algn="l" rtl="0" fontAlgn="ctr"/>
                      <a:r>
                        <a:rPr lang="en-US" sz="1100" u="none" strike="noStrike" dirty="0" err="1">
                          <a:effectLst/>
                        </a:rPr>
                        <a:t>Biosana</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4086152632"/>
                  </a:ext>
                </a:extLst>
              </a:tr>
              <a:tr h="193609">
                <a:tc>
                  <a:txBody>
                    <a:bodyPr/>
                    <a:lstStyle/>
                    <a:p>
                      <a:pPr algn="l" rtl="0" fontAlgn="ctr"/>
                      <a:r>
                        <a:rPr lang="en-US" sz="1100" u="none" strike="noStrike">
                          <a:effectLst/>
                        </a:rPr>
                        <a:t>BMS</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Batch</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68680007"/>
                  </a:ext>
                </a:extLst>
              </a:tr>
              <a:tr h="193609">
                <a:tc>
                  <a:txBody>
                    <a:bodyPr/>
                    <a:lstStyle/>
                    <a:p>
                      <a:pPr algn="l" rtl="0" fontAlgn="ctr"/>
                      <a:r>
                        <a:rPr lang="en-US" sz="1100" u="none" strike="noStrike">
                          <a:effectLst/>
                        </a:rPr>
                        <a:t>Janssen</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865458364"/>
                  </a:ext>
                </a:extLst>
              </a:tr>
              <a:tr h="193609">
                <a:tc>
                  <a:txBody>
                    <a:bodyPr/>
                    <a:lstStyle/>
                    <a:p>
                      <a:pPr algn="l" rtl="0" fontAlgn="ctr"/>
                      <a:r>
                        <a:rPr lang="en-US" sz="1100" u="none" strike="noStrike" dirty="0">
                          <a:effectLst/>
                        </a:rPr>
                        <a:t>Just</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Batch</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1288679564"/>
                  </a:ext>
                </a:extLst>
              </a:tr>
              <a:tr h="193609">
                <a:tc>
                  <a:txBody>
                    <a:bodyPr/>
                    <a:lstStyle/>
                    <a:p>
                      <a:pPr algn="l" rtl="0" fontAlgn="ctr"/>
                      <a:r>
                        <a:rPr lang="en-US" sz="1100" b="0" i="0" u="none" strike="noStrike" dirty="0">
                          <a:solidFill>
                            <a:srgbClr val="000000"/>
                          </a:solidFill>
                          <a:effectLst/>
                          <a:latin typeface="Arial" panose="020B0604020202020204" pitchFamily="34" charset="0"/>
                        </a:rPr>
                        <a:t>Lilly</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Batch</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Batch</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Single</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Batch</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Single</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Single</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Batch</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Batch</a:t>
                      </a:r>
                    </a:p>
                  </a:txBody>
                  <a:tcPr marL="0" marR="0" marT="0" marB="0" anchor="ctr"/>
                </a:tc>
                <a:tc>
                  <a:txBody>
                    <a:bodyPr/>
                    <a:lstStyle/>
                    <a:p>
                      <a:pPr algn="ctr" rtl="0" fontAlgn="ctr"/>
                      <a:r>
                        <a:rPr lang="en-US" sz="1100" b="0" i="0" u="none" strike="noStrike" dirty="0">
                          <a:solidFill>
                            <a:srgbClr val="000000"/>
                          </a:solidFill>
                          <a:effectLst/>
                          <a:latin typeface="Arial" panose="020B0604020202020204" pitchFamily="34" charset="0"/>
                        </a:rPr>
                        <a:t>Y</a:t>
                      </a:r>
                    </a:p>
                  </a:txBody>
                  <a:tcPr marL="0" marR="0" marT="0" marB="0" anchor="ctr"/>
                </a:tc>
                <a:extLst>
                  <a:ext uri="{0D108BD9-81ED-4DB2-BD59-A6C34878D82A}">
                    <a16:rowId xmlns:a16="http://schemas.microsoft.com/office/drawing/2014/main" val="2067239316"/>
                  </a:ext>
                </a:extLst>
              </a:tr>
              <a:tr h="193609">
                <a:tc>
                  <a:txBody>
                    <a:bodyPr/>
                    <a:lstStyle/>
                    <a:p>
                      <a:pPr algn="l" rtl="0" fontAlgn="ctr"/>
                      <a:r>
                        <a:rPr lang="en-US" sz="1100" u="none" strike="noStrike">
                          <a:effectLst/>
                        </a:rPr>
                        <a:t>Merck (KgaA)</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Batch</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4062722113"/>
                  </a:ext>
                </a:extLst>
              </a:tr>
              <a:tr h="193609">
                <a:tc>
                  <a:txBody>
                    <a:bodyPr/>
                    <a:lstStyle/>
                    <a:p>
                      <a:pPr algn="l" rtl="0" fontAlgn="ctr"/>
                      <a:r>
                        <a:rPr lang="en-US" sz="1100" u="none" strike="noStrike" dirty="0">
                          <a:effectLst/>
                        </a:rPr>
                        <a:t>Merck (MSD)</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Cont.</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717141391"/>
                  </a:ext>
                </a:extLst>
              </a:tr>
              <a:tr h="193609">
                <a:tc>
                  <a:txBody>
                    <a:bodyPr/>
                    <a:lstStyle/>
                    <a:p>
                      <a:pPr algn="l" rtl="0" fontAlgn="ctr"/>
                      <a:r>
                        <a:rPr lang="en-US" sz="1100" u="none" strike="noStrike" dirty="0">
                          <a:effectLst/>
                        </a:rPr>
                        <a:t>Novartis</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Y</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3507777299"/>
                  </a:ext>
                </a:extLst>
              </a:tr>
              <a:tr h="193609">
                <a:tc>
                  <a:txBody>
                    <a:bodyPr/>
                    <a:lstStyle/>
                    <a:p>
                      <a:pPr algn="l" rtl="0" fontAlgn="ctr"/>
                      <a:r>
                        <a:rPr lang="en-US" sz="1100" u="none" strike="noStrike" dirty="0">
                          <a:effectLst/>
                        </a:rPr>
                        <a:t>Pfizer/BI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Single</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Batch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N</a:t>
                      </a:r>
                      <a:endParaRPr lang="en-US" sz="1100" b="0" i="0" u="none" strike="noStrike">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2319716997"/>
                  </a:ext>
                </a:extLst>
              </a:tr>
              <a:tr h="193609">
                <a:tc>
                  <a:txBody>
                    <a:bodyPr/>
                    <a:lstStyle/>
                    <a:p>
                      <a:pPr algn="l" rtl="0" fontAlgn="ctr"/>
                      <a:r>
                        <a:rPr lang="en-US" sz="1100" u="none" strike="noStrike" dirty="0">
                          <a:effectLst/>
                        </a:rPr>
                        <a:t>Sanofi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TBD</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Both</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Cont.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Y*</a:t>
                      </a:r>
                      <a:endParaRPr lang="en-US" sz="1100" b="0" i="0" u="none" strike="noStrike" dirty="0">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982913392"/>
                  </a:ext>
                </a:extLst>
              </a:tr>
              <a:tr h="183929">
                <a:tc>
                  <a:txBody>
                    <a:bodyPr/>
                    <a:lstStyle/>
                    <a:p>
                      <a:pPr algn="l" rtl="0" fontAlgn="ctr"/>
                      <a:r>
                        <a:rPr lang="en-US" sz="1100" u="none" strike="noStrike" dirty="0" err="1">
                          <a:effectLst/>
                        </a:rPr>
                        <a:t>WuXi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Perf</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Multi</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Multi</a:t>
                      </a:r>
                      <a:endParaRPr lang="en-US" sz="1100" b="0" i="0" u="none" strike="noStrike" dirty="0">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a:effectLst/>
                        </a:rPr>
                        <a:t>?</a:t>
                      </a:r>
                      <a:endParaRPr lang="en-US" sz="1100" b="0" i="0" u="none" strike="noStrike">
                        <a:solidFill>
                          <a:srgbClr val="000000"/>
                        </a:solidFill>
                        <a:effectLst/>
                        <a:latin typeface="Arial" panose="020B0604020202020204" pitchFamily="34" charset="0"/>
                      </a:endParaRPr>
                    </a:p>
                  </a:txBody>
                  <a:tcPr marL="0" marR="0" marT="0" marB="0" anchor="ctr"/>
                </a:tc>
                <a:tc>
                  <a:txBody>
                    <a:bodyPr/>
                    <a:lstStyle/>
                    <a:p>
                      <a:pPr algn="ctr" rtl="0" fontAlgn="ctr"/>
                      <a:r>
                        <a:rPr lang="en-US" sz="1100" u="none" strike="noStrike" dirty="0">
                          <a:effectLst/>
                        </a:rPr>
                        <a:t>?</a:t>
                      </a:r>
                      <a:endParaRPr lang="en-US" sz="1100" b="0" i="0" u="none" strike="noStrike" dirty="0">
                        <a:solidFill>
                          <a:srgbClr val="000000"/>
                        </a:solidFill>
                        <a:effectLst/>
                        <a:latin typeface="Arial" panose="020B0604020202020204" pitchFamily="34" charset="0"/>
                      </a:endParaRPr>
                    </a:p>
                  </a:txBody>
                  <a:tcPr marL="0" marR="0" marT="0" marB="0" anchor="ctr"/>
                </a:tc>
                <a:extLst>
                  <a:ext uri="{0D108BD9-81ED-4DB2-BD59-A6C34878D82A}">
                    <a16:rowId xmlns:a16="http://schemas.microsoft.com/office/drawing/2014/main" val="2071333167"/>
                  </a:ext>
                </a:extLst>
              </a:tr>
            </a:tbl>
          </a:graphicData>
        </a:graphic>
      </p:graphicFrame>
      <p:sp>
        <p:nvSpPr>
          <p:cNvPr id="4" name="TextBox 3">
            <a:extLst>
              <a:ext uri="{FF2B5EF4-FFF2-40B4-BE49-F238E27FC236}">
                <a16:creationId xmlns:a16="http://schemas.microsoft.com/office/drawing/2014/main" id="{9B41BEF3-83D2-424E-9E56-507FA405D39D}"/>
              </a:ext>
            </a:extLst>
          </p:cNvPr>
          <p:cNvSpPr txBox="1"/>
          <p:nvPr/>
        </p:nvSpPr>
        <p:spPr>
          <a:xfrm>
            <a:off x="1004620" y="4459865"/>
            <a:ext cx="7543800" cy="230832"/>
          </a:xfrm>
          <a:prstGeom prst="rect">
            <a:avLst/>
          </a:prstGeom>
          <a:noFill/>
        </p:spPr>
        <p:txBody>
          <a:bodyPr wrap="square" rtlCol="0">
            <a:spAutoFit/>
          </a:bodyPr>
          <a:lstStyle/>
          <a:p>
            <a:r>
              <a:rPr lang="en-US" sz="900" dirty="0"/>
              <a:t>*Sanofi’s current GMP ICB is a standard batch process after the multicolumn capture. End-to-end ICB is the ultimate goal.</a:t>
            </a:r>
          </a:p>
        </p:txBody>
      </p:sp>
    </p:spTree>
    <p:extLst>
      <p:ext uri="{BB962C8B-B14F-4D97-AF65-F5344CB8AC3E}">
        <p14:creationId xmlns:p14="http://schemas.microsoft.com/office/powerpoint/2010/main" val="388289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19797D2-37BA-4219-BE72-FE7ADC0710EC}"/>
              </a:ext>
            </a:extLst>
          </p:cNvPr>
          <p:cNvSpPr>
            <a:spLocks noGrp="1"/>
          </p:cNvSpPr>
          <p:nvPr>
            <p:ph type="sldNum" sz="quarter" idx="4"/>
          </p:nvPr>
        </p:nvSpPr>
        <p:spPr/>
        <p:txBody>
          <a:bodyPr/>
          <a:lstStyle/>
          <a:p>
            <a:pPr defTabSz="457195"/>
            <a:fld id="{3C4F54F3-C349-4609-AFEE-01462D5C7942}" type="slidenum">
              <a:rPr lang="en-GB">
                <a:solidFill>
                  <a:srgbClr val="000000"/>
                </a:solidFill>
              </a:rPr>
              <a:pPr defTabSz="457195"/>
              <a:t>3</a:t>
            </a:fld>
            <a:endParaRPr lang="en-GB">
              <a:solidFill>
                <a:srgbClr val="000000"/>
              </a:solidFill>
            </a:endParaRPr>
          </a:p>
        </p:txBody>
      </p:sp>
      <p:sp>
        <p:nvSpPr>
          <p:cNvPr id="5" name="Rectangle: Rounded Corners 4">
            <a:extLst>
              <a:ext uri="{FF2B5EF4-FFF2-40B4-BE49-F238E27FC236}">
                <a16:creationId xmlns:a16="http://schemas.microsoft.com/office/drawing/2014/main" id="{73867430-3538-4EB2-845E-75804B46C909}"/>
              </a:ext>
            </a:extLst>
          </p:cNvPr>
          <p:cNvSpPr/>
          <p:nvPr/>
        </p:nvSpPr>
        <p:spPr>
          <a:xfrm>
            <a:off x="1583391" y="1260131"/>
            <a:ext cx="1443563" cy="1562100"/>
          </a:xfrm>
          <a:prstGeom prst="roundRect">
            <a:avLst/>
          </a:prstGeom>
          <a:solidFill>
            <a:schemeClr val="accent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6" name="Rectangle: Rounded Corners 5">
            <a:extLst>
              <a:ext uri="{FF2B5EF4-FFF2-40B4-BE49-F238E27FC236}">
                <a16:creationId xmlns:a16="http://schemas.microsoft.com/office/drawing/2014/main" id="{168550AA-0CF1-4B42-A2E7-C783D7B8BEA3}"/>
              </a:ext>
            </a:extLst>
          </p:cNvPr>
          <p:cNvSpPr/>
          <p:nvPr/>
        </p:nvSpPr>
        <p:spPr>
          <a:xfrm>
            <a:off x="3145141" y="1521315"/>
            <a:ext cx="366712" cy="11668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sz="1400" dirty="0">
              <a:solidFill>
                <a:srgbClr val="FFFFFF"/>
              </a:solidFill>
              <a:latin typeface="Arial"/>
            </a:endParaRPr>
          </a:p>
        </p:txBody>
      </p:sp>
      <p:cxnSp>
        <p:nvCxnSpPr>
          <p:cNvPr id="8" name="Connector: Elbow 7">
            <a:extLst>
              <a:ext uri="{FF2B5EF4-FFF2-40B4-BE49-F238E27FC236}">
                <a16:creationId xmlns:a16="http://schemas.microsoft.com/office/drawing/2014/main" id="{3498395E-2067-4ECC-B0B9-68498D72205E}"/>
              </a:ext>
            </a:extLst>
          </p:cNvPr>
          <p:cNvCxnSpPr>
            <a:stCxn id="5" idx="3"/>
            <a:endCxn id="6" idx="2"/>
          </p:cNvCxnSpPr>
          <p:nvPr/>
        </p:nvCxnSpPr>
        <p:spPr>
          <a:xfrm>
            <a:off x="3026955" y="2041181"/>
            <a:ext cx="301543" cy="646946"/>
          </a:xfrm>
          <a:prstGeom prst="bentConnector4">
            <a:avLst>
              <a:gd name="adj1" fmla="val 19597"/>
              <a:gd name="adj2" fmla="val 135335"/>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137B4CD7-DBAB-4F78-B299-70D3BA182C61}"/>
              </a:ext>
            </a:extLst>
          </p:cNvPr>
          <p:cNvCxnSpPr>
            <a:cxnSpLocks/>
            <a:stCxn id="6" idx="0"/>
            <a:endCxn id="5" idx="0"/>
          </p:cNvCxnSpPr>
          <p:nvPr/>
        </p:nvCxnSpPr>
        <p:spPr>
          <a:xfrm rot="16200000" flipV="1">
            <a:off x="2686243" y="879061"/>
            <a:ext cx="261184" cy="1023324"/>
          </a:xfrm>
          <a:prstGeom prst="bentConnector3">
            <a:avLst>
              <a:gd name="adj1" fmla="val 187525"/>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EFB99A3E-1A94-427A-A256-BC011139BA9C}"/>
              </a:ext>
            </a:extLst>
          </p:cNvPr>
          <p:cNvGrpSpPr/>
          <p:nvPr/>
        </p:nvGrpSpPr>
        <p:grpSpPr>
          <a:xfrm>
            <a:off x="3971726" y="1692478"/>
            <a:ext cx="552450" cy="690562"/>
            <a:chOff x="3603122" y="2443163"/>
            <a:chExt cx="552450" cy="690562"/>
          </a:xfrm>
        </p:grpSpPr>
        <p:sp>
          <p:nvSpPr>
            <p:cNvPr id="15" name="Rectangle 14">
              <a:extLst>
                <a:ext uri="{FF2B5EF4-FFF2-40B4-BE49-F238E27FC236}">
                  <a16:creationId xmlns:a16="http://schemas.microsoft.com/office/drawing/2014/main" id="{71A3EE9F-3F41-4154-AE3A-629AFA616D70}"/>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8" name="Straight Connector 17">
              <a:extLst>
                <a:ext uri="{FF2B5EF4-FFF2-40B4-BE49-F238E27FC236}">
                  <a16:creationId xmlns:a16="http://schemas.microsoft.com/office/drawing/2014/main" id="{2045AB47-1875-4CB0-980D-5C85CD7CD4F8}"/>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200C012-6CD9-4FF2-84EE-B5A01C4564C0}"/>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EA109D33-878C-4393-A309-F5249E308822}"/>
              </a:ext>
            </a:extLst>
          </p:cNvPr>
          <p:cNvGrpSpPr/>
          <p:nvPr/>
        </p:nvGrpSpPr>
        <p:grpSpPr>
          <a:xfrm>
            <a:off x="4614664" y="1694574"/>
            <a:ext cx="552450" cy="690562"/>
            <a:chOff x="3603122" y="2443163"/>
            <a:chExt cx="552450" cy="690562"/>
          </a:xfrm>
        </p:grpSpPr>
        <p:sp>
          <p:nvSpPr>
            <p:cNvPr id="24" name="Rectangle 23">
              <a:extLst>
                <a:ext uri="{FF2B5EF4-FFF2-40B4-BE49-F238E27FC236}">
                  <a16:creationId xmlns:a16="http://schemas.microsoft.com/office/drawing/2014/main" id="{80463B95-AD67-4FE7-B755-00B06EBCE807}"/>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25" name="Straight Connector 24">
              <a:extLst>
                <a:ext uri="{FF2B5EF4-FFF2-40B4-BE49-F238E27FC236}">
                  <a16:creationId xmlns:a16="http://schemas.microsoft.com/office/drawing/2014/main" id="{16788200-6EB1-451C-809E-68D404904A07}"/>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ABDB0545-D9BB-478C-9074-772C75CB54F7}"/>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34" name="Connector: Elbow 33">
            <a:extLst>
              <a:ext uri="{FF2B5EF4-FFF2-40B4-BE49-F238E27FC236}">
                <a16:creationId xmlns:a16="http://schemas.microsoft.com/office/drawing/2014/main" id="{5AE4C338-10F5-4DA1-AEC6-44F7EED3398D}"/>
              </a:ext>
            </a:extLst>
          </p:cNvPr>
          <p:cNvCxnSpPr>
            <a:cxnSpLocks/>
            <a:stCxn id="6" idx="3"/>
            <a:endCxn id="65" idx="1"/>
          </p:cNvCxnSpPr>
          <p:nvPr/>
        </p:nvCxnSpPr>
        <p:spPr>
          <a:xfrm flipV="1">
            <a:off x="3511853" y="1218201"/>
            <a:ext cx="216986" cy="886521"/>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3" name="Group 52">
            <a:extLst>
              <a:ext uri="{FF2B5EF4-FFF2-40B4-BE49-F238E27FC236}">
                <a16:creationId xmlns:a16="http://schemas.microsoft.com/office/drawing/2014/main" id="{9BCDBFF4-B25F-45E3-A1BE-1FD06C5D63A5}"/>
              </a:ext>
            </a:extLst>
          </p:cNvPr>
          <p:cNvGrpSpPr/>
          <p:nvPr/>
        </p:nvGrpSpPr>
        <p:grpSpPr>
          <a:xfrm>
            <a:off x="7684680" y="1625764"/>
            <a:ext cx="552450" cy="690562"/>
            <a:chOff x="3603122" y="2443163"/>
            <a:chExt cx="552450" cy="690562"/>
          </a:xfrm>
          <a:solidFill>
            <a:schemeClr val="accent2">
              <a:lumMod val="25000"/>
              <a:lumOff val="75000"/>
            </a:schemeClr>
          </a:solidFill>
        </p:grpSpPr>
        <p:sp>
          <p:nvSpPr>
            <p:cNvPr id="54" name="Rectangle 53">
              <a:extLst>
                <a:ext uri="{FF2B5EF4-FFF2-40B4-BE49-F238E27FC236}">
                  <a16:creationId xmlns:a16="http://schemas.microsoft.com/office/drawing/2014/main" id="{07799CF3-B4BF-4221-9FF0-4BDF035F8062}"/>
                </a:ext>
              </a:extLst>
            </p:cNvPr>
            <p:cNvSpPr/>
            <p:nvPr/>
          </p:nvSpPr>
          <p:spPr>
            <a:xfrm>
              <a:off x="3726947" y="2443163"/>
              <a:ext cx="304800" cy="690562"/>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r>
                <a:rPr lang="en-US">
                  <a:solidFill>
                    <a:srgbClr val="000000"/>
                  </a:solidFill>
                  <a:latin typeface="Arial"/>
                </a:rPr>
                <a:t>??</a:t>
              </a:r>
            </a:p>
          </p:txBody>
        </p:sp>
        <p:cxnSp>
          <p:nvCxnSpPr>
            <p:cNvPr id="55" name="Straight Connector 54">
              <a:extLst>
                <a:ext uri="{FF2B5EF4-FFF2-40B4-BE49-F238E27FC236}">
                  <a16:creationId xmlns:a16="http://schemas.microsoft.com/office/drawing/2014/main" id="{B0E7B4A4-9747-4F74-AF31-4AE2504282DF}"/>
                </a:ext>
              </a:extLst>
            </p:cNvPr>
            <p:cNvCxnSpPr/>
            <p:nvPr/>
          </p:nvCxnSpPr>
          <p:spPr>
            <a:xfrm>
              <a:off x="3603122" y="2443163"/>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C56213EF-43D1-41F3-AF5D-A54B0F5C3A50}"/>
                </a:ext>
              </a:extLst>
            </p:cNvPr>
            <p:cNvCxnSpPr/>
            <p:nvPr/>
          </p:nvCxnSpPr>
          <p:spPr>
            <a:xfrm>
              <a:off x="3603122" y="3133725"/>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C497AB71-60A9-4AA6-ADF9-17DA20B30386}"/>
              </a:ext>
            </a:extLst>
          </p:cNvPr>
          <p:cNvGrpSpPr/>
          <p:nvPr/>
        </p:nvGrpSpPr>
        <p:grpSpPr>
          <a:xfrm>
            <a:off x="7684680" y="1625764"/>
            <a:ext cx="552450" cy="690562"/>
            <a:chOff x="3603122" y="2443163"/>
            <a:chExt cx="552450" cy="690562"/>
          </a:xfrm>
        </p:grpSpPr>
        <p:sp>
          <p:nvSpPr>
            <p:cNvPr id="46" name="Rectangle 45">
              <a:extLst>
                <a:ext uri="{FF2B5EF4-FFF2-40B4-BE49-F238E27FC236}">
                  <a16:creationId xmlns:a16="http://schemas.microsoft.com/office/drawing/2014/main" id="{E7994D04-6B95-497F-98E5-DA74A86E5808}"/>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47" name="Straight Connector 46">
              <a:extLst>
                <a:ext uri="{FF2B5EF4-FFF2-40B4-BE49-F238E27FC236}">
                  <a16:creationId xmlns:a16="http://schemas.microsoft.com/office/drawing/2014/main" id="{582D20E4-6442-4B73-B5C3-7869077E1F27}"/>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89CB4202-14EA-4D6B-9B16-D352DC4B55AB}"/>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63" name="Connector: Elbow 62">
            <a:extLst>
              <a:ext uri="{FF2B5EF4-FFF2-40B4-BE49-F238E27FC236}">
                <a16:creationId xmlns:a16="http://schemas.microsoft.com/office/drawing/2014/main" id="{28798F01-037B-4C7F-9F85-1232E9BECE5F}"/>
              </a:ext>
            </a:extLst>
          </p:cNvPr>
          <p:cNvCxnSpPr>
            <a:cxnSpLocks/>
            <a:stCxn id="24" idx="2"/>
          </p:cNvCxnSpPr>
          <p:nvPr/>
        </p:nvCxnSpPr>
        <p:spPr>
          <a:xfrm rot="5400000" flipH="1" flipV="1">
            <a:off x="5053825" y="1873328"/>
            <a:ext cx="348872" cy="674745"/>
          </a:xfrm>
          <a:prstGeom prst="bentConnector4">
            <a:avLst>
              <a:gd name="adj1" fmla="val -65525"/>
              <a:gd name="adj2" fmla="val 75586"/>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FA1E1A94-5B21-4453-9C45-2375458F069D}"/>
              </a:ext>
            </a:extLst>
          </p:cNvPr>
          <p:cNvCxnSpPr>
            <a:stCxn id="65" idx="3"/>
            <a:endCxn id="15" idx="0"/>
          </p:cNvCxnSpPr>
          <p:nvPr/>
        </p:nvCxnSpPr>
        <p:spPr>
          <a:xfrm>
            <a:off x="4095551" y="1218201"/>
            <a:ext cx="152400" cy="474279"/>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2" name="Group 71">
            <a:extLst>
              <a:ext uri="{FF2B5EF4-FFF2-40B4-BE49-F238E27FC236}">
                <a16:creationId xmlns:a16="http://schemas.microsoft.com/office/drawing/2014/main" id="{1CCA0B7F-2C0D-4A2E-BFFA-FE7EFACB186A}"/>
              </a:ext>
            </a:extLst>
          </p:cNvPr>
          <p:cNvGrpSpPr/>
          <p:nvPr/>
        </p:nvGrpSpPr>
        <p:grpSpPr>
          <a:xfrm>
            <a:off x="3728839" y="1084862"/>
            <a:ext cx="366713" cy="266676"/>
            <a:chOff x="2760098" y="1097937"/>
            <a:chExt cx="366713" cy="266676"/>
          </a:xfrm>
        </p:grpSpPr>
        <p:sp>
          <p:nvSpPr>
            <p:cNvPr id="65" name="Rectangle: Rounded Corners 64">
              <a:extLst>
                <a:ext uri="{FF2B5EF4-FFF2-40B4-BE49-F238E27FC236}">
                  <a16:creationId xmlns:a16="http://schemas.microsoft.com/office/drawing/2014/main" id="{CBA3BC2D-D813-4398-945D-C11F5FD40B2F}"/>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0" name="Rectangle 69">
              <a:extLst>
                <a:ext uri="{FF2B5EF4-FFF2-40B4-BE49-F238E27FC236}">
                  <a16:creationId xmlns:a16="http://schemas.microsoft.com/office/drawing/2014/main" id="{EF5A7E58-73B0-4A2C-BD8C-1B36A102DB0F}"/>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1" name="Rectangle 70">
              <a:extLst>
                <a:ext uri="{FF2B5EF4-FFF2-40B4-BE49-F238E27FC236}">
                  <a16:creationId xmlns:a16="http://schemas.microsoft.com/office/drawing/2014/main" id="{735940AC-3E0D-4CFB-B88C-1252340A7258}"/>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grpSp>
        <p:nvGrpSpPr>
          <p:cNvPr id="73" name="Group 72">
            <a:extLst>
              <a:ext uri="{FF2B5EF4-FFF2-40B4-BE49-F238E27FC236}">
                <a16:creationId xmlns:a16="http://schemas.microsoft.com/office/drawing/2014/main" id="{2FD5BAA5-C3E5-47F2-B6BB-8A19E0D03DFE}"/>
              </a:ext>
            </a:extLst>
          </p:cNvPr>
          <p:cNvGrpSpPr/>
          <p:nvPr/>
        </p:nvGrpSpPr>
        <p:grpSpPr>
          <a:xfrm>
            <a:off x="6509322" y="1855159"/>
            <a:ext cx="366713" cy="266676"/>
            <a:chOff x="2760098" y="1097937"/>
            <a:chExt cx="366713" cy="266676"/>
          </a:xfrm>
        </p:grpSpPr>
        <p:sp>
          <p:nvSpPr>
            <p:cNvPr id="74" name="Rectangle: Rounded Corners 73">
              <a:extLst>
                <a:ext uri="{FF2B5EF4-FFF2-40B4-BE49-F238E27FC236}">
                  <a16:creationId xmlns:a16="http://schemas.microsoft.com/office/drawing/2014/main" id="{9FB59C2F-8D13-4E77-B9B3-ABEDDD1D1C73}"/>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5" name="Rectangle 74">
              <a:extLst>
                <a:ext uri="{FF2B5EF4-FFF2-40B4-BE49-F238E27FC236}">
                  <a16:creationId xmlns:a16="http://schemas.microsoft.com/office/drawing/2014/main" id="{A460852C-18CD-4D3F-9D19-BC3331CB5F54}"/>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6" name="Rectangle 75">
              <a:extLst>
                <a:ext uri="{FF2B5EF4-FFF2-40B4-BE49-F238E27FC236}">
                  <a16:creationId xmlns:a16="http://schemas.microsoft.com/office/drawing/2014/main" id="{7306E292-86A8-4D6F-AAF0-01E6B615752A}"/>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grpSp>
        <p:nvGrpSpPr>
          <p:cNvPr id="77" name="Group 76">
            <a:extLst>
              <a:ext uri="{FF2B5EF4-FFF2-40B4-BE49-F238E27FC236}">
                <a16:creationId xmlns:a16="http://schemas.microsoft.com/office/drawing/2014/main" id="{4051E1B8-39FB-43F6-81C9-6281C08EE84F}"/>
              </a:ext>
            </a:extLst>
          </p:cNvPr>
          <p:cNvGrpSpPr/>
          <p:nvPr/>
        </p:nvGrpSpPr>
        <p:grpSpPr>
          <a:xfrm>
            <a:off x="8431802" y="2862846"/>
            <a:ext cx="366713" cy="266676"/>
            <a:chOff x="2760098" y="1097937"/>
            <a:chExt cx="366713" cy="266676"/>
          </a:xfrm>
        </p:grpSpPr>
        <p:sp>
          <p:nvSpPr>
            <p:cNvPr id="78" name="Rectangle: Rounded Corners 77">
              <a:extLst>
                <a:ext uri="{FF2B5EF4-FFF2-40B4-BE49-F238E27FC236}">
                  <a16:creationId xmlns:a16="http://schemas.microsoft.com/office/drawing/2014/main" id="{2F21C2DF-1F9C-4E4A-B2F1-F41C97B7E732}"/>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79" name="Rectangle 78">
              <a:extLst>
                <a:ext uri="{FF2B5EF4-FFF2-40B4-BE49-F238E27FC236}">
                  <a16:creationId xmlns:a16="http://schemas.microsoft.com/office/drawing/2014/main" id="{7C92C4CD-FCAD-4462-A0AE-04253EB0474E}"/>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80" name="Rectangle 79">
              <a:extLst>
                <a:ext uri="{FF2B5EF4-FFF2-40B4-BE49-F238E27FC236}">
                  <a16:creationId xmlns:a16="http://schemas.microsoft.com/office/drawing/2014/main" id="{F4A4FC08-8615-496F-BC94-D90C71A2E2C3}"/>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grpSp>
        <p:nvGrpSpPr>
          <p:cNvPr id="93" name="Group 92">
            <a:extLst>
              <a:ext uri="{FF2B5EF4-FFF2-40B4-BE49-F238E27FC236}">
                <a16:creationId xmlns:a16="http://schemas.microsoft.com/office/drawing/2014/main" id="{61C76972-09C5-411A-B8E4-D9F6C98D092C}"/>
              </a:ext>
            </a:extLst>
          </p:cNvPr>
          <p:cNvGrpSpPr/>
          <p:nvPr/>
        </p:nvGrpSpPr>
        <p:grpSpPr>
          <a:xfrm>
            <a:off x="7684680" y="3614584"/>
            <a:ext cx="552450" cy="690562"/>
            <a:chOff x="3603122" y="2443163"/>
            <a:chExt cx="552450" cy="690562"/>
          </a:xfrm>
          <a:solidFill>
            <a:schemeClr val="accent2">
              <a:lumMod val="25000"/>
              <a:lumOff val="75000"/>
            </a:schemeClr>
          </a:solidFill>
        </p:grpSpPr>
        <p:sp>
          <p:nvSpPr>
            <p:cNvPr id="94" name="Rectangle 93">
              <a:extLst>
                <a:ext uri="{FF2B5EF4-FFF2-40B4-BE49-F238E27FC236}">
                  <a16:creationId xmlns:a16="http://schemas.microsoft.com/office/drawing/2014/main" id="{12537B53-78F4-4CE8-94E4-FD8B6E984E41}"/>
                </a:ext>
              </a:extLst>
            </p:cNvPr>
            <p:cNvSpPr/>
            <p:nvPr/>
          </p:nvSpPr>
          <p:spPr>
            <a:xfrm>
              <a:off x="3726947" y="2443163"/>
              <a:ext cx="304800" cy="690562"/>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r>
                <a:rPr lang="en-US">
                  <a:solidFill>
                    <a:srgbClr val="000000"/>
                  </a:solidFill>
                  <a:latin typeface="Arial"/>
                </a:rPr>
                <a:t>??</a:t>
              </a:r>
            </a:p>
          </p:txBody>
        </p:sp>
        <p:cxnSp>
          <p:nvCxnSpPr>
            <p:cNvPr id="95" name="Straight Connector 94">
              <a:extLst>
                <a:ext uri="{FF2B5EF4-FFF2-40B4-BE49-F238E27FC236}">
                  <a16:creationId xmlns:a16="http://schemas.microsoft.com/office/drawing/2014/main" id="{A9536DC7-BDBD-4F91-9B43-33EF99D17C22}"/>
                </a:ext>
              </a:extLst>
            </p:cNvPr>
            <p:cNvCxnSpPr/>
            <p:nvPr/>
          </p:nvCxnSpPr>
          <p:spPr>
            <a:xfrm>
              <a:off x="3603122" y="2443163"/>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ABEA9545-C879-4641-880C-54B6F524538D}"/>
                </a:ext>
              </a:extLst>
            </p:cNvPr>
            <p:cNvCxnSpPr/>
            <p:nvPr/>
          </p:nvCxnSpPr>
          <p:spPr>
            <a:xfrm>
              <a:off x="3603122" y="3133725"/>
              <a:ext cx="552450" cy="0"/>
            </a:xfrm>
            <a:prstGeom prst="line">
              <a:avLst/>
            </a:prstGeom>
            <a:grpFill/>
            <a:effectLst/>
          </p:spPr>
          <p:style>
            <a:lnRef idx="2">
              <a:schemeClr val="accent1"/>
            </a:lnRef>
            <a:fillRef idx="0">
              <a:schemeClr val="accent1"/>
            </a:fillRef>
            <a:effectRef idx="1">
              <a:schemeClr val="accent1"/>
            </a:effectRef>
            <a:fontRef idx="minor">
              <a:schemeClr val="tx1"/>
            </a:fontRef>
          </p:style>
        </p:cxnSp>
      </p:grpSp>
      <p:grpSp>
        <p:nvGrpSpPr>
          <p:cNvPr id="85" name="Group 84">
            <a:extLst>
              <a:ext uri="{FF2B5EF4-FFF2-40B4-BE49-F238E27FC236}">
                <a16:creationId xmlns:a16="http://schemas.microsoft.com/office/drawing/2014/main" id="{5011CCDF-A14E-49E1-BF4F-09877B5D1195}"/>
              </a:ext>
            </a:extLst>
          </p:cNvPr>
          <p:cNvGrpSpPr/>
          <p:nvPr/>
        </p:nvGrpSpPr>
        <p:grpSpPr>
          <a:xfrm>
            <a:off x="7684680" y="3614584"/>
            <a:ext cx="552450" cy="690562"/>
            <a:chOff x="3603122" y="2443163"/>
            <a:chExt cx="552450" cy="690562"/>
          </a:xfrm>
        </p:grpSpPr>
        <p:sp>
          <p:nvSpPr>
            <p:cNvPr id="86" name="Rectangle 85">
              <a:extLst>
                <a:ext uri="{FF2B5EF4-FFF2-40B4-BE49-F238E27FC236}">
                  <a16:creationId xmlns:a16="http://schemas.microsoft.com/office/drawing/2014/main" id="{28EDAA69-F572-44EE-89D2-BE816106B259}"/>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87" name="Straight Connector 86">
              <a:extLst>
                <a:ext uri="{FF2B5EF4-FFF2-40B4-BE49-F238E27FC236}">
                  <a16:creationId xmlns:a16="http://schemas.microsoft.com/office/drawing/2014/main" id="{0E7377C6-9A0A-4D57-BE7F-88EC05EF3F51}"/>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83C606E5-EDEE-4551-9B65-F9D50ECF8BD0}"/>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1" name="Group 100">
            <a:extLst>
              <a:ext uri="{FF2B5EF4-FFF2-40B4-BE49-F238E27FC236}">
                <a16:creationId xmlns:a16="http://schemas.microsoft.com/office/drawing/2014/main" id="{F6DBEE6E-5529-42EE-9A3A-82FDCD33B6A3}"/>
              </a:ext>
            </a:extLst>
          </p:cNvPr>
          <p:cNvGrpSpPr/>
          <p:nvPr/>
        </p:nvGrpSpPr>
        <p:grpSpPr>
          <a:xfrm>
            <a:off x="2387042" y="3809099"/>
            <a:ext cx="1093470" cy="350263"/>
            <a:chOff x="3922148" y="3718559"/>
            <a:chExt cx="1148962" cy="796282"/>
          </a:xfrm>
        </p:grpSpPr>
        <p:sp>
          <p:nvSpPr>
            <p:cNvPr id="98" name="Rectangle 97">
              <a:extLst>
                <a:ext uri="{FF2B5EF4-FFF2-40B4-BE49-F238E27FC236}">
                  <a16:creationId xmlns:a16="http://schemas.microsoft.com/office/drawing/2014/main" id="{8A86107C-A44C-43F2-9687-D79430E7E8BF}"/>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00" name="Straight Connector 99">
              <a:extLst>
                <a:ext uri="{FF2B5EF4-FFF2-40B4-BE49-F238E27FC236}">
                  <a16:creationId xmlns:a16="http://schemas.microsoft.com/office/drawing/2014/main" id="{FF79EE14-A309-49C1-A349-833BF38EED5E}"/>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2" name="Group 101">
            <a:extLst>
              <a:ext uri="{FF2B5EF4-FFF2-40B4-BE49-F238E27FC236}">
                <a16:creationId xmlns:a16="http://schemas.microsoft.com/office/drawing/2014/main" id="{8484E271-6A8E-4F5F-AD45-007EB6EAA7A2}"/>
              </a:ext>
            </a:extLst>
          </p:cNvPr>
          <p:cNvGrpSpPr/>
          <p:nvPr/>
        </p:nvGrpSpPr>
        <p:grpSpPr>
          <a:xfrm>
            <a:off x="3492833" y="3809100"/>
            <a:ext cx="1093470" cy="350263"/>
            <a:chOff x="3922148" y="3718559"/>
            <a:chExt cx="1148962" cy="796282"/>
          </a:xfrm>
        </p:grpSpPr>
        <p:sp>
          <p:nvSpPr>
            <p:cNvPr id="103" name="Rectangle 102">
              <a:extLst>
                <a:ext uri="{FF2B5EF4-FFF2-40B4-BE49-F238E27FC236}">
                  <a16:creationId xmlns:a16="http://schemas.microsoft.com/office/drawing/2014/main" id="{2DBD04D1-ED56-4FC4-84E5-E8EF69F79DE6}"/>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04" name="Straight Connector 103">
              <a:extLst>
                <a:ext uri="{FF2B5EF4-FFF2-40B4-BE49-F238E27FC236}">
                  <a16:creationId xmlns:a16="http://schemas.microsoft.com/office/drawing/2014/main" id="{B499C83D-3048-44C7-96B3-3640DE1275E4}"/>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05" name="Group 104">
            <a:extLst>
              <a:ext uri="{FF2B5EF4-FFF2-40B4-BE49-F238E27FC236}">
                <a16:creationId xmlns:a16="http://schemas.microsoft.com/office/drawing/2014/main" id="{D136CEC1-DFEC-4310-AE68-52AEE6B99B3D}"/>
              </a:ext>
            </a:extLst>
          </p:cNvPr>
          <p:cNvGrpSpPr/>
          <p:nvPr/>
        </p:nvGrpSpPr>
        <p:grpSpPr>
          <a:xfrm>
            <a:off x="1266658" y="3809100"/>
            <a:ext cx="1093470" cy="350263"/>
            <a:chOff x="3922148" y="3718559"/>
            <a:chExt cx="1148962" cy="796282"/>
          </a:xfrm>
        </p:grpSpPr>
        <p:sp>
          <p:nvSpPr>
            <p:cNvPr id="106" name="Rectangle 105">
              <a:extLst>
                <a:ext uri="{FF2B5EF4-FFF2-40B4-BE49-F238E27FC236}">
                  <a16:creationId xmlns:a16="http://schemas.microsoft.com/office/drawing/2014/main" id="{6153724C-447A-4F63-96A3-62100BAB03B1}"/>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07" name="Straight Connector 106">
              <a:extLst>
                <a:ext uri="{FF2B5EF4-FFF2-40B4-BE49-F238E27FC236}">
                  <a16:creationId xmlns:a16="http://schemas.microsoft.com/office/drawing/2014/main" id="{9582E063-9075-4A54-AD0D-81D325583CFB}"/>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108" name="TextBox 107">
            <a:extLst>
              <a:ext uri="{FF2B5EF4-FFF2-40B4-BE49-F238E27FC236}">
                <a16:creationId xmlns:a16="http://schemas.microsoft.com/office/drawing/2014/main" id="{687DD290-F912-431C-867C-4017B58728BF}"/>
              </a:ext>
            </a:extLst>
          </p:cNvPr>
          <p:cNvSpPr txBox="1"/>
          <p:nvPr/>
        </p:nvSpPr>
        <p:spPr>
          <a:xfrm>
            <a:off x="1453175" y="4426831"/>
            <a:ext cx="2027338" cy="646331"/>
          </a:xfrm>
          <a:prstGeom prst="rect">
            <a:avLst/>
          </a:prstGeom>
          <a:noFill/>
        </p:spPr>
        <p:txBody>
          <a:bodyPr wrap="square" rtlCol="0">
            <a:spAutoFit/>
          </a:bodyPr>
          <a:lstStyle/>
          <a:p>
            <a:pPr algn="ctr" defTabSz="457195"/>
            <a:r>
              <a:rPr lang="en-US" dirty="0">
                <a:solidFill>
                  <a:srgbClr val="000000"/>
                </a:solidFill>
                <a:latin typeface="Arial"/>
              </a:rPr>
              <a:t>SPTFF or</a:t>
            </a:r>
          </a:p>
          <a:p>
            <a:pPr algn="ctr" defTabSz="457195"/>
            <a:r>
              <a:rPr lang="en-US" dirty="0">
                <a:solidFill>
                  <a:srgbClr val="000000"/>
                </a:solidFill>
                <a:latin typeface="Arial"/>
              </a:rPr>
              <a:t>UF/DF</a:t>
            </a:r>
          </a:p>
        </p:txBody>
      </p:sp>
      <p:sp>
        <p:nvSpPr>
          <p:cNvPr id="109" name="TextBox 108">
            <a:extLst>
              <a:ext uri="{FF2B5EF4-FFF2-40B4-BE49-F238E27FC236}">
                <a16:creationId xmlns:a16="http://schemas.microsoft.com/office/drawing/2014/main" id="{2301B265-D50B-4094-8C27-A4E4ED3F7EC6}"/>
              </a:ext>
            </a:extLst>
          </p:cNvPr>
          <p:cNvSpPr txBox="1"/>
          <p:nvPr/>
        </p:nvSpPr>
        <p:spPr>
          <a:xfrm>
            <a:off x="4050987" y="2637565"/>
            <a:ext cx="1030851" cy="369332"/>
          </a:xfrm>
          <a:prstGeom prst="rect">
            <a:avLst/>
          </a:prstGeom>
          <a:noFill/>
        </p:spPr>
        <p:txBody>
          <a:bodyPr wrap="square" rtlCol="0">
            <a:spAutoFit/>
          </a:bodyPr>
          <a:lstStyle/>
          <a:p>
            <a:pPr algn="ctr" defTabSz="457195"/>
            <a:r>
              <a:rPr lang="en-US" dirty="0">
                <a:solidFill>
                  <a:srgbClr val="000000"/>
                </a:solidFill>
                <a:latin typeface="Arial"/>
              </a:rPr>
              <a:t>Capture</a:t>
            </a:r>
          </a:p>
        </p:txBody>
      </p:sp>
      <p:sp>
        <p:nvSpPr>
          <p:cNvPr id="110" name="TextBox 109">
            <a:extLst>
              <a:ext uri="{FF2B5EF4-FFF2-40B4-BE49-F238E27FC236}">
                <a16:creationId xmlns:a16="http://schemas.microsoft.com/office/drawing/2014/main" id="{A604C147-369B-421D-8900-39DBCA1CE361}"/>
              </a:ext>
            </a:extLst>
          </p:cNvPr>
          <p:cNvSpPr txBox="1"/>
          <p:nvPr/>
        </p:nvSpPr>
        <p:spPr>
          <a:xfrm>
            <a:off x="6663613" y="2286794"/>
            <a:ext cx="1243274" cy="646331"/>
          </a:xfrm>
          <a:prstGeom prst="rect">
            <a:avLst/>
          </a:prstGeom>
          <a:noFill/>
        </p:spPr>
        <p:txBody>
          <a:bodyPr wrap="square" rtlCol="0">
            <a:spAutoFit/>
          </a:bodyPr>
          <a:lstStyle/>
          <a:p>
            <a:pPr algn="ctr" defTabSz="457195"/>
            <a:r>
              <a:rPr lang="en-US">
                <a:solidFill>
                  <a:srgbClr val="000000"/>
                </a:solidFill>
                <a:latin typeface="Arial"/>
              </a:rPr>
              <a:t>Polishing</a:t>
            </a:r>
          </a:p>
          <a:p>
            <a:pPr algn="ctr" defTabSz="457195"/>
            <a:endParaRPr lang="en-US">
              <a:solidFill>
                <a:srgbClr val="000000"/>
              </a:solidFill>
              <a:latin typeface="Arial"/>
            </a:endParaRPr>
          </a:p>
        </p:txBody>
      </p:sp>
      <p:sp>
        <p:nvSpPr>
          <p:cNvPr id="111" name="TextBox 110">
            <a:extLst>
              <a:ext uri="{FF2B5EF4-FFF2-40B4-BE49-F238E27FC236}">
                <a16:creationId xmlns:a16="http://schemas.microsoft.com/office/drawing/2014/main" id="{76339292-FAA6-48F3-8312-5F01227E3F8C}"/>
              </a:ext>
            </a:extLst>
          </p:cNvPr>
          <p:cNvSpPr txBox="1"/>
          <p:nvPr/>
        </p:nvSpPr>
        <p:spPr>
          <a:xfrm>
            <a:off x="6981958" y="4516836"/>
            <a:ext cx="1255173" cy="369332"/>
          </a:xfrm>
          <a:prstGeom prst="rect">
            <a:avLst/>
          </a:prstGeom>
          <a:noFill/>
        </p:spPr>
        <p:txBody>
          <a:bodyPr wrap="square" rtlCol="0">
            <a:spAutoFit/>
          </a:bodyPr>
          <a:lstStyle/>
          <a:p>
            <a:pPr algn="ctr" defTabSz="457195"/>
            <a:r>
              <a:rPr lang="en-US">
                <a:solidFill>
                  <a:srgbClr val="000000"/>
                </a:solidFill>
                <a:latin typeface="Arial"/>
              </a:rPr>
              <a:t>Polishing</a:t>
            </a:r>
          </a:p>
        </p:txBody>
      </p:sp>
      <p:sp>
        <p:nvSpPr>
          <p:cNvPr id="112" name="Rectangle: Rounded Corners 111">
            <a:extLst>
              <a:ext uri="{FF2B5EF4-FFF2-40B4-BE49-F238E27FC236}">
                <a16:creationId xmlns:a16="http://schemas.microsoft.com/office/drawing/2014/main" id="{D9215188-581C-44BB-B37B-9D5C5B242A4A}"/>
              </a:ext>
            </a:extLst>
          </p:cNvPr>
          <p:cNvSpPr/>
          <p:nvPr/>
        </p:nvSpPr>
        <p:spPr>
          <a:xfrm>
            <a:off x="225954" y="3516408"/>
            <a:ext cx="759169" cy="8931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16" name="Connector: Elbow 115">
            <a:extLst>
              <a:ext uri="{FF2B5EF4-FFF2-40B4-BE49-F238E27FC236}">
                <a16:creationId xmlns:a16="http://schemas.microsoft.com/office/drawing/2014/main" id="{3B8800BE-A315-4357-AE00-661DBCCC9E80}"/>
              </a:ext>
            </a:extLst>
          </p:cNvPr>
          <p:cNvCxnSpPr>
            <a:cxnSpLocks/>
            <a:stCxn id="86" idx="2"/>
            <a:endCxn id="137" idx="0"/>
          </p:cNvCxnSpPr>
          <p:nvPr/>
        </p:nvCxnSpPr>
        <p:spPr>
          <a:xfrm rot="5400000" flipH="1">
            <a:off x="6700460" y="3044701"/>
            <a:ext cx="401904" cy="2118986"/>
          </a:xfrm>
          <a:prstGeom prst="bentConnector5">
            <a:avLst>
              <a:gd name="adj1" fmla="val -56879"/>
              <a:gd name="adj2" fmla="val 49270"/>
              <a:gd name="adj3" fmla="val 15687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18" name="Connector: Elbow 117">
            <a:extLst>
              <a:ext uri="{FF2B5EF4-FFF2-40B4-BE49-F238E27FC236}">
                <a16:creationId xmlns:a16="http://schemas.microsoft.com/office/drawing/2014/main" id="{D5338D1A-40CD-450E-89F4-7DCC740AD8E1}"/>
              </a:ext>
            </a:extLst>
          </p:cNvPr>
          <p:cNvCxnSpPr>
            <a:cxnSpLocks/>
            <a:stCxn id="103" idx="0"/>
            <a:endCxn id="98" idx="0"/>
          </p:cNvCxnSpPr>
          <p:nvPr/>
        </p:nvCxnSpPr>
        <p:spPr>
          <a:xfrm rot="16200000" flipV="1">
            <a:off x="3486674" y="3256205"/>
            <a:ext cx="1" cy="1105791"/>
          </a:xfrm>
          <a:prstGeom prst="bentConnector3">
            <a:avLst>
              <a:gd name="adj1" fmla="val 2286010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0" name="Connector: Elbow 119">
            <a:extLst>
              <a:ext uri="{FF2B5EF4-FFF2-40B4-BE49-F238E27FC236}">
                <a16:creationId xmlns:a16="http://schemas.microsoft.com/office/drawing/2014/main" id="{B27572D0-3B94-4482-BC56-74A3BC298285}"/>
              </a:ext>
            </a:extLst>
          </p:cNvPr>
          <p:cNvCxnSpPr>
            <a:cxnSpLocks/>
            <a:stCxn id="98" idx="2"/>
            <a:endCxn id="106" idx="2"/>
          </p:cNvCxnSpPr>
          <p:nvPr/>
        </p:nvCxnSpPr>
        <p:spPr>
          <a:xfrm rot="5400000">
            <a:off x="2373586" y="3599169"/>
            <a:ext cx="1" cy="1120384"/>
          </a:xfrm>
          <a:prstGeom prst="bentConnector3">
            <a:avLst>
              <a:gd name="adj1" fmla="val 2286010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2" name="Connector: Elbow 121">
            <a:extLst>
              <a:ext uri="{FF2B5EF4-FFF2-40B4-BE49-F238E27FC236}">
                <a16:creationId xmlns:a16="http://schemas.microsoft.com/office/drawing/2014/main" id="{80952DFF-1980-48EC-9EAE-5672ACB3FF19}"/>
              </a:ext>
            </a:extLst>
          </p:cNvPr>
          <p:cNvCxnSpPr>
            <a:cxnSpLocks/>
            <a:stCxn id="106" idx="0"/>
            <a:endCxn id="112" idx="0"/>
          </p:cNvCxnSpPr>
          <p:nvPr/>
        </p:nvCxnSpPr>
        <p:spPr>
          <a:xfrm rot="16200000" flipV="1">
            <a:off x="1063122" y="3058827"/>
            <a:ext cx="292691" cy="1207855"/>
          </a:xfrm>
          <a:prstGeom prst="bentConnector3">
            <a:avLst>
              <a:gd name="adj1" fmla="val 178103"/>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30" name="TextBox 129">
            <a:extLst>
              <a:ext uri="{FF2B5EF4-FFF2-40B4-BE49-F238E27FC236}">
                <a16:creationId xmlns:a16="http://schemas.microsoft.com/office/drawing/2014/main" id="{973D54AA-A749-4520-A3E3-AEBA6125C47B}"/>
              </a:ext>
            </a:extLst>
          </p:cNvPr>
          <p:cNvSpPr txBox="1"/>
          <p:nvPr/>
        </p:nvSpPr>
        <p:spPr>
          <a:xfrm>
            <a:off x="4724402" y="4696732"/>
            <a:ext cx="1030851" cy="369332"/>
          </a:xfrm>
          <a:prstGeom prst="rect">
            <a:avLst/>
          </a:prstGeom>
          <a:noFill/>
        </p:spPr>
        <p:txBody>
          <a:bodyPr wrap="square" rtlCol="0">
            <a:spAutoFit/>
          </a:bodyPr>
          <a:lstStyle/>
          <a:p>
            <a:pPr algn="ctr" defTabSz="457195"/>
            <a:r>
              <a:rPr lang="en-US">
                <a:solidFill>
                  <a:srgbClr val="000000"/>
                </a:solidFill>
                <a:latin typeface="Arial"/>
              </a:rPr>
              <a:t>VRF</a:t>
            </a:r>
          </a:p>
        </p:txBody>
      </p:sp>
      <p:grpSp>
        <p:nvGrpSpPr>
          <p:cNvPr id="131" name="Group 130">
            <a:extLst>
              <a:ext uri="{FF2B5EF4-FFF2-40B4-BE49-F238E27FC236}">
                <a16:creationId xmlns:a16="http://schemas.microsoft.com/office/drawing/2014/main" id="{873AD296-C673-4723-AD9F-6CFAEFBA63A3}"/>
              </a:ext>
            </a:extLst>
          </p:cNvPr>
          <p:cNvGrpSpPr/>
          <p:nvPr/>
        </p:nvGrpSpPr>
        <p:grpSpPr>
          <a:xfrm>
            <a:off x="4935101" y="3514681"/>
            <a:ext cx="490926" cy="893126"/>
            <a:chOff x="3922148" y="3718559"/>
            <a:chExt cx="1148962" cy="796282"/>
          </a:xfrm>
        </p:grpSpPr>
        <p:sp>
          <p:nvSpPr>
            <p:cNvPr id="132" name="Rectangle 131">
              <a:extLst>
                <a:ext uri="{FF2B5EF4-FFF2-40B4-BE49-F238E27FC236}">
                  <a16:creationId xmlns:a16="http://schemas.microsoft.com/office/drawing/2014/main" id="{3B8AE44B-DE96-4690-87DF-87C2472A463B}"/>
                </a:ext>
              </a:extLst>
            </p:cNvPr>
            <p:cNvSpPr/>
            <p:nvPr/>
          </p:nvSpPr>
          <p:spPr>
            <a:xfrm>
              <a:off x="3922148" y="3718560"/>
              <a:ext cx="1148962" cy="796281"/>
            </a:xfrm>
            <a:prstGeom prst="rect">
              <a:avLst/>
            </a:prstGeom>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195"/>
              <a:endParaRPr lang="en-US">
                <a:solidFill>
                  <a:srgbClr val="000000"/>
                </a:solidFill>
                <a:latin typeface="Arial"/>
              </a:endParaRPr>
            </a:p>
          </p:txBody>
        </p:sp>
        <p:cxnSp>
          <p:nvCxnSpPr>
            <p:cNvPr id="133" name="Straight Connector 132">
              <a:extLst>
                <a:ext uri="{FF2B5EF4-FFF2-40B4-BE49-F238E27FC236}">
                  <a16:creationId xmlns:a16="http://schemas.microsoft.com/office/drawing/2014/main" id="{A1591214-714B-41B8-B599-171BF4A813C4}"/>
                </a:ext>
              </a:extLst>
            </p:cNvPr>
            <p:cNvCxnSpPr/>
            <p:nvPr/>
          </p:nvCxnSpPr>
          <p:spPr>
            <a:xfrm flipH="1">
              <a:off x="3922148" y="3718559"/>
              <a:ext cx="1148962" cy="796281"/>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36" name="Group 135">
            <a:extLst>
              <a:ext uri="{FF2B5EF4-FFF2-40B4-BE49-F238E27FC236}">
                <a16:creationId xmlns:a16="http://schemas.microsoft.com/office/drawing/2014/main" id="{8D157B4C-93A0-4E03-892D-574AA49021A5}"/>
              </a:ext>
            </a:extLst>
          </p:cNvPr>
          <p:cNvGrpSpPr/>
          <p:nvPr/>
        </p:nvGrpSpPr>
        <p:grpSpPr>
          <a:xfrm>
            <a:off x="5658563" y="3903242"/>
            <a:ext cx="366713" cy="266676"/>
            <a:chOff x="2760098" y="1097937"/>
            <a:chExt cx="366713" cy="266676"/>
          </a:xfrm>
        </p:grpSpPr>
        <p:sp>
          <p:nvSpPr>
            <p:cNvPr id="137" name="Rectangle: Rounded Corners 136">
              <a:extLst>
                <a:ext uri="{FF2B5EF4-FFF2-40B4-BE49-F238E27FC236}">
                  <a16:creationId xmlns:a16="http://schemas.microsoft.com/office/drawing/2014/main" id="{445F9076-4870-4F33-9657-E061A59029E9}"/>
                </a:ext>
              </a:extLst>
            </p:cNvPr>
            <p:cNvSpPr/>
            <p:nvPr/>
          </p:nvSpPr>
          <p:spPr>
            <a:xfrm>
              <a:off x="2760098" y="1097937"/>
              <a:ext cx="366713" cy="266676"/>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138" name="Rectangle 137">
              <a:extLst>
                <a:ext uri="{FF2B5EF4-FFF2-40B4-BE49-F238E27FC236}">
                  <a16:creationId xmlns:a16="http://schemas.microsoft.com/office/drawing/2014/main" id="{4EBCFAB8-829B-40BA-85D2-6B893B909D73}"/>
                </a:ext>
              </a:extLst>
            </p:cNvPr>
            <p:cNvSpPr/>
            <p:nvPr/>
          </p:nvSpPr>
          <p:spPr>
            <a:xfrm>
              <a:off x="2760100" y="1267689"/>
              <a:ext cx="366710"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sp>
          <p:nvSpPr>
            <p:cNvPr id="139" name="Rectangle 138">
              <a:extLst>
                <a:ext uri="{FF2B5EF4-FFF2-40B4-BE49-F238E27FC236}">
                  <a16:creationId xmlns:a16="http://schemas.microsoft.com/office/drawing/2014/main" id="{5D00FAEA-D291-46A0-9A59-2C21416B817C}"/>
                </a:ext>
              </a:extLst>
            </p:cNvPr>
            <p:cNvSpPr/>
            <p:nvPr/>
          </p:nvSpPr>
          <p:spPr>
            <a:xfrm>
              <a:off x="2787015" y="1279041"/>
              <a:ext cx="312882" cy="855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grpSp>
      <p:cxnSp>
        <p:nvCxnSpPr>
          <p:cNvPr id="142" name="Connector: Elbow 141">
            <a:extLst>
              <a:ext uri="{FF2B5EF4-FFF2-40B4-BE49-F238E27FC236}">
                <a16:creationId xmlns:a16="http://schemas.microsoft.com/office/drawing/2014/main" id="{CC0BE4FD-F84E-4DF9-A88F-0B808A97F2F1}"/>
              </a:ext>
            </a:extLst>
          </p:cNvPr>
          <p:cNvCxnSpPr>
            <a:stCxn id="139" idx="2"/>
            <a:endCxn id="132" idx="2"/>
          </p:cNvCxnSpPr>
          <p:nvPr/>
        </p:nvCxnSpPr>
        <p:spPr>
          <a:xfrm rot="5400000">
            <a:off x="5392299" y="3958186"/>
            <a:ext cx="237889" cy="661355"/>
          </a:xfrm>
          <a:prstGeom prst="bentConnector3">
            <a:avLst>
              <a:gd name="adj1" fmla="val 196095"/>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44" name="Connector: Elbow 143">
            <a:extLst>
              <a:ext uri="{FF2B5EF4-FFF2-40B4-BE49-F238E27FC236}">
                <a16:creationId xmlns:a16="http://schemas.microsoft.com/office/drawing/2014/main" id="{0D569C7A-3C32-4A1F-8410-B06E7855AD94}"/>
              </a:ext>
            </a:extLst>
          </p:cNvPr>
          <p:cNvCxnSpPr>
            <a:cxnSpLocks/>
            <a:stCxn id="132" idx="0"/>
            <a:endCxn id="103" idx="3"/>
          </p:cNvCxnSpPr>
          <p:nvPr/>
        </p:nvCxnSpPr>
        <p:spPr>
          <a:xfrm rot="16200000" flipH="1" flipV="1">
            <a:off x="4648660" y="3452326"/>
            <a:ext cx="469549" cy="594261"/>
          </a:xfrm>
          <a:prstGeom prst="bentConnector4">
            <a:avLst>
              <a:gd name="adj1" fmla="val -48685"/>
              <a:gd name="adj2" fmla="val 70653"/>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1CCA6975-E1E5-4FF1-9B1A-C652510EDF3D}"/>
              </a:ext>
            </a:extLst>
          </p:cNvPr>
          <p:cNvSpPr/>
          <p:nvPr/>
        </p:nvSpPr>
        <p:spPr>
          <a:xfrm>
            <a:off x="1646526" y="1292128"/>
            <a:ext cx="1363088" cy="646331"/>
          </a:xfrm>
          <a:prstGeom prst="rect">
            <a:avLst/>
          </a:prstGeom>
        </p:spPr>
        <p:txBody>
          <a:bodyPr wrap="square">
            <a:spAutoFit/>
          </a:bodyPr>
          <a:lstStyle/>
          <a:p>
            <a:pPr algn="ctr" defTabSz="457195"/>
            <a:r>
              <a:rPr lang="en-US" dirty="0">
                <a:solidFill>
                  <a:srgbClr val="FFFFFF"/>
                </a:solidFill>
                <a:latin typeface="Arial"/>
              </a:rPr>
              <a:t>N-stage Bioreactors</a:t>
            </a:r>
          </a:p>
        </p:txBody>
      </p:sp>
      <p:sp>
        <p:nvSpPr>
          <p:cNvPr id="126" name="Rectangle 125">
            <a:extLst>
              <a:ext uri="{FF2B5EF4-FFF2-40B4-BE49-F238E27FC236}">
                <a16:creationId xmlns:a16="http://schemas.microsoft.com/office/drawing/2014/main" id="{ABB72E90-74EE-4454-A98C-AB22B9D8F394}"/>
              </a:ext>
            </a:extLst>
          </p:cNvPr>
          <p:cNvSpPr/>
          <p:nvPr/>
        </p:nvSpPr>
        <p:spPr>
          <a:xfrm>
            <a:off x="244129" y="3458225"/>
            <a:ext cx="728892" cy="923330"/>
          </a:xfrm>
          <a:prstGeom prst="rect">
            <a:avLst/>
          </a:prstGeom>
        </p:spPr>
        <p:txBody>
          <a:bodyPr wrap="square">
            <a:spAutoFit/>
          </a:bodyPr>
          <a:lstStyle/>
          <a:p>
            <a:pPr defTabSz="457195"/>
            <a:r>
              <a:rPr lang="en-US" dirty="0">
                <a:solidFill>
                  <a:srgbClr val="FFFFFF"/>
                </a:solidFill>
                <a:latin typeface="Arial"/>
              </a:rPr>
              <a:t>120-500kg</a:t>
            </a:r>
          </a:p>
        </p:txBody>
      </p:sp>
      <p:cxnSp>
        <p:nvCxnSpPr>
          <p:cNvPr id="14" name="Connector: Elbow 13">
            <a:extLst>
              <a:ext uri="{FF2B5EF4-FFF2-40B4-BE49-F238E27FC236}">
                <a16:creationId xmlns:a16="http://schemas.microsoft.com/office/drawing/2014/main" id="{F491BA7D-5004-4D11-9D1E-50BAF08CF8DA}"/>
              </a:ext>
            </a:extLst>
          </p:cNvPr>
          <p:cNvCxnSpPr>
            <a:cxnSpLocks/>
            <a:endCxn id="74" idx="0"/>
          </p:cNvCxnSpPr>
          <p:nvPr/>
        </p:nvCxnSpPr>
        <p:spPr>
          <a:xfrm flipV="1">
            <a:off x="6256196" y="1855159"/>
            <a:ext cx="436482" cy="181104"/>
          </a:xfrm>
          <a:prstGeom prst="bentConnector4">
            <a:avLst>
              <a:gd name="adj1" fmla="val 33449"/>
              <a:gd name="adj2" fmla="val 316879"/>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F7A523B8-94FE-42A1-9F95-C11D95554B7E}"/>
              </a:ext>
            </a:extLst>
          </p:cNvPr>
          <p:cNvCxnSpPr>
            <a:stCxn id="74" idx="3"/>
            <a:endCxn id="46" idx="0"/>
          </p:cNvCxnSpPr>
          <p:nvPr/>
        </p:nvCxnSpPr>
        <p:spPr>
          <a:xfrm flipV="1">
            <a:off x="6876035" y="1625764"/>
            <a:ext cx="1084870" cy="362733"/>
          </a:xfrm>
          <a:prstGeom prst="bentConnector4">
            <a:avLst>
              <a:gd name="adj1" fmla="val 42976"/>
              <a:gd name="adj2" fmla="val 16302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35" name="TextBox 134">
            <a:extLst>
              <a:ext uri="{FF2B5EF4-FFF2-40B4-BE49-F238E27FC236}">
                <a16:creationId xmlns:a16="http://schemas.microsoft.com/office/drawing/2014/main" id="{0F83D2BD-307C-4F4E-B6E7-1A9BEEC744BC}"/>
              </a:ext>
            </a:extLst>
          </p:cNvPr>
          <p:cNvSpPr txBox="1"/>
          <p:nvPr/>
        </p:nvSpPr>
        <p:spPr>
          <a:xfrm>
            <a:off x="5210116" y="2164808"/>
            <a:ext cx="1576490" cy="646331"/>
          </a:xfrm>
          <a:prstGeom prst="rect">
            <a:avLst/>
          </a:prstGeom>
          <a:noFill/>
        </p:spPr>
        <p:txBody>
          <a:bodyPr wrap="square" rtlCol="0">
            <a:spAutoFit/>
          </a:bodyPr>
          <a:lstStyle/>
          <a:p>
            <a:pPr algn="ctr" defTabSz="457195"/>
            <a:r>
              <a:rPr lang="en-US" dirty="0">
                <a:solidFill>
                  <a:srgbClr val="000000"/>
                </a:solidFill>
                <a:latin typeface="Arial"/>
              </a:rPr>
              <a:t>Virus Inactivation</a:t>
            </a:r>
          </a:p>
        </p:txBody>
      </p:sp>
      <p:cxnSp>
        <p:nvCxnSpPr>
          <p:cNvPr id="16" name="Straight Arrow Connector 15">
            <a:extLst>
              <a:ext uri="{FF2B5EF4-FFF2-40B4-BE49-F238E27FC236}">
                <a16:creationId xmlns:a16="http://schemas.microsoft.com/office/drawing/2014/main" id="{DC03BA69-01CE-4778-9B6D-422E1453BD6A}"/>
              </a:ext>
            </a:extLst>
          </p:cNvPr>
          <p:cNvCxnSpPr>
            <a:cxnSpLocks/>
          </p:cNvCxnSpPr>
          <p:nvPr/>
        </p:nvCxnSpPr>
        <p:spPr>
          <a:xfrm>
            <a:off x="8611607" y="3043950"/>
            <a:ext cx="7102" cy="570634"/>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5F77AEC-C950-479C-9A5F-577972477EF5}"/>
              </a:ext>
            </a:extLst>
          </p:cNvPr>
          <p:cNvCxnSpPr>
            <a:cxnSpLocks/>
          </p:cNvCxnSpPr>
          <p:nvPr/>
        </p:nvCxnSpPr>
        <p:spPr>
          <a:xfrm>
            <a:off x="8611606" y="2316326"/>
            <a:ext cx="7104" cy="54652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6E42AD39-3835-4C14-8257-1D137DE93A93}"/>
              </a:ext>
            </a:extLst>
          </p:cNvPr>
          <p:cNvSpPr txBox="1"/>
          <p:nvPr/>
        </p:nvSpPr>
        <p:spPr>
          <a:xfrm>
            <a:off x="936213" y="830718"/>
            <a:ext cx="665567" cy="300082"/>
          </a:xfrm>
          <a:prstGeom prst="rect">
            <a:avLst/>
          </a:prstGeom>
          <a:noFill/>
        </p:spPr>
        <p:txBody>
          <a:bodyPr wrap="none" rtlCol="0">
            <a:spAutoFit/>
          </a:bodyPr>
          <a:lstStyle/>
          <a:p>
            <a:pPr defTabSz="457195"/>
            <a:r>
              <a:rPr lang="en-US" sz="1350">
                <a:solidFill>
                  <a:srgbClr val="000000"/>
                </a:solidFill>
                <a:latin typeface="Arial"/>
              </a:rPr>
              <a:t>Feeds</a:t>
            </a:r>
          </a:p>
        </p:txBody>
      </p:sp>
      <p:cxnSp>
        <p:nvCxnSpPr>
          <p:cNvPr id="141" name="Connector: Elbow 140">
            <a:extLst>
              <a:ext uri="{FF2B5EF4-FFF2-40B4-BE49-F238E27FC236}">
                <a16:creationId xmlns:a16="http://schemas.microsoft.com/office/drawing/2014/main" id="{ADB6AB38-73C9-4228-A782-DC32A5395C1A}"/>
              </a:ext>
            </a:extLst>
          </p:cNvPr>
          <p:cNvCxnSpPr>
            <a:cxnSpLocks/>
          </p:cNvCxnSpPr>
          <p:nvPr/>
        </p:nvCxnSpPr>
        <p:spPr>
          <a:xfrm>
            <a:off x="1798154" y="1027753"/>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 name="Title 6">
            <a:extLst>
              <a:ext uri="{FF2B5EF4-FFF2-40B4-BE49-F238E27FC236}">
                <a16:creationId xmlns:a16="http://schemas.microsoft.com/office/drawing/2014/main" id="{B3465F7A-BEA2-40FF-8ECE-78B8CD551E05}"/>
              </a:ext>
            </a:extLst>
          </p:cNvPr>
          <p:cNvSpPr>
            <a:spLocks noGrp="1"/>
          </p:cNvSpPr>
          <p:nvPr>
            <p:ph type="title"/>
          </p:nvPr>
        </p:nvSpPr>
        <p:spPr>
          <a:xfrm>
            <a:off x="148856" y="144000"/>
            <a:ext cx="9286546" cy="504000"/>
          </a:xfrm>
        </p:spPr>
        <p:txBody>
          <a:bodyPr/>
          <a:lstStyle/>
          <a:p>
            <a:r>
              <a:rPr lang="en-US" dirty="0"/>
              <a:t>Figure 1: Common Framework for Integrated and Continuous Processing</a:t>
            </a:r>
          </a:p>
        </p:txBody>
      </p:sp>
      <p:sp>
        <p:nvSpPr>
          <p:cNvPr id="11" name="Rectangle: Rounded Corners 10">
            <a:extLst>
              <a:ext uri="{FF2B5EF4-FFF2-40B4-BE49-F238E27FC236}">
                <a16:creationId xmlns:a16="http://schemas.microsoft.com/office/drawing/2014/main" id="{A5B193FD-3087-432B-9F23-8CB7A4269C69}"/>
              </a:ext>
            </a:extLst>
          </p:cNvPr>
          <p:cNvSpPr/>
          <p:nvPr/>
        </p:nvSpPr>
        <p:spPr>
          <a:xfrm>
            <a:off x="90041" y="2215423"/>
            <a:ext cx="745191" cy="58740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N-1</a:t>
            </a:r>
          </a:p>
        </p:txBody>
      </p:sp>
      <p:sp>
        <p:nvSpPr>
          <p:cNvPr id="97" name="Rectangle: Rounded Corners 96">
            <a:extLst>
              <a:ext uri="{FF2B5EF4-FFF2-40B4-BE49-F238E27FC236}">
                <a16:creationId xmlns:a16="http://schemas.microsoft.com/office/drawing/2014/main" id="{95F067C0-D0F6-4014-A6D2-B8E6A475DBAA}"/>
              </a:ext>
            </a:extLst>
          </p:cNvPr>
          <p:cNvSpPr/>
          <p:nvPr/>
        </p:nvSpPr>
        <p:spPr>
          <a:xfrm>
            <a:off x="851575" y="2513677"/>
            <a:ext cx="78618" cy="29269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6C13F743-3A02-4A0E-BFD7-128E8575E7D5}"/>
              </a:ext>
            </a:extLst>
          </p:cNvPr>
          <p:cNvGrpSpPr/>
          <p:nvPr/>
        </p:nvGrpSpPr>
        <p:grpSpPr>
          <a:xfrm>
            <a:off x="8338933" y="3614584"/>
            <a:ext cx="552450" cy="690562"/>
            <a:chOff x="3603122" y="2443163"/>
            <a:chExt cx="552450" cy="690562"/>
          </a:xfrm>
        </p:grpSpPr>
        <p:sp>
          <p:nvSpPr>
            <p:cNvPr id="113" name="Rectangle 112">
              <a:extLst>
                <a:ext uri="{FF2B5EF4-FFF2-40B4-BE49-F238E27FC236}">
                  <a16:creationId xmlns:a16="http://schemas.microsoft.com/office/drawing/2014/main" id="{FC536352-6819-494D-B25B-2A22FE4C2638}"/>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14" name="Straight Connector 113">
              <a:extLst>
                <a:ext uri="{FF2B5EF4-FFF2-40B4-BE49-F238E27FC236}">
                  <a16:creationId xmlns:a16="http://schemas.microsoft.com/office/drawing/2014/main" id="{5142B0D5-4A8C-4E4C-9A6B-A72C92486761}"/>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8A41BD5C-79A8-4E33-AB52-EB358FF063EC}"/>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117" name="Group 116">
            <a:extLst>
              <a:ext uri="{FF2B5EF4-FFF2-40B4-BE49-F238E27FC236}">
                <a16:creationId xmlns:a16="http://schemas.microsoft.com/office/drawing/2014/main" id="{36B558DD-C7D5-406F-B10C-1FADA43F099D}"/>
              </a:ext>
            </a:extLst>
          </p:cNvPr>
          <p:cNvGrpSpPr/>
          <p:nvPr/>
        </p:nvGrpSpPr>
        <p:grpSpPr>
          <a:xfrm>
            <a:off x="8338933" y="1625764"/>
            <a:ext cx="552450" cy="690562"/>
            <a:chOff x="3603122" y="2443163"/>
            <a:chExt cx="552450" cy="690562"/>
          </a:xfrm>
        </p:grpSpPr>
        <p:sp>
          <p:nvSpPr>
            <p:cNvPr id="119" name="Rectangle 118">
              <a:extLst>
                <a:ext uri="{FF2B5EF4-FFF2-40B4-BE49-F238E27FC236}">
                  <a16:creationId xmlns:a16="http://schemas.microsoft.com/office/drawing/2014/main" id="{F9101B6D-E0AE-48A7-8063-0B6ECB760696}"/>
                </a:ext>
              </a:extLst>
            </p:cNvPr>
            <p:cNvSpPr/>
            <p:nvPr/>
          </p:nvSpPr>
          <p:spPr>
            <a:xfrm>
              <a:off x="3726947" y="2443163"/>
              <a:ext cx="304800" cy="69056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95"/>
              <a:endParaRPr lang="en-US">
                <a:solidFill>
                  <a:srgbClr val="FFFFFF"/>
                </a:solidFill>
                <a:latin typeface="Arial"/>
              </a:endParaRPr>
            </a:p>
          </p:txBody>
        </p:sp>
        <p:cxnSp>
          <p:nvCxnSpPr>
            <p:cNvPr id="121" name="Straight Connector 120">
              <a:extLst>
                <a:ext uri="{FF2B5EF4-FFF2-40B4-BE49-F238E27FC236}">
                  <a16:creationId xmlns:a16="http://schemas.microsoft.com/office/drawing/2014/main" id="{E4779BD7-188F-44B2-942F-C7AFA60DEE1C}"/>
                </a:ext>
              </a:extLst>
            </p:cNvPr>
            <p:cNvCxnSpPr/>
            <p:nvPr/>
          </p:nvCxnSpPr>
          <p:spPr>
            <a:xfrm>
              <a:off x="3603122" y="2443163"/>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1517EF09-F3DB-459B-B5A3-74EEA1B4E4ED}"/>
                </a:ext>
              </a:extLst>
            </p:cNvPr>
            <p:cNvCxnSpPr/>
            <p:nvPr/>
          </p:nvCxnSpPr>
          <p:spPr>
            <a:xfrm>
              <a:off x="3603122" y="3133725"/>
              <a:ext cx="552450" cy="0"/>
            </a:xfrm>
            <a:prstGeom prst="line">
              <a:avLst/>
            </a:prstGeom>
            <a:effectLst/>
          </p:spPr>
          <p:style>
            <a:lnRef idx="2">
              <a:schemeClr val="accent1"/>
            </a:lnRef>
            <a:fillRef idx="0">
              <a:schemeClr val="accent1"/>
            </a:fillRef>
            <a:effectRef idx="1">
              <a:schemeClr val="accent1"/>
            </a:effectRef>
            <a:fontRef idx="minor">
              <a:schemeClr val="tx1"/>
            </a:fontRef>
          </p:style>
        </p:cxnSp>
      </p:grpSp>
      <p:sp>
        <p:nvSpPr>
          <p:cNvPr id="29" name="TextBox 28">
            <a:extLst>
              <a:ext uri="{FF2B5EF4-FFF2-40B4-BE49-F238E27FC236}">
                <a16:creationId xmlns:a16="http://schemas.microsoft.com/office/drawing/2014/main" id="{230A6CFB-F09A-49C3-A4FB-D194078475B6}"/>
              </a:ext>
            </a:extLst>
          </p:cNvPr>
          <p:cNvSpPr txBox="1"/>
          <p:nvPr/>
        </p:nvSpPr>
        <p:spPr>
          <a:xfrm>
            <a:off x="632605" y="2837093"/>
            <a:ext cx="437940" cy="253916"/>
          </a:xfrm>
          <a:prstGeom prst="rect">
            <a:avLst/>
          </a:prstGeom>
          <a:noFill/>
        </p:spPr>
        <p:txBody>
          <a:bodyPr wrap="none" rtlCol="0">
            <a:spAutoFit/>
          </a:bodyPr>
          <a:lstStyle/>
          <a:p>
            <a:r>
              <a:rPr lang="en-US" sz="1050" dirty="0"/>
              <a:t>ATF</a:t>
            </a:r>
          </a:p>
        </p:txBody>
      </p:sp>
      <p:cxnSp>
        <p:nvCxnSpPr>
          <p:cNvPr id="31" name="Straight Arrow Connector 30">
            <a:extLst>
              <a:ext uri="{FF2B5EF4-FFF2-40B4-BE49-F238E27FC236}">
                <a16:creationId xmlns:a16="http://schemas.microsoft.com/office/drawing/2014/main" id="{C82503C1-F0E1-474A-B919-E5F29FEABF13}"/>
              </a:ext>
            </a:extLst>
          </p:cNvPr>
          <p:cNvCxnSpPr>
            <a:cxnSpLocks/>
          </p:cNvCxnSpPr>
          <p:nvPr/>
        </p:nvCxnSpPr>
        <p:spPr>
          <a:xfrm>
            <a:off x="5426027" y="1165425"/>
            <a:ext cx="0" cy="82307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7AF8652-1087-48CC-8102-3D3619481BFF}"/>
              </a:ext>
            </a:extLst>
          </p:cNvPr>
          <p:cNvCxnSpPr>
            <a:cxnSpLocks/>
          </p:cNvCxnSpPr>
          <p:nvPr/>
        </p:nvCxnSpPr>
        <p:spPr>
          <a:xfrm flipH="1">
            <a:off x="6509322" y="1084861"/>
            <a:ext cx="2" cy="36849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02203A68-10D3-4C8C-A7D6-33F5ECA158E1}"/>
              </a:ext>
            </a:extLst>
          </p:cNvPr>
          <p:cNvSpPr txBox="1"/>
          <p:nvPr/>
        </p:nvSpPr>
        <p:spPr>
          <a:xfrm>
            <a:off x="5055911" y="796093"/>
            <a:ext cx="1633781" cy="369332"/>
          </a:xfrm>
          <a:prstGeom prst="rect">
            <a:avLst/>
          </a:prstGeom>
          <a:noFill/>
        </p:spPr>
        <p:txBody>
          <a:bodyPr wrap="none" rtlCol="0">
            <a:spAutoFit/>
          </a:bodyPr>
          <a:lstStyle/>
          <a:p>
            <a:r>
              <a:rPr lang="en-US"/>
              <a:t>In-line titration</a:t>
            </a:r>
          </a:p>
        </p:txBody>
      </p:sp>
      <p:sp>
        <p:nvSpPr>
          <p:cNvPr id="38" name="Rectangle 37">
            <a:extLst>
              <a:ext uri="{FF2B5EF4-FFF2-40B4-BE49-F238E27FC236}">
                <a16:creationId xmlns:a16="http://schemas.microsoft.com/office/drawing/2014/main" id="{74F3C48A-39F8-4AFD-8207-298D5F9F70A9}"/>
              </a:ext>
            </a:extLst>
          </p:cNvPr>
          <p:cNvSpPr/>
          <p:nvPr/>
        </p:nvSpPr>
        <p:spPr>
          <a:xfrm>
            <a:off x="5567978" y="1674345"/>
            <a:ext cx="661304" cy="51168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t>Tank or PFR</a:t>
            </a:r>
          </a:p>
        </p:txBody>
      </p:sp>
      <p:sp>
        <p:nvSpPr>
          <p:cNvPr id="128" name="TextBox 127">
            <a:extLst>
              <a:ext uri="{FF2B5EF4-FFF2-40B4-BE49-F238E27FC236}">
                <a16:creationId xmlns:a16="http://schemas.microsoft.com/office/drawing/2014/main" id="{561A8106-8C05-48C9-A5F3-3060520AFB95}"/>
              </a:ext>
            </a:extLst>
          </p:cNvPr>
          <p:cNvSpPr txBox="1"/>
          <p:nvPr/>
        </p:nvSpPr>
        <p:spPr>
          <a:xfrm>
            <a:off x="6479524" y="2883868"/>
            <a:ext cx="1633781" cy="369332"/>
          </a:xfrm>
          <a:prstGeom prst="rect">
            <a:avLst/>
          </a:prstGeom>
          <a:noFill/>
        </p:spPr>
        <p:txBody>
          <a:bodyPr wrap="none" rtlCol="0">
            <a:spAutoFit/>
          </a:bodyPr>
          <a:lstStyle/>
          <a:p>
            <a:r>
              <a:rPr lang="en-US"/>
              <a:t>In-line titration</a:t>
            </a:r>
          </a:p>
        </p:txBody>
      </p:sp>
      <p:cxnSp>
        <p:nvCxnSpPr>
          <p:cNvPr id="40" name="Straight Arrow Connector 39">
            <a:extLst>
              <a:ext uri="{FF2B5EF4-FFF2-40B4-BE49-F238E27FC236}">
                <a16:creationId xmlns:a16="http://schemas.microsoft.com/office/drawing/2014/main" id="{74FDBC3C-68FD-4350-B089-9EBA16AE117F}"/>
              </a:ext>
            </a:extLst>
          </p:cNvPr>
          <p:cNvCxnSpPr>
            <a:cxnSpLocks/>
            <a:stCxn id="128" idx="3"/>
            <a:endCxn id="79" idx="1"/>
          </p:cNvCxnSpPr>
          <p:nvPr/>
        </p:nvCxnSpPr>
        <p:spPr>
          <a:xfrm>
            <a:off x="8113305" y="3068534"/>
            <a:ext cx="318499" cy="685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143" name="TextBox 142">
            <a:extLst>
              <a:ext uri="{FF2B5EF4-FFF2-40B4-BE49-F238E27FC236}">
                <a16:creationId xmlns:a16="http://schemas.microsoft.com/office/drawing/2014/main" id="{7C7726E8-F3EF-4883-9864-7237889CFD9D}"/>
              </a:ext>
            </a:extLst>
          </p:cNvPr>
          <p:cNvSpPr txBox="1"/>
          <p:nvPr/>
        </p:nvSpPr>
        <p:spPr>
          <a:xfrm>
            <a:off x="6267262" y="3272945"/>
            <a:ext cx="1633781" cy="369332"/>
          </a:xfrm>
          <a:prstGeom prst="rect">
            <a:avLst/>
          </a:prstGeom>
          <a:noFill/>
        </p:spPr>
        <p:txBody>
          <a:bodyPr wrap="none" rtlCol="0">
            <a:spAutoFit/>
          </a:bodyPr>
          <a:lstStyle/>
          <a:p>
            <a:r>
              <a:rPr lang="en-US"/>
              <a:t>In-line titration</a:t>
            </a:r>
          </a:p>
        </p:txBody>
      </p:sp>
      <p:cxnSp>
        <p:nvCxnSpPr>
          <p:cNvPr id="51" name="Straight Arrow Connector 50">
            <a:extLst>
              <a:ext uri="{FF2B5EF4-FFF2-40B4-BE49-F238E27FC236}">
                <a16:creationId xmlns:a16="http://schemas.microsoft.com/office/drawing/2014/main" id="{74CEDEB1-E35D-4949-B5D3-1842A24419C1}"/>
              </a:ext>
            </a:extLst>
          </p:cNvPr>
          <p:cNvCxnSpPr>
            <a:stCxn id="143" idx="2"/>
          </p:cNvCxnSpPr>
          <p:nvPr/>
        </p:nvCxnSpPr>
        <p:spPr>
          <a:xfrm flipH="1">
            <a:off x="7084152" y="3642277"/>
            <a:ext cx="1" cy="87455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Connector: Elbow 126">
            <a:extLst>
              <a:ext uri="{FF2B5EF4-FFF2-40B4-BE49-F238E27FC236}">
                <a16:creationId xmlns:a16="http://schemas.microsoft.com/office/drawing/2014/main" id="{EFDC6F78-B2BF-48DE-9233-9E2A4A629A76}"/>
              </a:ext>
            </a:extLst>
          </p:cNvPr>
          <p:cNvCxnSpPr>
            <a:cxnSpLocks/>
          </p:cNvCxnSpPr>
          <p:nvPr/>
        </p:nvCxnSpPr>
        <p:spPr>
          <a:xfrm>
            <a:off x="1798154" y="1113688"/>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29" name="Connector: Elbow 128">
            <a:extLst>
              <a:ext uri="{FF2B5EF4-FFF2-40B4-BE49-F238E27FC236}">
                <a16:creationId xmlns:a16="http://schemas.microsoft.com/office/drawing/2014/main" id="{CED80CF7-CDFF-4415-8AB9-EB4D8617E220}"/>
              </a:ext>
            </a:extLst>
          </p:cNvPr>
          <p:cNvCxnSpPr>
            <a:cxnSpLocks/>
          </p:cNvCxnSpPr>
          <p:nvPr/>
        </p:nvCxnSpPr>
        <p:spPr>
          <a:xfrm>
            <a:off x="1798154" y="941818"/>
            <a:ext cx="405375" cy="19506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552D978-B228-4D4A-99DF-D49B1EB73E67}"/>
              </a:ext>
            </a:extLst>
          </p:cNvPr>
          <p:cNvSpPr txBox="1"/>
          <p:nvPr/>
        </p:nvSpPr>
        <p:spPr>
          <a:xfrm rot="16200000">
            <a:off x="2737332" y="1976393"/>
            <a:ext cx="1189749" cy="276999"/>
          </a:xfrm>
          <a:prstGeom prst="rect">
            <a:avLst/>
          </a:prstGeom>
          <a:noFill/>
        </p:spPr>
        <p:txBody>
          <a:bodyPr wrap="none" rtlCol="0">
            <a:spAutoFit/>
          </a:bodyPr>
          <a:lstStyle/>
          <a:p>
            <a:r>
              <a:rPr lang="en-US" sz="1200" dirty="0">
                <a:solidFill>
                  <a:schemeClr val="bg1"/>
                </a:solidFill>
              </a:rPr>
              <a:t> Cell Retention</a:t>
            </a:r>
          </a:p>
        </p:txBody>
      </p:sp>
      <p:sp>
        <p:nvSpPr>
          <p:cNvPr id="125" name="TextBox 124">
            <a:extLst>
              <a:ext uri="{FF2B5EF4-FFF2-40B4-BE49-F238E27FC236}">
                <a16:creationId xmlns:a16="http://schemas.microsoft.com/office/drawing/2014/main" id="{72E5D790-E7CA-6B45-B799-9AA6DA36F54A}"/>
              </a:ext>
            </a:extLst>
          </p:cNvPr>
          <p:cNvSpPr txBox="1"/>
          <p:nvPr/>
        </p:nvSpPr>
        <p:spPr>
          <a:xfrm>
            <a:off x="3372903" y="723370"/>
            <a:ext cx="1084870" cy="307777"/>
          </a:xfrm>
          <a:prstGeom prst="rect">
            <a:avLst/>
          </a:prstGeom>
          <a:noFill/>
        </p:spPr>
        <p:txBody>
          <a:bodyPr wrap="square" rtlCol="0">
            <a:spAutoFit/>
          </a:bodyPr>
          <a:lstStyle/>
          <a:p>
            <a:pPr algn="ctr"/>
            <a:r>
              <a:rPr lang="en-US" sz="1400" dirty="0"/>
              <a:t>Surge tank</a:t>
            </a:r>
          </a:p>
        </p:txBody>
      </p:sp>
      <p:sp>
        <p:nvSpPr>
          <p:cNvPr id="148" name="TextBox 147">
            <a:extLst>
              <a:ext uri="{FF2B5EF4-FFF2-40B4-BE49-F238E27FC236}">
                <a16:creationId xmlns:a16="http://schemas.microsoft.com/office/drawing/2014/main" id="{E7BD0437-F8C5-C149-9BC3-382CC88D8B02}"/>
              </a:ext>
            </a:extLst>
          </p:cNvPr>
          <p:cNvSpPr txBox="1"/>
          <p:nvPr/>
        </p:nvSpPr>
        <p:spPr>
          <a:xfrm>
            <a:off x="5805379" y="4151259"/>
            <a:ext cx="1084870" cy="738664"/>
          </a:xfrm>
          <a:prstGeom prst="rect">
            <a:avLst/>
          </a:prstGeom>
          <a:noFill/>
        </p:spPr>
        <p:txBody>
          <a:bodyPr wrap="square" rtlCol="0">
            <a:spAutoFit/>
          </a:bodyPr>
          <a:lstStyle/>
          <a:p>
            <a:pPr algn="ctr"/>
            <a:r>
              <a:rPr lang="en-US" sz="1400" dirty="0"/>
              <a:t>Surge tank</a:t>
            </a:r>
          </a:p>
          <a:p>
            <a:pPr algn="ctr"/>
            <a:r>
              <a:rPr lang="en-US" sz="1400" dirty="0"/>
              <a:t>Optional lot pool</a:t>
            </a:r>
          </a:p>
        </p:txBody>
      </p:sp>
      <p:sp>
        <p:nvSpPr>
          <p:cNvPr id="2" name="TextBox 1">
            <a:extLst>
              <a:ext uri="{FF2B5EF4-FFF2-40B4-BE49-F238E27FC236}">
                <a16:creationId xmlns:a16="http://schemas.microsoft.com/office/drawing/2014/main" id="{6CA143CB-446E-D649-8187-8C019A3952A4}"/>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3111683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F7E4CCBC-70A8-C145-9BEF-F606FC2487E3}"/>
              </a:ext>
            </a:extLst>
          </p:cNvPr>
          <p:cNvGraphicFramePr>
            <a:graphicFrameLocks noGrp="1"/>
          </p:cNvGraphicFramePr>
          <p:nvPr>
            <p:extLst>
              <p:ext uri="{D42A27DB-BD31-4B8C-83A1-F6EECF244321}">
                <p14:modId xmlns:p14="http://schemas.microsoft.com/office/powerpoint/2010/main" val="2391925860"/>
              </p:ext>
            </p:extLst>
          </p:nvPr>
        </p:nvGraphicFramePr>
        <p:xfrm>
          <a:off x="628650" y="665163"/>
          <a:ext cx="7886700" cy="1699260"/>
        </p:xfrm>
        <a:graphic>
          <a:graphicData uri="http://schemas.openxmlformats.org/drawingml/2006/table">
            <a:tbl>
              <a:tblPr firstRow="1" firstCol="1" bandRow="1">
                <a:tableStyleId>{073A0DAA-6AF3-43AB-8588-CEC1D06C72B9}</a:tableStyleId>
              </a:tblPr>
              <a:tblGrid>
                <a:gridCol w="3943350">
                  <a:extLst>
                    <a:ext uri="{9D8B030D-6E8A-4147-A177-3AD203B41FA5}">
                      <a16:colId xmlns:a16="http://schemas.microsoft.com/office/drawing/2014/main" val="2004898927"/>
                    </a:ext>
                  </a:extLst>
                </a:gridCol>
                <a:gridCol w="3943350">
                  <a:extLst>
                    <a:ext uri="{9D8B030D-6E8A-4147-A177-3AD203B41FA5}">
                      <a16:colId xmlns:a16="http://schemas.microsoft.com/office/drawing/2014/main" val="3496090869"/>
                    </a:ext>
                  </a:extLst>
                </a:gridCol>
              </a:tblGrid>
              <a:tr h="190500">
                <a:tc>
                  <a:txBody>
                    <a:bodyPr/>
                    <a:lstStyle/>
                    <a:p>
                      <a:pPr marL="0" marR="0">
                        <a:spcBef>
                          <a:spcPts val="0"/>
                        </a:spcBef>
                        <a:spcAft>
                          <a:spcPts val="0"/>
                        </a:spcAft>
                      </a:pPr>
                      <a:r>
                        <a:rPr lang="en-US" sz="1200" dirty="0">
                          <a:effectLst/>
                        </a:rPr>
                        <a:t>N-stage bioreactor Size (L)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500-2000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3207174"/>
                  </a:ext>
                </a:extLst>
              </a:tr>
              <a:tr h="190500">
                <a:tc>
                  <a:txBody>
                    <a:bodyPr/>
                    <a:lstStyle/>
                    <a:p>
                      <a:pPr marL="0" marR="0">
                        <a:spcBef>
                          <a:spcPts val="0"/>
                        </a:spcBef>
                        <a:spcAft>
                          <a:spcPts val="0"/>
                        </a:spcAft>
                      </a:pPr>
                      <a:r>
                        <a:rPr lang="en-US" sz="1200" dirty="0">
                          <a:effectLst/>
                        </a:rPr>
                        <a:t>Number of bioreactors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1-4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97048979"/>
                  </a:ext>
                </a:extLst>
              </a:tr>
              <a:tr h="190500">
                <a:tc>
                  <a:txBody>
                    <a:bodyPr/>
                    <a:lstStyle/>
                    <a:p>
                      <a:pPr marL="0" marR="0">
                        <a:spcBef>
                          <a:spcPts val="0"/>
                        </a:spcBef>
                        <a:spcAft>
                          <a:spcPts val="0"/>
                        </a:spcAft>
                      </a:pPr>
                      <a:r>
                        <a:rPr lang="en-US" sz="1200" dirty="0">
                          <a:effectLst/>
                        </a:rPr>
                        <a:t>Avg cell density (million cells/mL)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50-120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2838554"/>
                  </a:ext>
                </a:extLst>
              </a:tr>
              <a:tr h="190500">
                <a:tc>
                  <a:txBody>
                    <a:bodyPr/>
                    <a:lstStyle/>
                    <a:p>
                      <a:pPr marL="0" marR="0">
                        <a:spcBef>
                          <a:spcPts val="0"/>
                        </a:spcBef>
                        <a:spcAft>
                          <a:spcPts val="0"/>
                        </a:spcAft>
                      </a:pPr>
                      <a:r>
                        <a:rPr lang="en-US" sz="1200">
                          <a:effectLst/>
                        </a:rPr>
                        <a:t>Qp (pg/cell/day)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20-40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2680977"/>
                  </a:ext>
                </a:extLst>
              </a:tr>
              <a:tr h="365760">
                <a:tc>
                  <a:txBody>
                    <a:bodyPr/>
                    <a:lstStyle/>
                    <a:p>
                      <a:pPr marL="0" marR="0">
                        <a:spcBef>
                          <a:spcPts val="0"/>
                        </a:spcBef>
                        <a:spcAft>
                          <a:spcPts val="0"/>
                        </a:spcAft>
                      </a:pPr>
                      <a:r>
                        <a:rPr lang="en-US" sz="1200" dirty="0">
                          <a:effectLst/>
                        </a:rPr>
                        <a:t>Permeate Perfusion Rate (bioreactor volumes/day, </a:t>
                      </a:r>
                      <a:r>
                        <a:rPr lang="en-US" sz="1200" dirty="0" err="1">
                          <a:effectLst/>
                        </a:rPr>
                        <a:t>vvd</a:t>
                      </a:r>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0.5-2 (1.5)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914962"/>
                  </a:ext>
                </a:extLst>
              </a:tr>
              <a:tr h="190500">
                <a:tc>
                  <a:txBody>
                    <a:bodyPr/>
                    <a:lstStyle/>
                    <a:p>
                      <a:pPr marL="0" marR="0">
                        <a:spcBef>
                          <a:spcPts val="0"/>
                        </a:spcBef>
                        <a:spcAft>
                          <a:spcPts val="0"/>
                        </a:spcAft>
                      </a:pPr>
                      <a:r>
                        <a:rPr lang="en-US" sz="1200" dirty="0">
                          <a:effectLst/>
                        </a:rPr>
                        <a:t>Lot (Batch) Duration (days)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20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1871615"/>
                  </a:ext>
                </a:extLst>
              </a:tr>
              <a:tr h="190500">
                <a:tc>
                  <a:txBody>
                    <a:bodyPr/>
                    <a:lstStyle/>
                    <a:p>
                      <a:pPr marL="0" marR="0">
                        <a:spcBef>
                          <a:spcPts val="0"/>
                        </a:spcBef>
                        <a:spcAft>
                          <a:spcPts val="0"/>
                        </a:spcAft>
                      </a:pPr>
                      <a:r>
                        <a:rPr lang="en-US" sz="1200" dirty="0">
                          <a:effectLst/>
                        </a:rPr>
                        <a:t>Number of concentrated media feeds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1-5 (3)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1763376"/>
                  </a:ext>
                </a:extLst>
              </a:tr>
              <a:tr h="190500">
                <a:tc>
                  <a:txBody>
                    <a:bodyPr/>
                    <a:lstStyle/>
                    <a:p>
                      <a:pPr marL="0" marR="0">
                        <a:spcBef>
                          <a:spcPts val="0"/>
                        </a:spcBef>
                        <a:spcAft>
                          <a:spcPts val="0"/>
                        </a:spcAft>
                      </a:pPr>
                      <a:r>
                        <a:rPr lang="en-US" sz="1200" dirty="0">
                          <a:effectLst/>
                        </a:rPr>
                        <a:t> Media Concentration Factor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1x to 5x (20x, 12x, and 5x)</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1079449"/>
                  </a:ext>
                </a:extLst>
              </a:tr>
            </a:tbl>
          </a:graphicData>
        </a:graphic>
      </p:graphicFrame>
      <p:sp>
        <p:nvSpPr>
          <p:cNvPr id="13" name="Rectangle 2">
            <a:extLst>
              <a:ext uri="{FF2B5EF4-FFF2-40B4-BE49-F238E27FC236}">
                <a16:creationId xmlns:a16="http://schemas.microsoft.com/office/drawing/2014/main" id="{9B548F51-332E-D745-ADA6-14BC3FE9C128}"/>
              </a:ext>
            </a:extLst>
          </p:cNvPr>
          <p:cNvSpPr>
            <a:spLocks noChangeArrowheads="1"/>
          </p:cNvSpPr>
          <p:nvPr/>
        </p:nvSpPr>
        <p:spPr bwMode="auto">
          <a:xfrm>
            <a:off x="226997" y="4804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3">
            <a:extLst>
              <a:ext uri="{FF2B5EF4-FFF2-40B4-BE49-F238E27FC236}">
                <a16:creationId xmlns:a16="http://schemas.microsoft.com/office/drawing/2014/main" id="{0AF90473-B588-8E44-BA06-35E408F92F28}"/>
              </a:ext>
            </a:extLst>
          </p:cNvPr>
          <p:cNvSpPr>
            <a:spLocks noChangeArrowheads="1"/>
          </p:cNvSpPr>
          <p:nvPr/>
        </p:nvSpPr>
        <p:spPr bwMode="auto">
          <a:xfrm>
            <a:off x="329547" y="414682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4">
            <a:extLst>
              <a:ext uri="{FF2B5EF4-FFF2-40B4-BE49-F238E27FC236}">
                <a16:creationId xmlns:a16="http://schemas.microsoft.com/office/drawing/2014/main" id="{AEC78DCD-E3E6-1E49-8FD4-7E4624B9FCCE}"/>
              </a:ext>
            </a:extLst>
          </p:cNvPr>
          <p:cNvSpPr>
            <a:spLocks noChangeArrowheads="1"/>
          </p:cNvSpPr>
          <p:nvPr/>
        </p:nvSpPr>
        <p:spPr bwMode="auto">
          <a:xfrm>
            <a:off x="189076" y="45813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Title 1">
            <a:extLst>
              <a:ext uri="{FF2B5EF4-FFF2-40B4-BE49-F238E27FC236}">
                <a16:creationId xmlns:a16="http://schemas.microsoft.com/office/drawing/2014/main" id="{0783AD86-9712-B845-983E-25DD050DD3A0}"/>
              </a:ext>
            </a:extLst>
          </p:cNvPr>
          <p:cNvSpPr>
            <a:spLocks noGrp="1"/>
          </p:cNvSpPr>
          <p:nvPr>
            <p:ph type="title"/>
          </p:nvPr>
        </p:nvSpPr>
        <p:spPr/>
        <p:txBody>
          <a:bodyPr/>
          <a:lstStyle/>
          <a:p>
            <a:r>
              <a:rPr lang="en-US" dirty="0"/>
              <a:t>Table 2: Bioreactor Assumptions</a:t>
            </a:r>
          </a:p>
        </p:txBody>
      </p:sp>
      <p:sp>
        <p:nvSpPr>
          <p:cNvPr id="3" name="TextBox 2">
            <a:extLst>
              <a:ext uri="{FF2B5EF4-FFF2-40B4-BE49-F238E27FC236}">
                <a16:creationId xmlns:a16="http://schemas.microsoft.com/office/drawing/2014/main" id="{EE44F339-CD6A-0145-B31B-4A5E63A86550}"/>
              </a:ext>
            </a:extLst>
          </p:cNvPr>
          <p:cNvSpPr txBox="1"/>
          <p:nvPr/>
        </p:nvSpPr>
        <p:spPr>
          <a:xfrm>
            <a:off x="1336431" y="2364424"/>
            <a:ext cx="4030270" cy="261610"/>
          </a:xfrm>
          <a:prstGeom prst="rect">
            <a:avLst/>
          </a:prstGeom>
          <a:noFill/>
        </p:spPr>
        <p:txBody>
          <a:bodyPr wrap="none" rtlCol="0">
            <a:spAutoFit/>
          </a:bodyPr>
          <a:lstStyle/>
          <a:p>
            <a:r>
              <a:rPr lang="en-US" sz="1100" dirty="0"/>
              <a:t>Range of parameters (parenthetical values used in examples)</a:t>
            </a:r>
          </a:p>
        </p:txBody>
      </p:sp>
    </p:spTree>
    <p:extLst>
      <p:ext uri="{BB962C8B-B14F-4D97-AF65-F5344CB8AC3E}">
        <p14:creationId xmlns:p14="http://schemas.microsoft.com/office/powerpoint/2010/main" val="1579411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05E307-C246-7A45-9B55-CD440773F5A7}"/>
              </a:ext>
            </a:extLst>
          </p:cNvPr>
          <p:cNvSpPr>
            <a:spLocks noGrp="1"/>
          </p:cNvSpPr>
          <p:nvPr>
            <p:ph type="sldNum" sz="quarter" idx="4"/>
          </p:nvPr>
        </p:nvSpPr>
        <p:spPr/>
        <p:txBody>
          <a:bodyPr/>
          <a:lstStyle/>
          <a:p>
            <a:fld id="{3C4F54F3-C349-4609-AFEE-01462D5C7942}" type="slidenum">
              <a:rPr lang="en-GB" smtClean="0"/>
              <a:pPr/>
              <a:t>5</a:t>
            </a:fld>
            <a:endParaRPr lang="en-GB"/>
          </a:p>
        </p:txBody>
      </p:sp>
      <p:sp>
        <p:nvSpPr>
          <p:cNvPr id="3" name="Title 2">
            <a:extLst>
              <a:ext uri="{FF2B5EF4-FFF2-40B4-BE49-F238E27FC236}">
                <a16:creationId xmlns:a16="http://schemas.microsoft.com/office/drawing/2014/main" id="{37371F97-6C66-5143-A700-08C6FB0A797D}"/>
              </a:ext>
            </a:extLst>
          </p:cNvPr>
          <p:cNvSpPr>
            <a:spLocks noGrp="1"/>
          </p:cNvSpPr>
          <p:nvPr>
            <p:ph type="title"/>
          </p:nvPr>
        </p:nvSpPr>
        <p:spPr>
          <a:xfrm>
            <a:off x="189175" y="134746"/>
            <a:ext cx="8765651" cy="504000"/>
          </a:xfrm>
        </p:spPr>
        <p:txBody>
          <a:bodyPr/>
          <a:lstStyle/>
          <a:p>
            <a:r>
              <a:rPr lang="en-US" dirty="0"/>
              <a:t>Table 3: Productivity, capacity, yield, and solution use</a:t>
            </a:r>
          </a:p>
        </p:txBody>
      </p:sp>
      <p:sp>
        <p:nvSpPr>
          <p:cNvPr id="5" name="Rectangle 4">
            <a:extLst>
              <a:ext uri="{FF2B5EF4-FFF2-40B4-BE49-F238E27FC236}">
                <a16:creationId xmlns:a16="http://schemas.microsoft.com/office/drawing/2014/main" id="{1E480020-727C-0C4C-83C3-FC211ECA5C04}"/>
              </a:ext>
            </a:extLst>
          </p:cNvPr>
          <p:cNvSpPr/>
          <p:nvPr/>
        </p:nvSpPr>
        <p:spPr>
          <a:xfrm>
            <a:off x="1068362" y="4034305"/>
            <a:ext cx="7752303" cy="1200329"/>
          </a:xfrm>
          <a:prstGeom prst="rect">
            <a:avLst/>
          </a:prstGeom>
        </p:spPr>
        <p:txBody>
          <a:bodyPr wrap="square">
            <a:spAutoFit/>
          </a:bodyPr>
          <a:lstStyle/>
          <a:p>
            <a:r>
              <a:rPr lang="en-US" sz="1200" dirty="0"/>
              <a:t>*The overall number of buffers does not include the VI/VRF buffers, as those will not go into large buffer tanks. The sanitization solution is assumed to be common among all steps.</a:t>
            </a:r>
            <a:endParaRPr lang="en-US" sz="1400" dirty="0"/>
          </a:p>
          <a:p>
            <a:r>
              <a:rPr lang="en-US" sz="1200" dirty="0"/>
              <a:t>Downstream uses 400kg buffer/kg BDS equally divided among 14 buffers means each kg of BDS requires 29L of each buffer.</a:t>
            </a:r>
          </a:p>
          <a:p>
            <a:r>
              <a:rPr lang="en-US" sz="1200" dirty="0"/>
              <a:t>Bioreactor yield includes 90% yield of cell retention step</a:t>
            </a:r>
          </a:p>
          <a:p>
            <a:r>
              <a:rPr lang="en-US" sz="1200" dirty="0"/>
              <a:t>PMI: Product Mass Index; ILC: In-line conditioning; DF: diafiltration </a:t>
            </a:r>
          </a:p>
        </p:txBody>
      </p:sp>
      <p:graphicFrame>
        <p:nvGraphicFramePr>
          <p:cNvPr id="6" name="Table 5">
            <a:extLst>
              <a:ext uri="{FF2B5EF4-FFF2-40B4-BE49-F238E27FC236}">
                <a16:creationId xmlns:a16="http://schemas.microsoft.com/office/drawing/2014/main" id="{D3154DDF-A475-054E-9F1B-E7EBE25ABAAF}"/>
              </a:ext>
            </a:extLst>
          </p:cNvPr>
          <p:cNvGraphicFramePr>
            <a:graphicFrameLocks noGrp="1"/>
          </p:cNvGraphicFramePr>
          <p:nvPr>
            <p:extLst>
              <p:ext uri="{D42A27DB-BD31-4B8C-83A1-F6EECF244321}">
                <p14:modId xmlns:p14="http://schemas.microsoft.com/office/powerpoint/2010/main" val="542226685"/>
              </p:ext>
            </p:extLst>
          </p:nvPr>
        </p:nvGraphicFramePr>
        <p:xfrm>
          <a:off x="907521" y="704212"/>
          <a:ext cx="7159650" cy="3026291"/>
        </p:xfrm>
        <a:graphic>
          <a:graphicData uri="http://schemas.openxmlformats.org/drawingml/2006/table">
            <a:tbl>
              <a:tblPr>
                <a:tableStyleId>{5C22544A-7EE6-4342-B048-85BDC9FD1C3A}</a:tableStyleId>
              </a:tblPr>
              <a:tblGrid>
                <a:gridCol w="715965">
                  <a:extLst>
                    <a:ext uri="{9D8B030D-6E8A-4147-A177-3AD203B41FA5}">
                      <a16:colId xmlns:a16="http://schemas.microsoft.com/office/drawing/2014/main" val="752432430"/>
                    </a:ext>
                  </a:extLst>
                </a:gridCol>
                <a:gridCol w="715965">
                  <a:extLst>
                    <a:ext uri="{9D8B030D-6E8A-4147-A177-3AD203B41FA5}">
                      <a16:colId xmlns:a16="http://schemas.microsoft.com/office/drawing/2014/main" val="523667604"/>
                    </a:ext>
                  </a:extLst>
                </a:gridCol>
                <a:gridCol w="715965">
                  <a:extLst>
                    <a:ext uri="{9D8B030D-6E8A-4147-A177-3AD203B41FA5}">
                      <a16:colId xmlns:a16="http://schemas.microsoft.com/office/drawing/2014/main" val="2320258932"/>
                    </a:ext>
                  </a:extLst>
                </a:gridCol>
                <a:gridCol w="715965">
                  <a:extLst>
                    <a:ext uri="{9D8B030D-6E8A-4147-A177-3AD203B41FA5}">
                      <a16:colId xmlns:a16="http://schemas.microsoft.com/office/drawing/2014/main" val="1643239411"/>
                    </a:ext>
                  </a:extLst>
                </a:gridCol>
                <a:gridCol w="715965">
                  <a:extLst>
                    <a:ext uri="{9D8B030D-6E8A-4147-A177-3AD203B41FA5}">
                      <a16:colId xmlns:a16="http://schemas.microsoft.com/office/drawing/2014/main" val="1396109517"/>
                    </a:ext>
                  </a:extLst>
                </a:gridCol>
                <a:gridCol w="715965">
                  <a:extLst>
                    <a:ext uri="{9D8B030D-6E8A-4147-A177-3AD203B41FA5}">
                      <a16:colId xmlns:a16="http://schemas.microsoft.com/office/drawing/2014/main" val="1084145992"/>
                    </a:ext>
                  </a:extLst>
                </a:gridCol>
                <a:gridCol w="715965">
                  <a:extLst>
                    <a:ext uri="{9D8B030D-6E8A-4147-A177-3AD203B41FA5}">
                      <a16:colId xmlns:a16="http://schemas.microsoft.com/office/drawing/2014/main" val="20201990"/>
                    </a:ext>
                  </a:extLst>
                </a:gridCol>
                <a:gridCol w="715965">
                  <a:extLst>
                    <a:ext uri="{9D8B030D-6E8A-4147-A177-3AD203B41FA5}">
                      <a16:colId xmlns:a16="http://schemas.microsoft.com/office/drawing/2014/main" val="788891713"/>
                    </a:ext>
                  </a:extLst>
                </a:gridCol>
                <a:gridCol w="715965">
                  <a:extLst>
                    <a:ext uri="{9D8B030D-6E8A-4147-A177-3AD203B41FA5}">
                      <a16:colId xmlns:a16="http://schemas.microsoft.com/office/drawing/2014/main" val="4001050450"/>
                    </a:ext>
                  </a:extLst>
                </a:gridCol>
                <a:gridCol w="715965">
                  <a:extLst>
                    <a:ext uri="{9D8B030D-6E8A-4147-A177-3AD203B41FA5}">
                      <a16:colId xmlns:a16="http://schemas.microsoft.com/office/drawing/2014/main" val="386596548"/>
                    </a:ext>
                  </a:extLst>
                </a:gridCol>
              </a:tblGrid>
              <a:tr h="996126">
                <a:tc>
                  <a:txBody>
                    <a:bodyPr/>
                    <a:lstStyle/>
                    <a:p>
                      <a:pPr algn="ctr" fontAlgn="b"/>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Productivity/ Capacity/ Diafiltration Product Concentration</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Volume Used (L/L) (Perfusion, Wash, diafiltration volume)</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a:effectLst/>
                        </a:rPr>
                        <a:t>Yield</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 Number of Solutions per Step </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PMI (L/kg)</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 Concentrate Factor</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PMI for Concentrates</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ILC Concentration Factor</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n-US" sz="900" u="none" strike="noStrike" dirty="0">
                          <a:effectLst/>
                        </a:rPr>
                        <a:t>PMI for ILC</a:t>
                      </a:r>
                      <a:endParaRPr lang="en-US" sz="9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35418036"/>
                  </a:ext>
                </a:extLst>
              </a:tr>
              <a:tr h="273935">
                <a:tc>
                  <a:txBody>
                    <a:bodyPr/>
                    <a:lstStyle/>
                    <a:p>
                      <a:pPr algn="l" fontAlgn="b"/>
                      <a:r>
                        <a:rPr lang="en-US" sz="900" u="none" strike="noStrike">
                          <a:effectLst/>
                        </a:rPr>
                        <a:t>Bioreactor</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4.8</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dirty="0">
                          <a:effectLst/>
                        </a:rPr>
                        <a:t>100%</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dirty="0">
                          <a:effectLst/>
                        </a:rPr>
                        <a:t>                            3 </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dirty="0">
                          <a:effectLst/>
                        </a:rPr>
                        <a:t>529</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dirty="0">
                          <a:effectLst/>
                        </a:rPr>
                        <a:t>3</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dirty="0">
                          <a:effectLst/>
                        </a:rPr>
                        <a:t>176</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n-US" sz="9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93969699"/>
                  </a:ext>
                </a:extLst>
              </a:tr>
              <a:tr h="155645">
                <a:tc>
                  <a:txBody>
                    <a:bodyPr/>
                    <a:lstStyle/>
                    <a:p>
                      <a:pPr algn="l" fontAlgn="b"/>
                      <a:r>
                        <a:rPr lang="en-US" sz="900" u="none" strike="noStrike">
                          <a:effectLst/>
                        </a:rPr>
                        <a:t>TFF</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1000L/m2</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90%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 NA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n-US" sz="9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66977962"/>
                  </a:ext>
                </a:extLst>
              </a:tr>
              <a:tr h="273935">
                <a:tc>
                  <a:txBody>
                    <a:bodyPr/>
                    <a:lstStyle/>
                    <a:p>
                      <a:pPr algn="r" fontAlgn="b"/>
                      <a:r>
                        <a:rPr lang="en-US" sz="900" u="none" strike="noStrike">
                          <a:effectLst/>
                        </a:rPr>
                        <a:t>ProA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60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dirty="0">
                          <a:effectLst/>
                        </a:rPr>
                        <a:t>21</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90%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                            7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dirty="0">
                          <a:effectLst/>
                        </a:rPr>
                        <a:t>534</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dirty="0">
                          <a:effectLst/>
                        </a:rPr>
                        <a:t>5</a:t>
                      </a:r>
                      <a:endParaRPr lang="en-US" sz="9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107</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1100" b="0" i="0" u="none" strike="noStrike" dirty="0">
                          <a:solidFill>
                            <a:srgbClr val="000000"/>
                          </a:solidFill>
                          <a:effectLst/>
                          <a:latin typeface="Calibri" panose="020F0502020204030204" pitchFamily="34" charset="0"/>
                        </a:rPr>
                        <a:t>10</a:t>
                      </a:r>
                    </a:p>
                  </a:txBody>
                  <a:tcPr marL="0" marR="0" marT="0" marB="0" anchor="b"/>
                </a:tc>
                <a:tc>
                  <a:txBody>
                    <a:bodyPr/>
                    <a:lstStyle/>
                    <a:p>
                      <a:pPr algn="r" fontAlgn="b"/>
                      <a:r>
                        <a:rPr lang="en-US" sz="1100" b="0" i="0" u="none" strike="noStrike" dirty="0">
                          <a:solidFill>
                            <a:srgbClr val="000000"/>
                          </a:solidFill>
                          <a:effectLst/>
                          <a:latin typeface="Calibri" panose="020F0502020204030204" pitchFamily="34" charset="0"/>
                        </a:rPr>
                        <a:t>53</a:t>
                      </a:r>
                    </a:p>
                  </a:txBody>
                  <a:tcPr marL="0" marR="0" marT="0" marB="0" anchor="b"/>
                </a:tc>
                <a:extLst>
                  <a:ext uri="{0D108BD9-81ED-4DB2-BD59-A6C34878D82A}">
                    <a16:rowId xmlns:a16="http://schemas.microsoft.com/office/drawing/2014/main" val="2011614756"/>
                  </a:ext>
                </a:extLst>
              </a:tr>
              <a:tr h="155645">
                <a:tc>
                  <a:txBody>
                    <a:bodyPr/>
                    <a:lstStyle/>
                    <a:p>
                      <a:pPr algn="r" fontAlgn="b"/>
                      <a:r>
                        <a:rPr lang="en-US" sz="900" u="none" strike="noStrike">
                          <a:effectLst/>
                        </a:rPr>
                        <a:t>VI</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0.1</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100%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 NA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1100" b="0" i="0" u="none" strike="noStrike">
                          <a:solidFill>
                            <a:srgbClr val="000000"/>
                          </a:solidFill>
                          <a:effectLst/>
                          <a:latin typeface="Calibri" panose="020F0502020204030204" pitchFamily="34" charset="0"/>
                        </a:rPr>
                        <a:t>1</a:t>
                      </a:r>
                    </a:p>
                  </a:txBody>
                  <a:tcPr marL="0" marR="0" marT="0" marB="0" anchor="b"/>
                </a:tc>
                <a:tc>
                  <a:txBody>
                    <a:bodyPr/>
                    <a:lstStyle/>
                    <a:p>
                      <a:pPr algn="r" fontAlgn="b"/>
                      <a:r>
                        <a:rPr lang="en-US" sz="1100" b="0" i="0" u="none" strike="noStrike" dirty="0">
                          <a:solidFill>
                            <a:srgbClr val="000000"/>
                          </a:solidFill>
                          <a:effectLst/>
                          <a:latin typeface="Calibri" panose="020F0502020204030204" pitchFamily="34" charset="0"/>
                        </a:rPr>
                        <a:t>15</a:t>
                      </a:r>
                    </a:p>
                  </a:txBody>
                  <a:tcPr marL="0" marR="0" marT="0" marB="0" anchor="b"/>
                </a:tc>
                <a:extLst>
                  <a:ext uri="{0D108BD9-81ED-4DB2-BD59-A6C34878D82A}">
                    <a16:rowId xmlns:a16="http://schemas.microsoft.com/office/drawing/2014/main" val="931806382"/>
                  </a:ext>
                </a:extLst>
              </a:tr>
              <a:tr h="273935">
                <a:tc>
                  <a:txBody>
                    <a:bodyPr/>
                    <a:lstStyle/>
                    <a:p>
                      <a:pPr algn="r" fontAlgn="b"/>
                      <a:r>
                        <a:rPr lang="en-US" sz="900" u="none" strike="noStrike">
                          <a:effectLst/>
                        </a:rPr>
                        <a:t>AEX</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100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16</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95%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                            4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220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44</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1100" b="0" i="0" u="none" strike="noStrike">
                          <a:solidFill>
                            <a:srgbClr val="000000"/>
                          </a:solidFill>
                          <a:effectLst/>
                          <a:latin typeface="Calibri" panose="020F0502020204030204" pitchFamily="34" charset="0"/>
                        </a:rPr>
                        <a:t>10</a:t>
                      </a:r>
                    </a:p>
                  </a:txBody>
                  <a:tcPr marL="0" marR="0" marT="0" marB="0" anchor="b"/>
                </a:tc>
                <a:tc>
                  <a:txBody>
                    <a:bodyPr/>
                    <a:lstStyle/>
                    <a:p>
                      <a:pPr algn="r" fontAlgn="b"/>
                      <a:r>
                        <a:rPr lang="en-US" sz="1100" b="0" i="0" u="none" strike="noStrike" dirty="0">
                          <a:solidFill>
                            <a:srgbClr val="000000"/>
                          </a:solidFill>
                          <a:effectLst/>
                          <a:latin typeface="Calibri" panose="020F0502020204030204" pitchFamily="34" charset="0"/>
                        </a:rPr>
                        <a:t>22</a:t>
                      </a:r>
                    </a:p>
                  </a:txBody>
                  <a:tcPr marL="0" marR="0" marT="0" marB="0" anchor="b"/>
                </a:tc>
                <a:extLst>
                  <a:ext uri="{0D108BD9-81ED-4DB2-BD59-A6C34878D82A}">
                    <a16:rowId xmlns:a16="http://schemas.microsoft.com/office/drawing/2014/main" val="2359682878"/>
                  </a:ext>
                </a:extLst>
              </a:tr>
              <a:tr h="273935">
                <a:tc>
                  <a:txBody>
                    <a:bodyPr/>
                    <a:lstStyle/>
                    <a:p>
                      <a:pPr algn="r" fontAlgn="b"/>
                      <a:r>
                        <a:rPr lang="en-US" sz="900" u="none" strike="noStrike">
                          <a:effectLst/>
                        </a:rPr>
                        <a:t>CEX</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40</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16</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85%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                            5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521</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104</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1100" b="0" i="0" u="none" strike="noStrike">
                          <a:solidFill>
                            <a:srgbClr val="000000"/>
                          </a:solidFill>
                          <a:effectLst/>
                          <a:latin typeface="Calibri" panose="020F0502020204030204" pitchFamily="34" charset="0"/>
                        </a:rPr>
                        <a:t>10</a:t>
                      </a:r>
                    </a:p>
                  </a:txBody>
                  <a:tcPr marL="0" marR="0" marT="0" marB="0" anchor="b"/>
                </a:tc>
                <a:tc>
                  <a:txBody>
                    <a:bodyPr/>
                    <a:lstStyle/>
                    <a:p>
                      <a:pPr algn="r" fontAlgn="b"/>
                      <a:r>
                        <a:rPr lang="en-US" sz="1100" b="0" i="0" u="none" strike="noStrike" dirty="0">
                          <a:solidFill>
                            <a:srgbClr val="000000"/>
                          </a:solidFill>
                          <a:effectLst/>
                          <a:latin typeface="Calibri" panose="020F0502020204030204" pitchFamily="34" charset="0"/>
                        </a:rPr>
                        <a:t>52</a:t>
                      </a:r>
                    </a:p>
                  </a:txBody>
                  <a:tcPr marL="0" marR="0" marT="0" marB="0" anchor="b"/>
                </a:tc>
                <a:extLst>
                  <a:ext uri="{0D108BD9-81ED-4DB2-BD59-A6C34878D82A}">
                    <a16:rowId xmlns:a16="http://schemas.microsoft.com/office/drawing/2014/main" val="112424904"/>
                  </a:ext>
                </a:extLst>
              </a:tr>
              <a:tr h="155645">
                <a:tc>
                  <a:txBody>
                    <a:bodyPr/>
                    <a:lstStyle/>
                    <a:p>
                      <a:pPr algn="r" fontAlgn="b"/>
                      <a:r>
                        <a:rPr lang="en-US" sz="900" u="none" strike="noStrike">
                          <a:effectLst/>
                        </a:rPr>
                        <a:t>VRF</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700g/m2</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NA</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95%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 NA </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15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5</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900" u="none" strike="noStrike">
                          <a:effectLst/>
                        </a:rPr>
                        <a:t>3</a:t>
                      </a:r>
                      <a:endParaRPr lang="en-US" sz="9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1100" b="0" i="0" u="none" strike="noStrike" dirty="0">
                          <a:solidFill>
                            <a:srgbClr val="000000"/>
                          </a:solidFill>
                          <a:effectLst/>
                          <a:latin typeface="Calibri" panose="020F0502020204030204" pitchFamily="34" charset="0"/>
                        </a:rPr>
                        <a:t>5</a:t>
                      </a:r>
                    </a:p>
                  </a:txBody>
                  <a:tcPr marL="0" marR="0" marT="0" marB="0" anchor="b"/>
                </a:tc>
                <a:tc>
                  <a:txBody>
                    <a:bodyPr/>
                    <a:lstStyle/>
                    <a:p>
                      <a:pPr algn="r" fontAlgn="b"/>
                      <a:r>
                        <a:rPr lang="en-US" sz="1100" b="0" i="0" u="none" strike="noStrike" dirty="0">
                          <a:solidFill>
                            <a:srgbClr val="000000"/>
                          </a:solidFill>
                          <a:effectLst/>
                          <a:latin typeface="Calibri" panose="020F0502020204030204" pitchFamily="34" charset="0"/>
                        </a:rPr>
                        <a:t>3</a:t>
                      </a:r>
                    </a:p>
                  </a:txBody>
                  <a:tcPr marL="0" marR="0" marT="0" marB="0" anchor="b"/>
                </a:tc>
                <a:extLst>
                  <a:ext uri="{0D108BD9-81ED-4DB2-BD59-A6C34878D82A}">
                    <a16:rowId xmlns:a16="http://schemas.microsoft.com/office/drawing/2014/main" val="855734400"/>
                  </a:ext>
                </a:extLst>
              </a:tr>
              <a:tr h="273935">
                <a:tc>
                  <a:txBody>
                    <a:bodyPr/>
                    <a:lstStyle/>
                    <a:p>
                      <a:pPr algn="r" fontAlgn="b"/>
                      <a:r>
                        <a:rPr lang="en-US" sz="900" u="none" strike="noStrike" dirty="0">
                          <a:effectLst/>
                        </a:rPr>
                        <a:t>UFDF</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50</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6</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95%</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                            2 </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126</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1</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900" u="none" strike="noStrike" dirty="0">
                          <a:effectLst/>
                        </a:rPr>
                        <a:t>126</a:t>
                      </a:r>
                      <a:endParaRPr lang="en-US" sz="900" b="0" i="0" u="none" strike="noStrike" dirty="0">
                        <a:solidFill>
                          <a:srgbClr val="000000"/>
                        </a:solidFill>
                        <a:effectLst/>
                        <a:latin typeface="Calibri" panose="020F0502020204030204" pitchFamily="34" charset="0"/>
                      </a:endParaRP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0" marR="0" marT="0" marB="0" anchor="b">
                    <a:lnB w="12700" cap="flat" cmpd="sng" algn="ctr">
                      <a:solidFill>
                        <a:schemeClr val="tx1"/>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a:t>
                      </a:r>
                    </a:p>
                  </a:txBody>
                  <a:tcPr marL="0" marR="0" marT="0"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5381194"/>
                  </a:ext>
                </a:extLst>
              </a:tr>
              <a:tr h="155645">
                <a:tc>
                  <a:txBody>
                    <a:bodyPr/>
                    <a:lstStyle/>
                    <a:p>
                      <a:pPr algn="r" fontAlgn="b"/>
                      <a:r>
                        <a:rPr lang="en-US" sz="900" b="0" i="0" u="none" strike="noStrike" dirty="0">
                          <a:solidFill>
                            <a:srgbClr val="000000"/>
                          </a:solidFill>
                          <a:effectLst/>
                          <a:latin typeface="Calibri" panose="020F0502020204030204" pitchFamily="34" charset="0"/>
                        </a:rPr>
                        <a:t>Overall</a:t>
                      </a: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endParaRPr lang="en-US" sz="900" b="0" i="0" u="none" strike="noStrike">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endParaRPr lang="en-US" sz="900" b="0" i="0" u="none" strike="noStrike">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r>
                        <a:rPr lang="en-US" sz="900" u="none" strike="noStrike">
                          <a:effectLst/>
                        </a:rPr>
                        <a:t>59%</a:t>
                      </a:r>
                      <a:endParaRPr lang="en-US" sz="900" b="0" i="0" u="none" strike="noStrike">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r>
                        <a:rPr lang="en-US" sz="900" u="none" strike="noStrike" dirty="0">
                          <a:effectLst/>
                        </a:rPr>
                        <a:t>14*</a:t>
                      </a:r>
                      <a:endParaRPr lang="en-US" sz="900" b="0" i="0" u="none" strike="noStrike" dirty="0">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r>
                        <a:rPr lang="en-US" sz="900" b="0" i="0" u="none" strike="noStrike" dirty="0">
                          <a:solidFill>
                            <a:srgbClr val="000000"/>
                          </a:solidFill>
                          <a:effectLst/>
                          <a:latin typeface="Calibri" panose="020F0502020204030204" pitchFamily="34" charset="0"/>
                        </a:rPr>
                        <a:t>1960</a:t>
                      </a: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endParaRPr lang="en-US" sz="900" b="0" i="0" u="none" strike="noStrike" dirty="0">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r>
                        <a:rPr lang="en-US" sz="900" u="none" strike="noStrike" dirty="0">
                          <a:effectLst/>
                        </a:rPr>
                        <a:t>576</a:t>
                      </a:r>
                      <a:endParaRPr lang="en-US" sz="900" b="0" i="0" u="none" strike="noStrike" dirty="0">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l" fontAlgn="b"/>
                      <a:endParaRPr lang="en-US" sz="1100" b="0" i="0" u="none" strike="noStrike">
                        <a:solidFill>
                          <a:srgbClr val="000000"/>
                        </a:solidFill>
                        <a:effectLst/>
                        <a:latin typeface="Calibri" panose="020F0502020204030204" pitchFamily="34" charset="0"/>
                      </a:endParaRPr>
                    </a:p>
                  </a:txBody>
                  <a:tcPr marL="0" marR="0" marT="0" marB="0" anchor="b">
                    <a:lnT w="12700" cap="flat" cmpd="sng" algn="ctr">
                      <a:solidFill>
                        <a:schemeClr val="tx1"/>
                      </a:solidFill>
                      <a:prstDash val="solid"/>
                      <a:round/>
                      <a:headEnd type="none" w="med" len="med"/>
                      <a:tailEnd type="none" w="med" len="med"/>
                    </a:lnT>
                  </a:tcPr>
                </a:tc>
                <a:tc>
                  <a:txBody>
                    <a:bodyPr/>
                    <a:lstStyle/>
                    <a:p>
                      <a:pPr algn="r" fontAlgn="b"/>
                      <a:r>
                        <a:rPr lang="en-US" sz="1100" b="0" i="0" u="none" strike="noStrike" dirty="0">
                          <a:solidFill>
                            <a:srgbClr val="000000"/>
                          </a:solidFill>
                          <a:effectLst/>
                          <a:latin typeface="Calibri" panose="020F0502020204030204" pitchFamily="34" charset="0"/>
                        </a:rPr>
                        <a:t>158</a:t>
                      </a:r>
                    </a:p>
                  </a:txBody>
                  <a:tcPr marL="0" marR="0" marT="0"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90833013"/>
                  </a:ext>
                </a:extLst>
              </a:tr>
            </a:tbl>
          </a:graphicData>
        </a:graphic>
      </p:graphicFrame>
    </p:spTree>
    <p:extLst>
      <p:ext uri="{BB962C8B-B14F-4D97-AF65-F5344CB8AC3E}">
        <p14:creationId xmlns:p14="http://schemas.microsoft.com/office/powerpoint/2010/main" val="27106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B2023A-8621-AC4C-9105-684851A99F64}"/>
              </a:ext>
            </a:extLst>
          </p:cNvPr>
          <p:cNvSpPr>
            <a:spLocks noGrp="1"/>
          </p:cNvSpPr>
          <p:nvPr>
            <p:ph type="sldNum" sz="quarter" idx="4"/>
          </p:nvPr>
        </p:nvSpPr>
        <p:spPr/>
        <p:txBody>
          <a:bodyPr/>
          <a:lstStyle/>
          <a:p>
            <a:fld id="{3C4F54F3-C349-4609-AFEE-01462D5C7942}" type="slidenum">
              <a:rPr lang="en-GB" smtClean="0"/>
              <a:pPr/>
              <a:t>6</a:t>
            </a:fld>
            <a:endParaRPr lang="en-GB"/>
          </a:p>
        </p:txBody>
      </p:sp>
      <p:sp>
        <p:nvSpPr>
          <p:cNvPr id="3" name="Title 2">
            <a:extLst>
              <a:ext uri="{FF2B5EF4-FFF2-40B4-BE49-F238E27FC236}">
                <a16:creationId xmlns:a16="http://schemas.microsoft.com/office/drawing/2014/main" id="{9FA81B7F-6BEA-BB44-80D9-F136405F449C}"/>
              </a:ext>
            </a:extLst>
          </p:cNvPr>
          <p:cNvSpPr>
            <a:spLocks noGrp="1"/>
          </p:cNvSpPr>
          <p:nvPr>
            <p:ph type="title"/>
          </p:nvPr>
        </p:nvSpPr>
        <p:spPr/>
        <p:txBody>
          <a:bodyPr/>
          <a:lstStyle/>
          <a:p>
            <a:r>
              <a:rPr lang="en-US" dirty="0"/>
              <a:t>Figure 2</a:t>
            </a:r>
          </a:p>
        </p:txBody>
      </p:sp>
      <p:pic>
        <p:nvPicPr>
          <p:cNvPr id="6" name="Picture 5">
            <a:extLst>
              <a:ext uri="{FF2B5EF4-FFF2-40B4-BE49-F238E27FC236}">
                <a16:creationId xmlns:a16="http://schemas.microsoft.com/office/drawing/2014/main" id="{F1AA54D5-34C8-3B4B-AC80-240ACA0C22A0}"/>
              </a:ext>
            </a:extLst>
          </p:cNvPr>
          <p:cNvPicPr>
            <a:picLocks noChangeAspect="1"/>
          </p:cNvPicPr>
          <p:nvPr/>
        </p:nvPicPr>
        <p:blipFill>
          <a:blip r:embed="rId3"/>
          <a:stretch>
            <a:fillRect/>
          </a:stretch>
        </p:blipFill>
        <p:spPr>
          <a:xfrm>
            <a:off x="2584738" y="-65559"/>
            <a:ext cx="3974523" cy="5143500"/>
          </a:xfrm>
          <a:prstGeom prst="rect">
            <a:avLst/>
          </a:prstGeom>
        </p:spPr>
      </p:pic>
      <p:sp>
        <p:nvSpPr>
          <p:cNvPr id="5" name="TextBox 4">
            <a:extLst>
              <a:ext uri="{FF2B5EF4-FFF2-40B4-BE49-F238E27FC236}">
                <a16:creationId xmlns:a16="http://schemas.microsoft.com/office/drawing/2014/main" id="{95491DF9-FFF7-4D4C-A8C6-D6DA705E10D0}"/>
              </a:ext>
            </a:extLst>
          </p:cNvPr>
          <p:cNvSpPr txBox="1"/>
          <p:nvPr/>
        </p:nvSpPr>
        <p:spPr>
          <a:xfrm>
            <a:off x="318375" y="-53202"/>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3463934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BFD6E6-5934-224E-84B4-EEDA459D786A}"/>
              </a:ext>
            </a:extLst>
          </p:cNvPr>
          <p:cNvSpPr>
            <a:spLocks noGrp="1"/>
          </p:cNvSpPr>
          <p:nvPr>
            <p:ph type="sldNum" sz="quarter" idx="4"/>
          </p:nvPr>
        </p:nvSpPr>
        <p:spPr/>
        <p:txBody>
          <a:bodyPr/>
          <a:lstStyle/>
          <a:p>
            <a:fld id="{3C4F54F3-C349-4609-AFEE-01462D5C7942}" type="slidenum">
              <a:rPr lang="en-GB" smtClean="0"/>
              <a:pPr/>
              <a:t>7</a:t>
            </a:fld>
            <a:endParaRPr lang="en-GB"/>
          </a:p>
        </p:txBody>
      </p:sp>
      <p:sp>
        <p:nvSpPr>
          <p:cNvPr id="3" name="Title 2">
            <a:extLst>
              <a:ext uri="{FF2B5EF4-FFF2-40B4-BE49-F238E27FC236}">
                <a16:creationId xmlns:a16="http://schemas.microsoft.com/office/drawing/2014/main" id="{0DC5039A-E6D3-FB4D-BCAD-C617E1DB2E11}"/>
              </a:ext>
            </a:extLst>
          </p:cNvPr>
          <p:cNvSpPr>
            <a:spLocks noGrp="1"/>
          </p:cNvSpPr>
          <p:nvPr>
            <p:ph type="title"/>
          </p:nvPr>
        </p:nvSpPr>
        <p:spPr/>
        <p:txBody>
          <a:bodyPr/>
          <a:lstStyle/>
          <a:p>
            <a:r>
              <a:rPr lang="en-US" dirty="0"/>
              <a:t>Figure 2b: Layout of plant at 8 tons per year with ILC</a:t>
            </a:r>
          </a:p>
        </p:txBody>
      </p:sp>
      <p:grpSp>
        <p:nvGrpSpPr>
          <p:cNvPr id="4" name="Group 3">
            <a:extLst>
              <a:ext uri="{FF2B5EF4-FFF2-40B4-BE49-F238E27FC236}">
                <a16:creationId xmlns:a16="http://schemas.microsoft.com/office/drawing/2014/main" id="{2F403EE0-49EA-2140-AC4F-D99142CC6412}"/>
              </a:ext>
            </a:extLst>
          </p:cNvPr>
          <p:cNvGrpSpPr/>
          <p:nvPr/>
        </p:nvGrpSpPr>
        <p:grpSpPr>
          <a:xfrm>
            <a:off x="820718" y="1054307"/>
            <a:ext cx="694149" cy="2416035"/>
            <a:chOff x="543432" y="6319648"/>
            <a:chExt cx="694149" cy="2416035"/>
          </a:xfrm>
        </p:grpSpPr>
        <p:sp>
          <p:nvSpPr>
            <p:cNvPr id="5" name="Rounded Rectangle 4">
              <a:extLst>
                <a:ext uri="{FF2B5EF4-FFF2-40B4-BE49-F238E27FC236}">
                  <a16:creationId xmlns:a16="http://schemas.microsoft.com/office/drawing/2014/main" id="{4485E273-54F3-AF41-8BB9-7CD3D3CCD9CE}"/>
                </a:ext>
              </a:extLst>
            </p:cNvPr>
            <p:cNvSpPr/>
            <p:nvPr/>
          </p:nvSpPr>
          <p:spPr>
            <a:xfrm>
              <a:off x="616120" y="7090386"/>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err="1"/>
                <a:t>ProA</a:t>
              </a:r>
              <a:endParaRPr lang="en-US" sz="1100" dirty="0"/>
            </a:p>
          </p:txBody>
        </p:sp>
        <p:sp>
          <p:nvSpPr>
            <p:cNvPr id="6" name="Rounded Rectangle 5">
              <a:extLst>
                <a:ext uri="{FF2B5EF4-FFF2-40B4-BE49-F238E27FC236}">
                  <a16:creationId xmlns:a16="http://schemas.microsoft.com/office/drawing/2014/main" id="{BF7A9652-58A6-0A45-BC5D-2C1A09B36FEB}"/>
                </a:ext>
              </a:extLst>
            </p:cNvPr>
            <p:cNvSpPr/>
            <p:nvPr/>
          </p:nvSpPr>
          <p:spPr>
            <a:xfrm>
              <a:off x="616120" y="7367370"/>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VI</a:t>
              </a:r>
            </a:p>
          </p:txBody>
        </p:sp>
        <p:sp>
          <p:nvSpPr>
            <p:cNvPr id="7" name="Rounded Rectangle 6">
              <a:extLst>
                <a:ext uri="{FF2B5EF4-FFF2-40B4-BE49-F238E27FC236}">
                  <a16:creationId xmlns:a16="http://schemas.microsoft.com/office/drawing/2014/main" id="{79699682-E39D-8E45-A70F-194D66E0AD5B}"/>
                </a:ext>
              </a:extLst>
            </p:cNvPr>
            <p:cNvSpPr/>
            <p:nvPr/>
          </p:nvSpPr>
          <p:spPr>
            <a:xfrm>
              <a:off x="616120" y="7644354"/>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AEX</a:t>
              </a:r>
            </a:p>
          </p:txBody>
        </p:sp>
        <p:sp>
          <p:nvSpPr>
            <p:cNvPr id="8" name="Rounded Rectangle 7">
              <a:extLst>
                <a:ext uri="{FF2B5EF4-FFF2-40B4-BE49-F238E27FC236}">
                  <a16:creationId xmlns:a16="http://schemas.microsoft.com/office/drawing/2014/main" id="{D6D4E650-78CC-B541-AFEF-E0CC243C9078}"/>
                </a:ext>
              </a:extLst>
            </p:cNvPr>
            <p:cNvSpPr/>
            <p:nvPr/>
          </p:nvSpPr>
          <p:spPr>
            <a:xfrm>
              <a:off x="616120" y="7921338"/>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CEX</a:t>
              </a:r>
            </a:p>
          </p:txBody>
        </p:sp>
        <p:sp>
          <p:nvSpPr>
            <p:cNvPr id="9" name="Rounded Rectangle 8">
              <a:extLst>
                <a:ext uri="{FF2B5EF4-FFF2-40B4-BE49-F238E27FC236}">
                  <a16:creationId xmlns:a16="http://schemas.microsoft.com/office/drawing/2014/main" id="{F61267C9-BE23-AD40-890A-315099112346}"/>
                </a:ext>
              </a:extLst>
            </p:cNvPr>
            <p:cNvSpPr/>
            <p:nvPr/>
          </p:nvSpPr>
          <p:spPr>
            <a:xfrm>
              <a:off x="616120" y="8198322"/>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VRF</a:t>
              </a:r>
            </a:p>
          </p:txBody>
        </p:sp>
        <p:sp>
          <p:nvSpPr>
            <p:cNvPr id="10" name="Rounded Rectangle 9">
              <a:extLst>
                <a:ext uri="{FF2B5EF4-FFF2-40B4-BE49-F238E27FC236}">
                  <a16:creationId xmlns:a16="http://schemas.microsoft.com/office/drawing/2014/main" id="{7B450A11-4195-4A4F-ABFB-437EEC39E548}"/>
                </a:ext>
              </a:extLst>
            </p:cNvPr>
            <p:cNvSpPr/>
            <p:nvPr/>
          </p:nvSpPr>
          <p:spPr>
            <a:xfrm>
              <a:off x="616120" y="8475306"/>
              <a:ext cx="548774" cy="2603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t>UFDF</a:t>
              </a:r>
            </a:p>
          </p:txBody>
        </p:sp>
        <p:grpSp>
          <p:nvGrpSpPr>
            <p:cNvPr id="11" name="Group 10">
              <a:extLst>
                <a:ext uri="{FF2B5EF4-FFF2-40B4-BE49-F238E27FC236}">
                  <a16:creationId xmlns:a16="http://schemas.microsoft.com/office/drawing/2014/main" id="{A5B12315-88AB-5046-B939-28E46B1C4A33}"/>
                </a:ext>
              </a:extLst>
            </p:cNvPr>
            <p:cNvGrpSpPr/>
            <p:nvPr/>
          </p:nvGrpSpPr>
          <p:grpSpPr>
            <a:xfrm>
              <a:off x="543432" y="6319648"/>
              <a:ext cx="694149" cy="692946"/>
              <a:chOff x="2704343" y="459522"/>
              <a:chExt cx="694149" cy="692946"/>
            </a:xfrm>
          </p:grpSpPr>
          <p:sp>
            <p:nvSpPr>
              <p:cNvPr id="12" name="Rectangle 11">
                <a:extLst>
                  <a:ext uri="{FF2B5EF4-FFF2-40B4-BE49-F238E27FC236}">
                    <a16:creationId xmlns:a16="http://schemas.microsoft.com/office/drawing/2014/main" id="{EDBA49F3-C941-6A47-8AB0-CC80A433A9B3}"/>
                  </a:ext>
                </a:extLst>
              </p:cNvPr>
              <p:cNvSpPr/>
              <p:nvPr/>
            </p:nvSpPr>
            <p:spPr>
              <a:xfrm>
                <a:off x="2705247" y="459522"/>
                <a:ext cx="693245" cy="6929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277A186-2B0C-F249-A8CB-D4D387610075}"/>
                  </a:ext>
                </a:extLst>
              </p:cNvPr>
              <p:cNvSpPr/>
              <p:nvPr/>
            </p:nvSpPr>
            <p:spPr>
              <a:xfrm>
                <a:off x="2705247" y="459522"/>
                <a:ext cx="250723" cy="2212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E766742-D418-FD4C-A975-32D656FCCB9C}"/>
                  </a:ext>
                </a:extLst>
              </p:cNvPr>
              <p:cNvSpPr/>
              <p:nvPr/>
            </p:nvSpPr>
            <p:spPr>
              <a:xfrm>
                <a:off x="3139296" y="470799"/>
                <a:ext cx="250723" cy="2212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BD7A82E-DAA8-924F-91AB-56881D5327E9}"/>
                  </a:ext>
                </a:extLst>
              </p:cNvPr>
              <p:cNvSpPr/>
              <p:nvPr/>
            </p:nvSpPr>
            <p:spPr>
              <a:xfrm>
                <a:off x="3140392" y="929226"/>
                <a:ext cx="250723" cy="2212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3202F4E-316D-A645-80CB-B8C1C8938142}"/>
                  </a:ext>
                </a:extLst>
              </p:cNvPr>
              <p:cNvSpPr/>
              <p:nvPr/>
            </p:nvSpPr>
            <p:spPr>
              <a:xfrm>
                <a:off x="2704343" y="929226"/>
                <a:ext cx="250723" cy="2212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B6B96AF0-78CC-E045-AFD9-E3242C6AFA10}"/>
                  </a:ext>
                </a:extLst>
              </p:cNvPr>
              <p:cNvGrpSpPr/>
              <p:nvPr/>
            </p:nvGrpSpPr>
            <p:grpSpPr>
              <a:xfrm>
                <a:off x="2848417" y="611883"/>
                <a:ext cx="406905" cy="388224"/>
                <a:chOff x="2848418" y="593900"/>
                <a:chExt cx="406905" cy="388224"/>
              </a:xfrm>
            </p:grpSpPr>
            <p:sp>
              <p:nvSpPr>
                <p:cNvPr id="18" name="Oval 17">
                  <a:extLst>
                    <a:ext uri="{FF2B5EF4-FFF2-40B4-BE49-F238E27FC236}">
                      <a16:creationId xmlns:a16="http://schemas.microsoft.com/office/drawing/2014/main" id="{47AD112A-0239-6F45-B0B0-E7BA8C80E353}"/>
                    </a:ext>
                  </a:extLst>
                </p:cNvPr>
                <p:cNvSpPr/>
                <p:nvPr/>
              </p:nvSpPr>
              <p:spPr>
                <a:xfrm>
                  <a:off x="2972917" y="593900"/>
                  <a:ext cx="157907" cy="160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8ADC6F1-4B91-4442-97EB-F445BF241028}"/>
                    </a:ext>
                  </a:extLst>
                </p:cNvPr>
                <p:cNvSpPr/>
                <p:nvPr/>
              </p:nvSpPr>
              <p:spPr>
                <a:xfrm>
                  <a:off x="3097416" y="708000"/>
                  <a:ext cx="157907" cy="160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8733B26-EA8E-F441-BC73-417CCB021457}"/>
                    </a:ext>
                  </a:extLst>
                </p:cNvPr>
                <p:cNvSpPr/>
                <p:nvPr/>
              </p:nvSpPr>
              <p:spPr>
                <a:xfrm>
                  <a:off x="2848418" y="708000"/>
                  <a:ext cx="157907" cy="160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5DBD784-25D4-DF46-A55F-70F6B1D36D4D}"/>
                    </a:ext>
                  </a:extLst>
                </p:cNvPr>
                <p:cNvSpPr/>
                <p:nvPr/>
              </p:nvSpPr>
              <p:spPr>
                <a:xfrm>
                  <a:off x="2972917" y="822101"/>
                  <a:ext cx="157907" cy="1600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22" name="TextBox 21">
            <a:extLst>
              <a:ext uri="{FF2B5EF4-FFF2-40B4-BE49-F238E27FC236}">
                <a16:creationId xmlns:a16="http://schemas.microsoft.com/office/drawing/2014/main" id="{AA311E77-22B0-8147-9AF4-8F3327CF7DD5}"/>
              </a:ext>
            </a:extLst>
          </p:cNvPr>
          <p:cNvSpPr txBox="1"/>
          <p:nvPr/>
        </p:nvSpPr>
        <p:spPr>
          <a:xfrm>
            <a:off x="140275" y="684990"/>
            <a:ext cx="2147030" cy="369332"/>
          </a:xfrm>
          <a:prstGeom prst="rect">
            <a:avLst/>
          </a:prstGeom>
          <a:noFill/>
        </p:spPr>
        <p:txBody>
          <a:bodyPr wrap="square" rtlCol="0">
            <a:spAutoFit/>
          </a:bodyPr>
          <a:lstStyle/>
          <a:p>
            <a:pPr algn="ctr"/>
            <a:r>
              <a:rPr lang="en-US" dirty="0"/>
              <a:t>Stage 3: 4x2000L</a:t>
            </a:r>
          </a:p>
        </p:txBody>
      </p:sp>
      <p:grpSp>
        <p:nvGrpSpPr>
          <p:cNvPr id="23" name="Group 22">
            <a:extLst>
              <a:ext uri="{FF2B5EF4-FFF2-40B4-BE49-F238E27FC236}">
                <a16:creationId xmlns:a16="http://schemas.microsoft.com/office/drawing/2014/main" id="{7A20A792-0D8D-464A-BCF9-A31FCD7E7DD4}"/>
              </a:ext>
            </a:extLst>
          </p:cNvPr>
          <p:cNvGrpSpPr/>
          <p:nvPr/>
        </p:nvGrpSpPr>
        <p:grpSpPr>
          <a:xfrm>
            <a:off x="1761707" y="1099781"/>
            <a:ext cx="1367600" cy="274320"/>
            <a:chOff x="3084225" y="871028"/>
            <a:chExt cx="1367600" cy="274320"/>
          </a:xfrm>
        </p:grpSpPr>
        <p:sp>
          <p:nvSpPr>
            <p:cNvPr id="24" name="Rounded Rectangle 23">
              <a:extLst>
                <a:ext uri="{FF2B5EF4-FFF2-40B4-BE49-F238E27FC236}">
                  <a16:creationId xmlns:a16="http://schemas.microsoft.com/office/drawing/2014/main" id="{B0697B2F-BAE4-4647-BB25-FE686C289993}"/>
                </a:ext>
              </a:extLst>
            </p:cNvPr>
            <p:cNvSpPr/>
            <p:nvPr/>
          </p:nvSpPr>
          <p:spPr>
            <a:xfrm>
              <a:off x="3084225"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Rounded Rectangle 24">
              <a:extLst>
                <a:ext uri="{FF2B5EF4-FFF2-40B4-BE49-F238E27FC236}">
                  <a16:creationId xmlns:a16="http://schemas.microsoft.com/office/drawing/2014/main" id="{B8E8E787-EFFF-8343-82AB-386E9932B86A}"/>
                </a:ext>
              </a:extLst>
            </p:cNvPr>
            <p:cNvSpPr/>
            <p:nvPr/>
          </p:nvSpPr>
          <p:spPr>
            <a:xfrm>
              <a:off x="3448652"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Rounded Rectangle 25">
              <a:extLst>
                <a:ext uri="{FF2B5EF4-FFF2-40B4-BE49-F238E27FC236}">
                  <a16:creationId xmlns:a16="http://schemas.microsoft.com/office/drawing/2014/main" id="{2683989C-62F4-5748-BB56-2210627D70AD}"/>
                </a:ext>
              </a:extLst>
            </p:cNvPr>
            <p:cNvSpPr/>
            <p:nvPr/>
          </p:nvSpPr>
          <p:spPr>
            <a:xfrm>
              <a:off x="3813078"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Rounded Rectangle 26">
              <a:extLst>
                <a:ext uri="{FF2B5EF4-FFF2-40B4-BE49-F238E27FC236}">
                  <a16:creationId xmlns:a16="http://schemas.microsoft.com/office/drawing/2014/main" id="{C757B236-1FB0-AD43-8B4E-0DEE52C33F94}"/>
                </a:ext>
              </a:extLst>
            </p:cNvPr>
            <p:cNvSpPr/>
            <p:nvPr/>
          </p:nvSpPr>
          <p:spPr>
            <a:xfrm>
              <a:off x="4177505"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3A123A4E-08AC-AD4F-AF7D-29D34B715EA6}"/>
              </a:ext>
            </a:extLst>
          </p:cNvPr>
          <p:cNvGrpSpPr/>
          <p:nvPr/>
        </p:nvGrpSpPr>
        <p:grpSpPr>
          <a:xfrm>
            <a:off x="1793125" y="2325834"/>
            <a:ext cx="1732026" cy="274320"/>
            <a:chOff x="3084225" y="2289933"/>
            <a:chExt cx="1732026" cy="274320"/>
          </a:xfrm>
        </p:grpSpPr>
        <p:sp>
          <p:nvSpPr>
            <p:cNvPr id="29" name="Rounded Rectangle 28">
              <a:extLst>
                <a:ext uri="{FF2B5EF4-FFF2-40B4-BE49-F238E27FC236}">
                  <a16:creationId xmlns:a16="http://schemas.microsoft.com/office/drawing/2014/main" id="{DB3CEFF9-903D-8C42-84A1-8552DCBEC389}"/>
                </a:ext>
              </a:extLst>
            </p:cNvPr>
            <p:cNvSpPr/>
            <p:nvPr/>
          </p:nvSpPr>
          <p:spPr>
            <a:xfrm>
              <a:off x="3084225" y="2289933"/>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0" name="Rounded Rectangle 29">
              <a:extLst>
                <a:ext uri="{FF2B5EF4-FFF2-40B4-BE49-F238E27FC236}">
                  <a16:creationId xmlns:a16="http://schemas.microsoft.com/office/drawing/2014/main" id="{AC496A0D-29DF-A942-B37C-951443B22D6F}"/>
                </a:ext>
              </a:extLst>
            </p:cNvPr>
            <p:cNvSpPr/>
            <p:nvPr/>
          </p:nvSpPr>
          <p:spPr>
            <a:xfrm>
              <a:off x="3448652" y="2289933"/>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Rounded Rectangle 30">
              <a:extLst>
                <a:ext uri="{FF2B5EF4-FFF2-40B4-BE49-F238E27FC236}">
                  <a16:creationId xmlns:a16="http://schemas.microsoft.com/office/drawing/2014/main" id="{D3701CB1-CEF6-F344-B04A-E207784DBFD3}"/>
                </a:ext>
              </a:extLst>
            </p:cNvPr>
            <p:cNvSpPr/>
            <p:nvPr/>
          </p:nvSpPr>
          <p:spPr>
            <a:xfrm>
              <a:off x="3813078" y="2289933"/>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Rounded Rectangle 31">
              <a:extLst>
                <a:ext uri="{FF2B5EF4-FFF2-40B4-BE49-F238E27FC236}">
                  <a16:creationId xmlns:a16="http://schemas.microsoft.com/office/drawing/2014/main" id="{C2011241-96D3-244F-87AD-4D415FF46D8E}"/>
                </a:ext>
              </a:extLst>
            </p:cNvPr>
            <p:cNvSpPr/>
            <p:nvPr/>
          </p:nvSpPr>
          <p:spPr>
            <a:xfrm>
              <a:off x="4177505" y="2289933"/>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 name="Rounded Rectangle 32">
              <a:extLst>
                <a:ext uri="{FF2B5EF4-FFF2-40B4-BE49-F238E27FC236}">
                  <a16:creationId xmlns:a16="http://schemas.microsoft.com/office/drawing/2014/main" id="{7D28D6B9-ECD7-0640-9021-748704510F85}"/>
                </a:ext>
              </a:extLst>
            </p:cNvPr>
            <p:cNvSpPr/>
            <p:nvPr/>
          </p:nvSpPr>
          <p:spPr>
            <a:xfrm>
              <a:off x="4541931" y="2289933"/>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aphicFrame>
        <p:nvGraphicFramePr>
          <p:cNvPr id="34" name="Table 33">
            <a:extLst>
              <a:ext uri="{FF2B5EF4-FFF2-40B4-BE49-F238E27FC236}">
                <a16:creationId xmlns:a16="http://schemas.microsoft.com/office/drawing/2014/main" id="{72695C6E-E543-2E45-8BFF-99EAE4CBC4B4}"/>
              </a:ext>
            </a:extLst>
          </p:cNvPr>
          <p:cNvGraphicFramePr>
            <a:graphicFrameLocks noGrp="1"/>
          </p:cNvGraphicFramePr>
          <p:nvPr>
            <p:extLst>
              <p:ext uri="{D42A27DB-BD31-4B8C-83A1-F6EECF244321}">
                <p14:modId xmlns:p14="http://schemas.microsoft.com/office/powerpoint/2010/main" val="2107065786"/>
              </p:ext>
            </p:extLst>
          </p:nvPr>
        </p:nvGraphicFramePr>
        <p:xfrm>
          <a:off x="5312836" y="1355622"/>
          <a:ext cx="2730500" cy="3472381"/>
        </p:xfrm>
        <a:graphic>
          <a:graphicData uri="http://schemas.openxmlformats.org/drawingml/2006/table">
            <a:tbl>
              <a:tblPr firstRow="1" firstCol="1" bandRow="1">
                <a:tableStyleId>{073A0DAA-6AF3-43AB-8588-CEC1D06C72B9}</a:tableStyleId>
              </a:tblPr>
              <a:tblGrid>
                <a:gridCol w="1957760">
                  <a:extLst>
                    <a:ext uri="{9D8B030D-6E8A-4147-A177-3AD203B41FA5}">
                      <a16:colId xmlns:a16="http://schemas.microsoft.com/office/drawing/2014/main" val="2359146277"/>
                    </a:ext>
                  </a:extLst>
                </a:gridCol>
                <a:gridCol w="772740">
                  <a:extLst>
                    <a:ext uri="{9D8B030D-6E8A-4147-A177-3AD203B41FA5}">
                      <a16:colId xmlns:a16="http://schemas.microsoft.com/office/drawing/2014/main" val="952468563"/>
                    </a:ext>
                  </a:extLst>
                </a:gridCol>
              </a:tblGrid>
              <a:tr h="272418">
                <a:tc>
                  <a:txBody>
                    <a:bodyPr/>
                    <a:lstStyle/>
                    <a:p>
                      <a:r>
                        <a:rPr lang="en-US" sz="1200" dirty="0"/>
                        <a:t>Stage</a:t>
                      </a:r>
                    </a:p>
                  </a:txBody>
                  <a:tcPr/>
                </a:tc>
                <a:tc>
                  <a:txBody>
                    <a:bodyPr/>
                    <a:lstStyle/>
                    <a:p>
                      <a:r>
                        <a:rPr lang="en-US" sz="1200" dirty="0"/>
                        <a:t>Stage 3</a:t>
                      </a:r>
                    </a:p>
                  </a:txBody>
                  <a:tcPr/>
                </a:tc>
                <a:extLst>
                  <a:ext uri="{0D108BD9-81ED-4DB2-BD59-A6C34878D82A}">
                    <a16:rowId xmlns:a16="http://schemas.microsoft.com/office/drawing/2014/main" val="2822372467"/>
                  </a:ext>
                </a:extLst>
              </a:tr>
              <a:tr h="272418">
                <a:tc>
                  <a:txBody>
                    <a:bodyPr/>
                    <a:lstStyle/>
                    <a:p>
                      <a:r>
                        <a:rPr lang="en-US" sz="1200" dirty="0"/>
                        <a:t>Bioreactors</a:t>
                      </a:r>
                    </a:p>
                  </a:txBody>
                  <a:tcPr/>
                </a:tc>
                <a:tc>
                  <a:txBody>
                    <a:bodyPr/>
                    <a:lstStyle/>
                    <a:p>
                      <a:r>
                        <a:rPr lang="en-US" sz="1200" dirty="0"/>
                        <a:t>N-1: 4x500</a:t>
                      </a:r>
                    </a:p>
                    <a:p>
                      <a:r>
                        <a:rPr lang="en-US" sz="1200" dirty="0"/>
                        <a:t>N: 4x2000L</a:t>
                      </a:r>
                    </a:p>
                  </a:txBody>
                  <a:tcPr/>
                </a:tc>
                <a:extLst>
                  <a:ext uri="{0D108BD9-81ED-4DB2-BD59-A6C34878D82A}">
                    <a16:rowId xmlns:a16="http://schemas.microsoft.com/office/drawing/2014/main" val="1001246592"/>
                  </a:ext>
                </a:extLst>
              </a:tr>
              <a:tr h="272418">
                <a:tc>
                  <a:txBody>
                    <a:bodyPr/>
                    <a:lstStyle/>
                    <a:p>
                      <a:r>
                        <a:rPr lang="en-US" sz="1200" dirty="0"/>
                        <a:t>Batch Size</a:t>
                      </a:r>
                    </a:p>
                  </a:txBody>
                  <a:tcPr/>
                </a:tc>
                <a:tc>
                  <a:txBody>
                    <a:bodyPr/>
                    <a:lstStyle/>
                    <a:p>
                      <a:r>
                        <a:rPr lang="en-US" sz="1200" dirty="0"/>
                        <a:t>500kg</a:t>
                      </a:r>
                    </a:p>
                  </a:txBody>
                  <a:tcPr/>
                </a:tc>
                <a:extLst>
                  <a:ext uri="{0D108BD9-81ED-4DB2-BD59-A6C34878D82A}">
                    <a16:rowId xmlns:a16="http://schemas.microsoft.com/office/drawing/2014/main" val="1351846650"/>
                  </a:ext>
                </a:extLst>
              </a:tr>
              <a:tr h="272418">
                <a:tc>
                  <a:txBody>
                    <a:bodyPr/>
                    <a:lstStyle/>
                    <a:p>
                      <a:r>
                        <a:rPr lang="en-US" sz="1200" dirty="0"/>
                        <a:t>Yearly Plant Capacity</a:t>
                      </a:r>
                    </a:p>
                  </a:txBody>
                  <a:tcPr/>
                </a:tc>
                <a:tc>
                  <a:txBody>
                    <a:bodyPr/>
                    <a:lstStyle/>
                    <a:p>
                      <a:r>
                        <a:rPr lang="en-US" sz="1200" dirty="0"/>
                        <a:t>9 tons</a:t>
                      </a:r>
                    </a:p>
                  </a:txBody>
                  <a:tcPr/>
                </a:tc>
                <a:extLst>
                  <a:ext uri="{0D108BD9-81ED-4DB2-BD59-A6C34878D82A}">
                    <a16:rowId xmlns:a16="http://schemas.microsoft.com/office/drawing/2014/main" val="2130159913"/>
                  </a:ext>
                </a:extLst>
              </a:tr>
              <a:tr h="420708">
                <a:tc>
                  <a:txBody>
                    <a:bodyPr/>
                    <a:lstStyle/>
                    <a:p>
                      <a:r>
                        <a:rPr lang="en-US" sz="1200" dirty="0"/>
                        <a:t>Media Volume Required per batch</a:t>
                      </a:r>
                    </a:p>
                  </a:txBody>
                  <a:tcPr/>
                </a:tc>
                <a:tc>
                  <a:txBody>
                    <a:bodyPr/>
                    <a:lstStyle/>
                    <a:p>
                      <a:r>
                        <a:rPr lang="en-US" sz="1200" dirty="0"/>
                        <a:t>80,000L</a:t>
                      </a:r>
                    </a:p>
                  </a:txBody>
                  <a:tcPr/>
                </a:tc>
                <a:extLst>
                  <a:ext uri="{0D108BD9-81ED-4DB2-BD59-A6C34878D82A}">
                    <a16:rowId xmlns:a16="http://schemas.microsoft.com/office/drawing/2014/main" val="2244839088"/>
                  </a:ext>
                </a:extLst>
              </a:tr>
              <a:tr h="420708">
                <a:tc>
                  <a:txBody>
                    <a:bodyPr/>
                    <a:lstStyle/>
                    <a:p>
                      <a:r>
                        <a:rPr lang="en-US" sz="1200" dirty="0"/>
                        <a:t>Buffer Volume Required Per batch</a:t>
                      </a:r>
                    </a:p>
                  </a:txBody>
                  <a:tcPr/>
                </a:tc>
                <a:tc>
                  <a:txBody>
                    <a:bodyPr/>
                    <a:lstStyle/>
                    <a:p>
                      <a:r>
                        <a:rPr lang="en-US" sz="1200" dirty="0"/>
                        <a:t>80,000L</a:t>
                      </a:r>
                    </a:p>
                  </a:txBody>
                  <a:tcPr/>
                </a:tc>
                <a:extLst>
                  <a:ext uri="{0D108BD9-81ED-4DB2-BD59-A6C34878D82A}">
                    <a16:rowId xmlns:a16="http://schemas.microsoft.com/office/drawing/2014/main" val="908877171"/>
                  </a:ext>
                </a:extLst>
              </a:tr>
              <a:tr h="420708">
                <a:tc>
                  <a:txBody>
                    <a:bodyPr/>
                    <a:lstStyle/>
                    <a:p>
                      <a:r>
                        <a:rPr lang="en-US" sz="1200" dirty="0"/>
                        <a:t>Water Required Per day</a:t>
                      </a:r>
                    </a:p>
                  </a:txBody>
                  <a:tcPr/>
                </a:tc>
                <a:tc>
                  <a:txBody>
                    <a:bodyPr/>
                    <a:lstStyle/>
                    <a:p>
                      <a:r>
                        <a:rPr lang="en-US" sz="1200" dirty="0"/>
                        <a:t>50,000L</a:t>
                      </a:r>
                    </a:p>
                  </a:txBody>
                  <a:tcPr/>
                </a:tc>
                <a:extLst>
                  <a:ext uri="{0D108BD9-81ED-4DB2-BD59-A6C34878D82A}">
                    <a16:rowId xmlns:a16="http://schemas.microsoft.com/office/drawing/2014/main" val="1976651489"/>
                  </a:ext>
                </a:extLst>
              </a:tr>
              <a:tr h="491353">
                <a:tc>
                  <a:txBody>
                    <a:bodyPr/>
                    <a:lstStyle/>
                    <a:p>
                      <a:r>
                        <a:rPr lang="en-US" sz="1200" dirty="0"/>
                        <a:t>Chromatography Skid Maximum Flowrate</a:t>
                      </a:r>
                    </a:p>
                  </a:txBody>
                  <a:tcPr/>
                </a:tc>
                <a:tc>
                  <a:txBody>
                    <a:bodyPr/>
                    <a:lstStyle/>
                    <a:p>
                      <a:r>
                        <a:rPr lang="en-US" sz="1200" dirty="0"/>
                        <a:t>13L/min</a:t>
                      </a:r>
                    </a:p>
                  </a:txBody>
                  <a:tcPr/>
                </a:tc>
                <a:extLst>
                  <a:ext uri="{0D108BD9-81ED-4DB2-BD59-A6C34878D82A}">
                    <a16:rowId xmlns:a16="http://schemas.microsoft.com/office/drawing/2014/main" val="669800429"/>
                  </a:ext>
                </a:extLst>
              </a:tr>
            </a:tbl>
          </a:graphicData>
        </a:graphic>
      </p:graphicFrame>
      <p:sp>
        <p:nvSpPr>
          <p:cNvPr id="35" name="TextBox 34">
            <a:extLst>
              <a:ext uri="{FF2B5EF4-FFF2-40B4-BE49-F238E27FC236}">
                <a16:creationId xmlns:a16="http://schemas.microsoft.com/office/drawing/2014/main" id="{2B4A311F-02A1-344C-BC4E-D142D0343499}"/>
              </a:ext>
            </a:extLst>
          </p:cNvPr>
          <p:cNvSpPr txBox="1"/>
          <p:nvPr/>
        </p:nvSpPr>
        <p:spPr>
          <a:xfrm>
            <a:off x="1906502" y="726918"/>
            <a:ext cx="2618760" cy="276999"/>
          </a:xfrm>
          <a:prstGeom prst="rect">
            <a:avLst/>
          </a:prstGeom>
          <a:noFill/>
        </p:spPr>
        <p:txBody>
          <a:bodyPr wrap="square" rtlCol="0">
            <a:spAutoFit/>
          </a:bodyPr>
          <a:lstStyle/>
          <a:p>
            <a:pPr algn="ctr"/>
            <a:r>
              <a:rPr lang="en-US" sz="1200" dirty="0"/>
              <a:t>16x5000L single use containers</a:t>
            </a:r>
          </a:p>
        </p:txBody>
      </p:sp>
      <p:cxnSp>
        <p:nvCxnSpPr>
          <p:cNvPr id="36" name="Straight Connector 35">
            <a:extLst>
              <a:ext uri="{FF2B5EF4-FFF2-40B4-BE49-F238E27FC236}">
                <a16:creationId xmlns:a16="http://schemas.microsoft.com/office/drawing/2014/main" id="{4A29713A-5E9E-5A43-ADEA-265287D7FA89}"/>
              </a:ext>
            </a:extLst>
          </p:cNvPr>
          <p:cNvCxnSpPr>
            <a:cxnSpLocks/>
          </p:cNvCxnSpPr>
          <p:nvPr/>
        </p:nvCxnSpPr>
        <p:spPr>
          <a:xfrm>
            <a:off x="1639096" y="1092076"/>
            <a:ext cx="14166" cy="2344314"/>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6DD8248D-E00E-C04E-9972-EAE834B4897A}"/>
              </a:ext>
            </a:extLst>
          </p:cNvPr>
          <p:cNvGrpSpPr/>
          <p:nvPr/>
        </p:nvGrpSpPr>
        <p:grpSpPr>
          <a:xfrm>
            <a:off x="1761459" y="1417833"/>
            <a:ext cx="1367600" cy="274320"/>
            <a:chOff x="3084225" y="871028"/>
            <a:chExt cx="1367600" cy="274320"/>
          </a:xfrm>
        </p:grpSpPr>
        <p:sp>
          <p:nvSpPr>
            <p:cNvPr id="38" name="Rounded Rectangle 37">
              <a:extLst>
                <a:ext uri="{FF2B5EF4-FFF2-40B4-BE49-F238E27FC236}">
                  <a16:creationId xmlns:a16="http://schemas.microsoft.com/office/drawing/2014/main" id="{7BED6BC0-C9D0-0647-8567-3AD6D25554C1}"/>
                </a:ext>
              </a:extLst>
            </p:cNvPr>
            <p:cNvSpPr/>
            <p:nvPr/>
          </p:nvSpPr>
          <p:spPr>
            <a:xfrm>
              <a:off x="3084225"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 name="Rounded Rectangle 38">
              <a:extLst>
                <a:ext uri="{FF2B5EF4-FFF2-40B4-BE49-F238E27FC236}">
                  <a16:creationId xmlns:a16="http://schemas.microsoft.com/office/drawing/2014/main" id="{DE3035EC-28F1-5944-BF60-C8B95C8E45F1}"/>
                </a:ext>
              </a:extLst>
            </p:cNvPr>
            <p:cNvSpPr/>
            <p:nvPr/>
          </p:nvSpPr>
          <p:spPr>
            <a:xfrm>
              <a:off x="3448652"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 name="Rounded Rectangle 39">
              <a:extLst>
                <a:ext uri="{FF2B5EF4-FFF2-40B4-BE49-F238E27FC236}">
                  <a16:creationId xmlns:a16="http://schemas.microsoft.com/office/drawing/2014/main" id="{84FCAA15-134D-934F-AD78-40325BC07D3C}"/>
                </a:ext>
              </a:extLst>
            </p:cNvPr>
            <p:cNvSpPr/>
            <p:nvPr/>
          </p:nvSpPr>
          <p:spPr>
            <a:xfrm>
              <a:off x="3813078"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 name="Rounded Rectangle 40">
              <a:extLst>
                <a:ext uri="{FF2B5EF4-FFF2-40B4-BE49-F238E27FC236}">
                  <a16:creationId xmlns:a16="http://schemas.microsoft.com/office/drawing/2014/main" id="{FFF62DBD-5622-B241-A037-673F77A56373}"/>
                </a:ext>
              </a:extLst>
            </p:cNvPr>
            <p:cNvSpPr/>
            <p:nvPr/>
          </p:nvSpPr>
          <p:spPr>
            <a:xfrm>
              <a:off x="4177505"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2" name="Group 41">
            <a:extLst>
              <a:ext uri="{FF2B5EF4-FFF2-40B4-BE49-F238E27FC236}">
                <a16:creationId xmlns:a16="http://schemas.microsoft.com/office/drawing/2014/main" id="{3199D460-52D7-A84C-BE4C-5C46F88338E0}"/>
              </a:ext>
            </a:extLst>
          </p:cNvPr>
          <p:cNvGrpSpPr/>
          <p:nvPr/>
        </p:nvGrpSpPr>
        <p:grpSpPr>
          <a:xfrm>
            <a:off x="3208237" y="1099781"/>
            <a:ext cx="1367600" cy="274320"/>
            <a:chOff x="3084225" y="871028"/>
            <a:chExt cx="1367600" cy="274320"/>
          </a:xfrm>
        </p:grpSpPr>
        <p:sp>
          <p:nvSpPr>
            <p:cNvPr id="43" name="Rounded Rectangle 42">
              <a:extLst>
                <a:ext uri="{FF2B5EF4-FFF2-40B4-BE49-F238E27FC236}">
                  <a16:creationId xmlns:a16="http://schemas.microsoft.com/office/drawing/2014/main" id="{7AC7A47B-0161-9C44-A886-89246E108D68}"/>
                </a:ext>
              </a:extLst>
            </p:cNvPr>
            <p:cNvSpPr/>
            <p:nvPr/>
          </p:nvSpPr>
          <p:spPr>
            <a:xfrm>
              <a:off x="3084225"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4" name="Rounded Rectangle 43">
              <a:extLst>
                <a:ext uri="{FF2B5EF4-FFF2-40B4-BE49-F238E27FC236}">
                  <a16:creationId xmlns:a16="http://schemas.microsoft.com/office/drawing/2014/main" id="{5F7856C8-8DEE-0849-A2A7-811ADE45C600}"/>
                </a:ext>
              </a:extLst>
            </p:cNvPr>
            <p:cNvSpPr/>
            <p:nvPr/>
          </p:nvSpPr>
          <p:spPr>
            <a:xfrm>
              <a:off x="3448652"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Rounded Rectangle 44">
              <a:extLst>
                <a:ext uri="{FF2B5EF4-FFF2-40B4-BE49-F238E27FC236}">
                  <a16:creationId xmlns:a16="http://schemas.microsoft.com/office/drawing/2014/main" id="{41CD174E-5DF2-954D-9FDF-42C430477473}"/>
                </a:ext>
              </a:extLst>
            </p:cNvPr>
            <p:cNvSpPr/>
            <p:nvPr/>
          </p:nvSpPr>
          <p:spPr>
            <a:xfrm>
              <a:off x="3813078"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 name="Rounded Rectangle 45">
              <a:extLst>
                <a:ext uri="{FF2B5EF4-FFF2-40B4-BE49-F238E27FC236}">
                  <a16:creationId xmlns:a16="http://schemas.microsoft.com/office/drawing/2014/main" id="{1440E7FE-60A1-EF4E-9BC4-939B7467DB74}"/>
                </a:ext>
              </a:extLst>
            </p:cNvPr>
            <p:cNvSpPr/>
            <p:nvPr/>
          </p:nvSpPr>
          <p:spPr>
            <a:xfrm>
              <a:off x="4177505"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7" name="Group 46">
            <a:extLst>
              <a:ext uri="{FF2B5EF4-FFF2-40B4-BE49-F238E27FC236}">
                <a16:creationId xmlns:a16="http://schemas.microsoft.com/office/drawing/2014/main" id="{216F57A5-3DAA-AD4B-8D54-4CAC03DDFFBB}"/>
              </a:ext>
            </a:extLst>
          </p:cNvPr>
          <p:cNvGrpSpPr/>
          <p:nvPr/>
        </p:nvGrpSpPr>
        <p:grpSpPr>
          <a:xfrm>
            <a:off x="3206989" y="1417833"/>
            <a:ext cx="1367600" cy="274320"/>
            <a:chOff x="3084225" y="871028"/>
            <a:chExt cx="1367600" cy="274320"/>
          </a:xfrm>
        </p:grpSpPr>
        <p:sp>
          <p:nvSpPr>
            <p:cNvPr id="48" name="Rounded Rectangle 47">
              <a:extLst>
                <a:ext uri="{FF2B5EF4-FFF2-40B4-BE49-F238E27FC236}">
                  <a16:creationId xmlns:a16="http://schemas.microsoft.com/office/drawing/2014/main" id="{D666BC3E-FF75-B241-A9F0-0567D57CBC10}"/>
                </a:ext>
              </a:extLst>
            </p:cNvPr>
            <p:cNvSpPr/>
            <p:nvPr/>
          </p:nvSpPr>
          <p:spPr>
            <a:xfrm>
              <a:off x="3084225"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 name="Rounded Rectangle 48">
              <a:extLst>
                <a:ext uri="{FF2B5EF4-FFF2-40B4-BE49-F238E27FC236}">
                  <a16:creationId xmlns:a16="http://schemas.microsoft.com/office/drawing/2014/main" id="{706BE071-D8EF-DF47-B23B-7EA6B4327441}"/>
                </a:ext>
              </a:extLst>
            </p:cNvPr>
            <p:cNvSpPr/>
            <p:nvPr/>
          </p:nvSpPr>
          <p:spPr>
            <a:xfrm>
              <a:off x="3448652"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0" name="Rounded Rectangle 49">
              <a:extLst>
                <a:ext uri="{FF2B5EF4-FFF2-40B4-BE49-F238E27FC236}">
                  <a16:creationId xmlns:a16="http://schemas.microsoft.com/office/drawing/2014/main" id="{23886F2D-0A63-D64D-A313-2BCC65DCFF47}"/>
                </a:ext>
              </a:extLst>
            </p:cNvPr>
            <p:cNvSpPr/>
            <p:nvPr/>
          </p:nvSpPr>
          <p:spPr>
            <a:xfrm>
              <a:off x="3813078"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1" name="Rounded Rectangle 50">
              <a:extLst>
                <a:ext uri="{FF2B5EF4-FFF2-40B4-BE49-F238E27FC236}">
                  <a16:creationId xmlns:a16="http://schemas.microsoft.com/office/drawing/2014/main" id="{F79D2C8B-E90D-2541-BBB9-F5F6D6E6B4E7}"/>
                </a:ext>
              </a:extLst>
            </p:cNvPr>
            <p:cNvSpPr/>
            <p:nvPr/>
          </p:nvSpPr>
          <p:spPr>
            <a:xfrm>
              <a:off x="4177505" y="871028"/>
              <a:ext cx="274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52" name="TextBox 51">
            <a:extLst>
              <a:ext uri="{FF2B5EF4-FFF2-40B4-BE49-F238E27FC236}">
                <a16:creationId xmlns:a16="http://schemas.microsoft.com/office/drawing/2014/main" id="{66C726C0-4E6D-AB4E-8911-EB63823B20C2}"/>
              </a:ext>
            </a:extLst>
          </p:cNvPr>
          <p:cNvSpPr txBox="1"/>
          <p:nvPr/>
        </p:nvSpPr>
        <p:spPr>
          <a:xfrm>
            <a:off x="1704384" y="2025747"/>
            <a:ext cx="2618760" cy="276999"/>
          </a:xfrm>
          <a:prstGeom prst="rect">
            <a:avLst/>
          </a:prstGeom>
          <a:noFill/>
        </p:spPr>
        <p:txBody>
          <a:bodyPr wrap="square" rtlCol="0">
            <a:spAutoFit/>
          </a:bodyPr>
          <a:lstStyle/>
          <a:p>
            <a:pPr algn="ctr"/>
            <a:r>
              <a:rPr lang="en-US" sz="1200" dirty="0"/>
              <a:t>5x5000L single use containers</a:t>
            </a:r>
          </a:p>
        </p:txBody>
      </p:sp>
    </p:spTree>
    <p:extLst>
      <p:ext uri="{BB962C8B-B14F-4D97-AF65-F5344CB8AC3E}">
        <p14:creationId xmlns:p14="http://schemas.microsoft.com/office/powerpoint/2010/main" val="3498304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4E8502-A5B2-2A49-9456-87CDEBE95C5F}"/>
              </a:ext>
            </a:extLst>
          </p:cNvPr>
          <p:cNvSpPr>
            <a:spLocks noGrp="1"/>
          </p:cNvSpPr>
          <p:nvPr>
            <p:ph type="sldNum" sz="quarter" idx="4"/>
          </p:nvPr>
        </p:nvSpPr>
        <p:spPr>
          <a:xfrm>
            <a:off x="-681085" y="4738610"/>
            <a:ext cx="396000" cy="162000"/>
          </a:xfrm>
        </p:spPr>
        <p:txBody>
          <a:bodyPr/>
          <a:lstStyle/>
          <a:p>
            <a:fld id="{3C4F54F3-C349-4609-AFEE-01462D5C7942}" type="slidenum">
              <a:rPr lang="en-GB" smtClean="0"/>
              <a:pPr/>
              <a:t>8</a:t>
            </a:fld>
            <a:endParaRPr lang="en-GB"/>
          </a:p>
        </p:txBody>
      </p:sp>
      <p:sp>
        <p:nvSpPr>
          <p:cNvPr id="3" name="Title 2">
            <a:extLst>
              <a:ext uri="{FF2B5EF4-FFF2-40B4-BE49-F238E27FC236}">
                <a16:creationId xmlns:a16="http://schemas.microsoft.com/office/drawing/2014/main" id="{649B7E96-2E75-F64B-AD03-0B4926C03917}"/>
              </a:ext>
            </a:extLst>
          </p:cNvPr>
          <p:cNvSpPr>
            <a:spLocks noGrp="1"/>
          </p:cNvSpPr>
          <p:nvPr>
            <p:ph type="title"/>
          </p:nvPr>
        </p:nvSpPr>
        <p:spPr>
          <a:xfrm>
            <a:off x="189174" y="251551"/>
            <a:ext cx="8765651" cy="504000"/>
          </a:xfrm>
        </p:spPr>
        <p:txBody>
          <a:bodyPr/>
          <a:lstStyle/>
          <a:p>
            <a:r>
              <a:rPr lang="en-US" dirty="0"/>
              <a:t>Figure 5A: Batch-wise UFDF</a:t>
            </a:r>
          </a:p>
        </p:txBody>
      </p:sp>
      <p:sp>
        <p:nvSpPr>
          <p:cNvPr id="5" name="Rounded Rectangle 4">
            <a:extLst>
              <a:ext uri="{FF2B5EF4-FFF2-40B4-BE49-F238E27FC236}">
                <a16:creationId xmlns:a16="http://schemas.microsoft.com/office/drawing/2014/main" id="{C8118E87-F5B1-F945-B73B-1717169D120C}"/>
              </a:ext>
            </a:extLst>
          </p:cNvPr>
          <p:cNvSpPr/>
          <p:nvPr/>
        </p:nvSpPr>
        <p:spPr>
          <a:xfrm>
            <a:off x="1541124" y="2555224"/>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Conc 1 tank</a:t>
            </a:r>
          </a:p>
        </p:txBody>
      </p:sp>
      <p:grpSp>
        <p:nvGrpSpPr>
          <p:cNvPr id="9" name="Group 8">
            <a:extLst>
              <a:ext uri="{FF2B5EF4-FFF2-40B4-BE49-F238E27FC236}">
                <a16:creationId xmlns:a16="http://schemas.microsoft.com/office/drawing/2014/main" id="{E43D9FEF-B700-CB40-B07F-0883DA0289B7}"/>
              </a:ext>
            </a:extLst>
          </p:cNvPr>
          <p:cNvGrpSpPr/>
          <p:nvPr/>
        </p:nvGrpSpPr>
        <p:grpSpPr>
          <a:xfrm>
            <a:off x="964196" y="3295659"/>
            <a:ext cx="217967" cy="281762"/>
            <a:chOff x="1578937" y="3827721"/>
            <a:chExt cx="217967" cy="281762"/>
          </a:xfrm>
        </p:grpSpPr>
        <p:sp>
          <p:nvSpPr>
            <p:cNvPr id="7" name="Oval 6">
              <a:extLst>
                <a:ext uri="{FF2B5EF4-FFF2-40B4-BE49-F238E27FC236}">
                  <a16:creationId xmlns:a16="http://schemas.microsoft.com/office/drawing/2014/main" id="{E9EC243E-8EEE-EB41-8E89-7AD19D798571}"/>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30475570-29DC-8C45-9A3E-D5A106C19DC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4FBAF67-26F3-004E-9040-9573F7980DAB}"/>
              </a:ext>
            </a:extLst>
          </p:cNvPr>
          <p:cNvGrpSpPr/>
          <p:nvPr/>
        </p:nvGrpSpPr>
        <p:grpSpPr>
          <a:xfrm rot="16200000">
            <a:off x="456779" y="3263585"/>
            <a:ext cx="215904" cy="244900"/>
            <a:chOff x="5475212" y="3011672"/>
            <a:chExt cx="1012728" cy="1137683"/>
          </a:xfrm>
        </p:grpSpPr>
        <p:sp>
          <p:nvSpPr>
            <p:cNvPr id="6" name="Rectangle 5">
              <a:extLst>
                <a:ext uri="{FF2B5EF4-FFF2-40B4-BE49-F238E27FC236}">
                  <a16:creationId xmlns:a16="http://schemas.microsoft.com/office/drawing/2014/main" id="{ED2D860A-385C-2D45-AAF4-07CAE79B1655}"/>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064FDD32-5390-8044-AB9A-52AB72696A0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0AA19441-9F0B-CE46-B3CA-721FC3912A98}"/>
              </a:ext>
            </a:extLst>
          </p:cNvPr>
          <p:cNvGrpSpPr/>
          <p:nvPr/>
        </p:nvGrpSpPr>
        <p:grpSpPr>
          <a:xfrm>
            <a:off x="401947" y="3845391"/>
            <a:ext cx="336645" cy="118280"/>
            <a:chOff x="1183488" y="4417325"/>
            <a:chExt cx="336645" cy="118280"/>
          </a:xfrm>
        </p:grpSpPr>
        <p:cxnSp>
          <p:nvCxnSpPr>
            <p:cNvPr id="27" name="Straight Connector 26">
              <a:extLst>
                <a:ext uri="{FF2B5EF4-FFF2-40B4-BE49-F238E27FC236}">
                  <a16:creationId xmlns:a16="http://schemas.microsoft.com/office/drawing/2014/main" id="{9F7B7BE9-893D-4646-B904-245B9AF2CD0F}"/>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54CE74D-04EC-DF4B-9DDE-DE4A18B879F7}"/>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43274DA-370E-714D-AFF4-BE391B4B823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52" name="Elbow Connector 51">
            <a:extLst>
              <a:ext uri="{FF2B5EF4-FFF2-40B4-BE49-F238E27FC236}">
                <a16:creationId xmlns:a16="http://schemas.microsoft.com/office/drawing/2014/main" id="{5DEE531C-A1F7-7542-A7C2-EEFB2A30F85C}"/>
              </a:ext>
            </a:extLst>
          </p:cNvPr>
          <p:cNvCxnSpPr>
            <a:cxnSpLocks/>
            <a:stCxn id="6" idx="1"/>
          </p:cNvCxnSpPr>
          <p:nvPr/>
        </p:nvCxnSpPr>
        <p:spPr>
          <a:xfrm rot="16200000" flipH="1">
            <a:off x="407823" y="3650895"/>
            <a:ext cx="342306" cy="2849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3E8859D6-D493-F34B-B98C-86B4E0519FE5}"/>
              </a:ext>
            </a:extLst>
          </p:cNvPr>
          <p:cNvSpPr txBox="1"/>
          <p:nvPr/>
        </p:nvSpPr>
        <p:spPr>
          <a:xfrm>
            <a:off x="0" y="4491150"/>
            <a:ext cx="3055721" cy="646331"/>
          </a:xfrm>
          <a:prstGeom prst="rect">
            <a:avLst/>
          </a:prstGeom>
          <a:noFill/>
        </p:spPr>
        <p:txBody>
          <a:bodyPr wrap="square" rtlCol="0">
            <a:spAutoFit/>
          </a:bodyPr>
          <a:lstStyle/>
          <a:p>
            <a:r>
              <a:rPr lang="en-US" dirty="0"/>
              <a:t>Small UF for end-to-end daily concentration</a:t>
            </a:r>
          </a:p>
        </p:txBody>
      </p:sp>
      <p:grpSp>
        <p:nvGrpSpPr>
          <p:cNvPr id="55" name="Group 54">
            <a:extLst>
              <a:ext uri="{FF2B5EF4-FFF2-40B4-BE49-F238E27FC236}">
                <a16:creationId xmlns:a16="http://schemas.microsoft.com/office/drawing/2014/main" id="{FF91412D-92B6-174F-B775-CF5219A771F7}"/>
              </a:ext>
            </a:extLst>
          </p:cNvPr>
          <p:cNvGrpSpPr/>
          <p:nvPr/>
        </p:nvGrpSpPr>
        <p:grpSpPr>
          <a:xfrm>
            <a:off x="2677420" y="1728247"/>
            <a:ext cx="217967" cy="281762"/>
            <a:chOff x="1578937" y="3827721"/>
            <a:chExt cx="217967" cy="281762"/>
          </a:xfrm>
        </p:grpSpPr>
        <p:sp>
          <p:nvSpPr>
            <p:cNvPr id="56" name="Oval 55">
              <a:extLst>
                <a:ext uri="{FF2B5EF4-FFF2-40B4-BE49-F238E27FC236}">
                  <a16:creationId xmlns:a16="http://schemas.microsoft.com/office/drawing/2014/main" id="{A33B6D6A-09C6-5B4F-BE90-87B5927C487A}"/>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Triangle 56">
              <a:extLst>
                <a:ext uri="{FF2B5EF4-FFF2-40B4-BE49-F238E27FC236}">
                  <a16:creationId xmlns:a16="http://schemas.microsoft.com/office/drawing/2014/main" id="{E3583B44-7BC3-DD48-9B28-32DCC192D5B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365DF414-4EDB-D342-957C-1C7AC37A2671}"/>
              </a:ext>
            </a:extLst>
          </p:cNvPr>
          <p:cNvGrpSpPr/>
          <p:nvPr/>
        </p:nvGrpSpPr>
        <p:grpSpPr>
          <a:xfrm rot="5400000">
            <a:off x="3665596" y="3221402"/>
            <a:ext cx="215904" cy="244900"/>
            <a:chOff x="5475212" y="3011672"/>
            <a:chExt cx="1012728" cy="1137683"/>
          </a:xfrm>
        </p:grpSpPr>
        <p:sp>
          <p:nvSpPr>
            <p:cNvPr id="62" name="Rectangle 61">
              <a:extLst>
                <a:ext uri="{FF2B5EF4-FFF2-40B4-BE49-F238E27FC236}">
                  <a16:creationId xmlns:a16="http://schemas.microsoft.com/office/drawing/2014/main" id="{6A5CC2A0-DA0B-DD40-A61C-6D56938BC3F7}"/>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15F1AED3-719E-884C-9ABC-CBE9CB95B53B}"/>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9" name="Group 78">
            <a:extLst>
              <a:ext uri="{FF2B5EF4-FFF2-40B4-BE49-F238E27FC236}">
                <a16:creationId xmlns:a16="http://schemas.microsoft.com/office/drawing/2014/main" id="{46F3DAE9-1EE2-894E-A271-451B4C9F627D}"/>
              </a:ext>
            </a:extLst>
          </p:cNvPr>
          <p:cNvGrpSpPr/>
          <p:nvPr/>
        </p:nvGrpSpPr>
        <p:grpSpPr>
          <a:xfrm>
            <a:off x="2956362" y="3730395"/>
            <a:ext cx="217967" cy="281762"/>
            <a:chOff x="1578937" y="3827721"/>
            <a:chExt cx="217967" cy="281762"/>
          </a:xfrm>
          <a:solidFill>
            <a:schemeClr val="accent2">
              <a:lumMod val="75000"/>
              <a:lumOff val="25000"/>
            </a:schemeClr>
          </a:solidFill>
        </p:grpSpPr>
        <p:sp>
          <p:nvSpPr>
            <p:cNvPr id="80" name="Oval 79">
              <a:extLst>
                <a:ext uri="{FF2B5EF4-FFF2-40B4-BE49-F238E27FC236}">
                  <a16:creationId xmlns:a16="http://schemas.microsoft.com/office/drawing/2014/main" id="{75B759C4-0F2C-214D-8412-8EFF445B8802}"/>
                </a:ext>
              </a:extLst>
            </p:cNvPr>
            <p:cNvSpPr/>
            <p:nvPr/>
          </p:nvSpPr>
          <p:spPr>
            <a:xfrm>
              <a:off x="1618809" y="3827721"/>
              <a:ext cx="138223" cy="180753"/>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Triangle 80">
              <a:extLst>
                <a:ext uri="{FF2B5EF4-FFF2-40B4-BE49-F238E27FC236}">
                  <a16:creationId xmlns:a16="http://schemas.microsoft.com/office/drawing/2014/main" id="{4F4D4036-FDD7-484B-AF05-C15252337D85}"/>
                </a:ext>
              </a:extLst>
            </p:cNvPr>
            <p:cNvSpPr/>
            <p:nvPr/>
          </p:nvSpPr>
          <p:spPr>
            <a:xfrm>
              <a:off x="1578937" y="3907464"/>
              <a:ext cx="217967" cy="202019"/>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8" name="Rounded Rectangle 87">
            <a:extLst>
              <a:ext uri="{FF2B5EF4-FFF2-40B4-BE49-F238E27FC236}">
                <a16:creationId xmlns:a16="http://schemas.microsoft.com/office/drawing/2014/main" id="{97F73698-4A86-9340-9E91-875DCD64D6BC}"/>
              </a:ext>
            </a:extLst>
          </p:cNvPr>
          <p:cNvSpPr/>
          <p:nvPr/>
        </p:nvSpPr>
        <p:spPr>
          <a:xfrm>
            <a:off x="2657300" y="2574162"/>
            <a:ext cx="819292" cy="8890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DF tank</a:t>
            </a:r>
          </a:p>
        </p:txBody>
      </p:sp>
      <p:cxnSp>
        <p:nvCxnSpPr>
          <p:cNvPr id="24" name="Elbow Connector 23">
            <a:extLst>
              <a:ext uri="{FF2B5EF4-FFF2-40B4-BE49-F238E27FC236}">
                <a16:creationId xmlns:a16="http://schemas.microsoft.com/office/drawing/2014/main" id="{6CA754FF-3248-5D47-A53A-6537D42F3F5E}"/>
              </a:ext>
            </a:extLst>
          </p:cNvPr>
          <p:cNvCxnSpPr>
            <a:cxnSpLocks/>
            <a:stCxn id="62" idx="2"/>
            <a:endCxn id="88" idx="0"/>
          </p:cNvCxnSpPr>
          <p:nvPr/>
        </p:nvCxnSpPr>
        <p:spPr>
          <a:xfrm rot="10800000">
            <a:off x="3066946" y="2574162"/>
            <a:ext cx="584152" cy="769690"/>
          </a:xfrm>
          <a:prstGeom prst="bentConnector4">
            <a:avLst>
              <a:gd name="adj1" fmla="val 16178"/>
              <a:gd name="adj2" fmla="val 1297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41" name="Rounded Rectangle 40">
            <a:extLst>
              <a:ext uri="{FF2B5EF4-FFF2-40B4-BE49-F238E27FC236}">
                <a16:creationId xmlns:a16="http://schemas.microsoft.com/office/drawing/2014/main" id="{0AB53DFE-C1EA-F741-9516-5185BD37230D}"/>
              </a:ext>
            </a:extLst>
          </p:cNvPr>
          <p:cNvSpPr/>
          <p:nvPr/>
        </p:nvSpPr>
        <p:spPr>
          <a:xfrm>
            <a:off x="4831160" y="1016485"/>
            <a:ext cx="1547207" cy="22471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Lot Pool Tank</a:t>
            </a:r>
          </a:p>
        </p:txBody>
      </p:sp>
      <p:cxnSp>
        <p:nvCxnSpPr>
          <p:cNvPr id="49" name="Elbow Connector 48">
            <a:extLst>
              <a:ext uri="{FF2B5EF4-FFF2-40B4-BE49-F238E27FC236}">
                <a16:creationId xmlns:a16="http://schemas.microsoft.com/office/drawing/2014/main" id="{71B2DD3D-476E-9E42-B88D-D82FF2AA9983}"/>
              </a:ext>
            </a:extLst>
          </p:cNvPr>
          <p:cNvCxnSpPr>
            <a:stCxn id="56" idx="6"/>
            <a:endCxn id="88" idx="0"/>
          </p:cNvCxnSpPr>
          <p:nvPr/>
        </p:nvCxnSpPr>
        <p:spPr>
          <a:xfrm>
            <a:off x="2855515" y="1818624"/>
            <a:ext cx="211431" cy="75553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EAB48597-0736-4448-91CC-B3EF1AE2420F}"/>
              </a:ext>
            </a:extLst>
          </p:cNvPr>
          <p:cNvCxnSpPr>
            <a:endCxn id="56" idx="2"/>
          </p:cNvCxnSpPr>
          <p:nvPr/>
        </p:nvCxnSpPr>
        <p:spPr>
          <a:xfrm>
            <a:off x="2387942" y="1816946"/>
            <a:ext cx="329350" cy="167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3ECE4313-5368-5349-A964-2B9BCE2284F7}"/>
              </a:ext>
            </a:extLst>
          </p:cNvPr>
          <p:cNvSpPr txBox="1"/>
          <p:nvPr/>
        </p:nvSpPr>
        <p:spPr>
          <a:xfrm>
            <a:off x="1324405" y="1513681"/>
            <a:ext cx="1392887" cy="369332"/>
          </a:xfrm>
          <a:prstGeom prst="rect">
            <a:avLst/>
          </a:prstGeom>
          <a:noFill/>
        </p:spPr>
        <p:txBody>
          <a:bodyPr wrap="square" rtlCol="0">
            <a:spAutoFit/>
          </a:bodyPr>
          <a:lstStyle/>
          <a:p>
            <a:r>
              <a:rPr lang="en-US" dirty="0"/>
              <a:t>DF solution</a:t>
            </a:r>
          </a:p>
        </p:txBody>
      </p:sp>
      <p:grpSp>
        <p:nvGrpSpPr>
          <p:cNvPr id="103" name="Group 102">
            <a:extLst>
              <a:ext uri="{FF2B5EF4-FFF2-40B4-BE49-F238E27FC236}">
                <a16:creationId xmlns:a16="http://schemas.microsoft.com/office/drawing/2014/main" id="{D6B292DD-701A-AE41-817E-383A6722451A}"/>
              </a:ext>
            </a:extLst>
          </p:cNvPr>
          <p:cNvGrpSpPr/>
          <p:nvPr/>
        </p:nvGrpSpPr>
        <p:grpSpPr>
          <a:xfrm rot="5400000">
            <a:off x="6688245" y="2470478"/>
            <a:ext cx="215904" cy="244900"/>
            <a:chOff x="5475212" y="3011672"/>
            <a:chExt cx="1012728" cy="1137683"/>
          </a:xfrm>
        </p:grpSpPr>
        <p:sp>
          <p:nvSpPr>
            <p:cNvPr id="104" name="Rectangle 103">
              <a:extLst>
                <a:ext uri="{FF2B5EF4-FFF2-40B4-BE49-F238E27FC236}">
                  <a16:creationId xmlns:a16="http://schemas.microsoft.com/office/drawing/2014/main" id="{D20C8CC8-1AB6-1148-982F-A90AFA12ECB0}"/>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C9393A55-07AB-3E45-8455-DEF6B64C365D}"/>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6" name="Group 105">
            <a:extLst>
              <a:ext uri="{FF2B5EF4-FFF2-40B4-BE49-F238E27FC236}">
                <a16:creationId xmlns:a16="http://schemas.microsoft.com/office/drawing/2014/main" id="{5E3118E6-4E39-E749-AE39-4036423D84AC}"/>
              </a:ext>
            </a:extLst>
          </p:cNvPr>
          <p:cNvGrpSpPr/>
          <p:nvPr/>
        </p:nvGrpSpPr>
        <p:grpSpPr>
          <a:xfrm>
            <a:off x="6684319" y="2889570"/>
            <a:ext cx="217967" cy="281762"/>
            <a:chOff x="1578937" y="3827721"/>
            <a:chExt cx="217967" cy="281762"/>
          </a:xfrm>
        </p:grpSpPr>
        <p:sp>
          <p:nvSpPr>
            <p:cNvPr id="107" name="Oval 106">
              <a:extLst>
                <a:ext uri="{FF2B5EF4-FFF2-40B4-BE49-F238E27FC236}">
                  <a16:creationId xmlns:a16="http://schemas.microsoft.com/office/drawing/2014/main" id="{F00A2F16-2AFB-6149-A027-92B686643DEC}"/>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 name="Triangle 107">
              <a:extLst>
                <a:ext uri="{FF2B5EF4-FFF2-40B4-BE49-F238E27FC236}">
                  <a16:creationId xmlns:a16="http://schemas.microsoft.com/office/drawing/2014/main" id="{DBC83BBC-EBA6-0D44-AABD-1925E83FCD8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09" name="Straight Arrow Connector 108">
            <a:extLst>
              <a:ext uri="{FF2B5EF4-FFF2-40B4-BE49-F238E27FC236}">
                <a16:creationId xmlns:a16="http://schemas.microsoft.com/office/drawing/2014/main" id="{FBD0C724-7FFB-5C41-8C8B-508AC6E90097}"/>
              </a:ext>
            </a:extLst>
          </p:cNvPr>
          <p:cNvCxnSpPr>
            <a:endCxn id="107" idx="2"/>
          </p:cNvCxnSpPr>
          <p:nvPr/>
        </p:nvCxnSpPr>
        <p:spPr>
          <a:xfrm>
            <a:off x="6398767" y="2970747"/>
            <a:ext cx="325423" cy="920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5" name="Elbow Connector 14">
            <a:extLst>
              <a:ext uri="{FF2B5EF4-FFF2-40B4-BE49-F238E27FC236}">
                <a16:creationId xmlns:a16="http://schemas.microsoft.com/office/drawing/2014/main" id="{1C069723-DCD9-AA4F-B71E-2B0CC12794E8}"/>
              </a:ext>
            </a:extLst>
          </p:cNvPr>
          <p:cNvCxnSpPr>
            <a:cxnSpLocks/>
            <a:stCxn id="104" idx="2"/>
          </p:cNvCxnSpPr>
          <p:nvPr/>
        </p:nvCxnSpPr>
        <p:spPr>
          <a:xfrm rot="10800000" flipV="1">
            <a:off x="6333005" y="2592928"/>
            <a:ext cx="340743" cy="19351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111" name="Group 110">
            <a:extLst>
              <a:ext uri="{FF2B5EF4-FFF2-40B4-BE49-F238E27FC236}">
                <a16:creationId xmlns:a16="http://schemas.microsoft.com/office/drawing/2014/main" id="{EF8613A7-04D6-754E-A09D-33BF736D845D}"/>
              </a:ext>
            </a:extLst>
          </p:cNvPr>
          <p:cNvGrpSpPr/>
          <p:nvPr/>
        </p:nvGrpSpPr>
        <p:grpSpPr>
          <a:xfrm>
            <a:off x="7489294" y="3390407"/>
            <a:ext cx="336645" cy="118280"/>
            <a:chOff x="1183488" y="4417325"/>
            <a:chExt cx="336645" cy="118280"/>
          </a:xfrm>
        </p:grpSpPr>
        <p:cxnSp>
          <p:nvCxnSpPr>
            <p:cNvPr id="112" name="Straight Connector 111">
              <a:extLst>
                <a:ext uri="{FF2B5EF4-FFF2-40B4-BE49-F238E27FC236}">
                  <a16:creationId xmlns:a16="http://schemas.microsoft.com/office/drawing/2014/main" id="{6548E74D-D8C2-0746-A0D3-22A8A333D329}"/>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21920E67-5235-E543-A5DD-689DF87B79CD}"/>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534874A9-70FC-3047-9AE1-AEBB543229A4}"/>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11" name="Elbow Connector 10">
            <a:extLst>
              <a:ext uri="{FF2B5EF4-FFF2-40B4-BE49-F238E27FC236}">
                <a16:creationId xmlns:a16="http://schemas.microsoft.com/office/drawing/2014/main" id="{373E1BCE-CE78-2045-B810-4041AA835377}"/>
              </a:ext>
            </a:extLst>
          </p:cNvPr>
          <p:cNvCxnSpPr>
            <a:endCxn id="5" idx="0"/>
          </p:cNvCxnSpPr>
          <p:nvPr/>
        </p:nvCxnSpPr>
        <p:spPr>
          <a:xfrm>
            <a:off x="978614" y="2327536"/>
            <a:ext cx="972156" cy="22768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495E74D1-5136-564E-B93F-4EFF6CDC94BD}"/>
              </a:ext>
            </a:extLst>
          </p:cNvPr>
          <p:cNvSpPr txBox="1"/>
          <p:nvPr/>
        </p:nvSpPr>
        <p:spPr>
          <a:xfrm>
            <a:off x="145289" y="1934877"/>
            <a:ext cx="2151041" cy="369332"/>
          </a:xfrm>
          <a:prstGeom prst="rect">
            <a:avLst/>
          </a:prstGeom>
          <a:noFill/>
        </p:spPr>
        <p:txBody>
          <a:bodyPr wrap="square" rtlCol="0">
            <a:spAutoFit/>
          </a:bodyPr>
          <a:lstStyle/>
          <a:p>
            <a:r>
              <a:rPr lang="en-US" dirty="0"/>
              <a:t>Product Stream </a:t>
            </a:r>
          </a:p>
        </p:txBody>
      </p:sp>
      <p:cxnSp>
        <p:nvCxnSpPr>
          <p:cNvPr id="12" name="Elbow Connector 11">
            <a:extLst>
              <a:ext uri="{FF2B5EF4-FFF2-40B4-BE49-F238E27FC236}">
                <a16:creationId xmlns:a16="http://schemas.microsoft.com/office/drawing/2014/main" id="{1B4D7D29-C700-0B4A-A236-54F580401C28}"/>
              </a:ext>
            </a:extLst>
          </p:cNvPr>
          <p:cNvCxnSpPr>
            <a:cxnSpLocks/>
            <a:stCxn id="62" idx="0"/>
          </p:cNvCxnSpPr>
          <p:nvPr/>
        </p:nvCxnSpPr>
        <p:spPr>
          <a:xfrm>
            <a:off x="3895998" y="3343852"/>
            <a:ext cx="429132" cy="622817"/>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F57DF2E3-CECD-3A45-AF94-BDE436DE4CFA}"/>
              </a:ext>
            </a:extLst>
          </p:cNvPr>
          <p:cNvGrpSpPr/>
          <p:nvPr/>
        </p:nvGrpSpPr>
        <p:grpSpPr>
          <a:xfrm>
            <a:off x="4149953" y="4021259"/>
            <a:ext cx="336645" cy="118280"/>
            <a:chOff x="1183488" y="4417325"/>
            <a:chExt cx="336645" cy="118280"/>
          </a:xfrm>
        </p:grpSpPr>
        <p:cxnSp>
          <p:nvCxnSpPr>
            <p:cNvPr id="60" name="Straight Connector 59">
              <a:extLst>
                <a:ext uri="{FF2B5EF4-FFF2-40B4-BE49-F238E27FC236}">
                  <a16:creationId xmlns:a16="http://schemas.microsoft.com/office/drawing/2014/main" id="{76C26BD3-AA09-684F-8EF5-1ACDCA58714E}"/>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4E81AB5C-7934-964F-9CC8-96CCC3310E15}"/>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C6296A82-F39F-C847-AE3E-3689F2205B66}"/>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72" name="Elbow Connector 71">
            <a:extLst>
              <a:ext uri="{FF2B5EF4-FFF2-40B4-BE49-F238E27FC236}">
                <a16:creationId xmlns:a16="http://schemas.microsoft.com/office/drawing/2014/main" id="{AD150E87-C91D-3549-B0C3-1213A304B630}"/>
              </a:ext>
            </a:extLst>
          </p:cNvPr>
          <p:cNvCxnSpPr>
            <a:cxnSpLocks/>
            <a:stCxn id="107" idx="0"/>
            <a:endCxn id="104" idx="3"/>
          </p:cNvCxnSpPr>
          <p:nvPr/>
        </p:nvCxnSpPr>
        <p:spPr>
          <a:xfrm rot="5400000" flipH="1" flipV="1">
            <a:off x="6700405" y="2793778"/>
            <a:ext cx="188690" cy="2894"/>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7" name="Elbow Connector 76">
            <a:extLst>
              <a:ext uri="{FF2B5EF4-FFF2-40B4-BE49-F238E27FC236}">
                <a16:creationId xmlns:a16="http://schemas.microsoft.com/office/drawing/2014/main" id="{B9B8586D-8300-1949-90D0-BC8715F4D8EB}"/>
              </a:ext>
            </a:extLst>
          </p:cNvPr>
          <p:cNvCxnSpPr>
            <a:cxnSpLocks/>
            <a:stCxn id="104" idx="0"/>
          </p:cNvCxnSpPr>
          <p:nvPr/>
        </p:nvCxnSpPr>
        <p:spPr>
          <a:xfrm>
            <a:off x="6918647" y="2592928"/>
            <a:ext cx="738968" cy="78247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2" name="Elbow Connector 81">
            <a:extLst>
              <a:ext uri="{FF2B5EF4-FFF2-40B4-BE49-F238E27FC236}">
                <a16:creationId xmlns:a16="http://schemas.microsoft.com/office/drawing/2014/main" id="{8BA52B8B-772A-7541-A224-0240268C3DD6}"/>
              </a:ext>
            </a:extLst>
          </p:cNvPr>
          <p:cNvCxnSpPr>
            <a:cxnSpLocks/>
            <a:stCxn id="7" idx="2"/>
            <a:endCxn id="6" idx="2"/>
          </p:cNvCxnSpPr>
          <p:nvPr/>
        </p:nvCxnSpPr>
        <p:spPr>
          <a:xfrm rot="10800000">
            <a:off x="687182" y="3386036"/>
            <a:ext cx="316887" cy="1"/>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86" name="Elbow Connector 85">
            <a:extLst>
              <a:ext uri="{FF2B5EF4-FFF2-40B4-BE49-F238E27FC236}">
                <a16:creationId xmlns:a16="http://schemas.microsoft.com/office/drawing/2014/main" id="{C873D72B-155A-A14D-937A-BAB856F38916}"/>
              </a:ext>
            </a:extLst>
          </p:cNvPr>
          <p:cNvCxnSpPr>
            <a:cxnSpLocks/>
            <a:stCxn id="6" idx="3"/>
            <a:endCxn id="5" idx="1"/>
          </p:cNvCxnSpPr>
          <p:nvPr/>
        </p:nvCxnSpPr>
        <p:spPr>
          <a:xfrm rot="5400000" flipH="1" flipV="1">
            <a:off x="913759" y="2650719"/>
            <a:ext cx="278336" cy="976393"/>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0" name="Elbow Connector 9">
            <a:extLst>
              <a:ext uri="{FF2B5EF4-FFF2-40B4-BE49-F238E27FC236}">
                <a16:creationId xmlns:a16="http://schemas.microsoft.com/office/drawing/2014/main" id="{E10EB228-A6C3-F54A-94B6-E618E0BF9BF1}"/>
              </a:ext>
            </a:extLst>
          </p:cNvPr>
          <p:cNvCxnSpPr>
            <a:stCxn id="5" idx="2"/>
            <a:endCxn id="7" idx="6"/>
          </p:cNvCxnSpPr>
          <p:nvPr/>
        </p:nvCxnSpPr>
        <p:spPr>
          <a:xfrm rot="5400000" flipH="1">
            <a:off x="1517414" y="3010914"/>
            <a:ext cx="58233" cy="808479"/>
          </a:xfrm>
          <a:prstGeom prst="bentConnector4">
            <a:avLst>
              <a:gd name="adj1" fmla="val -392561"/>
              <a:gd name="adj2" fmla="val 75334"/>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4" name="Group 73">
            <a:extLst>
              <a:ext uri="{FF2B5EF4-FFF2-40B4-BE49-F238E27FC236}">
                <a16:creationId xmlns:a16="http://schemas.microsoft.com/office/drawing/2014/main" id="{2DC1D42B-C9E8-C948-92F6-6D2F702FA28B}"/>
              </a:ext>
            </a:extLst>
          </p:cNvPr>
          <p:cNvGrpSpPr/>
          <p:nvPr/>
        </p:nvGrpSpPr>
        <p:grpSpPr>
          <a:xfrm>
            <a:off x="1126245" y="2206538"/>
            <a:ext cx="217967" cy="281762"/>
            <a:chOff x="1578937" y="3827721"/>
            <a:chExt cx="217967" cy="281762"/>
          </a:xfrm>
        </p:grpSpPr>
        <p:sp>
          <p:nvSpPr>
            <p:cNvPr id="75" name="Oval 74">
              <a:extLst>
                <a:ext uri="{FF2B5EF4-FFF2-40B4-BE49-F238E27FC236}">
                  <a16:creationId xmlns:a16="http://schemas.microsoft.com/office/drawing/2014/main" id="{5DAC5778-58BA-0142-B823-35638B6BB635}"/>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Triangle 75">
              <a:extLst>
                <a:ext uri="{FF2B5EF4-FFF2-40B4-BE49-F238E27FC236}">
                  <a16:creationId xmlns:a16="http://schemas.microsoft.com/office/drawing/2014/main" id="{8E084E40-2DE2-4E46-81FD-EB9DB1078F69}"/>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5" name="Elbow Connector 24">
            <a:extLst>
              <a:ext uri="{FF2B5EF4-FFF2-40B4-BE49-F238E27FC236}">
                <a16:creationId xmlns:a16="http://schemas.microsoft.com/office/drawing/2014/main" id="{45472980-F1F9-3942-A19F-9D05D6FAEBC8}"/>
              </a:ext>
            </a:extLst>
          </p:cNvPr>
          <p:cNvCxnSpPr>
            <a:cxnSpLocks/>
            <a:stCxn id="88" idx="2"/>
            <a:endCxn id="80" idx="0"/>
          </p:cNvCxnSpPr>
          <p:nvPr/>
        </p:nvCxnSpPr>
        <p:spPr>
          <a:xfrm rot="5400000">
            <a:off x="2932552" y="3596001"/>
            <a:ext cx="267188" cy="160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7E198415-3925-2B4C-B9DD-63918620C8AC}"/>
              </a:ext>
            </a:extLst>
          </p:cNvPr>
          <p:cNvCxnSpPr>
            <a:stCxn id="80" idx="6"/>
            <a:endCxn id="62" idx="3"/>
          </p:cNvCxnSpPr>
          <p:nvPr/>
        </p:nvCxnSpPr>
        <p:spPr>
          <a:xfrm flipV="1">
            <a:off x="3134457" y="3451804"/>
            <a:ext cx="639091" cy="368968"/>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83607A80-9DFB-924F-A8A7-0E3AC387E3A7}"/>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2386577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D4C7DA-8C4A-D345-AB7C-9EA6F81D5E11}"/>
              </a:ext>
            </a:extLst>
          </p:cNvPr>
          <p:cNvSpPr>
            <a:spLocks noGrp="1"/>
          </p:cNvSpPr>
          <p:nvPr>
            <p:ph type="sldNum" sz="quarter" idx="4"/>
          </p:nvPr>
        </p:nvSpPr>
        <p:spPr/>
        <p:txBody>
          <a:bodyPr/>
          <a:lstStyle/>
          <a:p>
            <a:fld id="{3C4F54F3-C349-4609-AFEE-01462D5C7942}" type="slidenum">
              <a:rPr lang="en-GB" smtClean="0"/>
              <a:pPr/>
              <a:t>9</a:t>
            </a:fld>
            <a:endParaRPr lang="en-GB"/>
          </a:p>
        </p:txBody>
      </p:sp>
      <p:sp>
        <p:nvSpPr>
          <p:cNvPr id="3" name="Title 2">
            <a:extLst>
              <a:ext uri="{FF2B5EF4-FFF2-40B4-BE49-F238E27FC236}">
                <a16:creationId xmlns:a16="http://schemas.microsoft.com/office/drawing/2014/main" id="{C5182F47-92DB-314B-8F1B-F471CE3E99E6}"/>
              </a:ext>
            </a:extLst>
          </p:cNvPr>
          <p:cNvSpPr>
            <a:spLocks noGrp="1"/>
          </p:cNvSpPr>
          <p:nvPr>
            <p:ph type="title"/>
          </p:nvPr>
        </p:nvSpPr>
        <p:spPr/>
        <p:txBody>
          <a:bodyPr/>
          <a:lstStyle/>
          <a:p>
            <a:r>
              <a:rPr lang="en-US" dirty="0"/>
              <a:t>Figure 5B: Single-Pass Tangential Flow Filtration and In-Line Diafiltration</a:t>
            </a:r>
          </a:p>
        </p:txBody>
      </p:sp>
      <p:grpSp>
        <p:nvGrpSpPr>
          <p:cNvPr id="4" name="Group 3">
            <a:extLst>
              <a:ext uri="{FF2B5EF4-FFF2-40B4-BE49-F238E27FC236}">
                <a16:creationId xmlns:a16="http://schemas.microsoft.com/office/drawing/2014/main" id="{B61D835A-7DCF-D046-8762-64FCCEE8F7AD}"/>
              </a:ext>
            </a:extLst>
          </p:cNvPr>
          <p:cNvGrpSpPr/>
          <p:nvPr/>
        </p:nvGrpSpPr>
        <p:grpSpPr>
          <a:xfrm>
            <a:off x="1540332" y="3480002"/>
            <a:ext cx="215904" cy="244900"/>
            <a:chOff x="5475212" y="3011672"/>
            <a:chExt cx="1012728" cy="1137683"/>
          </a:xfrm>
        </p:grpSpPr>
        <p:sp>
          <p:nvSpPr>
            <p:cNvPr id="5" name="Rectangle 4">
              <a:extLst>
                <a:ext uri="{FF2B5EF4-FFF2-40B4-BE49-F238E27FC236}">
                  <a16:creationId xmlns:a16="http://schemas.microsoft.com/office/drawing/2014/main" id="{ECDBB7A7-8A40-8C4A-81BE-A5FE5B9C2815}"/>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E8A02B6E-A1D2-8548-8626-311180E0C619}"/>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841C7E46-9FF1-4D48-8752-4C29579494EB}"/>
              </a:ext>
            </a:extLst>
          </p:cNvPr>
          <p:cNvGrpSpPr/>
          <p:nvPr/>
        </p:nvGrpSpPr>
        <p:grpSpPr>
          <a:xfrm>
            <a:off x="3599027" y="3480002"/>
            <a:ext cx="215904" cy="244900"/>
            <a:chOff x="5475212" y="3011672"/>
            <a:chExt cx="1012728" cy="1137683"/>
          </a:xfrm>
        </p:grpSpPr>
        <p:sp>
          <p:nvSpPr>
            <p:cNvPr id="8" name="Rectangle 7">
              <a:extLst>
                <a:ext uri="{FF2B5EF4-FFF2-40B4-BE49-F238E27FC236}">
                  <a16:creationId xmlns:a16="http://schemas.microsoft.com/office/drawing/2014/main" id="{4132063A-868B-F34E-90EE-8519EA54BF6A}"/>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95DBBB0-2B4D-8545-9AF5-A9491BF66A7D}"/>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4B39E71C-3D34-5E44-BDFE-37EC098EAD52}"/>
              </a:ext>
            </a:extLst>
          </p:cNvPr>
          <p:cNvGrpSpPr/>
          <p:nvPr/>
        </p:nvGrpSpPr>
        <p:grpSpPr>
          <a:xfrm>
            <a:off x="5695776" y="3509830"/>
            <a:ext cx="215904" cy="244900"/>
            <a:chOff x="5475212" y="3011672"/>
            <a:chExt cx="1012728" cy="1137683"/>
          </a:xfrm>
        </p:grpSpPr>
        <p:sp>
          <p:nvSpPr>
            <p:cNvPr id="11" name="Rectangle 10">
              <a:extLst>
                <a:ext uri="{FF2B5EF4-FFF2-40B4-BE49-F238E27FC236}">
                  <a16:creationId xmlns:a16="http://schemas.microsoft.com/office/drawing/2014/main" id="{459D0B84-3778-B24C-82CF-5274B43D6E4B}"/>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8E007E9-E238-FE4C-9220-36AD1FC4BA0E}"/>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13" name="Group 12">
            <a:extLst>
              <a:ext uri="{FF2B5EF4-FFF2-40B4-BE49-F238E27FC236}">
                <a16:creationId xmlns:a16="http://schemas.microsoft.com/office/drawing/2014/main" id="{FD2CC284-4C41-6D45-B0E5-1E9B31F7ED65}"/>
              </a:ext>
            </a:extLst>
          </p:cNvPr>
          <p:cNvGrpSpPr/>
          <p:nvPr/>
        </p:nvGrpSpPr>
        <p:grpSpPr>
          <a:xfrm>
            <a:off x="4301517" y="3480002"/>
            <a:ext cx="215904" cy="244900"/>
            <a:chOff x="5475212" y="3011672"/>
            <a:chExt cx="1012728" cy="1137683"/>
          </a:xfrm>
        </p:grpSpPr>
        <p:sp>
          <p:nvSpPr>
            <p:cNvPr id="14" name="Rectangle 13">
              <a:extLst>
                <a:ext uri="{FF2B5EF4-FFF2-40B4-BE49-F238E27FC236}">
                  <a16:creationId xmlns:a16="http://schemas.microsoft.com/office/drawing/2014/main" id="{53394859-2582-0844-986F-8E93B9553D29}"/>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C57CF2BF-E925-414C-9F58-AB9B2FC1D7BE}"/>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sp>
        <p:nvSpPr>
          <p:cNvPr id="16" name="TextBox 15">
            <a:extLst>
              <a:ext uri="{FF2B5EF4-FFF2-40B4-BE49-F238E27FC236}">
                <a16:creationId xmlns:a16="http://schemas.microsoft.com/office/drawing/2014/main" id="{5DCBF606-BCE7-434C-B926-4DF8A9C8A204}"/>
              </a:ext>
            </a:extLst>
          </p:cNvPr>
          <p:cNvSpPr txBox="1"/>
          <p:nvPr/>
        </p:nvSpPr>
        <p:spPr>
          <a:xfrm>
            <a:off x="0" y="1621252"/>
            <a:ext cx="2476260" cy="646331"/>
          </a:xfrm>
          <a:prstGeom prst="rect">
            <a:avLst/>
          </a:prstGeom>
          <a:noFill/>
        </p:spPr>
        <p:txBody>
          <a:bodyPr wrap="square" rtlCol="0">
            <a:spAutoFit/>
          </a:bodyPr>
          <a:lstStyle/>
          <a:p>
            <a:pPr algn="ctr"/>
            <a:r>
              <a:rPr lang="en-US" dirty="0"/>
              <a:t>Single pass concentration</a:t>
            </a:r>
          </a:p>
        </p:txBody>
      </p:sp>
      <p:sp>
        <p:nvSpPr>
          <p:cNvPr id="17" name="TextBox 16">
            <a:extLst>
              <a:ext uri="{FF2B5EF4-FFF2-40B4-BE49-F238E27FC236}">
                <a16:creationId xmlns:a16="http://schemas.microsoft.com/office/drawing/2014/main" id="{81670202-DBAD-DC47-AC37-36095A34723A}"/>
              </a:ext>
            </a:extLst>
          </p:cNvPr>
          <p:cNvSpPr txBox="1"/>
          <p:nvPr/>
        </p:nvSpPr>
        <p:spPr>
          <a:xfrm>
            <a:off x="6798403" y="1938036"/>
            <a:ext cx="2476260" cy="646331"/>
          </a:xfrm>
          <a:prstGeom prst="rect">
            <a:avLst/>
          </a:prstGeom>
          <a:noFill/>
        </p:spPr>
        <p:txBody>
          <a:bodyPr wrap="square" rtlCol="0">
            <a:spAutoFit/>
          </a:bodyPr>
          <a:lstStyle/>
          <a:p>
            <a:pPr algn="ctr"/>
            <a:r>
              <a:rPr lang="en-US" dirty="0"/>
              <a:t>Multi-stage in-line diafiltration</a:t>
            </a:r>
          </a:p>
        </p:txBody>
      </p:sp>
      <p:sp>
        <p:nvSpPr>
          <p:cNvPr id="18" name="TextBox 17">
            <a:extLst>
              <a:ext uri="{FF2B5EF4-FFF2-40B4-BE49-F238E27FC236}">
                <a16:creationId xmlns:a16="http://schemas.microsoft.com/office/drawing/2014/main" id="{B4F0D9C0-995A-2745-9EB2-54AE0079DADD}"/>
              </a:ext>
            </a:extLst>
          </p:cNvPr>
          <p:cNvSpPr txBox="1"/>
          <p:nvPr/>
        </p:nvSpPr>
        <p:spPr>
          <a:xfrm>
            <a:off x="6276123" y="4300475"/>
            <a:ext cx="2476260" cy="646331"/>
          </a:xfrm>
          <a:prstGeom prst="rect">
            <a:avLst/>
          </a:prstGeom>
          <a:noFill/>
        </p:spPr>
        <p:txBody>
          <a:bodyPr wrap="square" rtlCol="0">
            <a:spAutoFit/>
          </a:bodyPr>
          <a:lstStyle/>
          <a:p>
            <a:pPr algn="ctr"/>
            <a:r>
              <a:rPr lang="en-US" dirty="0"/>
              <a:t>Single pass final  concentration</a:t>
            </a:r>
          </a:p>
        </p:txBody>
      </p:sp>
      <p:grpSp>
        <p:nvGrpSpPr>
          <p:cNvPr id="22" name="Group 21">
            <a:extLst>
              <a:ext uri="{FF2B5EF4-FFF2-40B4-BE49-F238E27FC236}">
                <a16:creationId xmlns:a16="http://schemas.microsoft.com/office/drawing/2014/main" id="{6E4857C0-E800-104D-9748-2AFA4E6418C2}"/>
              </a:ext>
            </a:extLst>
          </p:cNvPr>
          <p:cNvGrpSpPr/>
          <p:nvPr/>
        </p:nvGrpSpPr>
        <p:grpSpPr>
          <a:xfrm>
            <a:off x="4301517" y="3918661"/>
            <a:ext cx="217967" cy="281762"/>
            <a:chOff x="1578937" y="3827721"/>
            <a:chExt cx="217967" cy="281762"/>
          </a:xfrm>
        </p:grpSpPr>
        <p:sp>
          <p:nvSpPr>
            <p:cNvPr id="23" name="Oval 22">
              <a:extLst>
                <a:ext uri="{FF2B5EF4-FFF2-40B4-BE49-F238E27FC236}">
                  <a16:creationId xmlns:a16="http://schemas.microsoft.com/office/drawing/2014/main" id="{E38CC428-9687-D646-94DD-6894C44FD07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riangle 23">
              <a:extLst>
                <a:ext uri="{FF2B5EF4-FFF2-40B4-BE49-F238E27FC236}">
                  <a16:creationId xmlns:a16="http://schemas.microsoft.com/office/drawing/2014/main" id="{16F612AA-6864-B647-AAC7-034C88A3EF8A}"/>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D0A27CD-90A5-0E44-9DFC-352335C13362}"/>
              </a:ext>
            </a:extLst>
          </p:cNvPr>
          <p:cNvGrpSpPr/>
          <p:nvPr/>
        </p:nvGrpSpPr>
        <p:grpSpPr>
          <a:xfrm>
            <a:off x="3596964" y="2891638"/>
            <a:ext cx="217967" cy="281762"/>
            <a:chOff x="1578937" y="3827721"/>
            <a:chExt cx="217967" cy="281762"/>
          </a:xfrm>
        </p:grpSpPr>
        <p:sp>
          <p:nvSpPr>
            <p:cNvPr id="26" name="Oval 25">
              <a:extLst>
                <a:ext uri="{FF2B5EF4-FFF2-40B4-BE49-F238E27FC236}">
                  <a16:creationId xmlns:a16="http://schemas.microsoft.com/office/drawing/2014/main" id="{1B6B028B-6EF1-5E47-85A2-08E0A2D5957E}"/>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B4613235-EED9-BE40-B939-2E43788A1B7F}"/>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9D49F71A-1568-7243-B0B5-6C32885A7AA9}"/>
              </a:ext>
            </a:extLst>
          </p:cNvPr>
          <p:cNvGrpSpPr/>
          <p:nvPr/>
        </p:nvGrpSpPr>
        <p:grpSpPr>
          <a:xfrm>
            <a:off x="1166260" y="3512610"/>
            <a:ext cx="217967" cy="281762"/>
            <a:chOff x="1578937" y="3827721"/>
            <a:chExt cx="217967" cy="281762"/>
          </a:xfrm>
        </p:grpSpPr>
        <p:sp>
          <p:nvSpPr>
            <p:cNvPr id="29" name="Oval 28">
              <a:extLst>
                <a:ext uri="{FF2B5EF4-FFF2-40B4-BE49-F238E27FC236}">
                  <a16:creationId xmlns:a16="http://schemas.microsoft.com/office/drawing/2014/main" id="{24470681-DD06-ED4B-A631-41E34E9095F2}"/>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riangle 29">
              <a:extLst>
                <a:ext uri="{FF2B5EF4-FFF2-40B4-BE49-F238E27FC236}">
                  <a16:creationId xmlns:a16="http://schemas.microsoft.com/office/drawing/2014/main" id="{6CF19251-2A42-4844-ADCA-7BFCCE56DE9B}"/>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56DEE26B-240B-0047-BE55-20CD06C90595}"/>
              </a:ext>
            </a:extLst>
          </p:cNvPr>
          <p:cNvGrpSpPr/>
          <p:nvPr/>
        </p:nvGrpSpPr>
        <p:grpSpPr>
          <a:xfrm>
            <a:off x="2821525" y="3480002"/>
            <a:ext cx="215904" cy="244900"/>
            <a:chOff x="5475212" y="3011672"/>
            <a:chExt cx="1012728" cy="1137683"/>
          </a:xfrm>
        </p:grpSpPr>
        <p:sp>
          <p:nvSpPr>
            <p:cNvPr id="32" name="Rectangle 31">
              <a:extLst>
                <a:ext uri="{FF2B5EF4-FFF2-40B4-BE49-F238E27FC236}">
                  <a16:creationId xmlns:a16="http://schemas.microsoft.com/office/drawing/2014/main" id="{E3346678-BBB2-5F4B-AFE9-2D80E7809D48}"/>
                </a:ext>
              </a:extLst>
            </p:cNvPr>
            <p:cNvSpPr/>
            <p:nvPr/>
          </p:nvSpPr>
          <p:spPr>
            <a:xfrm>
              <a:off x="5475212" y="3011672"/>
              <a:ext cx="1012728" cy="1137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92982F33-D7A9-4F4D-A0D7-246791FD5D00}"/>
                </a:ext>
              </a:extLst>
            </p:cNvPr>
            <p:cNvCxnSpPr>
              <a:cxnSpLocks/>
            </p:cNvCxnSpPr>
            <p:nvPr/>
          </p:nvCxnSpPr>
          <p:spPr>
            <a:xfrm flipH="1">
              <a:off x="5475212" y="3011672"/>
              <a:ext cx="1012728" cy="1137683"/>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982008E4-E35D-F541-82BC-4233CF187335}"/>
              </a:ext>
            </a:extLst>
          </p:cNvPr>
          <p:cNvGrpSpPr/>
          <p:nvPr/>
        </p:nvGrpSpPr>
        <p:grpSpPr>
          <a:xfrm>
            <a:off x="2820494" y="3825613"/>
            <a:ext cx="217967" cy="281762"/>
            <a:chOff x="1578937" y="3827721"/>
            <a:chExt cx="217967" cy="281762"/>
          </a:xfrm>
        </p:grpSpPr>
        <p:sp>
          <p:nvSpPr>
            <p:cNvPr id="35" name="Oval 34">
              <a:extLst>
                <a:ext uri="{FF2B5EF4-FFF2-40B4-BE49-F238E27FC236}">
                  <a16:creationId xmlns:a16="http://schemas.microsoft.com/office/drawing/2014/main" id="{8D9CDD34-FDE6-3245-B664-C9C9F0D7D39F}"/>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riangle 35">
              <a:extLst>
                <a:ext uri="{FF2B5EF4-FFF2-40B4-BE49-F238E27FC236}">
                  <a16:creationId xmlns:a16="http://schemas.microsoft.com/office/drawing/2014/main" id="{28DCC413-DC0B-C542-B096-E09A1A04CE64}"/>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8" name="Straight Arrow Connector 37">
            <a:extLst>
              <a:ext uri="{FF2B5EF4-FFF2-40B4-BE49-F238E27FC236}">
                <a16:creationId xmlns:a16="http://schemas.microsoft.com/office/drawing/2014/main" id="{2D78FFE2-22BA-7446-BF18-CCBAB9241F58}"/>
              </a:ext>
            </a:extLst>
          </p:cNvPr>
          <p:cNvCxnSpPr>
            <a:cxnSpLocks/>
          </p:cNvCxnSpPr>
          <p:nvPr/>
        </p:nvCxnSpPr>
        <p:spPr>
          <a:xfrm>
            <a:off x="3814931" y="3598753"/>
            <a:ext cx="486586"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F6A65596-8184-E540-ACB4-D6083534CD95}"/>
              </a:ext>
            </a:extLst>
          </p:cNvPr>
          <p:cNvCxnSpPr>
            <a:cxnSpLocks/>
            <a:endCxn id="11" idx="1"/>
          </p:cNvCxnSpPr>
          <p:nvPr/>
        </p:nvCxnSpPr>
        <p:spPr>
          <a:xfrm>
            <a:off x="4517421" y="3627740"/>
            <a:ext cx="1178355" cy="454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97597C9E-2E04-FD41-B376-0E88F48A386D}"/>
              </a:ext>
            </a:extLst>
          </p:cNvPr>
          <p:cNvCxnSpPr>
            <a:cxnSpLocks/>
          </p:cNvCxnSpPr>
          <p:nvPr/>
        </p:nvCxnSpPr>
        <p:spPr>
          <a:xfrm>
            <a:off x="3024818" y="3598753"/>
            <a:ext cx="574209"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9B6C3F2-EDE4-0042-B26D-341A158A924E}"/>
              </a:ext>
            </a:extLst>
          </p:cNvPr>
          <p:cNvCxnSpPr>
            <a:cxnSpLocks/>
          </p:cNvCxnSpPr>
          <p:nvPr/>
        </p:nvCxnSpPr>
        <p:spPr>
          <a:xfrm>
            <a:off x="1756236" y="3602452"/>
            <a:ext cx="1052678"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34085CFC-9F8A-4242-A869-F47C3D359F9B}"/>
              </a:ext>
            </a:extLst>
          </p:cNvPr>
          <p:cNvCxnSpPr>
            <a:cxnSpLocks/>
            <a:stCxn id="29" idx="6"/>
            <a:endCxn id="5" idx="1"/>
          </p:cNvCxnSpPr>
          <p:nvPr/>
        </p:nvCxnSpPr>
        <p:spPr>
          <a:xfrm flipV="1">
            <a:off x="1344355" y="3602452"/>
            <a:ext cx="195977" cy="535"/>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3CC98B6-349A-6940-8CDE-3EC4F1815EBD}"/>
              </a:ext>
            </a:extLst>
          </p:cNvPr>
          <p:cNvCxnSpPr>
            <a:stCxn id="5" idx="2"/>
          </p:cNvCxnSpPr>
          <p:nvPr/>
        </p:nvCxnSpPr>
        <p:spPr>
          <a:xfrm>
            <a:off x="1648284" y="3724902"/>
            <a:ext cx="0" cy="28037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2" name="Elbow Connector 51">
            <a:extLst>
              <a:ext uri="{FF2B5EF4-FFF2-40B4-BE49-F238E27FC236}">
                <a16:creationId xmlns:a16="http://schemas.microsoft.com/office/drawing/2014/main" id="{221B4210-B79C-9D46-A7AC-53B4D568683F}"/>
              </a:ext>
            </a:extLst>
          </p:cNvPr>
          <p:cNvCxnSpPr>
            <a:cxnSpLocks/>
            <a:stCxn id="23" idx="2"/>
            <a:endCxn id="53" idx="2"/>
          </p:cNvCxnSpPr>
          <p:nvPr/>
        </p:nvCxnSpPr>
        <p:spPr>
          <a:xfrm rot="10800000">
            <a:off x="3290427" y="3598754"/>
            <a:ext cx="1050962" cy="41028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2184E205-A6E7-974A-9270-C213B3BF43C0}"/>
              </a:ext>
            </a:extLst>
          </p:cNvPr>
          <p:cNvSpPr/>
          <p:nvPr/>
        </p:nvSpPr>
        <p:spPr>
          <a:xfrm>
            <a:off x="3204921" y="3415165"/>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27398C9C-B806-164E-87BB-443DA91B58D7}"/>
              </a:ext>
            </a:extLst>
          </p:cNvPr>
          <p:cNvSpPr/>
          <p:nvPr/>
        </p:nvSpPr>
        <p:spPr>
          <a:xfrm>
            <a:off x="2368846" y="3605767"/>
            <a:ext cx="171012" cy="1835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54255041-2B13-264F-87D2-072E61224658}"/>
              </a:ext>
            </a:extLst>
          </p:cNvPr>
          <p:cNvCxnSpPr>
            <a:stCxn id="14" idx="2"/>
            <a:endCxn id="23" idx="0"/>
          </p:cNvCxnSpPr>
          <p:nvPr/>
        </p:nvCxnSpPr>
        <p:spPr>
          <a:xfrm>
            <a:off x="4409469" y="3724902"/>
            <a:ext cx="1032" cy="193759"/>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67E2B3BF-6B00-AC42-8802-3B4A99BA02EA}"/>
              </a:ext>
            </a:extLst>
          </p:cNvPr>
          <p:cNvCxnSpPr>
            <a:cxnSpLocks/>
          </p:cNvCxnSpPr>
          <p:nvPr/>
        </p:nvCxnSpPr>
        <p:spPr>
          <a:xfrm>
            <a:off x="4153710" y="3072391"/>
            <a:ext cx="0" cy="52352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64" name="Group 63">
            <a:extLst>
              <a:ext uri="{FF2B5EF4-FFF2-40B4-BE49-F238E27FC236}">
                <a16:creationId xmlns:a16="http://schemas.microsoft.com/office/drawing/2014/main" id="{EF37456A-2016-8842-8276-4DF112D4CE3D}"/>
              </a:ext>
            </a:extLst>
          </p:cNvPr>
          <p:cNvGrpSpPr/>
          <p:nvPr/>
        </p:nvGrpSpPr>
        <p:grpSpPr>
          <a:xfrm>
            <a:off x="4059467" y="2820135"/>
            <a:ext cx="217967" cy="281762"/>
            <a:chOff x="1578937" y="3827721"/>
            <a:chExt cx="217967" cy="281762"/>
          </a:xfrm>
        </p:grpSpPr>
        <p:sp>
          <p:nvSpPr>
            <p:cNvPr id="65" name="Oval 64">
              <a:extLst>
                <a:ext uri="{FF2B5EF4-FFF2-40B4-BE49-F238E27FC236}">
                  <a16:creationId xmlns:a16="http://schemas.microsoft.com/office/drawing/2014/main" id="{71BC069A-829A-8647-A849-755D071CD647}"/>
                </a:ext>
              </a:extLst>
            </p:cNvPr>
            <p:cNvSpPr/>
            <p:nvPr/>
          </p:nvSpPr>
          <p:spPr>
            <a:xfrm>
              <a:off x="1618809" y="3827721"/>
              <a:ext cx="138223" cy="18075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Triangle 65">
              <a:extLst>
                <a:ext uri="{FF2B5EF4-FFF2-40B4-BE49-F238E27FC236}">
                  <a16:creationId xmlns:a16="http://schemas.microsoft.com/office/drawing/2014/main" id="{BBD9A7E6-F91D-0C4F-AC04-459DF76DD32C}"/>
                </a:ext>
              </a:extLst>
            </p:cNvPr>
            <p:cNvSpPr/>
            <p:nvPr/>
          </p:nvSpPr>
          <p:spPr>
            <a:xfrm>
              <a:off x="1578937" y="3907464"/>
              <a:ext cx="217967" cy="202019"/>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68" name="Straight Arrow Connector 67">
            <a:extLst>
              <a:ext uri="{FF2B5EF4-FFF2-40B4-BE49-F238E27FC236}">
                <a16:creationId xmlns:a16="http://schemas.microsoft.com/office/drawing/2014/main" id="{1F829CA5-5A75-EF44-A44E-D496EAE6166F}"/>
              </a:ext>
            </a:extLst>
          </p:cNvPr>
          <p:cNvCxnSpPr>
            <a:cxnSpLocks/>
          </p:cNvCxnSpPr>
          <p:nvPr/>
        </p:nvCxnSpPr>
        <p:spPr>
          <a:xfrm flipH="1">
            <a:off x="4236046" y="2919947"/>
            <a:ext cx="48713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A18EC30A-6895-524D-8BBA-B34AE6237AA2}"/>
              </a:ext>
            </a:extLst>
          </p:cNvPr>
          <p:cNvCxnSpPr>
            <a:stCxn id="8" idx="0"/>
            <a:endCxn id="27" idx="3"/>
          </p:cNvCxnSpPr>
          <p:nvPr/>
        </p:nvCxnSpPr>
        <p:spPr>
          <a:xfrm flipH="1" flipV="1">
            <a:off x="3705948" y="3173400"/>
            <a:ext cx="1031"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4" name="Elbow Connector 73">
            <a:extLst>
              <a:ext uri="{FF2B5EF4-FFF2-40B4-BE49-F238E27FC236}">
                <a16:creationId xmlns:a16="http://schemas.microsoft.com/office/drawing/2014/main" id="{D85FE24A-B41A-BD40-858C-859062942D5D}"/>
              </a:ext>
            </a:extLst>
          </p:cNvPr>
          <p:cNvCxnSpPr>
            <a:stCxn id="26" idx="2"/>
            <a:endCxn id="59" idx="0"/>
          </p:cNvCxnSpPr>
          <p:nvPr/>
        </p:nvCxnSpPr>
        <p:spPr>
          <a:xfrm rot="10800000" flipV="1">
            <a:off x="2454352" y="2982015"/>
            <a:ext cx="1182484" cy="623752"/>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6B5F3D1E-541B-2545-90C2-F6D2196B6A01}"/>
              </a:ext>
            </a:extLst>
          </p:cNvPr>
          <p:cNvCxnSpPr>
            <a:cxnSpLocks/>
          </p:cNvCxnSpPr>
          <p:nvPr/>
        </p:nvCxnSpPr>
        <p:spPr>
          <a:xfrm>
            <a:off x="2923844" y="4107375"/>
            <a:ext cx="313" cy="306602"/>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4706E80B-99B7-9743-8687-38AB1DB1C941}"/>
              </a:ext>
            </a:extLst>
          </p:cNvPr>
          <p:cNvCxnSpPr>
            <a:cxnSpLocks/>
          </p:cNvCxnSpPr>
          <p:nvPr/>
        </p:nvCxnSpPr>
        <p:spPr>
          <a:xfrm>
            <a:off x="2917382" y="3724902"/>
            <a:ext cx="1" cy="10071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9F488D80-6E14-3E47-B272-FD8092F03A0E}"/>
              </a:ext>
            </a:extLst>
          </p:cNvPr>
          <p:cNvGrpSpPr/>
          <p:nvPr/>
        </p:nvGrpSpPr>
        <p:grpSpPr>
          <a:xfrm>
            <a:off x="1479961" y="4099413"/>
            <a:ext cx="336645" cy="118280"/>
            <a:chOff x="1183488" y="4417325"/>
            <a:chExt cx="336645" cy="118280"/>
          </a:xfrm>
        </p:grpSpPr>
        <p:cxnSp>
          <p:nvCxnSpPr>
            <p:cNvPr id="80" name="Straight Connector 79">
              <a:extLst>
                <a:ext uri="{FF2B5EF4-FFF2-40B4-BE49-F238E27FC236}">
                  <a16:creationId xmlns:a16="http://schemas.microsoft.com/office/drawing/2014/main" id="{A23DA752-B902-8F46-B299-665E40883DA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B86C525D-5195-FF40-9D82-8E708CED7726}"/>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D54F1AD-AC3E-1A4B-A005-5A6F7D3E794C}"/>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3" name="Group 82">
            <a:extLst>
              <a:ext uri="{FF2B5EF4-FFF2-40B4-BE49-F238E27FC236}">
                <a16:creationId xmlns:a16="http://schemas.microsoft.com/office/drawing/2014/main" id="{078354F2-C21A-5448-80D4-CF96EACF79EA}"/>
              </a:ext>
            </a:extLst>
          </p:cNvPr>
          <p:cNvGrpSpPr/>
          <p:nvPr/>
        </p:nvGrpSpPr>
        <p:grpSpPr>
          <a:xfrm>
            <a:off x="2749059" y="4505361"/>
            <a:ext cx="336645" cy="118280"/>
            <a:chOff x="1183488" y="4417325"/>
            <a:chExt cx="336645" cy="118280"/>
          </a:xfrm>
        </p:grpSpPr>
        <p:cxnSp>
          <p:nvCxnSpPr>
            <p:cNvPr id="84" name="Straight Connector 83">
              <a:extLst>
                <a:ext uri="{FF2B5EF4-FFF2-40B4-BE49-F238E27FC236}">
                  <a16:creationId xmlns:a16="http://schemas.microsoft.com/office/drawing/2014/main" id="{9DA0185D-51EF-9D42-9C86-D4B6779714E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93603D0D-6183-9A4B-895F-04BAE8F2BC7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22E8A9B4-80E1-E749-A6D6-47297E9E7B87}"/>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87" name="Group 86">
            <a:extLst>
              <a:ext uri="{FF2B5EF4-FFF2-40B4-BE49-F238E27FC236}">
                <a16:creationId xmlns:a16="http://schemas.microsoft.com/office/drawing/2014/main" id="{7A934930-C435-9D42-8D90-01EC6DD91532}"/>
              </a:ext>
            </a:extLst>
          </p:cNvPr>
          <p:cNvGrpSpPr/>
          <p:nvPr/>
        </p:nvGrpSpPr>
        <p:grpSpPr>
          <a:xfrm>
            <a:off x="5614217" y="4109763"/>
            <a:ext cx="336645" cy="118280"/>
            <a:chOff x="1183488" y="4417325"/>
            <a:chExt cx="336645" cy="118280"/>
          </a:xfrm>
        </p:grpSpPr>
        <p:cxnSp>
          <p:nvCxnSpPr>
            <p:cNvPr id="88" name="Straight Connector 87">
              <a:extLst>
                <a:ext uri="{FF2B5EF4-FFF2-40B4-BE49-F238E27FC236}">
                  <a16:creationId xmlns:a16="http://schemas.microsoft.com/office/drawing/2014/main" id="{82F5358D-EAB4-9D47-B107-38260BB61405}"/>
                </a:ext>
              </a:extLst>
            </p:cNvPr>
            <p:cNvCxnSpPr>
              <a:cxnSpLocks/>
            </p:cNvCxnSpPr>
            <p:nvPr/>
          </p:nvCxnSpPr>
          <p:spPr>
            <a:xfrm>
              <a:off x="1183488" y="4417325"/>
              <a:ext cx="336645"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EB05AA25-0278-584D-A8D1-77525C24E01E}"/>
                </a:ext>
              </a:extLst>
            </p:cNvPr>
            <p:cNvCxnSpPr>
              <a:cxnSpLocks/>
            </p:cNvCxnSpPr>
            <p:nvPr/>
          </p:nvCxnSpPr>
          <p:spPr>
            <a:xfrm>
              <a:off x="1217881" y="4471916"/>
              <a:ext cx="267859"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1A27A5B9-3E3A-3440-A0DE-743D047A2BEE}"/>
                </a:ext>
              </a:extLst>
            </p:cNvPr>
            <p:cNvCxnSpPr>
              <a:cxnSpLocks/>
            </p:cNvCxnSpPr>
            <p:nvPr/>
          </p:nvCxnSpPr>
          <p:spPr>
            <a:xfrm>
              <a:off x="1284846" y="4535605"/>
              <a:ext cx="133929" cy="0"/>
            </a:xfrm>
            <a:prstGeom prst="line">
              <a:avLst/>
            </a:prstGeom>
            <a:effectLst/>
          </p:spPr>
          <p:style>
            <a:lnRef idx="2">
              <a:schemeClr val="accent1"/>
            </a:lnRef>
            <a:fillRef idx="0">
              <a:schemeClr val="accent1"/>
            </a:fillRef>
            <a:effectRef idx="1">
              <a:schemeClr val="accent1"/>
            </a:effectRef>
            <a:fontRef idx="minor">
              <a:schemeClr val="tx1"/>
            </a:fontRef>
          </p:style>
        </p:cxnSp>
      </p:grpSp>
      <p:cxnSp>
        <p:nvCxnSpPr>
          <p:cNvPr id="91" name="Straight Arrow Connector 90">
            <a:extLst>
              <a:ext uri="{FF2B5EF4-FFF2-40B4-BE49-F238E27FC236}">
                <a16:creationId xmlns:a16="http://schemas.microsoft.com/office/drawing/2014/main" id="{2AFFE192-54B9-6547-B79C-4C13B1BC6F87}"/>
              </a:ext>
            </a:extLst>
          </p:cNvPr>
          <p:cNvCxnSpPr>
            <a:cxnSpLocks/>
            <a:stCxn id="11" idx="2"/>
          </p:cNvCxnSpPr>
          <p:nvPr/>
        </p:nvCxnSpPr>
        <p:spPr>
          <a:xfrm>
            <a:off x="5803728" y="3754730"/>
            <a:ext cx="0" cy="33881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63A35C81-A400-1743-A160-783C6CEB79EF}"/>
              </a:ext>
            </a:extLst>
          </p:cNvPr>
          <p:cNvSpPr txBox="1"/>
          <p:nvPr/>
        </p:nvSpPr>
        <p:spPr>
          <a:xfrm>
            <a:off x="985124" y="-10059"/>
            <a:ext cx="2387780" cy="261610"/>
          </a:xfrm>
          <a:prstGeom prst="rect">
            <a:avLst/>
          </a:prstGeom>
          <a:solidFill>
            <a:schemeClr val="accent5">
              <a:lumMod val="20000"/>
              <a:lumOff val="80000"/>
            </a:schemeClr>
          </a:solidFill>
        </p:spPr>
        <p:txBody>
          <a:bodyPr wrap="square" rtlCol="0">
            <a:spAutoFit/>
          </a:bodyPr>
          <a:lstStyle/>
          <a:p>
            <a:r>
              <a:rPr lang="en-US" sz="1100" dirty="0"/>
              <a:t>Will be more professionally drawn</a:t>
            </a:r>
          </a:p>
        </p:txBody>
      </p:sp>
    </p:spTree>
    <p:extLst>
      <p:ext uri="{BB962C8B-B14F-4D97-AF65-F5344CB8AC3E}">
        <p14:creationId xmlns:p14="http://schemas.microsoft.com/office/powerpoint/2010/main" val="2801610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DD98EC-6D76-A64E-ABD2-EC9849428C64}"/>
              </a:ext>
            </a:extLst>
          </p:cNvPr>
          <p:cNvSpPr>
            <a:spLocks noGrp="1"/>
          </p:cNvSpPr>
          <p:nvPr>
            <p:ph type="sldNum" sz="quarter" idx="4"/>
          </p:nvPr>
        </p:nvSpPr>
        <p:spPr/>
        <p:txBody>
          <a:bodyPr/>
          <a:lstStyle/>
          <a:p>
            <a:fld id="{3C4F54F3-C349-4609-AFEE-01462D5C7942}" type="slidenum">
              <a:rPr lang="en-GB" smtClean="0"/>
              <a:pPr/>
              <a:t>10</a:t>
            </a:fld>
            <a:endParaRPr lang="en-GB"/>
          </a:p>
        </p:txBody>
      </p:sp>
      <p:sp>
        <p:nvSpPr>
          <p:cNvPr id="3" name="Title 2">
            <a:extLst>
              <a:ext uri="{FF2B5EF4-FFF2-40B4-BE49-F238E27FC236}">
                <a16:creationId xmlns:a16="http://schemas.microsoft.com/office/drawing/2014/main" id="{E15E0626-A6F3-1346-B219-D8BD586F1FFF}"/>
              </a:ext>
            </a:extLst>
          </p:cNvPr>
          <p:cNvSpPr>
            <a:spLocks noGrp="1"/>
          </p:cNvSpPr>
          <p:nvPr>
            <p:ph type="title"/>
          </p:nvPr>
        </p:nvSpPr>
        <p:spPr>
          <a:xfrm>
            <a:off x="237063" y="144000"/>
            <a:ext cx="8765651" cy="646832"/>
          </a:xfrm>
        </p:spPr>
        <p:txBody>
          <a:bodyPr/>
          <a:lstStyle/>
          <a:p>
            <a:r>
              <a:rPr lang="en-US" dirty="0"/>
              <a:t>Figure  6: Plant productivity is relatively insensitive to bioreactor productivity</a:t>
            </a:r>
          </a:p>
        </p:txBody>
      </p:sp>
      <p:pic>
        <p:nvPicPr>
          <p:cNvPr id="5" name="Picture 4">
            <a:extLst>
              <a:ext uri="{FF2B5EF4-FFF2-40B4-BE49-F238E27FC236}">
                <a16:creationId xmlns:a16="http://schemas.microsoft.com/office/drawing/2014/main" id="{8DB2E0F0-3378-7644-B3F0-264E96C058D1}"/>
              </a:ext>
            </a:extLst>
          </p:cNvPr>
          <p:cNvPicPr>
            <a:picLocks noChangeAspect="1"/>
          </p:cNvPicPr>
          <p:nvPr/>
        </p:nvPicPr>
        <p:blipFill>
          <a:blip r:embed="rId2"/>
          <a:stretch>
            <a:fillRect/>
          </a:stretch>
        </p:blipFill>
        <p:spPr>
          <a:xfrm>
            <a:off x="863600" y="862454"/>
            <a:ext cx="6229178" cy="4223895"/>
          </a:xfrm>
          <a:prstGeom prst="rect">
            <a:avLst/>
          </a:prstGeom>
        </p:spPr>
      </p:pic>
    </p:spTree>
    <p:extLst>
      <p:ext uri="{BB962C8B-B14F-4D97-AF65-F5344CB8AC3E}">
        <p14:creationId xmlns:p14="http://schemas.microsoft.com/office/powerpoint/2010/main" val="36956209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TRAZENECA" val="TEMPLATE04"/>
</p:tagLst>
</file>

<file path=ppt/theme/theme1.xml><?xml version="1.0" encoding="utf-8"?>
<a:theme xmlns:a="http://schemas.openxmlformats.org/drawingml/2006/main" name="AZ Cover Slide Options">
  <a:themeElements>
    <a:clrScheme name="Custom 239">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2E14A555-39E0-6043-81F6-2A1020966FF9}"/>
    </a:ext>
  </a:extLst>
</a:theme>
</file>

<file path=ppt/theme/theme2.xml><?xml version="1.0" encoding="utf-8"?>
<a:theme xmlns:a="http://schemas.openxmlformats.org/drawingml/2006/main" name="AZ Divid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548DD855-D4F5-C140-8E62-5E9C7E83AC73}"/>
    </a:ext>
  </a:extLst>
</a:theme>
</file>

<file path=ppt/theme/theme3.xml><?xml version="1.0" encoding="utf-8"?>
<a:theme xmlns:a="http://schemas.openxmlformats.org/drawingml/2006/main" name="AZ Divider Slide Options - Colour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F859A2E0-7DA1-7646-9600-5BD0D29A3DDD}"/>
    </a:ext>
  </a:extLst>
</a:theme>
</file>

<file path=ppt/theme/theme4.xml><?xml version="1.0" encoding="utf-8"?>
<a:theme xmlns:a="http://schemas.openxmlformats.org/drawingml/2006/main" name="AZ General Mast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615A65BA-BBA0-B148-8D15-74EA144B5FA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E4329FE6390EC4D9AB60D638A227011" ma:contentTypeVersion="15" ma:contentTypeDescription="Create a new document." ma:contentTypeScope="" ma:versionID="6354fcf785cd4d256487ef7121ecdf3c">
  <xsd:schema xmlns:xsd="http://www.w3.org/2001/XMLSchema" xmlns:xs="http://www.w3.org/2001/XMLSchema" xmlns:p="http://schemas.microsoft.com/office/2006/metadata/properties" xmlns:ns3="44a56295-c29e-4898-8136-a54736c65b82" xmlns:ns4="d300a0bd-4cfc-466d-8c27-3f3e3db5e0e2" xmlns:ns5="894b19df-7688-4a9a-9e07-15ee5fcc5493" targetNamespace="http://schemas.microsoft.com/office/2006/metadata/properties" ma:root="true" ma:fieldsID="f9230649aa7be120af05e038d1b41c48" ns3:_="" ns4:_="" ns5:_="">
    <xsd:import namespace="44a56295-c29e-4898-8136-a54736c65b82"/>
    <xsd:import namespace="d300a0bd-4cfc-466d-8c27-3f3e3db5e0e2"/>
    <xsd:import namespace="894b19df-7688-4a9a-9e07-15ee5fcc5493"/>
    <xsd:element name="properties">
      <xsd:complexType>
        <xsd:sequence>
          <xsd:element name="documentManagement">
            <xsd:complexType>
              <xsd:all>
                <xsd:element ref="ns3:Descriptions" minOccurs="0"/>
                <xsd:element ref="ns3:Keyword"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5:SharedWithUsers" minOccurs="0"/>
                <xsd:element ref="ns5:SharedWithDetails" minOccurs="0"/>
                <xsd:element ref="ns5:SharingHintHash" minOccurs="0"/>
                <xsd:element ref="ns4:MediaServiceLocation" minOccurs="0"/>
                <xsd:element ref="ns4:MediaServiceOCR"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300a0bd-4cfc-466d-8c27-3f3e3db5e0e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4b19df-7688-4a9a-9e07-15ee5fcc549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Descriptions xmlns="44a56295-c29e-4898-8136-a54736c65b82" xsi:nil="true"/>
  </documentManagement>
</p:properties>
</file>

<file path=customXml/item4.xml><?xml version="1.0" encoding="utf-8"?>
<?mso-contentType ?>
<SharedContentType xmlns="Microsoft.SharePoint.Taxonomy.ContentTypeSync" SourceId="1ee89e71-04cd-405e-9ca3-99e020c1694d" ContentTypeId="0x0101" PreviousValue="false"/>
</file>

<file path=customXml/itemProps1.xml><?xml version="1.0" encoding="utf-8"?>
<ds:datastoreItem xmlns:ds="http://schemas.openxmlformats.org/officeDocument/2006/customXml" ds:itemID="{97A329C4-3ADB-4121-86BB-24F2FFE9F811}">
  <ds:schemaRefs>
    <ds:schemaRef ds:uri="http://schemas.microsoft.com/sharepoint/v3/contenttype/forms"/>
  </ds:schemaRefs>
</ds:datastoreItem>
</file>

<file path=customXml/itemProps2.xml><?xml version="1.0" encoding="utf-8"?>
<ds:datastoreItem xmlns:ds="http://schemas.openxmlformats.org/officeDocument/2006/customXml" ds:itemID="{E9741D3B-E56D-4055-9E4C-7BA144C065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a56295-c29e-4898-8136-a54736c65b82"/>
    <ds:schemaRef ds:uri="d300a0bd-4cfc-466d-8c27-3f3e3db5e0e2"/>
    <ds:schemaRef ds:uri="894b19df-7688-4a9a-9e07-15ee5fcc54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6C4B194-6AED-4EB9-AAF8-3EA879A21719}">
  <ds:schemaRefs>
    <ds:schemaRef ds:uri="http://schemas.openxmlformats.org/package/2006/metadata/core-properties"/>
    <ds:schemaRef ds:uri="d300a0bd-4cfc-466d-8c27-3f3e3db5e0e2"/>
    <ds:schemaRef ds:uri="894b19df-7688-4a9a-9e07-15ee5fcc5493"/>
    <ds:schemaRef ds:uri="http://purl.org/dc/elements/1.1/"/>
    <ds:schemaRef ds:uri="http://purl.org/dc/terms/"/>
    <ds:schemaRef ds:uri="http://schemas.microsoft.com/office/2006/documentManagement/types"/>
    <ds:schemaRef ds:uri="http://schemas.microsoft.com/office/2006/metadata/properties"/>
    <ds:schemaRef ds:uri="http://www.w3.org/XML/1998/namespace"/>
    <ds:schemaRef ds:uri="http://purl.org/dc/dcmitype/"/>
    <ds:schemaRef ds:uri="http://schemas.microsoft.com/office/infopath/2007/PartnerControls"/>
    <ds:schemaRef ds:uri="44a56295-c29e-4898-8136-a54736c65b82"/>
  </ds:schemaRefs>
</ds:datastoreItem>
</file>

<file path=customXml/itemProps4.xml><?xml version="1.0" encoding="utf-8"?>
<ds:datastoreItem xmlns:ds="http://schemas.openxmlformats.org/officeDocument/2006/customXml" ds:itemID="{0806EBE9-B777-486F-91C5-BDD76DC6B095}">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AZ External Template 16x9</Template>
  <TotalTime>33209</TotalTime>
  <Words>774</Words>
  <Application>Microsoft Macintosh PowerPoint</Application>
  <PresentationFormat>On-screen Show (16:9)</PresentationFormat>
  <Paragraphs>348</Paragraphs>
  <Slides>10</Slides>
  <Notes>6</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10</vt:i4>
      </vt:variant>
    </vt:vector>
  </HeadingPairs>
  <TitlesOfParts>
    <vt:vector size="16" baseType="lpstr">
      <vt:lpstr>Arial</vt:lpstr>
      <vt:lpstr>Calibri</vt:lpstr>
      <vt:lpstr>AZ Cover Slide Options</vt:lpstr>
      <vt:lpstr>AZ Divider Slide Options</vt:lpstr>
      <vt:lpstr>AZ Divider Slide Options - Colours</vt:lpstr>
      <vt:lpstr>AZ General Master Slide Options</vt:lpstr>
      <vt:lpstr>Figures and tables for (high level) Common Framework article </vt:lpstr>
      <vt:lpstr>Table 1: Integrated and Continuous Bioprocessing Implementation</vt:lpstr>
      <vt:lpstr>Figure 1: Common Framework for Integrated and Continuous Processing</vt:lpstr>
      <vt:lpstr>Table 2: Bioreactor Assumptions</vt:lpstr>
      <vt:lpstr>Table 3: Productivity, capacity, yield, and solution use</vt:lpstr>
      <vt:lpstr>Figure 2</vt:lpstr>
      <vt:lpstr>Figure 2b: Layout of plant at 8 tons per year with ILC</vt:lpstr>
      <vt:lpstr>Figure 5A: Batch-wise UFDF</vt:lpstr>
      <vt:lpstr>Figure 5B: Single-Pass Tangential Flow Filtration and In-Line Diafiltration</vt:lpstr>
      <vt:lpstr>Figure  6: Plant productivity is relatively insensitive to bioreactor productivity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Industry Consensus Next Generation Manufacturing Framework: from entry level to advanced processing</dc:title>
  <dc:creator>Coffman, Jon</dc:creator>
  <cp:keywords>16:9</cp:keywords>
  <dc:description>v1.0</dc:description>
  <cp:lastModifiedBy>Coffman, Jon</cp:lastModifiedBy>
  <cp:revision>239</cp:revision>
  <cp:lastPrinted>2018-03-07T14:46:57Z</cp:lastPrinted>
  <dcterms:created xsi:type="dcterms:W3CDTF">2020-02-25T13:25:27Z</dcterms:created>
  <dcterms:modified xsi:type="dcterms:W3CDTF">2020-09-30T20:13:43Z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ient">
    <vt:lpwstr>AstraZeneca</vt:lpwstr>
  </property>
  <property fmtid="{D5CDD505-2E9C-101B-9397-08002B2CF9AE}" pid="3" name="Language">
    <vt:lpwstr>English (UK)</vt:lpwstr>
  </property>
  <property fmtid="{D5CDD505-2E9C-101B-9397-08002B2CF9AE}" pid="4" name="Owner">
    <vt:lpwstr>P L Kessler</vt:lpwstr>
  </property>
  <property fmtid="{D5CDD505-2E9C-101B-9397-08002B2CF9AE}" pid="5" name="Project">
    <vt:lpwstr>The Chase</vt:lpwstr>
  </property>
  <property fmtid="{D5CDD505-2E9C-101B-9397-08002B2CF9AE}" pid="6" name="Publisher">
    <vt:lpwstr>Kessler Associates</vt:lpwstr>
  </property>
  <property fmtid="{D5CDD505-2E9C-101B-9397-08002B2CF9AE}" pid="7" name="ContentTypeId">
    <vt:lpwstr>0x0101003E4329FE6390EC4D9AB60D638A227011</vt:lpwstr>
  </property>
</Properties>
</file>