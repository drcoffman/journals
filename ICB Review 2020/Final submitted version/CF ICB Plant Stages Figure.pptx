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66"/>
    <p:restoredTop sz="96327"/>
  </p:normalViewPr>
  <p:slideViewPr>
    <p:cSldViewPr snapToGrid="0" snapToObjects="1">
      <p:cViewPr>
        <p:scale>
          <a:sx n="310" d="100"/>
          <a:sy n="310" d="100"/>
        </p:scale>
        <p:origin x="400" y="-5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9CAEB-2E3F-454D-8ED5-C9EE3DB705B9}" type="datetimeFigureOut">
              <a:rPr lang="en-US" smtClean="0"/>
              <a:t>9/30/20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EFBB9-7405-414C-A681-B79E624D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49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9CAEB-2E3F-454D-8ED5-C9EE3DB705B9}" type="datetimeFigureOut">
              <a:rPr lang="en-US" smtClean="0"/>
              <a:t>9/30/20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EFBB9-7405-414C-A681-B79E624D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43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9CAEB-2E3F-454D-8ED5-C9EE3DB705B9}" type="datetimeFigureOut">
              <a:rPr lang="en-US" smtClean="0"/>
              <a:t>9/30/20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EFBB9-7405-414C-A681-B79E624D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2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9CAEB-2E3F-454D-8ED5-C9EE3DB705B9}" type="datetimeFigureOut">
              <a:rPr lang="en-US" smtClean="0"/>
              <a:t>9/30/20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EFBB9-7405-414C-A681-B79E624D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9CAEB-2E3F-454D-8ED5-C9EE3DB705B9}" type="datetimeFigureOut">
              <a:rPr lang="en-US" smtClean="0"/>
              <a:t>9/30/20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EFBB9-7405-414C-A681-B79E624D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9CAEB-2E3F-454D-8ED5-C9EE3DB705B9}" type="datetimeFigureOut">
              <a:rPr lang="en-US" smtClean="0"/>
              <a:t>9/30/20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EFBB9-7405-414C-A681-B79E624D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17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9CAEB-2E3F-454D-8ED5-C9EE3DB705B9}" type="datetimeFigureOut">
              <a:rPr lang="en-US" smtClean="0"/>
              <a:t>9/30/20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EFBB9-7405-414C-A681-B79E624D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14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9CAEB-2E3F-454D-8ED5-C9EE3DB705B9}" type="datetimeFigureOut">
              <a:rPr lang="en-US" smtClean="0"/>
              <a:t>9/30/20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EFBB9-7405-414C-A681-B79E624D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8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9CAEB-2E3F-454D-8ED5-C9EE3DB705B9}" type="datetimeFigureOut">
              <a:rPr lang="en-US" smtClean="0"/>
              <a:t>9/30/20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EFBB9-7405-414C-A681-B79E624D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9CAEB-2E3F-454D-8ED5-C9EE3DB705B9}" type="datetimeFigureOut">
              <a:rPr lang="en-US" smtClean="0"/>
              <a:t>9/30/20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EFBB9-7405-414C-A681-B79E624D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9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9CAEB-2E3F-454D-8ED5-C9EE3DB705B9}" type="datetimeFigureOut">
              <a:rPr lang="en-US" smtClean="0"/>
              <a:t>9/30/20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EFBB9-7405-414C-A681-B79E624D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9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9CAEB-2E3F-454D-8ED5-C9EE3DB705B9}" type="datetimeFigureOut">
              <a:rPr lang="en-US" smtClean="0"/>
              <a:t>9/30/20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EFBB9-7405-414C-A681-B79E624D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77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AD8DF473-2163-EF4F-8998-F1510FE7092F}"/>
              </a:ext>
            </a:extLst>
          </p:cNvPr>
          <p:cNvGrpSpPr/>
          <p:nvPr/>
        </p:nvGrpSpPr>
        <p:grpSpPr>
          <a:xfrm>
            <a:off x="550686" y="490465"/>
            <a:ext cx="693245" cy="2416035"/>
            <a:chOff x="589430" y="421791"/>
            <a:chExt cx="693245" cy="241603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49156E0-DE09-D24F-A0CE-6C334A93AA6F}"/>
                </a:ext>
              </a:extLst>
            </p:cNvPr>
            <p:cNvSpPr/>
            <p:nvPr/>
          </p:nvSpPr>
          <p:spPr>
            <a:xfrm>
              <a:off x="661214" y="1192529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/>
                <a:t>ProA</a:t>
              </a:r>
              <a:endParaRPr lang="en-US" sz="1100" dirty="0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0EDD30F-C42A-444E-BB3F-2CC7594BD695}"/>
                </a:ext>
              </a:extLst>
            </p:cNvPr>
            <p:cNvSpPr/>
            <p:nvPr/>
          </p:nvSpPr>
          <p:spPr>
            <a:xfrm>
              <a:off x="661214" y="1469513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VI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B3FF550-374D-9D4C-9BDD-E996766210E2}"/>
                </a:ext>
              </a:extLst>
            </p:cNvPr>
            <p:cNvSpPr/>
            <p:nvPr/>
          </p:nvSpPr>
          <p:spPr>
            <a:xfrm>
              <a:off x="661214" y="1746497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AEX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2879782-8CBC-C541-A8D7-3C460CA303F5}"/>
                </a:ext>
              </a:extLst>
            </p:cNvPr>
            <p:cNvSpPr/>
            <p:nvPr/>
          </p:nvSpPr>
          <p:spPr>
            <a:xfrm>
              <a:off x="661214" y="2023481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CEX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29F00EF-4785-D44E-BEA0-E180594D9B48}"/>
                </a:ext>
              </a:extLst>
            </p:cNvPr>
            <p:cNvSpPr/>
            <p:nvPr/>
          </p:nvSpPr>
          <p:spPr>
            <a:xfrm>
              <a:off x="661214" y="2300465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VRF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DD55829-415B-EF4C-A1F9-E5A9B654FB22}"/>
                </a:ext>
              </a:extLst>
            </p:cNvPr>
            <p:cNvSpPr/>
            <p:nvPr/>
          </p:nvSpPr>
          <p:spPr>
            <a:xfrm>
              <a:off x="661214" y="2577449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UFDF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3426205-815D-C049-94F8-DDB3B438BF7C}"/>
                </a:ext>
              </a:extLst>
            </p:cNvPr>
            <p:cNvGrpSpPr/>
            <p:nvPr/>
          </p:nvGrpSpPr>
          <p:grpSpPr>
            <a:xfrm>
              <a:off x="589430" y="421791"/>
              <a:ext cx="693245" cy="692946"/>
              <a:chOff x="2705247" y="459522"/>
              <a:chExt cx="693245" cy="692946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AA69E54-C14C-A741-AC6A-7A3926275F6B}"/>
                  </a:ext>
                </a:extLst>
              </p:cNvPr>
              <p:cNvSpPr/>
              <p:nvPr/>
            </p:nvSpPr>
            <p:spPr>
              <a:xfrm>
                <a:off x="2705247" y="459522"/>
                <a:ext cx="693245" cy="6929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9CBF1D3-3122-DF42-8114-D56B8F3218F7}"/>
                  </a:ext>
                </a:extLst>
              </p:cNvPr>
              <p:cNvSpPr/>
              <p:nvPr/>
            </p:nvSpPr>
            <p:spPr>
              <a:xfrm>
                <a:off x="2972916" y="840084"/>
                <a:ext cx="157907" cy="16002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50783A2-72CE-E54D-9648-D4E4D518D260}"/>
              </a:ext>
            </a:extLst>
          </p:cNvPr>
          <p:cNvGrpSpPr/>
          <p:nvPr/>
        </p:nvGrpSpPr>
        <p:grpSpPr>
          <a:xfrm>
            <a:off x="550686" y="3439394"/>
            <a:ext cx="693245" cy="2416035"/>
            <a:chOff x="576730" y="3190391"/>
            <a:chExt cx="693245" cy="2416035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5270039-94BD-EE40-84DE-6975572178B8}"/>
                </a:ext>
              </a:extLst>
            </p:cNvPr>
            <p:cNvSpPr/>
            <p:nvPr/>
          </p:nvSpPr>
          <p:spPr>
            <a:xfrm>
              <a:off x="648514" y="3961129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/>
                <a:t>ProA</a:t>
              </a:r>
              <a:endParaRPr lang="en-US" sz="1100" dirty="0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52DE13D2-EB08-C040-9D2E-4E33915CBF71}"/>
                </a:ext>
              </a:extLst>
            </p:cNvPr>
            <p:cNvSpPr/>
            <p:nvPr/>
          </p:nvSpPr>
          <p:spPr>
            <a:xfrm>
              <a:off x="648514" y="4238113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VI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EE7A077C-184B-4A41-AC6E-C66D1DB5B830}"/>
                </a:ext>
              </a:extLst>
            </p:cNvPr>
            <p:cNvSpPr/>
            <p:nvPr/>
          </p:nvSpPr>
          <p:spPr>
            <a:xfrm>
              <a:off x="648514" y="4515097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AEX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ABF1C224-36C4-BD46-934B-99793C350EAF}"/>
                </a:ext>
              </a:extLst>
            </p:cNvPr>
            <p:cNvSpPr/>
            <p:nvPr/>
          </p:nvSpPr>
          <p:spPr>
            <a:xfrm>
              <a:off x="648514" y="4792081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CEX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43AD2934-A05F-1E4A-B204-53B2CD22A8F2}"/>
                </a:ext>
              </a:extLst>
            </p:cNvPr>
            <p:cNvSpPr/>
            <p:nvPr/>
          </p:nvSpPr>
          <p:spPr>
            <a:xfrm>
              <a:off x="648514" y="5069065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VRF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B4BD77B9-B80B-9D45-BE4E-3218227D7D3A}"/>
                </a:ext>
              </a:extLst>
            </p:cNvPr>
            <p:cNvSpPr/>
            <p:nvPr/>
          </p:nvSpPr>
          <p:spPr>
            <a:xfrm>
              <a:off x="648514" y="5346049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UFDF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7F15D7-E25D-A443-8FC3-1BEE938F144C}"/>
                </a:ext>
              </a:extLst>
            </p:cNvPr>
            <p:cNvGrpSpPr/>
            <p:nvPr/>
          </p:nvGrpSpPr>
          <p:grpSpPr>
            <a:xfrm>
              <a:off x="576730" y="3190391"/>
              <a:ext cx="693245" cy="692946"/>
              <a:chOff x="2705247" y="459522"/>
              <a:chExt cx="693245" cy="692946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453E063-3317-1546-A163-5212A76D87AF}"/>
                  </a:ext>
                </a:extLst>
              </p:cNvPr>
              <p:cNvSpPr/>
              <p:nvPr/>
            </p:nvSpPr>
            <p:spPr>
              <a:xfrm>
                <a:off x="2705247" y="459522"/>
                <a:ext cx="693245" cy="6929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2781F54B-BCF4-8C45-8558-42256EB1DBC0}"/>
                  </a:ext>
                </a:extLst>
              </p:cNvPr>
              <p:cNvGrpSpPr/>
              <p:nvPr/>
            </p:nvGrpSpPr>
            <p:grpSpPr>
              <a:xfrm>
                <a:off x="2848417" y="611883"/>
                <a:ext cx="406905" cy="388224"/>
                <a:chOff x="2848418" y="593900"/>
                <a:chExt cx="406905" cy="388224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17A6DC1D-7B6C-0F40-BC93-CFEB48E3C052}"/>
                    </a:ext>
                  </a:extLst>
                </p:cNvPr>
                <p:cNvSpPr/>
                <p:nvPr/>
              </p:nvSpPr>
              <p:spPr>
                <a:xfrm>
                  <a:off x="2972917" y="5939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86C7DFFE-1632-AF41-8B27-4F2D20708B15}"/>
                    </a:ext>
                  </a:extLst>
                </p:cNvPr>
                <p:cNvSpPr/>
                <p:nvPr/>
              </p:nvSpPr>
              <p:spPr>
                <a:xfrm>
                  <a:off x="3097416" y="7080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2B4B397-6A70-DE48-B898-321A419939EC}"/>
                    </a:ext>
                  </a:extLst>
                </p:cNvPr>
                <p:cNvSpPr/>
                <p:nvPr/>
              </p:nvSpPr>
              <p:spPr>
                <a:xfrm>
                  <a:off x="2848418" y="7080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53F0B85-84AD-F646-BB75-343A707362EF}"/>
                    </a:ext>
                  </a:extLst>
                </p:cNvPr>
                <p:cNvSpPr/>
                <p:nvPr/>
              </p:nvSpPr>
              <p:spPr>
                <a:xfrm>
                  <a:off x="2972917" y="822101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392DD8F-AA73-714E-B9E8-3C385AC3083B}"/>
              </a:ext>
            </a:extLst>
          </p:cNvPr>
          <p:cNvSpPr/>
          <p:nvPr/>
        </p:nvSpPr>
        <p:spPr>
          <a:xfrm>
            <a:off x="622470" y="7159060"/>
            <a:ext cx="548774" cy="26037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ProA</a:t>
            </a:r>
            <a:endParaRPr lang="en-US" sz="1100" dirty="0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B59CC14-0182-FE46-89A8-36EF840EC5C5}"/>
              </a:ext>
            </a:extLst>
          </p:cNvPr>
          <p:cNvSpPr/>
          <p:nvPr/>
        </p:nvSpPr>
        <p:spPr>
          <a:xfrm>
            <a:off x="622470" y="7436044"/>
            <a:ext cx="548774" cy="26037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VI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1B4F3EA-34C4-0844-96DC-2BBB5D5D781A}"/>
              </a:ext>
            </a:extLst>
          </p:cNvPr>
          <p:cNvSpPr/>
          <p:nvPr/>
        </p:nvSpPr>
        <p:spPr>
          <a:xfrm>
            <a:off x="622470" y="7713028"/>
            <a:ext cx="548774" cy="26037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AEX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840DD0B2-87D3-2641-8E6F-47CCE4E60008}"/>
              </a:ext>
            </a:extLst>
          </p:cNvPr>
          <p:cNvSpPr/>
          <p:nvPr/>
        </p:nvSpPr>
        <p:spPr>
          <a:xfrm>
            <a:off x="622470" y="7990012"/>
            <a:ext cx="548774" cy="26037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CEX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C2213C2-494E-9C4F-B471-C4216599E8D4}"/>
              </a:ext>
            </a:extLst>
          </p:cNvPr>
          <p:cNvSpPr/>
          <p:nvPr/>
        </p:nvSpPr>
        <p:spPr>
          <a:xfrm>
            <a:off x="622470" y="8266996"/>
            <a:ext cx="548774" cy="26037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VRF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5402B90-E463-D94E-A84B-1A740299BD8D}"/>
              </a:ext>
            </a:extLst>
          </p:cNvPr>
          <p:cNvSpPr/>
          <p:nvPr/>
        </p:nvSpPr>
        <p:spPr>
          <a:xfrm>
            <a:off x="622470" y="8543980"/>
            <a:ext cx="548774" cy="26037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UFDF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5B04935-8F38-824D-A4A9-CC6FB3E6851C}"/>
              </a:ext>
            </a:extLst>
          </p:cNvPr>
          <p:cNvSpPr/>
          <p:nvPr/>
        </p:nvSpPr>
        <p:spPr>
          <a:xfrm>
            <a:off x="550686" y="6388322"/>
            <a:ext cx="693245" cy="692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C3D9D85-76B8-AB40-98D3-E26D25886561}"/>
              </a:ext>
            </a:extLst>
          </p:cNvPr>
          <p:cNvSpPr/>
          <p:nvPr/>
        </p:nvSpPr>
        <p:spPr>
          <a:xfrm>
            <a:off x="550686" y="6388322"/>
            <a:ext cx="250723" cy="2212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DBB5120-95D5-0F42-A401-06203F1AA1FD}"/>
              </a:ext>
            </a:extLst>
          </p:cNvPr>
          <p:cNvSpPr/>
          <p:nvPr/>
        </p:nvSpPr>
        <p:spPr>
          <a:xfrm>
            <a:off x="984735" y="6399599"/>
            <a:ext cx="250723" cy="2212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BBB14A9-D50E-0745-A70F-8B53D302FE14}"/>
              </a:ext>
            </a:extLst>
          </p:cNvPr>
          <p:cNvSpPr/>
          <p:nvPr/>
        </p:nvSpPr>
        <p:spPr>
          <a:xfrm>
            <a:off x="985831" y="6858026"/>
            <a:ext cx="250723" cy="2212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2B44C2A-0EF4-D64C-B60E-FACC448081CB}"/>
              </a:ext>
            </a:extLst>
          </p:cNvPr>
          <p:cNvSpPr/>
          <p:nvPr/>
        </p:nvSpPr>
        <p:spPr>
          <a:xfrm>
            <a:off x="549782" y="6858026"/>
            <a:ext cx="250723" cy="2212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4CF3C3B-A8A9-9742-8A07-2C4B92305A13}"/>
              </a:ext>
            </a:extLst>
          </p:cNvPr>
          <p:cNvGrpSpPr/>
          <p:nvPr/>
        </p:nvGrpSpPr>
        <p:grpSpPr>
          <a:xfrm>
            <a:off x="693856" y="6540683"/>
            <a:ext cx="406905" cy="388224"/>
            <a:chOff x="2848418" y="593900"/>
            <a:chExt cx="406905" cy="388224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2216842-449D-E645-A649-D4632AF89393}"/>
                </a:ext>
              </a:extLst>
            </p:cNvPr>
            <p:cNvSpPr/>
            <p:nvPr/>
          </p:nvSpPr>
          <p:spPr>
            <a:xfrm>
              <a:off x="2972917" y="593900"/>
              <a:ext cx="157907" cy="16002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3C6B011-486D-6C4E-8EBA-D2E44D28CA80}"/>
                </a:ext>
              </a:extLst>
            </p:cNvPr>
            <p:cNvSpPr/>
            <p:nvPr/>
          </p:nvSpPr>
          <p:spPr>
            <a:xfrm>
              <a:off x="3097416" y="708000"/>
              <a:ext cx="157907" cy="16002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0838806-A777-F04F-9D19-A0D6B3398F8A}"/>
                </a:ext>
              </a:extLst>
            </p:cNvPr>
            <p:cNvSpPr/>
            <p:nvPr/>
          </p:nvSpPr>
          <p:spPr>
            <a:xfrm>
              <a:off x="2848418" y="708000"/>
              <a:ext cx="157907" cy="16002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EF53549-9A79-D640-A85E-A474C8494BF0}"/>
                </a:ext>
              </a:extLst>
            </p:cNvPr>
            <p:cNvSpPr/>
            <p:nvPr/>
          </p:nvSpPr>
          <p:spPr>
            <a:xfrm>
              <a:off x="2972917" y="822101"/>
              <a:ext cx="157907" cy="16002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35AFB8CF-A281-8046-AD42-0329A6714101}"/>
              </a:ext>
            </a:extLst>
          </p:cNvPr>
          <p:cNvSpPr txBox="1"/>
          <p:nvPr/>
        </p:nvSpPr>
        <p:spPr>
          <a:xfrm>
            <a:off x="439846" y="143274"/>
            <a:ext cx="914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Stage 1</a:t>
            </a:r>
          </a:p>
          <a:p>
            <a:pPr algn="ctr"/>
            <a:r>
              <a:rPr lang="en-US" dirty="0"/>
              <a:t>1x500L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9C7E4A-B239-A848-AC23-8E3CD23F6848}"/>
              </a:ext>
            </a:extLst>
          </p:cNvPr>
          <p:cNvSpPr txBox="1"/>
          <p:nvPr/>
        </p:nvSpPr>
        <p:spPr>
          <a:xfrm>
            <a:off x="35252" y="3238121"/>
            <a:ext cx="1723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Stage 2: 4x500L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C84231-C3E0-AC4C-8BE7-BAE359AF390E}"/>
              </a:ext>
            </a:extLst>
          </p:cNvPr>
          <p:cNvSpPr txBox="1"/>
          <p:nvPr/>
        </p:nvSpPr>
        <p:spPr>
          <a:xfrm>
            <a:off x="-130661" y="6019005"/>
            <a:ext cx="214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Stage 3: 6x2000L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D84C3EF-184A-9341-BA2D-893E856DE715}"/>
              </a:ext>
            </a:extLst>
          </p:cNvPr>
          <p:cNvGrpSpPr/>
          <p:nvPr/>
        </p:nvGrpSpPr>
        <p:grpSpPr>
          <a:xfrm>
            <a:off x="1501394" y="1469490"/>
            <a:ext cx="712784" cy="188875"/>
            <a:chOff x="1574718" y="1301367"/>
            <a:chExt cx="712784" cy="188875"/>
          </a:xfrm>
        </p:grpSpPr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76B7362C-7666-FB46-A159-8DD505941CAC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5A850AC0-6E7A-0D46-A29A-8A755B93EC76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3E4B92F4-E4D0-BD45-A7BB-3969C4A1022A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8D216F9-205F-1E4F-8122-1C5F25A56E76}"/>
              </a:ext>
            </a:extLst>
          </p:cNvPr>
          <p:cNvGrpSpPr/>
          <p:nvPr/>
        </p:nvGrpSpPr>
        <p:grpSpPr>
          <a:xfrm>
            <a:off x="1501394" y="1874510"/>
            <a:ext cx="712784" cy="188875"/>
            <a:chOff x="1574718" y="1301367"/>
            <a:chExt cx="712784" cy="188875"/>
          </a:xfrm>
        </p:grpSpPr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187BA468-11E7-CA4C-ACB8-EF29CDAAB138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5391E8D7-C319-8440-BAEB-2DF6C36DE1CE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C815DA23-8966-2141-B647-F441E6267776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D9FC3EC-6538-D740-9AFF-EA98296708DC}"/>
              </a:ext>
            </a:extLst>
          </p:cNvPr>
          <p:cNvGrpSpPr/>
          <p:nvPr/>
        </p:nvGrpSpPr>
        <p:grpSpPr>
          <a:xfrm>
            <a:off x="1501394" y="1672000"/>
            <a:ext cx="712784" cy="188875"/>
            <a:chOff x="1574718" y="1301367"/>
            <a:chExt cx="712784" cy="188875"/>
          </a:xfrm>
        </p:grpSpPr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51399C0C-0D9C-C440-8F87-E41E4F69363D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CF3DA1EF-CB6A-9F49-A2E8-34D3FCA38E9B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07D72AD8-771B-5648-BDC1-98C95B730A40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7719046-83C7-9446-A1F2-4293372E2D25}"/>
              </a:ext>
            </a:extLst>
          </p:cNvPr>
          <p:cNvGrpSpPr/>
          <p:nvPr/>
        </p:nvGrpSpPr>
        <p:grpSpPr>
          <a:xfrm>
            <a:off x="1501394" y="2077020"/>
            <a:ext cx="712784" cy="188875"/>
            <a:chOff x="1574718" y="1301367"/>
            <a:chExt cx="712784" cy="188875"/>
          </a:xfrm>
        </p:grpSpPr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F6A923D1-723B-1141-83FF-EA9B661E5974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C989B3DA-9954-F64A-AE80-9844237CA8E4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9E77B41E-3BD5-854A-9247-48D08667F041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63440C4-4754-3A4A-BD69-C4F41A2E5F01}"/>
              </a:ext>
            </a:extLst>
          </p:cNvPr>
          <p:cNvGrpSpPr/>
          <p:nvPr/>
        </p:nvGrpSpPr>
        <p:grpSpPr>
          <a:xfrm>
            <a:off x="1501394" y="2279530"/>
            <a:ext cx="712784" cy="188875"/>
            <a:chOff x="1574718" y="1301367"/>
            <a:chExt cx="712784" cy="188875"/>
          </a:xfrm>
        </p:grpSpPr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84CDC343-78AC-8D43-9131-80EDBB345A25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F21B4FFE-5891-E04F-80AB-0EA8ACBF05EC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9553AF25-E605-154C-B3D3-BABDB11C0E36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16AC2E5-1B74-6945-A577-8561B2BB91FB}"/>
              </a:ext>
            </a:extLst>
          </p:cNvPr>
          <p:cNvGrpSpPr/>
          <p:nvPr/>
        </p:nvGrpSpPr>
        <p:grpSpPr>
          <a:xfrm>
            <a:off x="1501394" y="2482042"/>
            <a:ext cx="712784" cy="188875"/>
            <a:chOff x="1574718" y="1301367"/>
            <a:chExt cx="712784" cy="188875"/>
          </a:xfrm>
        </p:grpSpPr>
        <p:sp>
          <p:nvSpPr>
            <p:cNvPr id="102" name="Rounded Rectangle 101">
              <a:extLst>
                <a:ext uri="{FF2B5EF4-FFF2-40B4-BE49-F238E27FC236}">
                  <a16:creationId xmlns:a16="http://schemas.microsoft.com/office/drawing/2014/main" id="{DB859EF0-C63F-114E-995A-FA685455088D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535D54F2-BB9E-C74D-9A0E-2E763AA4C9A0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91AD513A-284E-0C40-B9FF-52D9E108FA58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A24E9F14-5EB2-BA4C-A07D-7ACF65949E67}"/>
              </a:ext>
            </a:extLst>
          </p:cNvPr>
          <p:cNvSpPr txBox="1"/>
          <p:nvPr/>
        </p:nvSpPr>
        <p:spPr>
          <a:xfrm>
            <a:off x="1412695" y="639999"/>
            <a:ext cx="86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18x1000L single use containers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6CF1173-1D07-464F-B823-5F1A85E77444}"/>
              </a:ext>
            </a:extLst>
          </p:cNvPr>
          <p:cNvSpPr txBox="1"/>
          <p:nvPr/>
        </p:nvSpPr>
        <p:spPr>
          <a:xfrm>
            <a:off x="2341131" y="639999"/>
            <a:ext cx="86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1x5000L single use containers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F8E08013-E3E9-B84F-BF69-3C020DCC8E6A}"/>
              </a:ext>
            </a:extLst>
          </p:cNvPr>
          <p:cNvGrpSpPr/>
          <p:nvPr/>
        </p:nvGrpSpPr>
        <p:grpSpPr>
          <a:xfrm>
            <a:off x="1591890" y="7212014"/>
            <a:ext cx="2460878" cy="274320"/>
            <a:chOff x="3084225" y="871028"/>
            <a:chExt cx="2460878" cy="274320"/>
          </a:xfrm>
        </p:grpSpPr>
        <p:sp>
          <p:nvSpPr>
            <p:cNvPr id="200" name="Rounded Rectangle 199">
              <a:extLst>
                <a:ext uri="{FF2B5EF4-FFF2-40B4-BE49-F238E27FC236}">
                  <a16:creationId xmlns:a16="http://schemas.microsoft.com/office/drawing/2014/main" id="{F1C4F90E-6CA0-4C49-A865-9F5EBA6A612A}"/>
                </a:ext>
              </a:extLst>
            </p:cNvPr>
            <p:cNvSpPr/>
            <p:nvPr/>
          </p:nvSpPr>
          <p:spPr>
            <a:xfrm>
              <a:off x="308422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Rounded Rectangle 200">
              <a:extLst>
                <a:ext uri="{FF2B5EF4-FFF2-40B4-BE49-F238E27FC236}">
                  <a16:creationId xmlns:a16="http://schemas.microsoft.com/office/drawing/2014/main" id="{27C2E58A-7346-A647-92E6-3CE228F77FB2}"/>
                </a:ext>
              </a:extLst>
            </p:cNvPr>
            <p:cNvSpPr/>
            <p:nvPr/>
          </p:nvSpPr>
          <p:spPr>
            <a:xfrm>
              <a:off x="3448652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ounded Rectangle 201">
              <a:extLst>
                <a:ext uri="{FF2B5EF4-FFF2-40B4-BE49-F238E27FC236}">
                  <a16:creationId xmlns:a16="http://schemas.microsoft.com/office/drawing/2014/main" id="{F734DB75-6E7F-8C4F-9560-34022CEA5ECF}"/>
                </a:ext>
              </a:extLst>
            </p:cNvPr>
            <p:cNvSpPr/>
            <p:nvPr/>
          </p:nvSpPr>
          <p:spPr>
            <a:xfrm>
              <a:off x="3813078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6A0F161A-A500-9746-AB13-25BDD5655D32}"/>
                </a:ext>
              </a:extLst>
            </p:cNvPr>
            <p:cNvSpPr/>
            <p:nvPr/>
          </p:nvSpPr>
          <p:spPr>
            <a:xfrm>
              <a:off x="417750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ounded Rectangle 203">
              <a:extLst>
                <a:ext uri="{FF2B5EF4-FFF2-40B4-BE49-F238E27FC236}">
                  <a16:creationId xmlns:a16="http://schemas.microsoft.com/office/drawing/2014/main" id="{FECFCE2A-3505-C843-A6FC-1C297D8F9146}"/>
                </a:ext>
              </a:extLst>
            </p:cNvPr>
            <p:cNvSpPr/>
            <p:nvPr/>
          </p:nvSpPr>
          <p:spPr>
            <a:xfrm>
              <a:off x="4541931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Rounded Rectangle 204">
              <a:extLst>
                <a:ext uri="{FF2B5EF4-FFF2-40B4-BE49-F238E27FC236}">
                  <a16:creationId xmlns:a16="http://schemas.microsoft.com/office/drawing/2014/main" id="{840D28BF-EFA7-C040-91DD-130732DA6758}"/>
                </a:ext>
              </a:extLst>
            </p:cNvPr>
            <p:cNvSpPr/>
            <p:nvPr/>
          </p:nvSpPr>
          <p:spPr>
            <a:xfrm>
              <a:off x="4906358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" name="Rounded Rectangle 205">
              <a:extLst>
                <a:ext uri="{FF2B5EF4-FFF2-40B4-BE49-F238E27FC236}">
                  <a16:creationId xmlns:a16="http://schemas.microsoft.com/office/drawing/2014/main" id="{50C6CBDA-F400-6F4F-BB7B-30EA14446FD9}"/>
                </a:ext>
              </a:extLst>
            </p:cNvPr>
            <p:cNvSpPr/>
            <p:nvPr/>
          </p:nvSpPr>
          <p:spPr>
            <a:xfrm>
              <a:off x="5270783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AAF4477D-ABFE-8A46-B50C-B7D3096750FE}"/>
              </a:ext>
            </a:extLst>
          </p:cNvPr>
          <p:cNvGrpSpPr/>
          <p:nvPr/>
        </p:nvGrpSpPr>
        <p:grpSpPr>
          <a:xfrm>
            <a:off x="1591890" y="7495795"/>
            <a:ext cx="2460878" cy="274320"/>
            <a:chOff x="3084225" y="1154809"/>
            <a:chExt cx="2460878" cy="274320"/>
          </a:xfrm>
        </p:grpSpPr>
        <p:sp>
          <p:nvSpPr>
            <p:cNvPr id="208" name="Rounded Rectangle 207">
              <a:extLst>
                <a:ext uri="{FF2B5EF4-FFF2-40B4-BE49-F238E27FC236}">
                  <a16:creationId xmlns:a16="http://schemas.microsoft.com/office/drawing/2014/main" id="{7452B46B-0028-AF40-A9D5-0944C90764B4}"/>
                </a:ext>
              </a:extLst>
            </p:cNvPr>
            <p:cNvSpPr/>
            <p:nvPr/>
          </p:nvSpPr>
          <p:spPr>
            <a:xfrm>
              <a:off x="3084225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" name="Rounded Rectangle 208">
              <a:extLst>
                <a:ext uri="{FF2B5EF4-FFF2-40B4-BE49-F238E27FC236}">
                  <a16:creationId xmlns:a16="http://schemas.microsoft.com/office/drawing/2014/main" id="{580D998B-DF1A-214B-AE91-5EE1C5C657CE}"/>
                </a:ext>
              </a:extLst>
            </p:cNvPr>
            <p:cNvSpPr/>
            <p:nvPr/>
          </p:nvSpPr>
          <p:spPr>
            <a:xfrm>
              <a:off x="3448652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Rounded Rectangle 209">
              <a:extLst>
                <a:ext uri="{FF2B5EF4-FFF2-40B4-BE49-F238E27FC236}">
                  <a16:creationId xmlns:a16="http://schemas.microsoft.com/office/drawing/2014/main" id="{EA680BB1-5DF5-0F4E-913E-41FD88011992}"/>
                </a:ext>
              </a:extLst>
            </p:cNvPr>
            <p:cNvSpPr/>
            <p:nvPr/>
          </p:nvSpPr>
          <p:spPr>
            <a:xfrm>
              <a:off x="3813078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1" name="Rounded Rectangle 210">
              <a:extLst>
                <a:ext uri="{FF2B5EF4-FFF2-40B4-BE49-F238E27FC236}">
                  <a16:creationId xmlns:a16="http://schemas.microsoft.com/office/drawing/2014/main" id="{C1770176-4236-AE4C-B07C-4016CA89484B}"/>
                </a:ext>
              </a:extLst>
            </p:cNvPr>
            <p:cNvSpPr/>
            <p:nvPr/>
          </p:nvSpPr>
          <p:spPr>
            <a:xfrm>
              <a:off x="4177505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ounded Rectangle 211">
              <a:extLst>
                <a:ext uri="{FF2B5EF4-FFF2-40B4-BE49-F238E27FC236}">
                  <a16:creationId xmlns:a16="http://schemas.microsoft.com/office/drawing/2014/main" id="{12D2C67A-3BBA-A24F-A76B-1510DF3643F5}"/>
                </a:ext>
              </a:extLst>
            </p:cNvPr>
            <p:cNvSpPr/>
            <p:nvPr/>
          </p:nvSpPr>
          <p:spPr>
            <a:xfrm>
              <a:off x="4541931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Rounded Rectangle 212">
              <a:extLst>
                <a:ext uri="{FF2B5EF4-FFF2-40B4-BE49-F238E27FC236}">
                  <a16:creationId xmlns:a16="http://schemas.microsoft.com/office/drawing/2014/main" id="{794CACC5-24FD-DE45-991D-E93F6AA3192E}"/>
                </a:ext>
              </a:extLst>
            </p:cNvPr>
            <p:cNvSpPr/>
            <p:nvPr/>
          </p:nvSpPr>
          <p:spPr>
            <a:xfrm>
              <a:off x="4906358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Rounded Rectangle 213">
              <a:extLst>
                <a:ext uri="{FF2B5EF4-FFF2-40B4-BE49-F238E27FC236}">
                  <a16:creationId xmlns:a16="http://schemas.microsoft.com/office/drawing/2014/main" id="{C5BA1682-09A3-AB49-9B5C-D6FA7133E0C8}"/>
                </a:ext>
              </a:extLst>
            </p:cNvPr>
            <p:cNvSpPr/>
            <p:nvPr/>
          </p:nvSpPr>
          <p:spPr>
            <a:xfrm>
              <a:off x="5270783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9A1107C1-0E28-4545-8D85-BCB4F80B6704}"/>
              </a:ext>
            </a:extLst>
          </p:cNvPr>
          <p:cNvGrpSpPr/>
          <p:nvPr/>
        </p:nvGrpSpPr>
        <p:grpSpPr>
          <a:xfrm>
            <a:off x="1591890" y="7779576"/>
            <a:ext cx="2460878" cy="274320"/>
            <a:chOff x="3084225" y="1438590"/>
            <a:chExt cx="2460878" cy="274320"/>
          </a:xfrm>
        </p:grpSpPr>
        <p:sp>
          <p:nvSpPr>
            <p:cNvPr id="216" name="Rounded Rectangle 215">
              <a:extLst>
                <a:ext uri="{FF2B5EF4-FFF2-40B4-BE49-F238E27FC236}">
                  <a16:creationId xmlns:a16="http://schemas.microsoft.com/office/drawing/2014/main" id="{D33EE6A5-A24D-4D49-B496-E48F4BDAF982}"/>
                </a:ext>
              </a:extLst>
            </p:cNvPr>
            <p:cNvSpPr/>
            <p:nvPr/>
          </p:nvSpPr>
          <p:spPr>
            <a:xfrm>
              <a:off x="3084225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7" name="Rounded Rectangle 216">
              <a:extLst>
                <a:ext uri="{FF2B5EF4-FFF2-40B4-BE49-F238E27FC236}">
                  <a16:creationId xmlns:a16="http://schemas.microsoft.com/office/drawing/2014/main" id="{17BC70CD-A9BE-E44E-81AF-A34B592EA997}"/>
                </a:ext>
              </a:extLst>
            </p:cNvPr>
            <p:cNvSpPr/>
            <p:nvPr/>
          </p:nvSpPr>
          <p:spPr>
            <a:xfrm>
              <a:off x="3448652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Rounded Rectangle 217">
              <a:extLst>
                <a:ext uri="{FF2B5EF4-FFF2-40B4-BE49-F238E27FC236}">
                  <a16:creationId xmlns:a16="http://schemas.microsoft.com/office/drawing/2014/main" id="{33E94244-3E48-2444-9038-B2AAA65104CB}"/>
                </a:ext>
              </a:extLst>
            </p:cNvPr>
            <p:cNvSpPr/>
            <p:nvPr/>
          </p:nvSpPr>
          <p:spPr>
            <a:xfrm>
              <a:off x="3813078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9" name="Rounded Rectangle 218">
              <a:extLst>
                <a:ext uri="{FF2B5EF4-FFF2-40B4-BE49-F238E27FC236}">
                  <a16:creationId xmlns:a16="http://schemas.microsoft.com/office/drawing/2014/main" id="{64A52142-146E-F84E-96EC-534B81FE9821}"/>
                </a:ext>
              </a:extLst>
            </p:cNvPr>
            <p:cNvSpPr/>
            <p:nvPr/>
          </p:nvSpPr>
          <p:spPr>
            <a:xfrm>
              <a:off x="4177505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0" name="Rounded Rectangle 219">
              <a:extLst>
                <a:ext uri="{FF2B5EF4-FFF2-40B4-BE49-F238E27FC236}">
                  <a16:creationId xmlns:a16="http://schemas.microsoft.com/office/drawing/2014/main" id="{66517A83-939E-5F43-9690-4FFE0372E158}"/>
                </a:ext>
              </a:extLst>
            </p:cNvPr>
            <p:cNvSpPr/>
            <p:nvPr/>
          </p:nvSpPr>
          <p:spPr>
            <a:xfrm>
              <a:off x="4541931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1" name="Rounded Rectangle 220">
              <a:extLst>
                <a:ext uri="{FF2B5EF4-FFF2-40B4-BE49-F238E27FC236}">
                  <a16:creationId xmlns:a16="http://schemas.microsoft.com/office/drawing/2014/main" id="{BA80AB52-301F-BB48-A33A-306A56D089C2}"/>
                </a:ext>
              </a:extLst>
            </p:cNvPr>
            <p:cNvSpPr/>
            <p:nvPr/>
          </p:nvSpPr>
          <p:spPr>
            <a:xfrm>
              <a:off x="4906358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2" name="Rounded Rectangle 221">
              <a:extLst>
                <a:ext uri="{FF2B5EF4-FFF2-40B4-BE49-F238E27FC236}">
                  <a16:creationId xmlns:a16="http://schemas.microsoft.com/office/drawing/2014/main" id="{E9DC32A8-B74C-464B-BC08-1CD368425E54}"/>
                </a:ext>
              </a:extLst>
            </p:cNvPr>
            <p:cNvSpPr/>
            <p:nvPr/>
          </p:nvSpPr>
          <p:spPr>
            <a:xfrm>
              <a:off x="5270783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5C1778EC-C65B-1847-8542-930AB916A9B0}"/>
              </a:ext>
            </a:extLst>
          </p:cNvPr>
          <p:cNvGrpSpPr/>
          <p:nvPr/>
        </p:nvGrpSpPr>
        <p:grpSpPr>
          <a:xfrm>
            <a:off x="1591890" y="8063357"/>
            <a:ext cx="2460878" cy="274320"/>
            <a:chOff x="2988193" y="1651407"/>
            <a:chExt cx="2460878" cy="274320"/>
          </a:xfrm>
        </p:grpSpPr>
        <p:sp>
          <p:nvSpPr>
            <p:cNvPr id="224" name="Rounded Rectangle 223">
              <a:extLst>
                <a:ext uri="{FF2B5EF4-FFF2-40B4-BE49-F238E27FC236}">
                  <a16:creationId xmlns:a16="http://schemas.microsoft.com/office/drawing/2014/main" id="{D1B19E27-EC94-B244-B7E9-634B5178A207}"/>
                </a:ext>
              </a:extLst>
            </p:cNvPr>
            <p:cNvSpPr/>
            <p:nvPr/>
          </p:nvSpPr>
          <p:spPr>
            <a:xfrm>
              <a:off x="2988193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5" name="Rounded Rectangle 224">
              <a:extLst>
                <a:ext uri="{FF2B5EF4-FFF2-40B4-BE49-F238E27FC236}">
                  <a16:creationId xmlns:a16="http://schemas.microsoft.com/office/drawing/2014/main" id="{0EB46E19-54A4-9C4C-887A-FABA96B87AEA}"/>
                </a:ext>
              </a:extLst>
            </p:cNvPr>
            <p:cNvSpPr/>
            <p:nvPr/>
          </p:nvSpPr>
          <p:spPr>
            <a:xfrm>
              <a:off x="3352620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6" name="Rounded Rectangle 225">
              <a:extLst>
                <a:ext uri="{FF2B5EF4-FFF2-40B4-BE49-F238E27FC236}">
                  <a16:creationId xmlns:a16="http://schemas.microsoft.com/office/drawing/2014/main" id="{E3621A74-B35E-1E43-B82A-B01F9E57EC71}"/>
                </a:ext>
              </a:extLst>
            </p:cNvPr>
            <p:cNvSpPr/>
            <p:nvPr/>
          </p:nvSpPr>
          <p:spPr>
            <a:xfrm>
              <a:off x="3717046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7" name="Rounded Rectangle 226">
              <a:extLst>
                <a:ext uri="{FF2B5EF4-FFF2-40B4-BE49-F238E27FC236}">
                  <a16:creationId xmlns:a16="http://schemas.microsoft.com/office/drawing/2014/main" id="{30BDA76A-61B7-0D45-89F9-F3C82379B387}"/>
                </a:ext>
              </a:extLst>
            </p:cNvPr>
            <p:cNvSpPr/>
            <p:nvPr/>
          </p:nvSpPr>
          <p:spPr>
            <a:xfrm>
              <a:off x="4081473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8" name="Rounded Rectangle 227">
              <a:extLst>
                <a:ext uri="{FF2B5EF4-FFF2-40B4-BE49-F238E27FC236}">
                  <a16:creationId xmlns:a16="http://schemas.microsoft.com/office/drawing/2014/main" id="{D9CF703C-C898-1C47-9792-E9507E0C7B79}"/>
                </a:ext>
              </a:extLst>
            </p:cNvPr>
            <p:cNvSpPr/>
            <p:nvPr/>
          </p:nvSpPr>
          <p:spPr>
            <a:xfrm>
              <a:off x="4445899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Rounded Rectangle 228">
              <a:extLst>
                <a:ext uri="{FF2B5EF4-FFF2-40B4-BE49-F238E27FC236}">
                  <a16:creationId xmlns:a16="http://schemas.microsoft.com/office/drawing/2014/main" id="{AA1D4215-2D16-4B4C-B920-2E1AB1658E48}"/>
                </a:ext>
              </a:extLst>
            </p:cNvPr>
            <p:cNvSpPr/>
            <p:nvPr/>
          </p:nvSpPr>
          <p:spPr>
            <a:xfrm>
              <a:off x="4810326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0" name="Rounded Rectangle 229">
              <a:extLst>
                <a:ext uri="{FF2B5EF4-FFF2-40B4-BE49-F238E27FC236}">
                  <a16:creationId xmlns:a16="http://schemas.microsoft.com/office/drawing/2014/main" id="{456CB5A7-CE36-1B4D-ABFB-82920D806884}"/>
                </a:ext>
              </a:extLst>
            </p:cNvPr>
            <p:cNvSpPr/>
            <p:nvPr/>
          </p:nvSpPr>
          <p:spPr>
            <a:xfrm>
              <a:off x="5174751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C58B4B4-84FB-FE41-8F93-B722CD63A2B8}"/>
              </a:ext>
            </a:extLst>
          </p:cNvPr>
          <p:cNvGrpSpPr/>
          <p:nvPr/>
        </p:nvGrpSpPr>
        <p:grpSpPr>
          <a:xfrm>
            <a:off x="1591890" y="8347138"/>
            <a:ext cx="2460878" cy="274320"/>
            <a:chOff x="3084225" y="2006152"/>
            <a:chExt cx="2460878" cy="274320"/>
          </a:xfrm>
        </p:grpSpPr>
        <p:sp>
          <p:nvSpPr>
            <p:cNvPr id="232" name="Rounded Rectangle 231">
              <a:extLst>
                <a:ext uri="{FF2B5EF4-FFF2-40B4-BE49-F238E27FC236}">
                  <a16:creationId xmlns:a16="http://schemas.microsoft.com/office/drawing/2014/main" id="{44F66E9C-72B3-A447-AFB0-140DFFF5754B}"/>
                </a:ext>
              </a:extLst>
            </p:cNvPr>
            <p:cNvSpPr/>
            <p:nvPr/>
          </p:nvSpPr>
          <p:spPr>
            <a:xfrm>
              <a:off x="3084225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3" name="Rounded Rectangle 232">
              <a:extLst>
                <a:ext uri="{FF2B5EF4-FFF2-40B4-BE49-F238E27FC236}">
                  <a16:creationId xmlns:a16="http://schemas.microsoft.com/office/drawing/2014/main" id="{46238162-745E-D446-B60E-D159C3026F80}"/>
                </a:ext>
              </a:extLst>
            </p:cNvPr>
            <p:cNvSpPr/>
            <p:nvPr/>
          </p:nvSpPr>
          <p:spPr>
            <a:xfrm>
              <a:off x="3448652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4" name="Rounded Rectangle 233">
              <a:extLst>
                <a:ext uri="{FF2B5EF4-FFF2-40B4-BE49-F238E27FC236}">
                  <a16:creationId xmlns:a16="http://schemas.microsoft.com/office/drawing/2014/main" id="{763F9142-534A-0441-B641-E9E37CD3F7C6}"/>
                </a:ext>
              </a:extLst>
            </p:cNvPr>
            <p:cNvSpPr/>
            <p:nvPr/>
          </p:nvSpPr>
          <p:spPr>
            <a:xfrm>
              <a:off x="3813078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5" name="Rounded Rectangle 234">
              <a:extLst>
                <a:ext uri="{FF2B5EF4-FFF2-40B4-BE49-F238E27FC236}">
                  <a16:creationId xmlns:a16="http://schemas.microsoft.com/office/drawing/2014/main" id="{D5C366EB-7804-D543-9DEF-7E706A80A542}"/>
                </a:ext>
              </a:extLst>
            </p:cNvPr>
            <p:cNvSpPr/>
            <p:nvPr/>
          </p:nvSpPr>
          <p:spPr>
            <a:xfrm>
              <a:off x="4177505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6" name="Rounded Rectangle 235">
              <a:extLst>
                <a:ext uri="{FF2B5EF4-FFF2-40B4-BE49-F238E27FC236}">
                  <a16:creationId xmlns:a16="http://schemas.microsoft.com/office/drawing/2014/main" id="{E940DBA1-2F75-6243-AD89-BBF16BA3ED24}"/>
                </a:ext>
              </a:extLst>
            </p:cNvPr>
            <p:cNvSpPr/>
            <p:nvPr/>
          </p:nvSpPr>
          <p:spPr>
            <a:xfrm>
              <a:off x="4541931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7" name="Rounded Rectangle 236">
              <a:extLst>
                <a:ext uri="{FF2B5EF4-FFF2-40B4-BE49-F238E27FC236}">
                  <a16:creationId xmlns:a16="http://schemas.microsoft.com/office/drawing/2014/main" id="{AAE60D2A-5C9B-EB4E-8A5D-61BEF2142252}"/>
                </a:ext>
              </a:extLst>
            </p:cNvPr>
            <p:cNvSpPr/>
            <p:nvPr/>
          </p:nvSpPr>
          <p:spPr>
            <a:xfrm>
              <a:off x="4906358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8" name="Rounded Rectangle 237">
              <a:extLst>
                <a:ext uri="{FF2B5EF4-FFF2-40B4-BE49-F238E27FC236}">
                  <a16:creationId xmlns:a16="http://schemas.microsoft.com/office/drawing/2014/main" id="{59956336-CAEF-C640-B874-D9B0EB995B37}"/>
                </a:ext>
              </a:extLst>
            </p:cNvPr>
            <p:cNvSpPr/>
            <p:nvPr/>
          </p:nvSpPr>
          <p:spPr>
            <a:xfrm>
              <a:off x="5270783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2B5106EA-D2BC-2843-AD3B-8980FBC67D3B}"/>
              </a:ext>
            </a:extLst>
          </p:cNvPr>
          <p:cNvGrpSpPr/>
          <p:nvPr/>
        </p:nvGrpSpPr>
        <p:grpSpPr>
          <a:xfrm>
            <a:off x="1956316" y="8630919"/>
            <a:ext cx="1732026" cy="274320"/>
            <a:chOff x="3084225" y="2289933"/>
            <a:chExt cx="1732026" cy="274320"/>
          </a:xfrm>
        </p:grpSpPr>
        <p:sp>
          <p:nvSpPr>
            <p:cNvPr id="240" name="Rounded Rectangle 239">
              <a:extLst>
                <a:ext uri="{FF2B5EF4-FFF2-40B4-BE49-F238E27FC236}">
                  <a16:creationId xmlns:a16="http://schemas.microsoft.com/office/drawing/2014/main" id="{B6B376BF-E77E-EB43-8356-E595A512C76B}"/>
                </a:ext>
              </a:extLst>
            </p:cNvPr>
            <p:cNvSpPr/>
            <p:nvPr/>
          </p:nvSpPr>
          <p:spPr>
            <a:xfrm>
              <a:off x="3084225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1" name="Rounded Rectangle 240">
              <a:extLst>
                <a:ext uri="{FF2B5EF4-FFF2-40B4-BE49-F238E27FC236}">
                  <a16:creationId xmlns:a16="http://schemas.microsoft.com/office/drawing/2014/main" id="{8B4A29E8-B4DF-0142-A8E9-130F97BF7B64}"/>
                </a:ext>
              </a:extLst>
            </p:cNvPr>
            <p:cNvSpPr/>
            <p:nvPr/>
          </p:nvSpPr>
          <p:spPr>
            <a:xfrm>
              <a:off x="3448652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2" name="Rounded Rectangle 241">
              <a:extLst>
                <a:ext uri="{FF2B5EF4-FFF2-40B4-BE49-F238E27FC236}">
                  <a16:creationId xmlns:a16="http://schemas.microsoft.com/office/drawing/2014/main" id="{6D2C7B8E-6B12-FA47-A082-49443F69056B}"/>
                </a:ext>
              </a:extLst>
            </p:cNvPr>
            <p:cNvSpPr/>
            <p:nvPr/>
          </p:nvSpPr>
          <p:spPr>
            <a:xfrm>
              <a:off x="3813078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3" name="Rounded Rectangle 242">
              <a:extLst>
                <a:ext uri="{FF2B5EF4-FFF2-40B4-BE49-F238E27FC236}">
                  <a16:creationId xmlns:a16="http://schemas.microsoft.com/office/drawing/2014/main" id="{43AB56FC-7F7D-204F-A0B8-38980CC11880}"/>
                </a:ext>
              </a:extLst>
            </p:cNvPr>
            <p:cNvSpPr/>
            <p:nvPr/>
          </p:nvSpPr>
          <p:spPr>
            <a:xfrm>
              <a:off x="4177505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4" name="Rounded Rectangle 243">
              <a:extLst>
                <a:ext uri="{FF2B5EF4-FFF2-40B4-BE49-F238E27FC236}">
                  <a16:creationId xmlns:a16="http://schemas.microsoft.com/office/drawing/2014/main" id="{53EB4439-22C4-874A-ABC3-CAF0CB09B947}"/>
                </a:ext>
              </a:extLst>
            </p:cNvPr>
            <p:cNvSpPr/>
            <p:nvPr/>
          </p:nvSpPr>
          <p:spPr>
            <a:xfrm>
              <a:off x="4541931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39" name="Rounded Rectangle 338">
            <a:extLst>
              <a:ext uri="{FF2B5EF4-FFF2-40B4-BE49-F238E27FC236}">
                <a16:creationId xmlns:a16="http://schemas.microsoft.com/office/drawing/2014/main" id="{6D88F2F3-12B9-E944-87EE-E45B4E6141CB}"/>
              </a:ext>
            </a:extLst>
          </p:cNvPr>
          <p:cNvSpPr/>
          <p:nvPr/>
        </p:nvSpPr>
        <p:spPr>
          <a:xfrm>
            <a:off x="2637487" y="1286330"/>
            <a:ext cx="27432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56CD336D-8F4B-304A-9A4E-48A323596909}"/>
              </a:ext>
            </a:extLst>
          </p:cNvPr>
          <p:cNvGrpSpPr/>
          <p:nvPr/>
        </p:nvGrpSpPr>
        <p:grpSpPr>
          <a:xfrm>
            <a:off x="2203120" y="4194911"/>
            <a:ext cx="274320" cy="1702775"/>
            <a:chOff x="3318651" y="3838044"/>
            <a:chExt cx="274320" cy="1702775"/>
          </a:xfrm>
        </p:grpSpPr>
        <p:sp>
          <p:nvSpPr>
            <p:cNvPr id="342" name="Rounded Rectangle 341">
              <a:extLst>
                <a:ext uri="{FF2B5EF4-FFF2-40B4-BE49-F238E27FC236}">
                  <a16:creationId xmlns:a16="http://schemas.microsoft.com/office/drawing/2014/main" id="{7794B74E-56E4-E643-9030-07028A39714A}"/>
                </a:ext>
              </a:extLst>
            </p:cNvPr>
            <p:cNvSpPr/>
            <p:nvPr/>
          </p:nvSpPr>
          <p:spPr>
            <a:xfrm>
              <a:off x="3318651" y="3838044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1" name="Rounded Rectangle 350">
              <a:extLst>
                <a:ext uri="{FF2B5EF4-FFF2-40B4-BE49-F238E27FC236}">
                  <a16:creationId xmlns:a16="http://schemas.microsoft.com/office/drawing/2014/main" id="{2CE7F49E-C990-FD4E-81B2-BA821613BBD8}"/>
                </a:ext>
              </a:extLst>
            </p:cNvPr>
            <p:cNvSpPr/>
            <p:nvPr/>
          </p:nvSpPr>
          <p:spPr>
            <a:xfrm>
              <a:off x="3318651" y="412660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9" name="Rounded Rectangle 358">
              <a:extLst>
                <a:ext uri="{FF2B5EF4-FFF2-40B4-BE49-F238E27FC236}">
                  <a16:creationId xmlns:a16="http://schemas.microsoft.com/office/drawing/2014/main" id="{8E865E74-F61A-104A-9D90-2FA23373D584}"/>
                </a:ext>
              </a:extLst>
            </p:cNvPr>
            <p:cNvSpPr/>
            <p:nvPr/>
          </p:nvSpPr>
          <p:spPr>
            <a:xfrm>
              <a:off x="3318651" y="4410381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7" name="Rounded Rectangle 366">
              <a:extLst>
                <a:ext uri="{FF2B5EF4-FFF2-40B4-BE49-F238E27FC236}">
                  <a16:creationId xmlns:a16="http://schemas.microsoft.com/office/drawing/2014/main" id="{24D01174-9BA3-584A-9089-F528702F3361}"/>
                </a:ext>
              </a:extLst>
            </p:cNvPr>
            <p:cNvSpPr/>
            <p:nvPr/>
          </p:nvSpPr>
          <p:spPr>
            <a:xfrm>
              <a:off x="3318651" y="469416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5" name="Rounded Rectangle 374">
              <a:extLst>
                <a:ext uri="{FF2B5EF4-FFF2-40B4-BE49-F238E27FC236}">
                  <a16:creationId xmlns:a16="http://schemas.microsoft.com/office/drawing/2014/main" id="{4CD57679-133D-5740-82B1-AA1BF9E034F9}"/>
                </a:ext>
              </a:extLst>
            </p:cNvPr>
            <p:cNvSpPr/>
            <p:nvPr/>
          </p:nvSpPr>
          <p:spPr>
            <a:xfrm>
              <a:off x="3318651" y="497794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8" name="Rounded Rectangle 387">
              <a:extLst>
                <a:ext uri="{FF2B5EF4-FFF2-40B4-BE49-F238E27FC236}">
                  <a16:creationId xmlns:a16="http://schemas.microsoft.com/office/drawing/2014/main" id="{F32C9332-7056-BC4C-AA1E-43C60C689D04}"/>
                </a:ext>
              </a:extLst>
            </p:cNvPr>
            <p:cNvSpPr/>
            <p:nvPr/>
          </p:nvSpPr>
          <p:spPr>
            <a:xfrm>
              <a:off x="3318651" y="526649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647862A3-110B-AA45-AD40-76C301092B53}"/>
              </a:ext>
            </a:extLst>
          </p:cNvPr>
          <p:cNvGrpSpPr/>
          <p:nvPr/>
        </p:nvGrpSpPr>
        <p:grpSpPr>
          <a:xfrm>
            <a:off x="1897505" y="4194911"/>
            <a:ext cx="274320" cy="1702775"/>
            <a:chOff x="3318651" y="3838044"/>
            <a:chExt cx="274320" cy="1702775"/>
          </a:xfrm>
        </p:grpSpPr>
        <p:sp>
          <p:nvSpPr>
            <p:cNvPr id="397" name="Rounded Rectangle 396">
              <a:extLst>
                <a:ext uri="{FF2B5EF4-FFF2-40B4-BE49-F238E27FC236}">
                  <a16:creationId xmlns:a16="http://schemas.microsoft.com/office/drawing/2014/main" id="{B5EA3E1B-ECB0-FC48-B3AF-681A0BA26058}"/>
                </a:ext>
              </a:extLst>
            </p:cNvPr>
            <p:cNvSpPr/>
            <p:nvPr/>
          </p:nvSpPr>
          <p:spPr>
            <a:xfrm>
              <a:off x="3318651" y="3838044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8" name="Rounded Rectangle 397">
              <a:extLst>
                <a:ext uri="{FF2B5EF4-FFF2-40B4-BE49-F238E27FC236}">
                  <a16:creationId xmlns:a16="http://schemas.microsoft.com/office/drawing/2014/main" id="{D88CEC69-8B13-744A-B59C-C3EED7FC0BD4}"/>
                </a:ext>
              </a:extLst>
            </p:cNvPr>
            <p:cNvSpPr/>
            <p:nvPr/>
          </p:nvSpPr>
          <p:spPr>
            <a:xfrm>
              <a:off x="3318651" y="412660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9" name="Rounded Rectangle 398">
              <a:extLst>
                <a:ext uri="{FF2B5EF4-FFF2-40B4-BE49-F238E27FC236}">
                  <a16:creationId xmlns:a16="http://schemas.microsoft.com/office/drawing/2014/main" id="{681F8BE4-2F8E-8345-8BDD-F059438CD3A9}"/>
                </a:ext>
              </a:extLst>
            </p:cNvPr>
            <p:cNvSpPr/>
            <p:nvPr/>
          </p:nvSpPr>
          <p:spPr>
            <a:xfrm>
              <a:off x="3318651" y="4410381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0" name="Rounded Rectangle 399">
              <a:extLst>
                <a:ext uri="{FF2B5EF4-FFF2-40B4-BE49-F238E27FC236}">
                  <a16:creationId xmlns:a16="http://schemas.microsoft.com/office/drawing/2014/main" id="{F03A8391-2F20-FD45-88B8-D8B8CE4288FE}"/>
                </a:ext>
              </a:extLst>
            </p:cNvPr>
            <p:cNvSpPr/>
            <p:nvPr/>
          </p:nvSpPr>
          <p:spPr>
            <a:xfrm>
              <a:off x="3318651" y="469416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1" name="Rounded Rectangle 400">
              <a:extLst>
                <a:ext uri="{FF2B5EF4-FFF2-40B4-BE49-F238E27FC236}">
                  <a16:creationId xmlns:a16="http://schemas.microsoft.com/office/drawing/2014/main" id="{4911AA3E-269F-2346-90C4-01C39E23F2EB}"/>
                </a:ext>
              </a:extLst>
            </p:cNvPr>
            <p:cNvSpPr/>
            <p:nvPr/>
          </p:nvSpPr>
          <p:spPr>
            <a:xfrm>
              <a:off x="3318651" y="497794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2" name="Rounded Rectangle 401">
              <a:extLst>
                <a:ext uri="{FF2B5EF4-FFF2-40B4-BE49-F238E27FC236}">
                  <a16:creationId xmlns:a16="http://schemas.microsoft.com/office/drawing/2014/main" id="{95B73FA9-2183-744C-9388-8BE1215A8FA2}"/>
                </a:ext>
              </a:extLst>
            </p:cNvPr>
            <p:cNvSpPr/>
            <p:nvPr/>
          </p:nvSpPr>
          <p:spPr>
            <a:xfrm>
              <a:off x="3318651" y="526649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5F40F54-5CEF-6446-8B89-4426E9A13DBC}"/>
              </a:ext>
            </a:extLst>
          </p:cNvPr>
          <p:cNvGrpSpPr/>
          <p:nvPr/>
        </p:nvGrpSpPr>
        <p:grpSpPr>
          <a:xfrm>
            <a:off x="1591890" y="4194911"/>
            <a:ext cx="274320" cy="1702775"/>
            <a:chOff x="3318651" y="3838044"/>
            <a:chExt cx="274320" cy="1702775"/>
          </a:xfrm>
        </p:grpSpPr>
        <p:sp>
          <p:nvSpPr>
            <p:cNvPr id="404" name="Rounded Rectangle 403">
              <a:extLst>
                <a:ext uri="{FF2B5EF4-FFF2-40B4-BE49-F238E27FC236}">
                  <a16:creationId xmlns:a16="http://schemas.microsoft.com/office/drawing/2014/main" id="{D2DA0F6B-569B-AB47-89D8-C627A10CADB7}"/>
                </a:ext>
              </a:extLst>
            </p:cNvPr>
            <p:cNvSpPr/>
            <p:nvPr/>
          </p:nvSpPr>
          <p:spPr>
            <a:xfrm>
              <a:off x="3318651" y="3838044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5" name="Rounded Rectangle 404">
              <a:extLst>
                <a:ext uri="{FF2B5EF4-FFF2-40B4-BE49-F238E27FC236}">
                  <a16:creationId xmlns:a16="http://schemas.microsoft.com/office/drawing/2014/main" id="{6A18ADEC-3966-2D46-A100-75DBA0900AB4}"/>
                </a:ext>
              </a:extLst>
            </p:cNvPr>
            <p:cNvSpPr/>
            <p:nvPr/>
          </p:nvSpPr>
          <p:spPr>
            <a:xfrm>
              <a:off x="3318651" y="412660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6" name="Rounded Rectangle 405">
              <a:extLst>
                <a:ext uri="{FF2B5EF4-FFF2-40B4-BE49-F238E27FC236}">
                  <a16:creationId xmlns:a16="http://schemas.microsoft.com/office/drawing/2014/main" id="{FF204862-9C7F-4547-80D6-A34BDC7C1AC6}"/>
                </a:ext>
              </a:extLst>
            </p:cNvPr>
            <p:cNvSpPr/>
            <p:nvPr/>
          </p:nvSpPr>
          <p:spPr>
            <a:xfrm>
              <a:off x="3318651" y="4410381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7" name="Rounded Rectangle 406">
              <a:extLst>
                <a:ext uri="{FF2B5EF4-FFF2-40B4-BE49-F238E27FC236}">
                  <a16:creationId xmlns:a16="http://schemas.microsoft.com/office/drawing/2014/main" id="{BA92E271-8A9A-244E-B1F8-3760787F6EF6}"/>
                </a:ext>
              </a:extLst>
            </p:cNvPr>
            <p:cNvSpPr/>
            <p:nvPr/>
          </p:nvSpPr>
          <p:spPr>
            <a:xfrm>
              <a:off x="3318651" y="469416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8" name="Rounded Rectangle 407">
              <a:extLst>
                <a:ext uri="{FF2B5EF4-FFF2-40B4-BE49-F238E27FC236}">
                  <a16:creationId xmlns:a16="http://schemas.microsoft.com/office/drawing/2014/main" id="{5025D49C-6EF2-A744-9721-447E96E8FCDE}"/>
                </a:ext>
              </a:extLst>
            </p:cNvPr>
            <p:cNvSpPr/>
            <p:nvPr/>
          </p:nvSpPr>
          <p:spPr>
            <a:xfrm>
              <a:off x="3318651" y="497794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9" name="Rounded Rectangle 408">
              <a:extLst>
                <a:ext uri="{FF2B5EF4-FFF2-40B4-BE49-F238E27FC236}">
                  <a16:creationId xmlns:a16="http://schemas.microsoft.com/office/drawing/2014/main" id="{2CA0CF58-3E57-6A46-A49E-84D26529588B}"/>
                </a:ext>
              </a:extLst>
            </p:cNvPr>
            <p:cNvSpPr/>
            <p:nvPr/>
          </p:nvSpPr>
          <p:spPr>
            <a:xfrm>
              <a:off x="3318651" y="526649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411" name="Table 410">
            <a:extLst>
              <a:ext uri="{FF2B5EF4-FFF2-40B4-BE49-F238E27FC236}">
                <a16:creationId xmlns:a16="http://schemas.microsoft.com/office/drawing/2014/main" id="{77D77CC6-B97F-7E44-9C02-5C7EE203C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452858"/>
              </p:ext>
            </p:extLst>
          </p:nvPr>
        </p:nvGraphicFramePr>
        <p:xfrm>
          <a:off x="5041900" y="34196"/>
          <a:ext cx="2730500" cy="307246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957760">
                  <a:extLst>
                    <a:ext uri="{9D8B030D-6E8A-4147-A177-3AD203B41FA5}">
                      <a16:colId xmlns:a16="http://schemas.microsoft.com/office/drawing/2014/main" val="2359146277"/>
                    </a:ext>
                  </a:extLst>
                </a:gridCol>
                <a:gridCol w="772740">
                  <a:extLst>
                    <a:ext uri="{9D8B030D-6E8A-4147-A177-3AD203B41FA5}">
                      <a16:colId xmlns:a16="http://schemas.microsoft.com/office/drawing/2014/main" val="952468563"/>
                    </a:ext>
                  </a:extLst>
                </a:gridCol>
              </a:tblGrid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Stage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72467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Bioreactors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N: 1x500L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46592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1-30kg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46650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Yearly Plant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0.5 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159913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Media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839088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Buffer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877171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Water Required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51489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Chromatography Skid Maximum Flowrate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 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00429"/>
                  </a:ext>
                </a:extLst>
              </a:tr>
            </a:tbl>
          </a:graphicData>
        </a:graphic>
      </p:graphicFrame>
      <p:graphicFrame>
        <p:nvGraphicFramePr>
          <p:cNvPr id="412" name="Table 411">
            <a:extLst>
              <a:ext uri="{FF2B5EF4-FFF2-40B4-BE49-F238E27FC236}">
                <a16:creationId xmlns:a16="http://schemas.microsoft.com/office/drawing/2014/main" id="{53063E6C-29C5-B64B-BDBF-BBFC436C7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868697"/>
              </p:ext>
            </p:extLst>
          </p:nvPr>
        </p:nvGraphicFramePr>
        <p:xfrm>
          <a:off x="5041900" y="3270008"/>
          <a:ext cx="2730500" cy="362110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957760">
                  <a:extLst>
                    <a:ext uri="{9D8B030D-6E8A-4147-A177-3AD203B41FA5}">
                      <a16:colId xmlns:a16="http://schemas.microsoft.com/office/drawing/2014/main" val="2359146277"/>
                    </a:ext>
                  </a:extLst>
                </a:gridCol>
                <a:gridCol w="772740">
                  <a:extLst>
                    <a:ext uri="{9D8B030D-6E8A-4147-A177-3AD203B41FA5}">
                      <a16:colId xmlns:a16="http://schemas.microsoft.com/office/drawing/2014/main" val="952468563"/>
                    </a:ext>
                  </a:extLst>
                </a:gridCol>
              </a:tblGrid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Stage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72467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Bioreactors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N: 4x500L or</a:t>
                      </a:r>
                    </a:p>
                    <a:p>
                      <a:r>
                        <a:rPr lang="en-US" sz="1200" dirty="0"/>
                        <a:t>N: 1x2000L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46592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130kg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46650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Yearly Plant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 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159913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Media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839088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Buffer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877171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Water Required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51489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Chromatography Skid Maximum Flowrate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3.3 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00429"/>
                  </a:ext>
                </a:extLst>
              </a:tr>
            </a:tbl>
          </a:graphicData>
        </a:graphic>
      </p:graphicFrame>
      <p:graphicFrame>
        <p:nvGraphicFramePr>
          <p:cNvPr id="413" name="Table 412">
            <a:extLst>
              <a:ext uri="{FF2B5EF4-FFF2-40B4-BE49-F238E27FC236}">
                <a16:creationId xmlns:a16="http://schemas.microsoft.com/office/drawing/2014/main" id="{C79F4B7D-9343-BB4E-BF78-EEAFEE24D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892480"/>
              </p:ext>
            </p:extLst>
          </p:nvPr>
        </p:nvGraphicFramePr>
        <p:xfrm>
          <a:off x="5041900" y="6689637"/>
          <a:ext cx="2730500" cy="347238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957760">
                  <a:extLst>
                    <a:ext uri="{9D8B030D-6E8A-4147-A177-3AD203B41FA5}">
                      <a16:colId xmlns:a16="http://schemas.microsoft.com/office/drawing/2014/main" val="2359146277"/>
                    </a:ext>
                  </a:extLst>
                </a:gridCol>
                <a:gridCol w="772740">
                  <a:extLst>
                    <a:ext uri="{9D8B030D-6E8A-4147-A177-3AD203B41FA5}">
                      <a16:colId xmlns:a16="http://schemas.microsoft.com/office/drawing/2014/main" val="952468563"/>
                    </a:ext>
                  </a:extLst>
                </a:gridCol>
              </a:tblGrid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Stage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72467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Bioreactors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N-1: 4x500</a:t>
                      </a:r>
                    </a:p>
                    <a:p>
                      <a:r>
                        <a:rPr lang="en-US" sz="1200" dirty="0"/>
                        <a:t>N: 4x2000L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46592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500kg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46650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Yearly Plant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 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159913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Media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839088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Buffer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877171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Water Required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51489"/>
                  </a:ext>
                </a:extLst>
              </a:tr>
              <a:tr h="491353">
                <a:tc>
                  <a:txBody>
                    <a:bodyPr/>
                    <a:lstStyle/>
                    <a:p>
                      <a:r>
                        <a:rPr lang="en-US" sz="1200" dirty="0"/>
                        <a:t>Chromatography Skid Maximum Flowrate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00429"/>
                  </a:ext>
                </a:extLst>
              </a:tr>
            </a:tbl>
          </a:graphicData>
        </a:graphic>
      </p:graphicFrame>
      <p:sp>
        <p:nvSpPr>
          <p:cNvPr id="194" name="TextBox 193">
            <a:extLst>
              <a:ext uri="{FF2B5EF4-FFF2-40B4-BE49-F238E27FC236}">
                <a16:creationId xmlns:a16="http://schemas.microsoft.com/office/drawing/2014/main" id="{670ED8F9-EBFE-5041-AEA9-12675157B0CA}"/>
              </a:ext>
            </a:extLst>
          </p:cNvPr>
          <p:cNvSpPr txBox="1"/>
          <p:nvPr/>
        </p:nvSpPr>
        <p:spPr>
          <a:xfrm>
            <a:off x="1609851" y="3597525"/>
            <a:ext cx="86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18x5000L single use containers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0CF11FD-F42B-E44B-8481-2642B60891BD}"/>
              </a:ext>
            </a:extLst>
          </p:cNvPr>
          <p:cNvSpPr txBox="1"/>
          <p:nvPr/>
        </p:nvSpPr>
        <p:spPr>
          <a:xfrm>
            <a:off x="2424111" y="6521568"/>
            <a:ext cx="86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40x5000L </a:t>
            </a:r>
            <a:r>
              <a:rPr lang="en-US" sz="1200" dirty="0"/>
              <a:t>single use containers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EBA4B41-46AE-5B4C-A8F9-E4725668B74D}"/>
              </a:ext>
            </a:extLst>
          </p:cNvPr>
          <p:cNvCxnSpPr>
            <a:cxnSpLocks/>
          </p:cNvCxnSpPr>
          <p:nvPr/>
        </p:nvCxnSpPr>
        <p:spPr>
          <a:xfrm>
            <a:off x="1418643" y="469240"/>
            <a:ext cx="0" cy="26402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2D311DD1-0294-694C-BA51-7D8BCB85F27B}"/>
              </a:ext>
            </a:extLst>
          </p:cNvPr>
          <p:cNvCxnSpPr>
            <a:cxnSpLocks/>
          </p:cNvCxnSpPr>
          <p:nvPr/>
        </p:nvCxnSpPr>
        <p:spPr>
          <a:xfrm>
            <a:off x="1418643" y="3607453"/>
            <a:ext cx="14166" cy="234431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3F26F8BF-D254-FA43-B384-6780221E954D}"/>
              </a:ext>
            </a:extLst>
          </p:cNvPr>
          <p:cNvCxnSpPr>
            <a:cxnSpLocks/>
          </p:cNvCxnSpPr>
          <p:nvPr/>
        </p:nvCxnSpPr>
        <p:spPr>
          <a:xfrm>
            <a:off x="1432935" y="6428891"/>
            <a:ext cx="14166" cy="234431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Oval 148">
            <a:extLst>
              <a:ext uri="{FF2B5EF4-FFF2-40B4-BE49-F238E27FC236}">
                <a16:creationId xmlns:a16="http://schemas.microsoft.com/office/drawing/2014/main" id="{140B0A47-B6A6-5E4B-90C1-3FBE827F8810}"/>
              </a:ext>
            </a:extLst>
          </p:cNvPr>
          <p:cNvSpPr/>
          <p:nvPr/>
        </p:nvSpPr>
        <p:spPr>
          <a:xfrm>
            <a:off x="388229" y="6621483"/>
            <a:ext cx="250723" cy="2212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DB3A2055-39CD-3047-AE46-3CDF66B3565B}"/>
              </a:ext>
            </a:extLst>
          </p:cNvPr>
          <p:cNvSpPr/>
          <p:nvPr/>
        </p:nvSpPr>
        <p:spPr>
          <a:xfrm>
            <a:off x="1116624" y="6627669"/>
            <a:ext cx="250723" cy="2212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2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AD8DF473-2163-EF4F-8998-F1510FE7092F}"/>
              </a:ext>
            </a:extLst>
          </p:cNvPr>
          <p:cNvGrpSpPr/>
          <p:nvPr/>
        </p:nvGrpSpPr>
        <p:grpSpPr>
          <a:xfrm>
            <a:off x="550686" y="490465"/>
            <a:ext cx="693245" cy="2416035"/>
            <a:chOff x="589430" y="421791"/>
            <a:chExt cx="693245" cy="241603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49156E0-DE09-D24F-A0CE-6C334A93AA6F}"/>
                </a:ext>
              </a:extLst>
            </p:cNvPr>
            <p:cNvSpPr/>
            <p:nvPr/>
          </p:nvSpPr>
          <p:spPr>
            <a:xfrm>
              <a:off x="661214" y="1192529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/>
                <a:t>ProA</a:t>
              </a:r>
              <a:endParaRPr lang="en-US" sz="1100" dirty="0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0EDD30F-C42A-444E-BB3F-2CC7594BD695}"/>
                </a:ext>
              </a:extLst>
            </p:cNvPr>
            <p:cNvSpPr/>
            <p:nvPr/>
          </p:nvSpPr>
          <p:spPr>
            <a:xfrm>
              <a:off x="661214" y="1469513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VI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B3FF550-374D-9D4C-9BDD-E996766210E2}"/>
                </a:ext>
              </a:extLst>
            </p:cNvPr>
            <p:cNvSpPr/>
            <p:nvPr/>
          </p:nvSpPr>
          <p:spPr>
            <a:xfrm>
              <a:off x="661214" y="1746497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AEX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2879782-8CBC-C541-A8D7-3C460CA303F5}"/>
                </a:ext>
              </a:extLst>
            </p:cNvPr>
            <p:cNvSpPr/>
            <p:nvPr/>
          </p:nvSpPr>
          <p:spPr>
            <a:xfrm>
              <a:off x="661214" y="2023481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CEX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29F00EF-4785-D44E-BEA0-E180594D9B48}"/>
                </a:ext>
              </a:extLst>
            </p:cNvPr>
            <p:cNvSpPr/>
            <p:nvPr/>
          </p:nvSpPr>
          <p:spPr>
            <a:xfrm>
              <a:off x="661214" y="2300465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VRF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DD55829-415B-EF4C-A1F9-E5A9B654FB22}"/>
                </a:ext>
              </a:extLst>
            </p:cNvPr>
            <p:cNvSpPr/>
            <p:nvPr/>
          </p:nvSpPr>
          <p:spPr>
            <a:xfrm>
              <a:off x="661214" y="2577449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UFDF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3426205-815D-C049-94F8-DDB3B438BF7C}"/>
                </a:ext>
              </a:extLst>
            </p:cNvPr>
            <p:cNvGrpSpPr/>
            <p:nvPr/>
          </p:nvGrpSpPr>
          <p:grpSpPr>
            <a:xfrm>
              <a:off x="589430" y="421791"/>
              <a:ext cx="693245" cy="692946"/>
              <a:chOff x="2705247" y="459522"/>
              <a:chExt cx="693245" cy="692946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AA69E54-C14C-A741-AC6A-7A3926275F6B}"/>
                  </a:ext>
                </a:extLst>
              </p:cNvPr>
              <p:cNvSpPr/>
              <p:nvPr/>
            </p:nvSpPr>
            <p:spPr>
              <a:xfrm>
                <a:off x="2705247" y="459522"/>
                <a:ext cx="693245" cy="6929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9CBF1D3-3122-DF42-8114-D56B8F3218F7}"/>
                  </a:ext>
                </a:extLst>
              </p:cNvPr>
              <p:cNvSpPr/>
              <p:nvPr/>
            </p:nvSpPr>
            <p:spPr>
              <a:xfrm>
                <a:off x="2972916" y="840084"/>
                <a:ext cx="157907" cy="16002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50783A2-72CE-E54D-9648-D4E4D518D260}"/>
              </a:ext>
            </a:extLst>
          </p:cNvPr>
          <p:cNvGrpSpPr/>
          <p:nvPr/>
        </p:nvGrpSpPr>
        <p:grpSpPr>
          <a:xfrm>
            <a:off x="550686" y="3439394"/>
            <a:ext cx="693245" cy="2416035"/>
            <a:chOff x="576730" y="3190391"/>
            <a:chExt cx="693245" cy="2416035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5270039-94BD-EE40-84DE-6975572178B8}"/>
                </a:ext>
              </a:extLst>
            </p:cNvPr>
            <p:cNvSpPr/>
            <p:nvPr/>
          </p:nvSpPr>
          <p:spPr>
            <a:xfrm>
              <a:off x="648514" y="3961129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/>
                <a:t>ProA</a:t>
              </a:r>
              <a:endParaRPr lang="en-US" sz="1100" dirty="0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52DE13D2-EB08-C040-9D2E-4E33915CBF71}"/>
                </a:ext>
              </a:extLst>
            </p:cNvPr>
            <p:cNvSpPr/>
            <p:nvPr/>
          </p:nvSpPr>
          <p:spPr>
            <a:xfrm>
              <a:off x="648514" y="4238113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VI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EE7A077C-184B-4A41-AC6E-C66D1DB5B830}"/>
                </a:ext>
              </a:extLst>
            </p:cNvPr>
            <p:cNvSpPr/>
            <p:nvPr/>
          </p:nvSpPr>
          <p:spPr>
            <a:xfrm>
              <a:off x="648514" y="4515097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AEX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ABF1C224-36C4-BD46-934B-99793C350EAF}"/>
                </a:ext>
              </a:extLst>
            </p:cNvPr>
            <p:cNvSpPr/>
            <p:nvPr/>
          </p:nvSpPr>
          <p:spPr>
            <a:xfrm>
              <a:off x="648514" y="4792081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CEX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43AD2934-A05F-1E4A-B204-53B2CD22A8F2}"/>
                </a:ext>
              </a:extLst>
            </p:cNvPr>
            <p:cNvSpPr/>
            <p:nvPr/>
          </p:nvSpPr>
          <p:spPr>
            <a:xfrm>
              <a:off x="648514" y="5069065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VRF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B4BD77B9-B80B-9D45-BE4E-3218227D7D3A}"/>
                </a:ext>
              </a:extLst>
            </p:cNvPr>
            <p:cNvSpPr/>
            <p:nvPr/>
          </p:nvSpPr>
          <p:spPr>
            <a:xfrm>
              <a:off x="648514" y="5346049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UFDF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7F15D7-E25D-A443-8FC3-1BEE938F144C}"/>
                </a:ext>
              </a:extLst>
            </p:cNvPr>
            <p:cNvGrpSpPr/>
            <p:nvPr/>
          </p:nvGrpSpPr>
          <p:grpSpPr>
            <a:xfrm>
              <a:off x="576730" y="3190391"/>
              <a:ext cx="693245" cy="692946"/>
              <a:chOff x="2705247" y="459522"/>
              <a:chExt cx="693245" cy="692946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453E063-3317-1546-A163-5212A76D87AF}"/>
                  </a:ext>
                </a:extLst>
              </p:cNvPr>
              <p:cNvSpPr/>
              <p:nvPr/>
            </p:nvSpPr>
            <p:spPr>
              <a:xfrm>
                <a:off x="2705247" y="459522"/>
                <a:ext cx="693245" cy="6929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2781F54B-BCF4-8C45-8558-42256EB1DBC0}"/>
                  </a:ext>
                </a:extLst>
              </p:cNvPr>
              <p:cNvGrpSpPr/>
              <p:nvPr/>
            </p:nvGrpSpPr>
            <p:grpSpPr>
              <a:xfrm>
                <a:off x="2848417" y="611883"/>
                <a:ext cx="406905" cy="388224"/>
                <a:chOff x="2848418" y="593900"/>
                <a:chExt cx="406905" cy="388224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17A6DC1D-7B6C-0F40-BC93-CFEB48E3C052}"/>
                    </a:ext>
                  </a:extLst>
                </p:cNvPr>
                <p:cNvSpPr/>
                <p:nvPr/>
              </p:nvSpPr>
              <p:spPr>
                <a:xfrm>
                  <a:off x="2972917" y="5939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86C7DFFE-1632-AF41-8B27-4F2D20708B15}"/>
                    </a:ext>
                  </a:extLst>
                </p:cNvPr>
                <p:cNvSpPr/>
                <p:nvPr/>
              </p:nvSpPr>
              <p:spPr>
                <a:xfrm>
                  <a:off x="3097416" y="7080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2B4B397-6A70-DE48-B898-321A419939EC}"/>
                    </a:ext>
                  </a:extLst>
                </p:cNvPr>
                <p:cNvSpPr/>
                <p:nvPr/>
              </p:nvSpPr>
              <p:spPr>
                <a:xfrm>
                  <a:off x="2848418" y="7080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53F0B85-84AD-F646-BB75-343A707362EF}"/>
                    </a:ext>
                  </a:extLst>
                </p:cNvPr>
                <p:cNvSpPr/>
                <p:nvPr/>
              </p:nvSpPr>
              <p:spPr>
                <a:xfrm>
                  <a:off x="2972917" y="822101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DC7AFC4-94B4-DA4F-8A09-4D9C77CF283E}"/>
              </a:ext>
            </a:extLst>
          </p:cNvPr>
          <p:cNvGrpSpPr/>
          <p:nvPr/>
        </p:nvGrpSpPr>
        <p:grpSpPr>
          <a:xfrm>
            <a:off x="549782" y="6388322"/>
            <a:ext cx="694149" cy="2416035"/>
            <a:chOff x="543432" y="6319648"/>
            <a:chExt cx="694149" cy="2416035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1392DD8F-AA73-714E-B9E8-3C385AC3083B}"/>
                </a:ext>
              </a:extLst>
            </p:cNvPr>
            <p:cNvSpPr/>
            <p:nvPr/>
          </p:nvSpPr>
          <p:spPr>
            <a:xfrm>
              <a:off x="616120" y="7090386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/>
                <a:t>ProA</a:t>
              </a:r>
              <a:endParaRPr lang="en-US" sz="1100" dirty="0"/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9B59CC14-0182-FE46-89A8-36EF840EC5C5}"/>
                </a:ext>
              </a:extLst>
            </p:cNvPr>
            <p:cNvSpPr/>
            <p:nvPr/>
          </p:nvSpPr>
          <p:spPr>
            <a:xfrm>
              <a:off x="616120" y="7367370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VI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41B4F3EA-34C4-0844-96DC-2BBB5D5D781A}"/>
                </a:ext>
              </a:extLst>
            </p:cNvPr>
            <p:cNvSpPr/>
            <p:nvPr/>
          </p:nvSpPr>
          <p:spPr>
            <a:xfrm>
              <a:off x="616120" y="7644354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AEX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840DD0B2-87D3-2641-8E6F-47CCE4E60008}"/>
                </a:ext>
              </a:extLst>
            </p:cNvPr>
            <p:cNvSpPr/>
            <p:nvPr/>
          </p:nvSpPr>
          <p:spPr>
            <a:xfrm>
              <a:off x="616120" y="7921338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CEX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BC2213C2-494E-9C4F-B471-C4216599E8D4}"/>
                </a:ext>
              </a:extLst>
            </p:cNvPr>
            <p:cNvSpPr/>
            <p:nvPr/>
          </p:nvSpPr>
          <p:spPr>
            <a:xfrm>
              <a:off x="616120" y="8198322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VRF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15402B90-E463-D94E-A84B-1A740299BD8D}"/>
                </a:ext>
              </a:extLst>
            </p:cNvPr>
            <p:cNvSpPr/>
            <p:nvPr/>
          </p:nvSpPr>
          <p:spPr>
            <a:xfrm>
              <a:off x="616120" y="8475306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UFDF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CB18ADD-672F-C74E-ACE4-13DF97DDD4D0}"/>
                </a:ext>
              </a:extLst>
            </p:cNvPr>
            <p:cNvGrpSpPr/>
            <p:nvPr/>
          </p:nvGrpSpPr>
          <p:grpSpPr>
            <a:xfrm>
              <a:off x="543432" y="6319648"/>
              <a:ext cx="694149" cy="692946"/>
              <a:chOff x="2704343" y="459522"/>
              <a:chExt cx="694149" cy="692946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5B04935-8F38-824D-A4A9-CC6FB3E6851C}"/>
                  </a:ext>
                </a:extLst>
              </p:cNvPr>
              <p:cNvSpPr/>
              <p:nvPr/>
            </p:nvSpPr>
            <p:spPr>
              <a:xfrm>
                <a:off x="2705247" y="459522"/>
                <a:ext cx="693245" cy="6929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C3D9D85-76B8-AB40-98D3-E26D25886561}"/>
                  </a:ext>
                </a:extLst>
              </p:cNvPr>
              <p:cNvSpPr/>
              <p:nvPr/>
            </p:nvSpPr>
            <p:spPr>
              <a:xfrm>
                <a:off x="2705247" y="459522"/>
                <a:ext cx="250723" cy="22122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9DBB5120-95D5-0F42-A401-06203F1AA1FD}"/>
                  </a:ext>
                </a:extLst>
              </p:cNvPr>
              <p:cNvSpPr/>
              <p:nvPr/>
            </p:nvSpPr>
            <p:spPr>
              <a:xfrm>
                <a:off x="3139296" y="470799"/>
                <a:ext cx="250723" cy="22122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BBB14A9-D50E-0745-A70F-8B53D302FE14}"/>
                  </a:ext>
                </a:extLst>
              </p:cNvPr>
              <p:cNvSpPr/>
              <p:nvPr/>
            </p:nvSpPr>
            <p:spPr>
              <a:xfrm>
                <a:off x="3140392" y="929226"/>
                <a:ext cx="250723" cy="22122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2B44C2A-0EF4-D64C-B60E-FACC448081CB}"/>
                  </a:ext>
                </a:extLst>
              </p:cNvPr>
              <p:cNvSpPr/>
              <p:nvPr/>
            </p:nvSpPr>
            <p:spPr>
              <a:xfrm>
                <a:off x="2704343" y="929226"/>
                <a:ext cx="250723" cy="22122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24CF3C3B-A8A9-9742-8A07-2C4B92305A13}"/>
                  </a:ext>
                </a:extLst>
              </p:cNvPr>
              <p:cNvGrpSpPr/>
              <p:nvPr/>
            </p:nvGrpSpPr>
            <p:grpSpPr>
              <a:xfrm>
                <a:off x="2848417" y="611883"/>
                <a:ext cx="406905" cy="388224"/>
                <a:chOff x="2848418" y="593900"/>
                <a:chExt cx="406905" cy="388224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72216842-449D-E645-A649-D4632AF89393}"/>
                    </a:ext>
                  </a:extLst>
                </p:cNvPr>
                <p:cNvSpPr/>
                <p:nvPr/>
              </p:nvSpPr>
              <p:spPr>
                <a:xfrm>
                  <a:off x="2972917" y="5939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03C6B011-486D-6C4E-8EBA-D2E44D28CA80}"/>
                    </a:ext>
                  </a:extLst>
                </p:cNvPr>
                <p:cNvSpPr/>
                <p:nvPr/>
              </p:nvSpPr>
              <p:spPr>
                <a:xfrm>
                  <a:off x="3097416" y="7080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A0838806-A777-F04F-9D19-A0D6B3398F8A}"/>
                    </a:ext>
                  </a:extLst>
                </p:cNvPr>
                <p:cNvSpPr/>
                <p:nvPr/>
              </p:nvSpPr>
              <p:spPr>
                <a:xfrm>
                  <a:off x="2848418" y="7080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6EF53549-9A79-D640-A85E-A474C8494BF0}"/>
                    </a:ext>
                  </a:extLst>
                </p:cNvPr>
                <p:cNvSpPr/>
                <p:nvPr/>
              </p:nvSpPr>
              <p:spPr>
                <a:xfrm>
                  <a:off x="2972917" y="822101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35AFB8CF-A281-8046-AD42-0329A6714101}"/>
              </a:ext>
            </a:extLst>
          </p:cNvPr>
          <p:cNvSpPr txBox="1"/>
          <p:nvPr/>
        </p:nvSpPr>
        <p:spPr>
          <a:xfrm>
            <a:off x="439846" y="143274"/>
            <a:ext cx="914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Stage 1</a:t>
            </a:r>
          </a:p>
          <a:p>
            <a:pPr algn="ctr"/>
            <a:r>
              <a:rPr lang="en-US" dirty="0"/>
              <a:t>1x500L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9C7E4A-B239-A848-AC23-8E3CD23F6848}"/>
              </a:ext>
            </a:extLst>
          </p:cNvPr>
          <p:cNvSpPr txBox="1"/>
          <p:nvPr/>
        </p:nvSpPr>
        <p:spPr>
          <a:xfrm>
            <a:off x="35252" y="3238121"/>
            <a:ext cx="1723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Stage 2: 4x500L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C84231-C3E0-AC4C-8BE7-BAE359AF390E}"/>
              </a:ext>
            </a:extLst>
          </p:cNvPr>
          <p:cNvSpPr txBox="1"/>
          <p:nvPr/>
        </p:nvSpPr>
        <p:spPr>
          <a:xfrm>
            <a:off x="-130661" y="6019005"/>
            <a:ext cx="214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Stage 3: 4x2000L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63440C4-4754-3A4A-BD69-C4F41A2E5F01}"/>
              </a:ext>
            </a:extLst>
          </p:cNvPr>
          <p:cNvGrpSpPr/>
          <p:nvPr/>
        </p:nvGrpSpPr>
        <p:grpSpPr>
          <a:xfrm>
            <a:off x="1426555" y="1886673"/>
            <a:ext cx="712784" cy="188875"/>
            <a:chOff x="1574718" y="1301367"/>
            <a:chExt cx="712784" cy="188875"/>
          </a:xfrm>
        </p:grpSpPr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84CDC343-78AC-8D43-9131-80EDBB345A25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F21B4FFE-5891-E04F-80AB-0EA8ACBF05EC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9553AF25-E605-154C-B3D3-BABDB11C0E36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16AC2E5-1B74-6945-A577-8561B2BB91FB}"/>
              </a:ext>
            </a:extLst>
          </p:cNvPr>
          <p:cNvGrpSpPr/>
          <p:nvPr/>
        </p:nvGrpSpPr>
        <p:grpSpPr>
          <a:xfrm>
            <a:off x="1426555" y="2145654"/>
            <a:ext cx="457201" cy="188875"/>
            <a:chOff x="1574718" y="1301367"/>
            <a:chExt cx="457201" cy="188875"/>
          </a:xfrm>
        </p:grpSpPr>
        <p:sp>
          <p:nvSpPr>
            <p:cNvPr id="102" name="Rounded Rectangle 101">
              <a:extLst>
                <a:ext uri="{FF2B5EF4-FFF2-40B4-BE49-F238E27FC236}">
                  <a16:creationId xmlns:a16="http://schemas.microsoft.com/office/drawing/2014/main" id="{DB859EF0-C63F-114E-995A-FA685455088D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535D54F2-BB9E-C74D-9A0E-2E763AA4C9A0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A24E9F14-5EB2-BA4C-A07D-7ACF65949E67}"/>
              </a:ext>
            </a:extLst>
          </p:cNvPr>
          <p:cNvSpPr txBox="1"/>
          <p:nvPr/>
        </p:nvSpPr>
        <p:spPr>
          <a:xfrm>
            <a:off x="1349431" y="1173935"/>
            <a:ext cx="86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5x2000L single use containers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6CF1173-1D07-464F-B823-5F1A85E77444}"/>
              </a:ext>
            </a:extLst>
          </p:cNvPr>
          <p:cNvSpPr txBox="1"/>
          <p:nvPr/>
        </p:nvSpPr>
        <p:spPr>
          <a:xfrm>
            <a:off x="2024387" y="612970"/>
            <a:ext cx="86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1x5000L single use containers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F8E08013-E3E9-B84F-BF69-3C020DCC8E6A}"/>
              </a:ext>
            </a:extLst>
          </p:cNvPr>
          <p:cNvGrpSpPr/>
          <p:nvPr/>
        </p:nvGrpSpPr>
        <p:grpSpPr>
          <a:xfrm>
            <a:off x="1490771" y="6433796"/>
            <a:ext cx="1367600" cy="274320"/>
            <a:chOff x="3084225" y="871028"/>
            <a:chExt cx="1367600" cy="274320"/>
          </a:xfrm>
        </p:grpSpPr>
        <p:sp>
          <p:nvSpPr>
            <p:cNvPr id="200" name="Rounded Rectangle 199">
              <a:extLst>
                <a:ext uri="{FF2B5EF4-FFF2-40B4-BE49-F238E27FC236}">
                  <a16:creationId xmlns:a16="http://schemas.microsoft.com/office/drawing/2014/main" id="{F1C4F90E-6CA0-4C49-A865-9F5EBA6A612A}"/>
                </a:ext>
              </a:extLst>
            </p:cNvPr>
            <p:cNvSpPr/>
            <p:nvPr/>
          </p:nvSpPr>
          <p:spPr>
            <a:xfrm>
              <a:off x="308422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Rounded Rectangle 200">
              <a:extLst>
                <a:ext uri="{FF2B5EF4-FFF2-40B4-BE49-F238E27FC236}">
                  <a16:creationId xmlns:a16="http://schemas.microsoft.com/office/drawing/2014/main" id="{27C2E58A-7346-A647-92E6-3CE228F77FB2}"/>
                </a:ext>
              </a:extLst>
            </p:cNvPr>
            <p:cNvSpPr/>
            <p:nvPr/>
          </p:nvSpPr>
          <p:spPr>
            <a:xfrm>
              <a:off x="3448652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ounded Rectangle 201">
              <a:extLst>
                <a:ext uri="{FF2B5EF4-FFF2-40B4-BE49-F238E27FC236}">
                  <a16:creationId xmlns:a16="http://schemas.microsoft.com/office/drawing/2014/main" id="{F734DB75-6E7F-8C4F-9560-34022CEA5ECF}"/>
                </a:ext>
              </a:extLst>
            </p:cNvPr>
            <p:cNvSpPr/>
            <p:nvPr/>
          </p:nvSpPr>
          <p:spPr>
            <a:xfrm>
              <a:off x="3813078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6A0F161A-A500-9746-AB13-25BDD5655D32}"/>
                </a:ext>
              </a:extLst>
            </p:cNvPr>
            <p:cNvSpPr/>
            <p:nvPr/>
          </p:nvSpPr>
          <p:spPr>
            <a:xfrm>
              <a:off x="417750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2B5106EA-D2BC-2843-AD3B-8980FBC67D3B}"/>
              </a:ext>
            </a:extLst>
          </p:cNvPr>
          <p:cNvGrpSpPr/>
          <p:nvPr/>
        </p:nvGrpSpPr>
        <p:grpSpPr>
          <a:xfrm>
            <a:off x="1522189" y="7659849"/>
            <a:ext cx="1732026" cy="274320"/>
            <a:chOff x="3084225" y="2289933"/>
            <a:chExt cx="1732026" cy="274320"/>
          </a:xfrm>
        </p:grpSpPr>
        <p:sp>
          <p:nvSpPr>
            <p:cNvPr id="240" name="Rounded Rectangle 239">
              <a:extLst>
                <a:ext uri="{FF2B5EF4-FFF2-40B4-BE49-F238E27FC236}">
                  <a16:creationId xmlns:a16="http://schemas.microsoft.com/office/drawing/2014/main" id="{B6B376BF-E77E-EB43-8356-E595A512C76B}"/>
                </a:ext>
              </a:extLst>
            </p:cNvPr>
            <p:cNvSpPr/>
            <p:nvPr/>
          </p:nvSpPr>
          <p:spPr>
            <a:xfrm>
              <a:off x="3084225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1" name="Rounded Rectangle 240">
              <a:extLst>
                <a:ext uri="{FF2B5EF4-FFF2-40B4-BE49-F238E27FC236}">
                  <a16:creationId xmlns:a16="http://schemas.microsoft.com/office/drawing/2014/main" id="{8B4A29E8-B4DF-0142-A8E9-130F97BF7B64}"/>
                </a:ext>
              </a:extLst>
            </p:cNvPr>
            <p:cNvSpPr/>
            <p:nvPr/>
          </p:nvSpPr>
          <p:spPr>
            <a:xfrm>
              <a:off x="3448652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2" name="Rounded Rectangle 241">
              <a:extLst>
                <a:ext uri="{FF2B5EF4-FFF2-40B4-BE49-F238E27FC236}">
                  <a16:creationId xmlns:a16="http://schemas.microsoft.com/office/drawing/2014/main" id="{6D2C7B8E-6B12-FA47-A082-49443F69056B}"/>
                </a:ext>
              </a:extLst>
            </p:cNvPr>
            <p:cNvSpPr/>
            <p:nvPr/>
          </p:nvSpPr>
          <p:spPr>
            <a:xfrm>
              <a:off x="3813078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3" name="Rounded Rectangle 242">
              <a:extLst>
                <a:ext uri="{FF2B5EF4-FFF2-40B4-BE49-F238E27FC236}">
                  <a16:creationId xmlns:a16="http://schemas.microsoft.com/office/drawing/2014/main" id="{43AB56FC-7F7D-204F-A0B8-38980CC11880}"/>
                </a:ext>
              </a:extLst>
            </p:cNvPr>
            <p:cNvSpPr/>
            <p:nvPr/>
          </p:nvSpPr>
          <p:spPr>
            <a:xfrm>
              <a:off x="4177505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4" name="Rounded Rectangle 243">
              <a:extLst>
                <a:ext uri="{FF2B5EF4-FFF2-40B4-BE49-F238E27FC236}">
                  <a16:creationId xmlns:a16="http://schemas.microsoft.com/office/drawing/2014/main" id="{53EB4439-22C4-874A-ABC3-CAF0CB09B947}"/>
                </a:ext>
              </a:extLst>
            </p:cNvPr>
            <p:cNvSpPr/>
            <p:nvPr/>
          </p:nvSpPr>
          <p:spPr>
            <a:xfrm>
              <a:off x="4541931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39" name="Rounded Rectangle 338">
            <a:extLst>
              <a:ext uri="{FF2B5EF4-FFF2-40B4-BE49-F238E27FC236}">
                <a16:creationId xmlns:a16="http://schemas.microsoft.com/office/drawing/2014/main" id="{6D88F2F3-12B9-E944-87EE-E45B4E6141CB}"/>
              </a:ext>
            </a:extLst>
          </p:cNvPr>
          <p:cNvSpPr/>
          <p:nvPr/>
        </p:nvSpPr>
        <p:spPr>
          <a:xfrm>
            <a:off x="1573179" y="778773"/>
            <a:ext cx="27432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11" name="Table 410">
            <a:extLst>
              <a:ext uri="{FF2B5EF4-FFF2-40B4-BE49-F238E27FC236}">
                <a16:creationId xmlns:a16="http://schemas.microsoft.com/office/drawing/2014/main" id="{77D77CC6-B97F-7E44-9C02-5C7EE203C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75957"/>
              </p:ext>
            </p:extLst>
          </p:nvPr>
        </p:nvGraphicFramePr>
        <p:xfrm>
          <a:off x="5041900" y="34196"/>
          <a:ext cx="2730500" cy="307246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957760">
                  <a:extLst>
                    <a:ext uri="{9D8B030D-6E8A-4147-A177-3AD203B41FA5}">
                      <a16:colId xmlns:a16="http://schemas.microsoft.com/office/drawing/2014/main" val="2359146277"/>
                    </a:ext>
                  </a:extLst>
                </a:gridCol>
                <a:gridCol w="772740">
                  <a:extLst>
                    <a:ext uri="{9D8B030D-6E8A-4147-A177-3AD203B41FA5}">
                      <a16:colId xmlns:a16="http://schemas.microsoft.com/office/drawing/2014/main" val="952468563"/>
                    </a:ext>
                  </a:extLst>
                </a:gridCol>
              </a:tblGrid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Stage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72467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Bioreactors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N: 1x500L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46592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1-30kg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46650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Yearly Plant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0.5 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159913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Media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839088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Buffer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&lt;3000L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877171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Water Required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51489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Chromatography Skid Maximum Flowrate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 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00429"/>
                  </a:ext>
                </a:extLst>
              </a:tr>
            </a:tbl>
          </a:graphicData>
        </a:graphic>
      </p:graphicFrame>
      <p:graphicFrame>
        <p:nvGraphicFramePr>
          <p:cNvPr id="412" name="Table 411">
            <a:extLst>
              <a:ext uri="{FF2B5EF4-FFF2-40B4-BE49-F238E27FC236}">
                <a16:creationId xmlns:a16="http://schemas.microsoft.com/office/drawing/2014/main" id="{53063E6C-29C5-B64B-BDBF-BBFC436C7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091828"/>
              </p:ext>
            </p:extLst>
          </p:nvPr>
        </p:nvGraphicFramePr>
        <p:xfrm>
          <a:off x="5041900" y="3270008"/>
          <a:ext cx="2730500" cy="362110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957760">
                  <a:extLst>
                    <a:ext uri="{9D8B030D-6E8A-4147-A177-3AD203B41FA5}">
                      <a16:colId xmlns:a16="http://schemas.microsoft.com/office/drawing/2014/main" val="2359146277"/>
                    </a:ext>
                  </a:extLst>
                </a:gridCol>
                <a:gridCol w="772740">
                  <a:extLst>
                    <a:ext uri="{9D8B030D-6E8A-4147-A177-3AD203B41FA5}">
                      <a16:colId xmlns:a16="http://schemas.microsoft.com/office/drawing/2014/main" val="952468563"/>
                    </a:ext>
                  </a:extLst>
                </a:gridCol>
              </a:tblGrid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Stage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72467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Bioreactors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N: 4x500L or</a:t>
                      </a:r>
                    </a:p>
                    <a:p>
                      <a:r>
                        <a:rPr lang="en-US" sz="1200" dirty="0"/>
                        <a:t>N: 1x2000L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46592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130kg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46650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Yearly Plant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 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159913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Media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839088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Buffer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877171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Water Required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51489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Chromatography Skid Maximum Flowrate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3.3 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00429"/>
                  </a:ext>
                </a:extLst>
              </a:tr>
            </a:tbl>
          </a:graphicData>
        </a:graphic>
      </p:graphicFrame>
      <p:graphicFrame>
        <p:nvGraphicFramePr>
          <p:cNvPr id="413" name="Table 412">
            <a:extLst>
              <a:ext uri="{FF2B5EF4-FFF2-40B4-BE49-F238E27FC236}">
                <a16:creationId xmlns:a16="http://schemas.microsoft.com/office/drawing/2014/main" id="{C79F4B7D-9343-BB4E-BF78-EEAFEE24D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807187"/>
              </p:ext>
            </p:extLst>
          </p:nvPr>
        </p:nvGraphicFramePr>
        <p:xfrm>
          <a:off x="5041900" y="6689637"/>
          <a:ext cx="2730500" cy="347238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957760">
                  <a:extLst>
                    <a:ext uri="{9D8B030D-6E8A-4147-A177-3AD203B41FA5}">
                      <a16:colId xmlns:a16="http://schemas.microsoft.com/office/drawing/2014/main" val="2359146277"/>
                    </a:ext>
                  </a:extLst>
                </a:gridCol>
                <a:gridCol w="772740">
                  <a:extLst>
                    <a:ext uri="{9D8B030D-6E8A-4147-A177-3AD203B41FA5}">
                      <a16:colId xmlns:a16="http://schemas.microsoft.com/office/drawing/2014/main" val="952468563"/>
                    </a:ext>
                  </a:extLst>
                </a:gridCol>
              </a:tblGrid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Stage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72467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Bioreactors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N-1: 4x500</a:t>
                      </a:r>
                    </a:p>
                    <a:p>
                      <a:r>
                        <a:rPr lang="en-US" sz="1200" dirty="0"/>
                        <a:t>N: 4x2000L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46592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500kg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46650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Yearly Plant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 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159913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Media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839088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Buffer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44,000L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877171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Water Required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51489"/>
                  </a:ext>
                </a:extLst>
              </a:tr>
              <a:tr h="491353">
                <a:tc>
                  <a:txBody>
                    <a:bodyPr/>
                    <a:lstStyle/>
                    <a:p>
                      <a:r>
                        <a:rPr lang="en-US" sz="1200" dirty="0"/>
                        <a:t>Chromatography Skid Maximum Flowrate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00429"/>
                  </a:ext>
                </a:extLst>
              </a:tr>
            </a:tbl>
          </a:graphicData>
        </a:graphic>
      </p:graphicFrame>
      <p:sp>
        <p:nvSpPr>
          <p:cNvPr id="194" name="TextBox 193">
            <a:extLst>
              <a:ext uri="{FF2B5EF4-FFF2-40B4-BE49-F238E27FC236}">
                <a16:creationId xmlns:a16="http://schemas.microsoft.com/office/drawing/2014/main" id="{670ED8F9-EBFE-5041-AEA9-12675157B0CA}"/>
              </a:ext>
            </a:extLst>
          </p:cNvPr>
          <p:cNvSpPr txBox="1"/>
          <p:nvPr/>
        </p:nvSpPr>
        <p:spPr>
          <a:xfrm>
            <a:off x="2574661" y="3567269"/>
            <a:ext cx="86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5x5000L single use containers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0CF11FD-F42B-E44B-8481-2642B60891BD}"/>
              </a:ext>
            </a:extLst>
          </p:cNvPr>
          <p:cNvSpPr txBox="1"/>
          <p:nvPr/>
        </p:nvSpPr>
        <p:spPr>
          <a:xfrm>
            <a:off x="1635566" y="6060933"/>
            <a:ext cx="2618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16x5000L single use containers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EBA4B41-46AE-5B4C-A8F9-E4725668B74D}"/>
              </a:ext>
            </a:extLst>
          </p:cNvPr>
          <p:cNvCxnSpPr>
            <a:stCxn id="70" idx="3"/>
          </p:cNvCxnSpPr>
          <p:nvPr/>
        </p:nvCxnSpPr>
        <p:spPr>
          <a:xfrm>
            <a:off x="1353868" y="466440"/>
            <a:ext cx="0" cy="26402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2D311DD1-0294-694C-BA51-7D8BCB85F27B}"/>
              </a:ext>
            </a:extLst>
          </p:cNvPr>
          <p:cNvCxnSpPr>
            <a:cxnSpLocks/>
          </p:cNvCxnSpPr>
          <p:nvPr/>
        </p:nvCxnSpPr>
        <p:spPr>
          <a:xfrm>
            <a:off x="1353868" y="3604653"/>
            <a:ext cx="14166" cy="234431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3F26F8BF-D254-FA43-B384-6780221E954D}"/>
              </a:ext>
            </a:extLst>
          </p:cNvPr>
          <p:cNvCxnSpPr>
            <a:cxnSpLocks/>
          </p:cNvCxnSpPr>
          <p:nvPr/>
        </p:nvCxnSpPr>
        <p:spPr>
          <a:xfrm>
            <a:off x="1368160" y="6426091"/>
            <a:ext cx="14166" cy="234431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0C4EE7E-011F-6047-BEDC-512BCDB9A294}"/>
              </a:ext>
            </a:extLst>
          </p:cNvPr>
          <p:cNvGrpSpPr/>
          <p:nvPr/>
        </p:nvGrpSpPr>
        <p:grpSpPr>
          <a:xfrm>
            <a:off x="1522189" y="4996497"/>
            <a:ext cx="712784" cy="188875"/>
            <a:chOff x="1574718" y="1301367"/>
            <a:chExt cx="712784" cy="188875"/>
          </a:xfrm>
        </p:grpSpPr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0F7FD9CE-6FA7-DA44-A835-4CE3F5711411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Rounded Rectangle 151">
              <a:extLst>
                <a:ext uri="{FF2B5EF4-FFF2-40B4-BE49-F238E27FC236}">
                  <a16:creationId xmlns:a16="http://schemas.microsoft.com/office/drawing/2014/main" id="{12EAA025-6EE4-A749-BCA8-904195FA57B1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ounded Rectangle 152">
              <a:extLst>
                <a:ext uri="{FF2B5EF4-FFF2-40B4-BE49-F238E27FC236}">
                  <a16:creationId xmlns:a16="http://schemas.microsoft.com/office/drawing/2014/main" id="{8CC4CB80-E261-5F4F-91BD-617D55605414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07F0D73-C525-5944-BB2F-885726DBE5BB}"/>
              </a:ext>
            </a:extLst>
          </p:cNvPr>
          <p:cNvGrpSpPr/>
          <p:nvPr/>
        </p:nvGrpSpPr>
        <p:grpSpPr>
          <a:xfrm>
            <a:off x="1524697" y="5247729"/>
            <a:ext cx="457201" cy="188875"/>
            <a:chOff x="1574718" y="1301367"/>
            <a:chExt cx="457201" cy="188875"/>
          </a:xfrm>
        </p:grpSpPr>
        <p:sp>
          <p:nvSpPr>
            <p:cNvPr id="155" name="Rounded Rectangle 154">
              <a:extLst>
                <a:ext uri="{FF2B5EF4-FFF2-40B4-BE49-F238E27FC236}">
                  <a16:creationId xmlns:a16="http://schemas.microsoft.com/office/drawing/2014/main" id="{D21E3B59-1832-4741-BDE2-363EFED95F43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Rounded Rectangle 155">
              <a:extLst>
                <a:ext uri="{FF2B5EF4-FFF2-40B4-BE49-F238E27FC236}">
                  <a16:creationId xmlns:a16="http://schemas.microsoft.com/office/drawing/2014/main" id="{F00E24F9-03E6-7049-BFC0-10ED25E41464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55CCCE9B-0F5C-454E-A882-F5DF68C0F816}"/>
              </a:ext>
            </a:extLst>
          </p:cNvPr>
          <p:cNvSpPr txBox="1"/>
          <p:nvPr/>
        </p:nvSpPr>
        <p:spPr>
          <a:xfrm>
            <a:off x="1360951" y="4554798"/>
            <a:ext cx="1806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5x2000L single use containers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F181E64-FAD9-C442-9FE0-CB8CF62030D2}"/>
              </a:ext>
            </a:extLst>
          </p:cNvPr>
          <p:cNvGrpSpPr/>
          <p:nvPr/>
        </p:nvGrpSpPr>
        <p:grpSpPr>
          <a:xfrm>
            <a:off x="1498406" y="3616115"/>
            <a:ext cx="1003173" cy="589857"/>
            <a:chOff x="3084225" y="871028"/>
            <a:chExt cx="1003173" cy="589857"/>
          </a:xfrm>
        </p:grpSpPr>
        <p:sp>
          <p:nvSpPr>
            <p:cNvPr id="159" name="Rounded Rectangle 158">
              <a:extLst>
                <a:ext uri="{FF2B5EF4-FFF2-40B4-BE49-F238E27FC236}">
                  <a16:creationId xmlns:a16="http://schemas.microsoft.com/office/drawing/2014/main" id="{8CD301AB-4239-6447-AE45-90D7AA5F8979}"/>
                </a:ext>
              </a:extLst>
            </p:cNvPr>
            <p:cNvSpPr/>
            <p:nvPr/>
          </p:nvSpPr>
          <p:spPr>
            <a:xfrm>
              <a:off x="308422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Rounded Rectangle 159">
              <a:extLst>
                <a:ext uri="{FF2B5EF4-FFF2-40B4-BE49-F238E27FC236}">
                  <a16:creationId xmlns:a16="http://schemas.microsoft.com/office/drawing/2014/main" id="{5B9A50EA-543D-4048-9856-7E9A1851EE9D}"/>
                </a:ext>
              </a:extLst>
            </p:cNvPr>
            <p:cNvSpPr/>
            <p:nvPr/>
          </p:nvSpPr>
          <p:spPr>
            <a:xfrm>
              <a:off x="3436433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Rounded Rectangle 160">
              <a:extLst>
                <a:ext uri="{FF2B5EF4-FFF2-40B4-BE49-F238E27FC236}">
                  <a16:creationId xmlns:a16="http://schemas.microsoft.com/office/drawing/2014/main" id="{A811501A-BB61-EC4E-BF3E-F65AE2657C24}"/>
                </a:ext>
              </a:extLst>
            </p:cNvPr>
            <p:cNvSpPr/>
            <p:nvPr/>
          </p:nvSpPr>
          <p:spPr>
            <a:xfrm>
              <a:off x="3813078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Rounded Rectangle 161">
              <a:extLst>
                <a:ext uri="{FF2B5EF4-FFF2-40B4-BE49-F238E27FC236}">
                  <a16:creationId xmlns:a16="http://schemas.microsoft.com/office/drawing/2014/main" id="{E10589F7-C22C-7B43-AF77-D39F2F39C0CC}"/>
                </a:ext>
              </a:extLst>
            </p:cNvPr>
            <p:cNvSpPr/>
            <p:nvPr/>
          </p:nvSpPr>
          <p:spPr>
            <a:xfrm>
              <a:off x="3085482" y="1186565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Rounded Rectangle 162">
              <a:extLst>
                <a:ext uri="{FF2B5EF4-FFF2-40B4-BE49-F238E27FC236}">
                  <a16:creationId xmlns:a16="http://schemas.microsoft.com/office/drawing/2014/main" id="{01BE70D9-7889-E948-9EAD-8536871744D3}"/>
                </a:ext>
              </a:extLst>
            </p:cNvPr>
            <p:cNvSpPr/>
            <p:nvPr/>
          </p:nvSpPr>
          <p:spPr>
            <a:xfrm>
              <a:off x="3436433" y="1186565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DD0F888-26C7-DC4B-950F-5EDEEF328D7F}"/>
              </a:ext>
            </a:extLst>
          </p:cNvPr>
          <p:cNvGrpSpPr/>
          <p:nvPr/>
        </p:nvGrpSpPr>
        <p:grpSpPr>
          <a:xfrm>
            <a:off x="1490523" y="6751848"/>
            <a:ext cx="1367600" cy="274320"/>
            <a:chOff x="3084225" y="871028"/>
            <a:chExt cx="1367600" cy="274320"/>
          </a:xfrm>
        </p:grpSpPr>
        <p:sp>
          <p:nvSpPr>
            <p:cNvPr id="167" name="Rounded Rectangle 166">
              <a:extLst>
                <a:ext uri="{FF2B5EF4-FFF2-40B4-BE49-F238E27FC236}">
                  <a16:creationId xmlns:a16="http://schemas.microsoft.com/office/drawing/2014/main" id="{8D8717F3-AC9C-F040-BC5C-0B1B36053846}"/>
                </a:ext>
              </a:extLst>
            </p:cNvPr>
            <p:cNvSpPr/>
            <p:nvPr/>
          </p:nvSpPr>
          <p:spPr>
            <a:xfrm>
              <a:off x="308422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ounded Rectangle 167">
              <a:extLst>
                <a:ext uri="{FF2B5EF4-FFF2-40B4-BE49-F238E27FC236}">
                  <a16:creationId xmlns:a16="http://schemas.microsoft.com/office/drawing/2014/main" id="{FB0C20D7-DC7B-0E47-88C1-2E34F098AA27}"/>
                </a:ext>
              </a:extLst>
            </p:cNvPr>
            <p:cNvSpPr/>
            <p:nvPr/>
          </p:nvSpPr>
          <p:spPr>
            <a:xfrm>
              <a:off x="3448652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ounded Rectangle 168">
              <a:extLst>
                <a:ext uri="{FF2B5EF4-FFF2-40B4-BE49-F238E27FC236}">
                  <a16:creationId xmlns:a16="http://schemas.microsoft.com/office/drawing/2014/main" id="{797914A3-9CC3-414F-922B-B78C85A6D1F6}"/>
                </a:ext>
              </a:extLst>
            </p:cNvPr>
            <p:cNvSpPr/>
            <p:nvPr/>
          </p:nvSpPr>
          <p:spPr>
            <a:xfrm>
              <a:off x="3813078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Rounded Rectangle 169">
              <a:extLst>
                <a:ext uri="{FF2B5EF4-FFF2-40B4-BE49-F238E27FC236}">
                  <a16:creationId xmlns:a16="http://schemas.microsoft.com/office/drawing/2014/main" id="{CE8D609C-995E-FB47-88D3-0C8F739D18DF}"/>
                </a:ext>
              </a:extLst>
            </p:cNvPr>
            <p:cNvSpPr/>
            <p:nvPr/>
          </p:nvSpPr>
          <p:spPr>
            <a:xfrm>
              <a:off x="417750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69E06727-B850-0549-83E9-5B89B36EC359}"/>
              </a:ext>
            </a:extLst>
          </p:cNvPr>
          <p:cNvGrpSpPr/>
          <p:nvPr/>
        </p:nvGrpSpPr>
        <p:grpSpPr>
          <a:xfrm>
            <a:off x="2937301" y="6433796"/>
            <a:ext cx="1367600" cy="274320"/>
            <a:chOff x="3084225" y="871028"/>
            <a:chExt cx="1367600" cy="274320"/>
          </a:xfrm>
        </p:grpSpPr>
        <p:sp>
          <p:nvSpPr>
            <p:cNvPr id="172" name="Rounded Rectangle 171">
              <a:extLst>
                <a:ext uri="{FF2B5EF4-FFF2-40B4-BE49-F238E27FC236}">
                  <a16:creationId xmlns:a16="http://schemas.microsoft.com/office/drawing/2014/main" id="{1DA578AA-4174-794B-9633-18E905E54A33}"/>
                </a:ext>
              </a:extLst>
            </p:cNvPr>
            <p:cNvSpPr/>
            <p:nvPr/>
          </p:nvSpPr>
          <p:spPr>
            <a:xfrm>
              <a:off x="308422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3" name="Rounded Rectangle 172">
              <a:extLst>
                <a:ext uri="{FF2B5EF4-FFF2-40B4-BE49-F238E27FC236}">
                  <a16:creationId xmlns:a16="http://schemas.microsoft.com/office/drawing/2014/main" id="{0B32214B-841F-264B-8C7B-ED43048C30A4}"/>
                </a:ext>
              </a:extLst>
            </p:cNvPr>
            <p:cNvSpPr/>
            <p:nvPr/>
          </p:nvSpPr>
          <p:spPr>
            <a:xfrm>
              <a:off x="3448652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4" name="Rounded Rectangle 173">
              <a:extLst>
                <a:ext uri="{FF2B5EF4-FFF2-40B4-BE49-F238E27FC236}">
                  <a16:creationId xmlns:a16="http://schemas.microsoft.com/office/drawing/2014/main" id="{6FD2F2F4-F027-A546-BEFC-0483B3446C80}"/>
                </a:ext>
              </a:extLst>
            </p:cNvPr>
            <p:cNvSpPr/>
            <p:nvPr/>
          </p:nvSpPr>
          <p:spPr>
            <a:xfrm>
              <a:off x="3813078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Rounded Rectangle 174">
              <a:extLst>
                <a:ext uri="{FF2B5EF4-FFF2-40B4-BE49-F238E27FC236}">
                  <a16:creationId xmlns:a16="http://schemas.microsoft.com/office/drawing/2014/main" id="{A63C7A22-5364-BE43-9746-6FC3D3D47667}"/>
                </a:ext>
              </a:extLst>
            </p:cNvPr>
            <p:cNvSpPr/>
            <p:nvPr/>
          </p:nvSpPr>
          <p:spPr>
            <a:xfrm>
              <a:off x="417750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60394616-79AC-F14D-998C-B49955C38BD8}"/>
              </a:ext>
            </a:extLst>
          </p:cNvPr>
          <p:cNvGrpSpPr/>
          <p:nvPr/>
        </p:nvGrpSpPr>
        <p:grpSpPr>
          <a:xfrm>
            <a:off x="2936053" y="6751848"/>
            <a:ext cx="1367600" cy="274320"/>
            <a:chOff x="3084225" y="871028"/>
            <a:chExt cx="1367600" cy="274320"/>
          </a:xfrm>
        </p:grpSpPr>
        <p:sp>
          <p:nvSpPr>
            <p:cNvPr id="177" name="Rounded Rectangle 176">
              <a:extLst>
                <a:ext uri="{FF2B5EF4-FFF2-40B4-BE49-F238E27FC236}">
                  <a16:creationId xmlns:a16="http://schemas.microsoft.com/office/drawing/2014/main" id="{3E9E1CC4-9D2D-214D-85C0-C565498A1B0A}"/>
                </a:ext>
              </a:extLst>
            </p:cNvPr>
            <p:cNvSpPr/>
            <p:nvPr/>
          </p:nvSpPr>
          <p:spPr>
            <a:xfrm>
              <a:off x="308422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8" name="Rounded Rectangle 177">
              <a:extLst>
                <a:ext uri="{FF2B5EF4-FFF2-40B4-BE49-F238E27FC236}">
                  <a16:creationId xmlns:a16="http://schemas.microsoft.com/office/drawing/2014/main" id="{31107C25-2769-6346-B70F-C7E280C6DB32}"/>
                </a:ext>
              </a:extLst>
            </p:cNvPr>
            <p:cNvSpPr/>
            <p:nvPr/>
          </p:nvSpPr>
          <p:spPr>
            <a:xfrm>
              <a:off x="3448652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Rounded Rectangle 178">
              <a:extLst>
                <a:ext uri="{FF2B5EF4-FFF2-40B4-BE49-F238E27FC236}">
                  <a16:creationId xmlns:a16="http://schemas.microsoft.com/office/drawing/2014/main" id="{45AD26F9-19DA-9A46-86DD-129BCD26DD3B}"/>
                </a:ext>
              </a:extLst>
            </p:cNvPr>
            <p:cNvSpPr/>
            <p:nvPr/>
          </p:nvSpPr>
          <p:spPr>
            <a:xfrm>
              <a:off x="3813078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42694654-5694-C34D-9AFB-55CFFB7D3D6E}"/>
                </a:ext>
              </a:extLst>
            </p:cNvPr>
            <p:cNvSpPr/>
            <p:nvPr/>
          </p:nvSpPr>
          <p:spPr>
            <a:xfrm>
              <a:off x="417750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18B81101-F807-9049-AC0B-4F8AB6DB26A9}"/>
              </a:ext>
            </a:extLst>
          </p:cNvPr>
          <p:cNvSpPr txBox="1"/>
          <p:nvPr/>
        </p:nvSpPr>
        <p:spPr>
          <a:xfrm>
            <a:off x="1433448" y="7359762"/>
            <a:ext cx="2618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5x5000L single use containers</a:t>
            </a:r>
          </a:p>
        </p:txBody>
      </p:sp>
    </p:spTree>
    <p:extLst>
      <p:ext uri="{BB962C8B-B14F-4D97-AF65-F5344CB8AC3E}">
        <p14:creationId xmlns:p14="http://schemas.microsoft.com/office/powerpoint/2010/main" val="452664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AD8DF473-2163-EF4F-8998-F1510FE7092F}"/>
              </a:ext>
            </a:extLst>
          </p:cNvPr>
          <p:cNvGrpSpPr/>
          <p:nvPr/>
        </p:nvGrpSpPr>
        <p:grpSpPr>
          <a:xfrm>
            <a:off x="550686" y="490465"/>
            <a:ext cx="693245" cy="2416035"/>
            <a:chOff x="589430" y="421791"/>
            <a:chExt cx="693245" cy="241603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49156E0-DE09-D24F-A0CE-6C334A93AA6F}"/>
                </a:ext>
              </a:extLst>
            </p:cNvPr>
            <p:cNvSpPr/>
            <p:nvPr/>
          </p:nvSpPr>
          <p:spPr>
            <a:xfrm>
              <a:off x="661214" y="1192529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/>
                <a:t>ProA</a:t>
              </a:r>
              <a:endParaRPr lang="en-US" sz="1100" dirty="0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0EDD30F-C42A-444E-BB3F-2CC7594BD695}"/>
                </a:ext>
              </a:extLst>
            </p:cNvPr>
            <p:cNvSpPr/>
            <p:nvPr/>
          </p:nvSpPr>
          <p:spPr>
            <a:xfrm>
              <a:off x="661214" y="1469513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VI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B3FF550-374D-9D4C-9BDD-E996766210E2}"/>
                </a:ext>
              </a:extLst>
            </p:cNvPr>
            <p:cNvSpPr/>
            <p:nvPr/>
          </p:nvSpPr>
          <p:spPr>
            <a:xfrm>
              <a:off x="661214" y="1746497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AEX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2879782-8CBC-C541-A8D7-3C460CA303F5}"/>
                </a:ext>
              </a:extLst>
            </p:cNvPr>
            <p:cNvSpPr/>
            <p:nvPr/>
          </p:nvSpPr>
          <p:spPr>
            <a:xfrm>
              <a:off x="661214" y="2023481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CEX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29F00EF-4785-D44E-BEA0-E180594D9B48}"/>
                </a:ext>
              </a:extLst>
            </p:cNvPr>
            <p:cNvSpPr/>
            <p:nvPr/>
          </p:nvSpPr>
          <p:spPr>
            <a:xfrm>
              <a:off x="661214" y="2300465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VRF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DD55829-415B-EF4C-A1F9-E5A9B654FB22}"/>
                </a:ext>
              </a:extLst>
            </p:cNvPr>
            <p:cNvSpPr/>
            <p:nvPr/>
          </p:nvSpPr>
          <p:spPr>
            <a:xfrm>
              <a:off x="661214" y="2577449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UFDF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3426205-815D-C049-94F8-DDB3B438BF7C}"/>
                </a:ext>
              </a:extLst>
            </p:cNvPr>
            <p:cNvGrpSpPr/>
            <p:nvPr/>
          </p:nvGrpSpPr>
          <p:grpSpPr>
            <a:xfrm>
              <a:off x="589430" y="421791"/>
              <a:ext cx="693245" cy="692946"/>
              <a:chOff x="2705247" y="459522"/>
              <a:chExt cx="693245" cy="692946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AA69E54-C14C-A741-AC6A-7A3926275F6B}"/>
                  </a:ext>
                </a:extLst>
              </p:cNvPr>
              <p:cNvSpPr/>
              <p:nvPr/>
            </p:nvSpPr>
            <p:spPr>
              <a:xfrm>
                <a:off x="2705247" y="459522"/>
                <a:ext cx="693245" cy="6929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9CBF1D3-3122-DF42-8114-D56B8F3218F7}"/>
                  </a:ext>
                </a:extLst>
              </p:cNvPr>
              <p:cNvSpPr/>
              <p:nvPr/>
            </p:nvSpPr>
            <p:spPr>
              <a:xfrm>
                <a:off x="2972916" y="840084"/>
                <a:ext cx="157907" cy="16002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50783A2-72CE-E54D-9648-D4E4D518D260}"/>
              </a:ext>
            </a:extLst>
          </p:cNvPr>
          <p:cNvGrpSpPr/>
          <p:nvPr/>
        </p:nvGrpSpPr>
        <p:grpSpPr>
          <a:xfrm>
            <a:off x="550686" y="3439394"/>
            <a:ext cx="693245" cy="2416035"/>
            <a:chOff x="576730" y="3190391"/>
            <a:chExt cx="693245" cy="2416035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5270039-94BD-EE40-84DE-6975572178B8}"/>
                </a:ext>
              </a:extLst>
            </p:cNvPr>
            <p:cNvSpPr/>
            <p:nvPr/>
          </p:nvSpPr>
          <p:spPr>
            <a:xfrm>
              <a:off x="648514" y="3961129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/>
                <a:t>ProA</a:t>
              </a:r>
              <a:endParaRPr lang="en-US" sz="1100" dirty="0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52DE13D2-EB08-C040-9D2E-4E33915CBF71}"/>
                </a:ext>
              </a:extLst>
            </p:cNvPr>
            <p:cNvSpPr/>
            <p:nvPr/>
          </p:nvSpPr>
          <p:spPr>
            <a:xfrm>
              <a:off x="648514" y="4238113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VI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EE7A077C-184B-4A41-AC6E-C66D1DB5B830}"/>
                </a:ext>
              </a:extLst>
            </p:cNvPr>
            <p:cNvSpPr/>
            <p:nvPr/>
          </p:nvSpPr>
          <p:spPr>
            <a:xfrm>
              <a:off x="648514" y="4515097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AEX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ABF1C224-36C4-BD46-934B-99793C350EAF}"/>
                </a:ext>
              </a:extLst>
            </p:cNvPr>
            <p:cNvSpPr/>
            <p:nvPr/>
          </p:nvSpPr>
          <p:spPr>
            <a:xfrm>
              <a:off x="648514" y="4792081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CEX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43AD2934-A05F-1E4A-B204-53B2CD22A8F2}"/>
                </a:ext>
              </a:extLst>
            </p:cNvPr>
            <p:cNvSpPr/>
            <p:nvPr/>
          </p:nvSpPr>
          <p:spPr>
            <a:xfrm>
              <a:off x="648514" y="5069065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VRF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B4BD77B9-B80B-9D45-BE4E-3218227D7D3A}"/>
                </a:ext>
              </a:extLst>
            </p:cNvPr>
            <p:cNvSpPr/>
            <p:nvPr/>
          </p:nvSpPr>
          <p:spPr>
            <a:xfrm>
              <a:off x="648514" y="5346049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UFDF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7F15D7-E25D-A443-8FC3-1BEE938F144C}"/>
                </a:ext>
              </a:extLst>
            </p:cNvPr>
            <p:cNvGrpSpPr/>
            <p:nvPr/>
          </p:nvGrpSpPr>
          <p:grpSpPr>
            <a:xfrm>
              <a:off x="576730" y="3190391"/>
              <a:ext cx="693245" cy="692946"/>
              <a:chOff x="2705247" y="459522"/>
              <a:chExt cx="693245" cy="692946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453E063-3317-1546-A163-5212A76D87AF}"/>
                  </a:ext>
                </a:extLst>
              </p:cNvPr>
              <p:cNvSpPr/>
              <p:nvPr/>
            </p:nvSpPr>
            <p:spPr>
              <a:xfrm>
                <a:off x="2705247" y="459522"/>
                <a:ext cx="693245" cy="6929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2781F54B-BCF4-8C45-8558-42256EB1DBC0}"/>
                  </a:ext>
                </a:extLst>
              </p:cNvPr>
              <p:cNvGrpSpPr/>
              <p:nvPr/>
            </p:nvGrpSpPr>
            <p:grpSpPr>
              <a:xfrm>
                <a:off x="2848417" y="611883"/>
                <a:ext cx="406905" cy="388224"/>
                <a:chOff x="2848418" y="593900"/>
                <a:chExt cx="406905" cy="388224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17A6DC1D-7B6C-0F40-BC93-CFEB48E3C052}"/>
                    </a:ext>
                  </a:extLst>
                </p:cNvPr>
                <p:cNvSpPr/>
                <p:nvPr/>
              </p:nvSpPr>
              <p:spPr>
                <a:xfrm>
                  <a:off x="2972917" y="5939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86C7DFFE-1632-AF41-8B27-4F2D20708B15}"/>
                    </a:ext>
                  </a:extLst>
                </p:cNvPr>
                <p:cNvSpPr/>
                <p:nvPr/>
              </p:nvSpPr>
              <p:spPr>
                <a:xfrm>
                  <a:off x="3097416" y="7080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2B4B397-6A70-DE48-B898-321A419939EC}"/>
                    </a:ext>
                  </a:extLst>
                </p:cNvPr>
                <p:cNvSpPr/>
                <p:nvPr/>
              </p:nvSpPr>
              <p:spPr>
                <a:xfrm>
                  <a:off x="2848418" y="7080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53F0B85-84AD-F646-BB75-343A707362EF}"/>
                    </a:ext>
                  </a:extLst>
                </p:cNvPr>
                <p:cNvSpPr/>
                <p:nvPr/>
              </p:nvSpPr>
              <p:spPr>
                <a:xfrm>
                  <a:off x="2972917" y="822101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DC7AFC4-94B4-DA4F-8A09-4D9C77CF283E}"/>
              </a:ext>
            </a:extLst>
          </p:cNvPr>
          <p:cNvGrpSpPr/>
          <p:nvPr/>
        </p:nvGrpSpPr>
        <p:grpSpPr>
          <a:xfrm>
            <a:off x="549782" y="6388322"/>
            <a:ext cx="694149" cy="2416035"/>
            <a:chOff x="543432" y="6319648"/>
            <a:chExt cx="694149" cy="2416035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1392DD8F-AA73-714E-B9E8-3C385AC3083B}"/>
                </a:ext>
              </a:extLst>
            </p:cNvPr>
            <p:cNvSpPr/>
            <p:nvPr/>
          </p:nvSpPr>
          <p:spPr>
            <a:xfrm>
              <a:off x="616120" y="7090386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/>
                <a:t>ProA</a:t>
              </a:r>
              <a:endParaRPr lang="en-US" sz="1100" dirty="0"/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9B59CC14-0182-FE46-89A8-36EF840EC5C5}"/>
                </a:ext>
              </a:extLst>
            </p:cNvPr>
            <p:cNvSpPr/>
            <p:nvPr/>
          </p:nvSpPr>
          <p:spPr>
            <a:xfrm>
              <a:off x="616120" y="7367370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VI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41B4F3EA-34C4-0844-96DC-2BBB5D5D781A}"/>
                </a:ext>
              </a:extLst>
            </p:cNvPr>
            <p:cNvSpPr/>
            <p:nvPr/>
          </p:nvSpPr>
          <p:spPr>
            <a:xfrm>
              <a:off x="616120" y="7644354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AEX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840DD0B2-87D3-2641-8E6F-47CCE4E60008}"/>
                </a:ext>
              </a:extLst>
            </p:cNvPr>
            <p:cNvSpPr/>
            <p:nvPr/>
          </p:nvSpPr>
          <p:spPr>
            <a:xfrm>
              <a:off x="616120" y="7921338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CEX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BC2213C2-494E-9C4F-B471-C4216599E8D4}"/>
                </a:ext>
              </a:extLst>
            </p:cNvPr>
            <p:cNvSpPr/>
            <p:nvPr/>
          </p:nvSpPr>
          <p:spPr>
            <a:xfrm>
              <a:off x="616120" y="8198322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VRF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15402B90-E463-D94E-A84B-1A740299BD8D}"/>
                </a:ext>
              </a:extLst>
            </p:cNvPr>
            <p:cNvSpPr/>
            <p:nvPr/>
          </p:nvSpPr>
          <p:spPr>
            <a:xfrm>
              <a:off x="616120" y="8475306"/>
              <a:ext cx="548774" cy="26037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UFDF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CB18ADD-672F-C74E-ACE4-13DF97DDD4D0}"/>
                </a:ext>
              </a:extLst>
            </p:cNvPr>
            <p:cNvGrpSpPr/>
            <p:nvPr/>
          </p:nvGrpSpPr>
          <p:grpSpPr>
            <a:xfrm>
              <a:off x="543432" y="6319648"/>
              <a:ext cx="694149" cy="692946"/>
              <a:chOff x="2704343" y="459522"/>
              <a:chExt cx="694149" cy="692946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5B04935-8F38-824D-A4A9-CC6FB3E6851C}"/>
                  </a:ext>
                </a:extLst>
              </p:cNvPr>
              <p:cNvSpPr/>
              <p:nvPr/>
            </p:nvSpPr>
            <p:spPr>
              <a:xfrm>
                <a:off x="2705247" y="459522"/>
                <a:ext cx="693245" cy="6929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C3D9D85-76B8-AB40-98D3-E26D25886561}"/>
                  </a:ext>
                </a:extLst>
              </p:cNvPr>
              <p:cNvSpPr/>
              <p:nvPr/>
            </p:nvSpPr>
            <p:spPr>
              <a:xfrm>
                <a:off x="2705247" y="459522"/>
                <a:ext cx="250723" cy="22122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9DBB5120-95D5-0F42-A401-06203F1AA1FD}"/>
                  </a:ext>
                </a:extLst>
              </p:cNvPr>
              <p:cNvSpPr/>
              <p:nvPr/>
            </p:nvSpPr>
            <p:spPr>
              <a:xfrm>
                <a:off x="3139296" y="470799"/>
                <a:ext cx="250723" cy="22122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BBB14A9-D50E-0745-A70F-8B53D302FE14}"/>
                  </a:ext>
                </a:extLst>
              </p:cNvPr>
              <p:cNvSpPr/>
              <p:nvPr/>
            </p:nvSpPr>
            <p:spPr>
              <a:xfrm>
                <a:off x="3140392" y="929226"/>
                <a:ext cx="250723" cy="22122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2B44C2A-0EF4-D64C-B60E-FACC448081CB}"/>
                  </a:ext>
                </a:extLst>
              </p:cNvPr>
              <p:cNvSpPr/>
              <p:nvPr/>
            </p:nvSpPr>
            <p:spPr>
              <a:xfrm>
                <a:off x="2704343" y="929226"/>
                <a:ext cx="250723" cy="22122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24CF3C3B-A8A9-9742-8A07-2C4B92305A13}"/>
                  </a:ext>
                </a:extLst>
              </p:cNvPr>
              <p:cNvGrpSpPr/>
              <p:nvPr/>
            </p:nvGrpSpPr>
            <p:grpSpPr>
              <a:xfrm>
                <a:off x="2848417" y="611883"/>
                <a:ext cx="406905" cy="388224"/>
                <a:chOff x="2848418" y="593900"/>
                <a:chExt cx="406905" cy="388224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72216842-449D-E645-A649-D4632AF89393}"/>
                    </a:ext>
                  </a:extLst>
                </p:cNvPr>
                <p:cNvSpPr/>
                <p:nvPr/>
              </p:nvSpPr>
              <p:spPr>
                <a:xfrm>
                  <a:off x="2972917" y="5939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03C6B011-486D-6C4E-8EBA-D2E44D28CA80}"/>
                    </a:ext>
                  </a:extLst>
                </p:cNvPr>
                <p:cNvSpPr/>
                <p:nvPr/>
              </p:nvSpPr>
              <p:spPr>
                <a:xfrm>
                  <a:off x="3097416" y="7080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A0838806-A777-F04F-9D19-A0D6B3398F8A}"/>
                    </a:ext>
                  </a:extLst>
                </p:cNvPr>
                <p:cNvSpPr/>
                <p:nvPr/>
              </p:nvSpPr>
              <p:spPr>
                <a:xfrm>
                  <a:off x="2848418" y="708000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6EF53549-9A79-D640-A85E-A474C8494BF0}"/>
                    </a:ext>
                  </a:extLst>
                </p:cNvPr>
                <p:cNvSpPr/>
                <p:nvPr/>
              </p:nvSpPr>
              <p:spPr>
                <a:xfrm>
                  <a:off x="2972917" y="822101"/>
                  <a:ext cx="157907" cy="1600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35AFB8CF-A281-8046-AD42-0329A6714101}"/>
              </a:ext>
            </a:extLst>
          </p:cNvPr>
          <p:cNvSpPr txBox="1"/>
          <p:nvPr/>
        </p:nvSpPr>
        <p:spPr>
          <a:xfrm>
            <a:off x="439846" y="143274"/>
            <a:ext cx="914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Stage 1</a:t>
            </a:r>
          </a:p>
          <a:p>
            <a:pPr algn="ctr"/>
            <a:r>
              <a:rPr lang="en-US" dirty="0"/>
              <a:t>1x500L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9C7E4A-B239-A848-AC23-8E3CD23F6848}"/>
              </a:ext>
            </a:extLst>
          </p:cNvPr>
          <p:cNvSpPr txBox="1"/>
          <p:nvPr/>
        </p:nvSpPr>
        <p:spPr>
          <a:xfrm>
            <a:off x="35252" y="3238121"/>
            <a:ext cx="1723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Stage 2: 4x500L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C84231-C3E0-AC4C-8BE7-BAE359AF390E}"/>
              </a:ext>
            </a:extLst>
          </p:cNvPr>
          <p:cNvSpPr txBox="1"/>
          <p:nvPr/>
        </p:nvSpPr>
        <p:spPr>
          <a:xfrm>
            <a:off x="-130661" y="6019005"/>
            <a:ext cx="214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Stage 3: 4x2000L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D84C3EF-184A-9341-BA2D-893E856DE715}"/>
              </a:ext>
            </a:extLst>
          </p:cNvPr>
          <p:cNvGrpSpPr/>
          <p:nvPr/>
        </p:nvGrpSpPr>
        <p:grpSpPr>
          <a:xfrm>
            <a:off x="1502954" y="871027"/>
            <a:ext cx="712784" cy="188875"/>
            <a:chOff x="1574718" y="1301367"/>
            <a:chExt cx="712784" cy="188875"/>
          </a:xfrm>
        </p:grpSpPr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76B7362C-7666-FB46-A159-8DD505941CAC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5A850AC0-6E7A-0D46-A29A-8A755B93EC76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3E4B92F4-E4D0-BD45-A7BB-3969C4A1022A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8D216F9-205F-1E4F-8122-1C5F25A56E76}"/>
              </a:ext>
            </a:extLst>
          </p:cNvPr>
          <p:cNvGrpSpPr/>
          <p:nvPr/>
        </p:nvGrpSpPr>
        <p:grpSpPr>
          <a:xfrm>
            <a:off x="1502954" y="1240347"/>
            <a:ext cx="712784" cy="188875"/>
            <a:chOff x="1574718" y="1301367"/>
            <a:chExt cx="712784" cy="188875"/>
          </a:xfrm>
        </p:grpSpPr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187BA468-11E7-CA4C-ACB8-EF29CDAAB138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5391E8D7-C319-8440-BAEB-2DF6C36DE1CE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C815DA23-8966-2141-B647-F441E6267776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D9FC3EC-6538-D740-9AFF-EA98296708DC}"/>
              </a:ext>
            </a:extLst>
          </p:cNvPr>
          <p:cNvGrpSpPr/>
          <p:nvPr/>
        </p:nvGrpSpPr>
        <p:grpSpPr>
          <a:xfrm>
            <a:off x="1502954" y="1609667"/>
            <a:ext cx="712784" cy="188875"/>
            <a:chOff x="1574718" y="1301367"/>
            <a:chExt cx="712784" cy="188875"/>
          </a:xfrm>
        </p:grpSpPr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51399C0C-0D9C-C440-8F87-E41E4F69363D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CF3DA1EF-CB6A-9F49-A2E8-34D3FCA38E9B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07D72AD8-771B-5648-BDC1-98C95B730A40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7719046-83C7-9446-A1F2-4293372E2D25}"/>
              </a:ext>
            </a:extLst>
          </p:cNvPr>
          <p:cNvGrpSpPr/>
          <p:nvPr/>
        </p:nvGrpSpPr>
        <p:grpSpPr>
          <a:xfrm>
            <a:off x="1502954" y="1978987"/>
            <a:ext cx="712784" cy="188875"/>
            <a:chOff x="1574718" y="1301367"/>
            <a:chExt cx="712784" cy="188875"/>
          </a:xfrm>
        </p:grpSpPr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F6A923D1-723B-1141-83FF-EA9B661E5974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C989B3DA-9954-F64A-AE80-9844237CA8E4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9E77B41E-3BD5-854A-9247-48D08667F041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63440C4-4754-3A4A-BD69-C4F41A2E5F01}"/>
              </a:ext>
            </a:extLst>
          </p:cNvPr>
          <p:cNvGrpSpPr/>
          <p:nvPr/>
        </p:nvGrpSpPr>
        <p:grpSpPr>
          <a:xfrm>
            <a:off x="1502954" y="2348307"/>
            <a:ext cx="712784" cy="188875"/>
            <a:chOff x="1574718" y="1301367"/>
            <a:chExt cx="712784" cy="188875"/>
          </a:xfrm>
        </p:grpSpPr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84CDC343-78AC-8D43-9131-80EDBB345A25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F21B4FFE-5891-E04F-80AB-0EA8ACBF05EC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9553AF25-E605-154C-B3D3-BABDB11C0E36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16AC2E5-1B74-6945-A577-8561B2BB91FB}"/>
              </a:ext>
            </a:extLst>
          </p:cNvPr>
          <p:cNvGrpSpPr/>
          <p:nvPr/>
        </p:nvGrpSpPr>
        <p:grpSpPr>
          <a:xfrm>
            <a:off x="1502954" y="2717625"/>
            <a:ext cx="712784" cy="188875"/>
            <a:chOff x="1574718" y="1301367"/>
            <a:chExt cx="712784" cy="188875"/>
          </a:xfrm>
        </p:grpSpPr>
        <p:sp>
          <p:nvSpPr>
            <p:cNvPr id="102" name="Rounded Rectangle 101">
              <a:extLst>
                <a:ext uri="{FF2B5EF4-FFF2-40B4-BE49-F238E27FC236}">
                  <a16:creationId xmlns:a16="http://schemas.microsoft.com/office/drawing/2014/main" id="{DB859EF0-C63F-114E-995A-FA685455088D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535D54F2-BB9E-C74D-9A0E-2E763AA4C9A0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91AD513A-284E-0C40-B9FF-52D9E108FA58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A24E9F14-5EB2-BA4C-A07D-7ACF65949E67}"/>
              </a:ext>
            </a:extLst>
          </p:cNvPr>
          <p:cNvSpPr txBox="1"/>
          <p:nvPr/>
        </p:nvSpPr>
        <p:spPr>
          <a:xfrm>
            <a:off x="1434534" y="224696"/>
            <a:ext cx="86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1000L single use containers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6CF1173-1D07-464F-B823-5F1A85E77444}"/>
              </a:ext>
            </a:extLst>
          </p:cNvPr>
          <p:cNvSpPr txBox="1"/>
          <p:nvPr/>
        </p:nvSpPr>
        <p:spPr>
          <a:xfrm>
            <a:off x="3019168" y="224696"/>
            <a:ext cx="86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5000L single use containers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F8E08013-E3E9-B84F-BF69-3C020DCC8E6A}"/>
              </a:ext>
            </a:extLst>
          </p:cNvPr>
          <p:cNvGrpSpPr/>
          <p:nvPr/>
        </p:nvGrpSpPr>
        <p:grpSpPr>
          <a:xfrm>
            <a:off x="2516724" y="7125075"/>
            <a:ext cx="2460878" cy="274320"/>
            <a:chOff x="3084225" y="871028"/>
            <a:chExt cx="2460878" cy="274320"/>
          </a:xfrm>
        </p:grpSpPr>
        <p:sp>
          <p:nvSpPr>
            <p:cNvPr id="200" name="Rounded Rectangle 199">
              <a:extLst>
                <a:ext uri="{FF2B5EF4-FFF2-40B4-BE49-F238E27FC236}">
                  <a16:creationId xmlns:a16="http://schemas.microsoft.com/office/drawing/2014/main" id="{F1C4F90E-6CA0-4C49-A865-9F5EBA6A612A}"/>
                </a:ext>
              </a:extLst>
            </p:cNvPr>
            <p:cNvSpPr/>
            <p:nvPr/>
          </p:nvSpPr>
          <p:spPr>
            <a:xfrm>
              <a:off x="308422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Rounded Rectangle 200">
              <a:extLst>
                <a:ext uri="{FF2B5EF4-FFF2-40B4-BE49-F238E27FC236}">
                  <a16:creationId xmlns:a16="http://schemas.microsoft.com/office/drawing/2014/main" id="{27C2E58A-7346-A647-92E6-3CE228F77FB2}"/>
                </a:ext>
              </a:extLst>
            </p:cNvPr>
            <p:cNvSpPr/>
            <p:nvPr/>
          </p:nvSpPr>
          <p:spPr>
            <a:xfrm>
              <a:off x="3448652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ounded Rectangle 201">
              <a:extLst>
                <a:ext uri="{FF2B5EF4-FFF2-40B4-BE49-F238E27FC236}">
                  <a16:creationId xmlns:a16="http://schemas.microsoft.com/office/drawing/2014/main" id="{F734DB75-6E7F-8C4F-9560-34022CEA5ECF}"/>
                </a:ext>
              </a:extLst>
            </p:cNvPr>
            <p:cNvSpPr/>
            <p:nvPr/>
          </p:nvSpPr>
          <p:spPr>
            <a:xfrm>
              <a:off x="3813078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6A0F161A-A500-9746-AB13-25BDD5655D32}"/>
                </a:ext>
              </a:extLst>
            </p:cNvPr>
            <p:cNvSpPr/>
            <p:nvPr/>
          </p:nvSpPr>
          <p:spPr>
            <a:xfrm>
              <a:off x="4177505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ounded Rectangle 203">
              <a:extLst>
                <a:ext uri="{FF2B5EF4-FFF2-40B4-BE49-F238E27FC236}">
                  <a16:creationId xmlns:a16="http://schemas.microsoft.com/office/drawing/2014/main" id="{FECFCE2A-3505-C843-A6FC-1C297D8F9146}"/>
                </a:ext>
              </a:extLst>
            </p:cNvPr>
            <p:cNvSpPr/>
            <p:nvPr/>
          </p:nvSpPr>
          <p:spPr>
            <a:xfrm>
              <a:off x="4541931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Rounded Rectangle 204">
              <a:extLst>
                <a:ext uri="{FF2B5EF4-FFF2-40B4-BE49-F238E27FC236}">
                  <a16:creationId xmlns:a16="http://schemas.microsoft.com/office/drawing/2014/main" id="{840D28BF-EFA7-C040-91DD-130732DA6758}"/>
                </a:ext>
              </a:extLst>
            </p:cNvPr>
            <p:cNvSpPr/>
            <p:nvPr/>
          </p:nvSpPr>
          <p:spPr>
            <a:xfrm>
              <a:off x="4906358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" name="Rounded Rectangle 205">
              <a:extLst>
                <a:ext uri="{FF2B5EF4-FFF2-40B4-BE49-F238E27FC236}">
                  <a16:creationId xmlns:a16="http://schemas.microsoft.com/office/drawing/2014/main" id="{50C6CBDA-F400-6F4F-BB7B-30EA14446FD9}"/>
                </a:ext>
              </a:extLst>
            </p:cNvPr>
            <p:cNvSpPr/>
            <p:nvPr/>
          </p:nvSpPr>
          <p:spPr>
            <a:xfrm>
              <a:off x="5270783" y="871028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AAF4477D-ABFE-8A46-B50C-B7D3096750FE}"/>
              </a:ext>
            </a:extLst>
          </p:cNvPr>
          <p:cNvGrpSpPr/>
          <p:nvPr/>
        </p:nvGrpSpPr>
        <p:grpSpPr>
          <a:xfrm>
            <a:off x="2516724" y="7408856"/>
            <a:ext cx="2460878" cy="274320"/>
            <a:chOff x="3084225" y="1154809"/>
            <a:chExt cx="2460878" cy="274320"/>
          </a:xfrm>
        </p:grpSpPr>
        <p:sp>
          <p:nvSpPr>
            <p:cNvPr id="208" name="Rounded Rectangle 207">
              <a:extLst>
                <a:ext uri="{FF2B5EF4-FFF2-40B4-BE49-F238E27FC236}">
                  <a16:creationId xmlns:a16="http://schemas.microsoft.com/office/drawing/2014/main" id="{7452B46B-0028-AF40-A9D5-0944C90764B4}"/>
                </a:ext>
              </a:extLst>
            </p:cNvPr>
            <p:cNvSpPr/>
            <p:nvPr/>
          </p:nvSpPr>
          <p:spPr>
            <a:xfrm>
              <a:off x="3084225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" name="Rounded Rectangle 208">
              <a:extLst>
                <a:ext uri="{FF2B5EF4-FFF2-40B4-BE49-F238E27FC236}">
                  <a16:creationId xmlns:a16="http://schemas.microsoft.com/office/drawing/2014/main" id="{580D998B-DF1A-214B-AE91-5EE1C5C657CE}"/>
                </a:ext>
              </a:extLst>
            </p:cNvPr>
            <p:cNvSpPr/>
            <p:nvPr/>
          </p:nvSpPr>
          <p:spPr>
            <a:xfrm>
              <a:off x="3448652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Rounded Rectangle 209">
              <a:extLst>
                <a:ext uri="{FF2B5EF4-FFF2-40B4-BE49-F238E27FC236}">
                  <a16:creationId xmlns:a16="http://schemas.microsoft.com/office/drawing/2014/main" id="{EA680BB1-5DF5-0F4E-913E-41FD88011992}"/>
                </a:ext>
              </a:extLst>
            </p:cNvPr>
            <p:cNvSpPr/>
            <p:nvPr/>
          </p:nvSpPr>
          <p:spPr>
            <a:xfrm>
              <a:off x="3813078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1" name="Rounded Rectangle 210">
              <a:extLst>
                <a:ext uri="{FF2B5EF4-FFF2-40B4-BE49-F238E27FC236}">
                  <a16:creationId xmlns:a16="http://schemas.microsoft.com/office/drawing/2014/main" id="{C1770176-4236-AE4C-B07C-4016CA89484B}"/>
                </a:ext>
              </a:extLst>
            </p:cNvPr>
            <p:cNvSpPr/>
            <p:nvPr/>
          </p:nvSpPr>
          <p:spPr>
            <a:xfrm>
              <a:off x="4177505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ounded Rectangle 211">
              <a:extLst>
                <a:ext uri="{FF2B5EF4-FFF2-40B4-BE49-F238E27FC236}">
                  <a16:creationId xmlns:a16="http://schemas.microsoft.com/office/drawing/2014/main" id="{12D2C67A-3BBA-A24F-A76B-1510DF3643F5}"/>
                </a:ext>
              </a:extLst>
            </p:cNvPr>
            <p:cNvSpPr/>
            <p:nvPr/>
          </p:nvSpPr>
          <p:spPr>
            <a:xfrm>
              <a:off x="4541931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Rounded Rectangle 212">
              <a:extLst>
                <a:ext uri="{FF2B5EF4-FFF2-40B4-BE49-F238E27FC236}">
                  <a16:creationId xmlns:a16="http://schemas.microsoft.com/office/drawing/2014/main" id="{794CACC5-24FD-DE45-991D-E93F6AA3192E}"/>
                </a:ext>
              </a:extLst>
            </p:cNvPr>
            <p:cNvSpPr/>
            <p:nvPr/>
          </p:nvSpPr>
          <p:spPr>
            <a:xfrm>
              <a:off x="4906358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Rounded Rectangle 213">
              <a:extLst>
                <a:ext uri="{FF2B5EF4-FFF2-40B4-BE49-F238E27FC236}">
                  <a16:creationId xmlns:a16="http://schemas.microsoft.com/office/drawing/2014/main" id="{C5BA1682-09A3-AB49-9B5C-D6FA7133E0C8}"/>
                </a:ext>
              </a:extLst>
            </p:cNvPr>
            <p:cNvSpPr/>
            <p:nvPr/>
          </p:nvSpPr>
          <p:spPr>
            <a:xfrm>
              <a:off x="5270783" y="115480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9A1107C1-0E28-4545-8D85-BCB4F80B6704}"/>
              </a:ext>
            </a:extLst>
          </p:cNvPr>
          <p:cNvGrpSpPr/>
          <p:nvPr/>
        </p:nvGrpSpPr>
        <p:grpSpPr>
          <a:xfrm>
            <a:off x="2516724" y="7692637"/>
            <a:ext cx="2460878" cy="274320"/>
            <a:chOff x="3084225" y="1438590"/>
            <a:chExt cx="2460878" cy="274320"/>
          </a:xfrm>
        </p:grpSpPr>
        <p:sp>
          <p:nvSpPr>
            <p:cNvPr id="216" name="Rounded Rectangle 215">
              <a:extLst>
                <a:ext uri="{FF2B5EF4-FFF2-40B4-BE49-F238E27FC236}">
                  <a16:creationId xmlns:a16="http://schemas.microsoft.com/office/drawing/2014/main" id="{D33EE6A5-A24D-4D49-B496-E48F4BDAF982}"/>
                </a:ext>
              </a:extLst>
            </p:cNvPr>
            <p:cNvSpPr/>
            <p:nvPr/>
          </p:nvSpPr>
          <p:spPr>
            <a:xfrm>
              <a:off x="3084225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7" name="Rounded Rectangle 216">
              <a:extLst>
                <a:ext uri="{FF2B5EF4-FFF2-40B4-BE49-F238E27FC236}">
                  <a16:creationId xmlns:a16="http://schemas.microsoft.com/office/drawing/2014/main" id="{17BC70CD-A9BE-E44E-81AF-A34B592EA997}"/>
                </a:ext>
              </a:extLst>
            </p:cNvPr>
            <p:cNvSpPr/>
            <p:nvPr/>
          </p:nvSpPr>
          <p:spPr>
            <a:xfrm>
              <a:off x="3448652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Rounded Rectangle 217">
              <a:extLst>
                <a:ext uri="{FF2B5EF4-FFF2-40B4-BE49-F238E27FC236}">
                  <a16:creationId xmlns:a16="http://schemas.microsoft.com/office/drawing/2014/main" id="{33E94244-3E48-2444-9038-B2AAA65104CB}"/>
                </a:ext>
              </a:extLst>
            </p:cNvPr>
            <p:cNvSpPr/>
            <p:nvPr/>
          </p:nvSpPr>
          <p:spPr>
            <a:xfrm>
              <a:off x="3813078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9" name="Rounded Rectangle 218">
              <a:extLst>
                <a:ext uri="{FF2B5EF4-FFF2-40B4-BE49-F238E27FC236}">
                  <a16:creationId xmlns:a16="http://schemas.microsoft.com/office/drawing/2014/main" id="{64A52142-146E-F84E-96EC-534B81FE9821}"/>
                </a:ext>
              </a:extLst>
            </p:cNvPr>
            <p:cNvSpPr/>
            <p:nvPr/>
          </p:nvSpPr>
          <p:spPr>
            <a:xfrm>
              <a:off x="4177505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0" name="Rounded Rectangle 219">
              <a:extLst>
                <a:ext uri="{FF2B5EF4-FFF2-40B4-BE49-F238E27FC236}">
                  <a16:creationId xmlns:a16="http://schemas.microsoft.com/office/drawing/2014/main" id="{66517A83-939E-5F43-9690-4FFE0372E158}"/>
                </a:ext>
              </a:extLst>
            </p:cNvPr>
            <p:cNvSpPr/>
            <p:nvPr/>
          </p:nvSpPr>
          <p:spPr>
            <a:xfrm>
              <a:off x="4541931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1" name="Rounded Rectangle 220">
              <a:extLst>
                <a:ext uri="{FF2B5EF4-FFF2-40B4-BE49-F238E27FC236}">
                  <a16:creationId xmlns:a16="http://schemas.microsoft.com/office/drawing/2014/main" id="{BA80AB52-301F-BB48-A33A-306A56D089C2}"/>
                </a:ext>
              </a:extLst>
            </p:cNvPr>
            <p:cNvSpPr/>
            <p:nvPr/>
          </p:nvSpPr>
          <p:spPr>
            <a:xfrm>
              <a:off x="4906358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2" name="Rounded Rectangle 221">
              <a:extLst>
                <a:ext uri="{FF2B5EF4-FFF2-40B4-BE49-F238E27FC236}">
                  <a16:creationId xmlns:a16="http://schemas.microsoft.com/office/drawing/2014/main" id="{E9DC32A8-B74C-464B-BC08-1CD368425E54}"/>
                </a:ext>
              </a:extLst>
            </p:cNvPr>
            <p:cNvSpPr/>
            <p:nvPr/>
          </p:nvSpPr>
          <p:spPr>
            <a:xfrm>
              <a:off x="5270783" y="143859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5C1778EC-C65B-1847-8542-930AB916A9B0}"/>
              </a:ext>
            </a:extLst>
          </p:cNvPr>
          <p:cNvGrpSpPr/>
          <p:nvPr/>
        </p:nvGrpSpPr>
        <p:grpSpPr>
          <a:xfrm>
            <a:off x="2516724" y="7976418"/>
            <a:ext cx="2460878" cy="274320"/>
            <a:chOff x="2988193" y="1651407"/>
            <a:chExt cx="2460878" cy="274320"/>
          </a:xfrm>
        </p:grpSpPr>
        <p:sp>
          <p:nvSpPr>
            <p:cNvPr id="224" name="Rounded Rectangle 223">
              <a:extLst>
                <a:ext uri="{FF2B5EF4-FFF2-40B4-BE49-F238E27FC236}">
                  <a16:creationId xmlns:a16="http://schemas.microsoft.com/office/drawing/2014/main" id="{D1B19E27-EC94-B244-B7E9-634B5178A207}"/>
                </a:ext>
              </a:extLst>
            </p:cNvPr>
            <p:cNvSpPr/>
            <p:nvPr/>
          </p:nvSpPr>
          <p:spPr>
            <a:xfrm>
              <a:off x="2988193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5" name="Rounded Rectangle 224">
              <a:extLst>
                <a:ext uri="{FF2B5EF4-FFF2-40B4-BE49-F238E27FC236}">
                  <a16:creationId xmlns:a16="http://schemas.microsoft.com/office/drawing/2014/main" id="{0EB46E19-54A4-9C4C-887A-FABA96B87AEA}"/>
                </a:ext>
              </a:extLst>
            </p:cNvPr>
            <p:cNvSpPr/>
            <p:nvPr/>
          </p:nvSpPr>
          <p:spPr>
            <a:xfrm>
              <a:off x="3352620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6" name="Rounded Rectangle 225">
              <a:extLst>
                <a:ext uri="{FF2B5EF4-FFF2-40B4-BE49-F238E27FC236}">
                  <a16:creationId xmlns:a16="http://schemas.microsoft.com/office/drawing/2014/main" id="{E3621A74-B35E-1E43-B82A-B01F9E57EC71}"/>
                </a:ext>
              </a:extLst>
            </p:cNvPr>
            <p:cNvSpPr/>
            <p:nvPr/>
          </p:nvSpPr>
          <p:spPr>
            <a:xfrm>
              <a:off x="3717046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7" name="Rounded Rectangle 226">
              <a:extLst>
                <a:ext uri="{FF2B5EF4-FFF2-40B4-BE49-F238E27FC236}">
                  <a16:creationId xmlns:a16="http://schemas.microsoft.com/office/drawing/2014/main" id="{30BDA76A-61B7-0D45-89F9-F3C82379B387}"/>
                </a:ext>
              </a:extLst>
            </p:cNvPr>
            <p:cNvSpPr/>
            <p:nvPr/>
          </p:nvSpPr>
          <p:spPr>
            <a:xfrm>
              <a:off x="4081473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8" name="Rounded Rectangle 227">
              <a:extLst>
                <a:ext uri="{FF2B5EF4-FFF2-40B4-BE49-F238E27FC236}">
                  <a16:creationId xmlns:a16="http://schemas.microsoft.com/office/drawing/2014/main" id="{D9CF703C-C898-1C47-9792-E9507E0C7B79}"/>
                </a:ext>
              </a:extLst>
            </p:cNvPr>
            <p:cNvSpPr/>
            <p:nvPr/>
          </p:nvSpPr>
          <p:spPr>
            <a:xfrm>
              <a:off x="4445899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Rounded Rectangle 228">
              <a:extLst>
                <a:ext uri="{FF2B5EF4-FFF2-40B4-BE49-F238E27FC236}">
                  <a16:creationId xmlns:a16="http://schemas.microsoft.com/office/drawing/2014/main" id="{AA1D4215-2D16-4B4C-B920-2E1AB1658E48}"/>
                </a:ext>
              </a:extLst>
            </p:cNvPr>
            <p:cNvSpPr/>
            <p:nvPr/>
          </p:nvSpPr>
          <p:spPr>
            <a:xfrm>
              <a:off x="4810326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0" name="Rounded Rectangle 229">
              <a:extLst>
                <a:ext uri="{FF2B5EF4-FFF2-40B4-BE49-F238E27FC236}">
                  <a16:creationId xmlns:a16="http://schemas.microsoft.com/office/drawing/2014/main" id="{456CB5A7-CE36-1B4D-ABFB-82920D806884}"/>
                </a:ext>
              </a:extLst>
            </p:cNvPr>
            <p:cNvSpPr/>
            <p:nvPr/>
          </p:nvSpPr>
          <p:spPr>
            <a:xfrm>
              <a:off x="5174751" y="1651407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C58B4B4-84FB-FE41-8F93-B722CD63A2B8}"/>
              </a:ext>
            </a:extLst>
          </p:cNvPr>
          <p:cNvGrpSpPr/>
          <p:nvPr/>
        </p:nvGrpSpPr>
        <p:grpSpPr>
          <a:xfrm>
            <a:off x="2516724" y="8260199"/>
            <a:ext cx="2460878" cy="274320"/>
            <a:chOff x="3084225" y="2006152"/>
            <a:chExt cx="2460878" cy="274320"/>
          </a:xfrm>
        </p:grpSpPr>
        <p:sp>
          <p:nvSpPr>
            <p:cNvPr id="232" name="Rounded Rectangle 231">
              <a:extLst>
                <a:ext uri="{FF2B5EF4-FFF2-40B4-BE49-F238E27FC236}">
                  <a16:creationId xmlns:a16="http://schemas.microsoft.com/office/drawing/2014/main" id="{44F66E9C-72B3-A447-AFB0-140DFFF5754B}"/>
                </a:ext>
              </a:extLst>
            </p:cNvPr>
            <p:cNvSpPr/>
            <p:nvPr/>
          </p:nvSpPr>
          <p:spPr>
            <a:xfrm>
              <a:off x="3084225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3" name="Rounded Rectangle 232">
              <a:extLst>
                <a:ext uri="{FF2B5EF4-FFF2-40B4-BE49-F238E27FC236}">
                  <a16:creationId xmlns:a16="http://schemas.microsoft.com/office/drawing/2014/main" id="{46238162-745E-D446-B60E-D159C3026F80}"/>
                </a:ext>
              </a:extLst>
            </p:cNvPr>
            <p:cNvSpPr/>
            <p:nvPr/>
          </p:nvSpPr>
          <p:spPr>
            <a:xfrm>
              <a:off x="3448652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4" name="Rounded Rectangle 233">
              <a:extLst>
                <a:ext uri="{FF2B5EF4-FFF2-40B4-BE49-F238E27FC236}">
                  <a16:creationId xmlns:a16="http://schemas.microsoft.com/office/drawing/2014/main" id="{763F9142-534A-0441-B641-E9E37CD3F7C6}"/>
                </a:ext>
              </a:extLst>
            </p:cNvPr>
            <p:cNvSpPr/>
            <p:nvPr/>
          </p:nvSpPr>
          <p:spPr>
            <a:xfrm>
              <a:off x="3813078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5" name="Rounded Rectangle 234">
              <a:extLst>
                <a:ext uri="{FF2B5EF4-FFF2-40B4-BE49-F238E27FC236}">
                  <a16:creationId xmlns:a16="http://schemas.microsoft.com/office/drawing/2014/main" id="{D5C366EB-7804-D543-9DEF-7E706A80A542}"/>
                </a:ext>
              </a:extLst>
            </p:cNvPr>
            <p:cNvSpPr/>
            <p:nvPr/>
          </p:nvSpPr>
          <p:spPr>
            <a:xfrm>
              <a:off x="4177505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6" name="Rounded Rectangle 235">
              <a:extLst>
                <a:ext uri="{FF2B5EF4-FFF2-40B4-BE49-F238E27FC236}">
                  <a16:creationId xmlns:a16="http://schemas.microsoft.com/office/drawing/2014/main" id="{E940DBA1-2F75-6243-AD89-BBF16BA3ED24}"/>
                </a:ext>
              </a:extLst>
            </p:cNvPr>
            <p:cNvSpPr/>
            <p:nvPr/>
          </p:nvSpPr>
          <p:spPr>
            <a:xfrm>
              <a:off x="4541931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7" name="Rounded Rectangle 236">
              <a:extLst>
                <a:ext uri="{FF2B5EF4-FFF2-40B4-BE49-F238E27FC236}">
                  <a16:creationId xmlns:a16="http://schemas.microsoft.com/office/drawing/2014/main" id="{AAE60D2A-5C9B-EB4E-8A5D-61BEF2142252}"/>
                </a:ext>
              </a:extLst>
            </p:cNvPr>
            <p:cNvSpPr/>
            <p:nvPr/>
          </p:nvSpPr>
          <p:spPr>
            <a:xfrm>
              <a:off x="4906358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8" name="Rounded Rectangle 237">
              <a:extLst>
                <a:ext uri="{FF2B5EF4-FFF2-40B4-BE49-F238E27FC236}">
                  <a16:creationId xmlns:a16="http://schemas.microsoft.com/office/drawing/2014/main" id="{59956336-CAEF-C640-B874-D9B0EB995B37}"/>
                </a:ext>
              </a:extLst>
            </p:cNvPr>
            <p:cNvSpPr/>
            <p:nvPr/>
          </p:nvSpPr>
          <p:spPr>
            <a:xfrm>
              <a:off x="5270783" y="200615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2B5106EA-D2BC-2843-AD3B-8980FBC67D3B}"/>
              </a:ext>
            </a:extLst>
          </p:cNvPr>
          <p:cNvGrpSpPr/>
          <p:nvPr/>
        </p:nvGrpSpPr>
        <p:grpSpPr>
          <a:xfrm>
            <a:off x="2881150" y="8543980"/>
            <a:ext cx="1732026" cy="274320"/>
            <a:chOff x="3084225" y="2289933"/>
            <a:chExt cx="1732026" cy="274320"/>
          </a:xfrm>
        </p:grpSpPr>
        <p:sp>
          <p:nvSpPr>
            <p:cNvPr id="240" name="Rounded Rectangle 239">
              <a:extLst>
                <a:ext uri="{FF2B5EF4-FFF2-40B4-BE49-F238E27FC236}">
                  <a16:creationId xmlns:a16="http://schemas.microsoft.com/office/drawing/2014/main" id="{B6B376BF-E77E-EB43-8356-E595A512C76B}"/>
                </a:ext>
              </a:extLst>
            </p:cNvPr>
            <p:cNvSpPr/>
            <p:nvPr/>
          </p:nvSpPr>
          <p:spPr>
            <a:xfrm>
              <a:off x="3084225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1" name="Rounded Rectangle 240">
              <a:extLst>
                <a:ext uri="{FF2B5EF4-FFF2-40B4-BE49-F238E27FC236}">
                  <a16:creationId xmlns:a16="http://schemas.microsoft.com/office/drawing/2014/main" id="{8B4A29E8-B4DF-0142-A8E9-130F97BF7B64}"/>
                </a:ext>
              </a:extLst>
            </p:cNvPr>
            <p:cNvSpPr/>
            <p:nvPr/>
          </p:nvSpPr>
          <p:spPr>
            <a:xfrm>
              <a:off x="3448652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2" name="Rounded Rectangle 241">
              <a:extLst>
                <a:ext uri="{FF2B5EF4-FFF2-40B4-BE49-F238E27FC236}">
                  <a16:creationId xmlns:a16="http://schemas.microsoft.com/office/drawing/2014/main" id="{6D2C7B8E-6B12-FA47-A082-49443F69056B}"/>
                </a:ext>
              </a:extLst>
            </p:cNvPr>
            <p:cNvSpPr/>
            <p:nvPr/>
          </p:nvSpPr>
          <p:spPr>
            <a:xfrm>
              <a:off x="3813078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3" name="Rounded Rectangle 242">
              <a:extLst>
                <a:ext uri="{FF2B5EF4-FFF2-40B4-BE49-F238E27FC236}">
                  <a16:creationId xmlns:a16="http://schemas.microsoft.com/office/drawing/2014/main" id="{43AB56FC-7F7D-204F-A0B8-38980CC11880}"/>
                </a:ext>
              </a:extLst>
            </p:cNvPr>
            <p:cNvSpPr/>
            <p:nvPr/>
          </p:nvSpPr>
          <p:spPr>
            <a:xfrm>
              <a:off x="4177505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4" name="Rounded Rectangle 243">
              <a:extLst>
                <a:ext uri="{FF2B5EF4-FFF2-40B4-BE49-F238E27FC236}">
                  <a16:creationId xmlns:a16="http://schemas.microsoft.com/office/drawing/2014/main" id="{53EB4439-22C4-874A-ABC3-CAF0CB09B947}"/>
                </a:ext>
              </a:extLst>
            </p:cNvPr>
            <p:cNvSpPr/>
            <p:nvPr/>
          </p:nvSpPr>
          <p:spPr>
            <a:xfrm>
              <a:off x="4541931" y="228993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E4D171A0-DF48-274C-8FA6-D46DFD0F0BD3}"/>
              </a:ext>
            </a:extLst>
          </p:cNvPr>
          <p:cNvGrpSpPr/>
          <p:nvPr/>
        </p:nvGrpSpPr>
        <p:grpSpPr>
          <a:xfrm>
            <a:off x="1657728" y="3819956"/>
            <a:ext cx="712784" cy="188875"/>
            <a:chOff x="1574718" y="1301367"/>
            <a:chExt cx="712784" cy="188875"/>
          </a:xfrm>
        </p:grpSpPr>
        <p:sp>
          <p:nvSpPr>
            <p:cNvPr id="246" name="Rounded Rectangle 245">
              <a:extLst>
                <a:ext uri="{FF2B5EF4-FFF2-40B4-BE49-F238E27FC236}">
                  <a16:creationId xmlns:a16="http://schemas.microsoft.com/office/drawing/2014/main" id="{FCEF3EF6-CF97-894B-BCCD-FC8932A519CE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7" name="Rounded Rectangle 246">
              <a:extLst>
                <a:ext uri="{FF2B5EF4-FFF2-40B4-BE49-F238E27FC236}">
                  <a16:creationId xmlns:a16="http://schemas.microsoft.com/office/drawing/2014/main" id="{6D839DEE-D6D4-F84B-86AB-C1914680C92B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8" name="Rounded Rectangle 247">
              <a:extLst>
                <a:ext uri="{FF2B5EF4-FFF2-40B4-BE49-F238E27FC236}">
                  <a16:creationId xmlns:a16="http://schemas.microsoft.com/office/drawing/2014/main" id="{8591F78A-9C8E-D840-BA3B-379BC95CA009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4D8B0032-5AC2-3F4C-A18C-B99D02115E72}"/>
              </a:ext>
            </a:extLst>
          </p:cNvPr>
          <p:cNvGrpSpPr/>
          <p:nvPr/>
        </p:nvGrpSpPr>
        <p:grpSpPr>
          <a:xfrm>
            <a:off x="1657728" y="4189276"/>
            <a:ext cx="712784" cy="188875"/>
            <a:chOff x="1574718" y="1301367"/>
            <a:chExt cx="712784" cy="188875"/>
          </a:xfrm>
        </p:grpSpPr>
        <p:sp>
          <p:nvSpPr>
            <p:cNvPr id="250" name="Rounded Rectangle 249">
              <a:extLst>
                <a:ext uri="{FF2B5EF4-FFF2-40B4-BE49-F238E27FC236}">
                  <a16:creationId xmlns:a16="http://schemas.microsoft.com/office/drawing/2014/main" id="{C5B76A3E-D83F-7545-8D01-6C2808873B99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1" name="Rounded Rectangle 250">
              <a:extLst>
                <a:ext uri="{FF2B5EF4-FFF2-40B4-BE49-F238E27FC236}">
                  <a16:creationId xmlns:a16="http://schemas.microsoft.com/office/drawing/2014/main" id="{46E43F02-08E9-3146-A04A-5589C0E07D6B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2" name="Rounded Rectangle 251">
              <a:extLst>
                <a:ext uri="{FF2B5EF4-FFF2-40B4-BE49-F238E27FC236}">
                  <a16:creationId xmlns:a16="http://schemas.microsoft.com/office/drawing/2014/main" id="{64E958A5-D830-794E-83DE-72467B8FB895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299C0F3A-F3BA-DD40-A22E-604F962924BA}"/>
              </a:ext>
            </a:extLst>
          </p:cNvPr>
          <p:cNvGrpSpPr/>
          <p:nvPr/>
        </p:nvGrpSpPr>
        <p:grpSpPr>
          <a:xfrm>
            <a:off x="1657728" y="4558596"/>
            <a:ext cx="712784" cy="188875"/>
            <a:chOff x="1574718" y="1301367"/>
            <a:chExt cx="712784" cy="188875"/>
          </a:xfrm>
        </p:grpSpPr>
        <p:sp>
          <p:nvSpPr>
            <p:cNvPr id="254" name="Rounded Rectangle 253">
              <a:extLst>
                <a:ext uri="{FF2B5EF4-FFF2-40B4-BE49-F238E27FC236}">
                  <a16:creationId xmlns:a16="http://schemas.microsoft.com/office/drawing/2014/main" id="{25AF3F10-751E-EC41-9829-345A3A92A9E1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5" name="Rounded Rectangle 254">
              <a:extLst>
                <a:ext uri="{FF2B5EF4-FFF2-40B4-BE49-F238E27FC236}">
                  <a16:creationId xmlns:a16="http://schemas.microsoft.com/office/drawing/2014/main" id="{FC9CE2B6-D34B-6B4D-9204-3A466A301C00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6" name="Rounded Rectangle 255">
              <a:extLst>
                <a:ext uri="{FF2B5EF4-FFF2-40B4-BE49-F238E27FC236}">
                  <a16:creationId xmlns:a16="http://schemas.microsoft.com/office/drawing/2014/main" id="{C1FBB2F0-5B08-9448-ACB3-2EB0D0FAE179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6FD11312-DCB9-C448-93C0-FB2F691869BF}"/>
              </a:ext>
            </a:extLst>
          </p:cNvPr>
          <p:cNvGrpSpPr/>
          <p:nvPr/>
        </p:nvGrpSpPr>
        <p:grpSpPr>
          <a:xfrm>
            <a:off x="1657728" y="4927916"/>
            <a:ext cx="712784" cy="188875"/>
            <a:chOff x="1574718" y="1301367"/>
            <a:chExt cx="712784" cy="188875"/>
          </a:xfrm>
        </p:grpSpPr>
        <p:sp>
          <p:nvSpPr>
            <p:cNvPr id="258" name="Rounded Rectangle 257">
              <a:extLst>
                <a:ext uri="{FF2B5EF4-FFF2-40B4-BE49-F238E27FC236}">
                  <a16:creationId xmlns:a16="http://schemas.microsoft.com/office/drawing/2014/main" id="{A4338E5C-8F05-3B49-AF7C-CE5C121A57E3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9" name="Rounded Rectangle 258">
              <a:extLst>
                <a:ext uri="{FF2B5EF4-FFF2-40B4-BE49-F238E27FC236}">
                  <a16:creationId xmlns:a16="http://schemas.microsoft.com/office/drawing/2014/main" id="{6697274A-08C8-0E47-9127-C559470AB2ED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0" name="Rounded Rectangle 259">
              <a:extLst>
                <a:ext uri="{FF2B5EF4-FFF2-40B4-BE49-F238E27FC236}">
                  <a16:creationId xmlns:a16="http://schemas.microsoft.com/office/drawing/2014/main" id="{61E711CB-7BA5-634E-B10D-B823CC1FC3DF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3174487E-5C2A-474D-A4A4-DE80FA852B70}"/>
              </a:ext>
            </a:extLst>
          </p:cNvPr>
          <p:cNvGrpSpPr/>
          <p:nvPr/>
        </p:nvGrpSpPr>
        <p:grpSpPr>
          <a:xfrm>
            <a:off x="1657728" y="5297236"/>
            <a:ext cx="712784" cy="188875"/>
            <a:chOff x="1574718" y="1301367"/>
            <a:chExt cx="712784" cy="188875"/>
          </a:xfrm>
        </p:grpSpPr>
        <p:sp>
          <p:nvSpPr>
            <p:cNvPr id="262" name="Rounded Rectangle 261">
              <a:extLst>
                <a:ext uri="{FF2B5EF4-FFF2-40B4-BE49-F238E27FC236}">
                  <a16:creationId xmlns:a16="http://schemas.microsoft.com/office/drawing/2014/main" id="{72002EBB-6CDE-A942-8F6E-E752EDEF07FF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3" name="Rounded Rectangle 262">
              <a:extLst>
                <a:ext uri="{FF2B5EF4-FFF2-40B4-BE49-F238E27FC236}">
                  <a16:creationId xmlns:a16="http://schemas.microsoft.com/office/drawing/2014/main" id="{570F2B51-F883-0A41-969C-6780FDEEA6D4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4" name="Rounded Rectangle 263">
              <a:extLst>
                <a:ext uri="{FF2B5EF4-FFF2-40B4-BE49-F238E27FC236}">
                  <a16:creationId xmlns:a16="http://schemas.microsoft.com/office/drawing/2014/main" id="{1C96C6EB-B8EF-5B47-AE7A-2D3D1F5E68B3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CE40ACAF-C040-A64B-A18D-80C69CF6B1B1}"/>
              </a:ext>
            </a:extLst>
          </p:cNvPr>
          <p:cNvGrpSpPr/>
          <p:nvPr/>
        </p:nvGrpSpPr>
        <p:grpSpPr>
          <a:xfrm>
            <a:off x="1657728" y="5666554"/>
            <a:ext cx="712784" cy="188875"/>
            <a:chOff x="1574718" y="1301367"/>
            <a:chExt cx="712784" cy="188875"/>
          </a:xfrm>
        </p:grpSpPr>
        <p:sp>
          <p:nvSpPr>
            <p:cNvPr id="266" name="Rounded Rectangle 265">
              <a:extLst>
                <a:ext uri="{FF2B5EF4-FFF2-40B4-BE49-F238E27FC236}">
                  <a16:creationId xmlns:a16="http://schemas.microsoft.com/office/drawing/2014/main" id="{79BE003E-A2F7-D04C-B16E-F7926238D039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7" name="Rounded Rectangle 266">
              <a:extLst>
                <a:ext uri="{FF2B5EF4-FFF2-40B4-BE49-F238E27FC236}">
                  <a16:creationId xmlns:a16="http://schemas.microsoft.com/office/drawing/2014/main" id="{E83D8C55-7D1B-8842-B826-5E9483956136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8" name="Rounded Rectangle 267">
              <a:extLst>
                <a:ext uri="{FF2B5EF4-FFF2-40B4-BE49-F238E27FC236}">
                  <a16:creationId xmlns:a16="http://schemas.microsoft.com/office/drawing/2014/main" id="{B8753B00-7315-9F4B-9989-252A286D5CE5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E952D3EB-961C-AE44-B735-77FB7A0A62A0}"/>
              </a:ext>
            </a:extLst>
          </p:cNvPr>
          <p:cNvGrpSpPr/>
          <p:nvPr/>
        </p:nvGrpSpPr>
        <p:grpSpPr>
          <a:xfrm>
            <a:off x="1588782" y="6772294"/>
            <a:ext cx="712784" cy="188875"/>
            <a:chOff x="1574718" y="1301367"/>
            <a:chExt cx="712784" cy="188875"/>
          </a:xfrm>
        </p:grpSpPr>
        <p:sp>
          <p:nvSpPr>
            <p:cNvPr id="270" name="Rounded Rectangle 269">
              <a:extLst>
                <a:ext uri="{FF2B5EF4-FFF2-40B4-BE49-F238E27FC236}">
                  <a16:creationId xmlns:a16="http://schemas.microsoft.com/office/drawing/2014/main" id="{8698EBCE-ACD1-C14D-BC52-CD1D799734D0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1" name="Rounded Rectangle 270">
              <a:extLst>
                <a:ext uri="{FF2B5EF4-FFF2-40B4-BE49-F238E27FC236}">
                  <a16:creationId xmlns:a16="http://schemas.microsoft.com/office/drawing/2014/main" id="{61E98219-A5C8-354C-85F6-1AF989918A6A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2" name="Rounded Rectangle 271">
              <a:extLst>
                <a:ext uri="{FF2B5EF4-FFF2-40B4-BE49-F238E27FC236}">
                  <a16:creationId xmlns:a16="http://schemas.microsoft.com/office/drawing/2014/main" id="{550B6280-5542-7A43-B065-23082027CE8D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69157112-7ABC-5C47-99D0-370B53A50899}"/>
              </a:ext>
            </a:extLst>
          </p:cNvPr>
          <p:cNvGrpSpPr/>
          <p:nvPr/>
        </p:nvGrpSpPr>
        <p:grpSpPr>
          <a:xfrm>
            <a:off x="1588782" y="7141614"/>
            <a:ext cx="712784" cy="188875"/>
            <a:chOff x="1574718" y="1301367"/>
            <a:chExt cx="712784" cy="188875"/>
          </a:xfrm>
        </p:grpSpPr>
        <p:sp>
          <p:nvSpPr>
            <p:cNvPr id="274" name="Rounded Rectangle 273">
              <a:extLst>
                <a:ext uri="{FF2B5EF4-FFF2-40B4-BE49-F238E27FC236}">
                  <a16:creationId xmlns:a16="http://schemas.microsoft.com/office/drawing/2014/main" id="{2B6D2AA4-E836-574E-93D0-4F0190DD20F7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5" name="Rounded Rectangle 274">
              <a:extLst>
                <a:ext uri="{FF2B5EF4-FFF2-40B4-BE49-F238E27FC236}">
                  <a16:creationId xmlns:a16="http://schemas.microsoft.com/office/drawing/2014/main" id="{9EEC57FF-BEAD-ED45-BED0-291A54027EAE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6" name="Rounded Rectangle 275">
              <a:extLst>
                <a:ext uri="{FF2B5EF4-FFF2-40B4-BE49-F238E27FC236}">
                  <a16:creationId xmlns:a16="http://schemas.microsoft.com/office/drawing/2014/main" id="{6337C001-0EE5-6542-A002-686E1C8D01A6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CDDDC41B-5CDE-924C-BFF2-10E00B90C542}"/>
              </a:ext>
            </a:extLst>
          </p:cNvPr>
          <p:cNvGrpSpPr/>
          <p:nvPr/>
        </p:nvGrpSpPr>
        <p:grpSpPr>
          <a:xfrm>
            <a:off x="1588782" y="7510934"/>
            <a:ext cx="712784" cy="188875"/>
            <a:chOff x="1574718" y="1301367"/>
            <a:chExt cx="712784" cy="188875"/>
          </a:xfrm>
        </p:grpSpPr>
        <p:sp>
          <p:nvSpPr>
            <p:cNvPr id="278" name="Rounded Rectangle 277">
              <a:extLst>
                <a:ext uri="{FF2B5EF4-FFF2-40B4-BE49-F238E27FC236}">
                  <a16:creationId xmlns:a16="http://schemas.microsoft.com/office/drawing/2014/main" id="{617DB04E-7018-0640-BD7E-D629ED20F764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9" name="Rounded Rectangle 278">
              <a:extLst>
                <a:ext uri="{FF2B5EF4-FFF2-40B4-BE49-F238E27FC236}">
                  <a16:creationId xmlns:a16="http://schemas.microsoft.com/office/drawing/2014/main" id="{F7C6B3D2-9335-6241-B188-161DD7774123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0" name="Rounded Rectangle 279">
              <a:extLst>
                <a:ext uri="{FF2B5EF4-FFF2-40B4-BE49-F238E27FC236}">
                  <a16:creationId xmlns:a16="http://schemas.microsoft.com/office/drawing/2014/main" id="{85FF0081-BA79-624C-9D27-229ED91AC223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F6F76B2-8414-0D4A-8DDB-FB9676F2A472}"/>
              </a:ext>
            </a:extLst>
          </p:cNvPr>
          <p:cNvGrpSpPr/>
          <p:nvPr/>
        </p:nvGrpSpPr>
        <p:grpSpPr>
          <a:xfrm>
            <a:off x="1588782" y="7880254"/>
            <a:ext cx="712784" cy="188875"/>
            <a:chOff x="1574718" y="1301367"/>
            <a:chExt cx="712784" cy="188875"/>
          </a:xfrm>
        </p:grpSpPr>
        <p:sp>
          <p:nvSpPr>
            <p:cNvPr id="282" name="Rounded Rectangle 281">
              <a:extLst>
                <a:ext uri="{FF2B5EF4-FFF2-40B4-BE49-F238E27FC236}">
                  <a16:creationId xmlns:a16="http://schemas.microsoft.com/office/drawing/2014/main" id="{D907F574-9D80-AE42-828C-BA50D15A96C2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3" name="Rounded Rectangle 282">
              <a:extLst>
                <a:ext uri="{FF2B5EF4-FFF2-40B4-BE49-F238E27FC236}">
                  <a16:creationId xmlns:a16="http://schemas.microsoft.com/office/drawing/2014/main" id="{75ED1CBD-2C78-F14C-8BE7-FCBE156E4A7F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4" name="Rounded Rectangle 283">
              <a:extLst>
                <a:ext uri="{FF2B5EF4-FFF2-40B4-BE49-F238E27FC236}">
                  <a16:creationId xmlns:a16="http://schemas.microsoft.com/office/drawing/2014/main" id="{1D67B855-961A-0A4C-853E-267E48B87310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55FE9481-1A7E-1C4F-BFCA-3E125B26D581}"/>
              </a:ext>
            </a:extLst>
          </p:cNvPr>
          <p:cNvGrpSpPr/>
          <p:nvPr/>
        </p:nvGrpSpPr>
        <p:grpSpPr>
          <a:xfrm>
            <a:off x="1588782" y="8249574"/>
            <a:ext cx="712784" cy="188875"/>
            <a:chOff x="1574718" y="1301367"/>
            <a:chExt cx="712784" cy="188875"/>
          </a:xfrm>
        </p:grpSpPr>
        <p:sp>
          <p:nvSpPr>
            <p:cNvPr id="286" name="Rounded Rectangle 285">
              <a:extLst>
                <a:ext uri="{FF2B5EF4-FFF2-40B4-BE49-F238E27FC236}">
                  <a16:creationId xmlns:a16="http://schemas.microsoft.com/office/drawing/2014/main" id="{936B67BF-6E77-2543-997B-7E982F33C414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7" name="Rounded Rectangle 286">
              <a:extLst>
                <a:ext uri="{FF2B5EF4-FFF2-40B4-BE49-F238E27FC236}">
                  <a16:creationId xmlns:a16="http://schemas.microsoft.com/office/drawing/2014/main" id="{72E6DF81-821B-3045-B1FC-E1B66DB851A9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8" name="Rounded Rectangle 287">
              <a:extLst>
                <a:ext uri="{FF2B5EF4-FFF2-40B4-BE49-F238E27FC236}">
                  <a16:creationId xmlns:a16="http://schemas.microsoft.com/office/drawing/2014/main" id="{BD8819F4-A320-7F4C-B2BD-391A936DC6BF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C70B4ABC-78D1-A840-A8C4-618D311BB570}"/>
              </a:ext>
            </a:extLst>
          </p:cNvPr>
          <p:cNvGrpSpPr/>
          <p:nvPr/>
        </p:nvGrpSpPr>
        <p:grpSpPr>
          <a:xfrm>
            <a:off x="1588782" y="8618892"/>
            <a:ext cx="712784" cy="188875"/>
            <a:chOff x="1574718" y="1301367"/>
            <a:chExt cx="712784" cy="188875"/>
          </a:xfrm>
        </p:grpSpPr>
        <p:sp>
          <p:nvSpPr>
            <p:cNvPr id="290" name="Rounded Rectangle 289">
              <a:extLst>
                <a:ext uri="{FF2B5EF4-FFF2-40B4-BE49-F238E27FC236}">
                  <a16:creationId xmlns:a16="http://schemas.microsoft.com/office/drawing/2014/main" id="{5506BDD7-E52C-1949-9B8C-79096B3DC29D}"/>
                </a:ext>
              </a:extLst>
            </p:cNvPr>
            <p:cNvSpPr/>
            <p:nvPr/>
          </p:nvSpPr>
          <p:spPr>
            <a:xfrm>
              <a:off x="1574718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ounded Rectangle 290">
              <a:extLst>
                <a:ext uri="{FF2B5EF4-FFF2-40B4-BE49-F238E27FC236}">
                  <a16:creationId xmlns:a16="http://schemas.microsoft.com/office/drawing/2014/main" id="{9B812292-BAFF-4547-893C-C5693FBAEAFF}"/>
                </a:ext>
              </a:extLst>
            </p:cNvPr>
            <p:cNvSpPr/>
            <p:nvPr/>
          </p:nvSpPr>
          <p:spPr>
            <a:xfrm>
              <a:off x="1830301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2" name="Rounded Rectangle 291">
              <a:extLst>
                <a:ext uri="{FF2B5EF4-FFF2-40B4-BE49-F238E27FC236}">
                  <a16:creationId xmlns:a16="http://schemas.microsoft.com/office/drawing/2014/main" id="{E35233B0-06A7-3641-9836-01F3B8C1AE45}"/>
                </a:ext>
              </a:extLst>
            </p:cNvPr>
            <p:cNvSpPr/>
            <p:nvPr/>
          </p:nvSpPr>
          <p:spPr>
            <a:xfrm>
              <a:off x="2085884" y="1301367"/>
              <a:ext cx="201618" cy="1888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39" name="Rounded Rectangle 338">
            <a:extLst>
              <a:ext uri="{FF2B5EF4-FFF2-40B4-BE49-F238E27FC236}">
                <a16:creationId xmlns:a16="http://schemas.microsoft.com/office/drawing/2014/main" id="{6D88F2F3-12B9-E944-87EE-E45B4E6141CB}"/>
              </a:ext>
            </a:extLst>
          </p:cNvPr>
          <p:cNvSpPr/>
          <p:nvPr/>
        </p:nvSpPr>
        <p:spPr>
          <a:xfrm>
            <a:off x="3315524" y="871027"/>
            <a:ext cx="27432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56CD336D-8F4B-304A-9A4E-48A323596909}"/>
              </a:ext>
            </a:extLst>
          </p:cNvPr>
          <p:cNvGrpSpPr/>
          <p:nvPr/>
        </p:nvGrpSpPr>
        <p:grpSpPr>
          <a:xfrm>
            <a:off x="3338835" y="4076528"/>
            <a:ext cx="274320" cy="1702775"/>
            <a:chOff x="3318651" y="3838044"/>
            <a:chExt cx="274320" cy="1702775"/>
          </a:xfrm>
        </p:grpSpPr>
        <p:sp>
          <p:nvSpPr>
            <p:cNvPr id="342" name="Rounded Rectangle 341">
              <a:extLst>
                <a:ext uri="{FF2B5EF4-FFF2-40B4-BE49-F238E27FC236}">
                  <a16:creationId xmlns:a16="http://schemas.microsoft.com/office/drawing/2014/main" id="{7794B74E-56E4-E643-9030-07028A39714A}"/>
                </a:ext>
              </a:extLst>
            </p:cNvPr>
            <p:cNvSpPr/>
            <p:nvPr/>
          </p:nvSpPr>
          <p:spPr>
            <a:xfrm>
              <a:off x="3318651" y="3838044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1" name="Rounded Rectangle 350">
              <a:extLst>
                <a:ext uri="{FF2B5EF4-FFF2-40B4-BE49-F238E27FC236}">
                  <a16:creationId xmlns:a16="http://schemas.microsoft.com/office/drawing/2014/main" id="{2CE7F49E-C990-FD4E-81B2-BA821613BBD8}"/>
                </a:ext>
              </a:extLst>
            </p:cNvPr>
            <p:cNvSpPr/>
            <p:nvPr/>
          </p:nvSpPr>
          <p:spPr>
            <a:xfrm>
              <a:off x="3318651" y="412660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9" name="Rounded Rectangle 358">
              <a:extLst>
                <a:ext uri="{FF2B5EF4-FFF2-40B4-BE49-F238E27FC236}">
                  <a16:creationId xmlns:a16="http://schemas.microsoft.com/office/drawing/2014/main" id="{8E865E74-F61A-104A-9D90-2FA23373D584}"/>
                </a:ext>
              </a:extLst>
            </p:cNvPr>
            <p:cNvSpPr/>
            <p:nvPr/>
          </p:nvSpPr>
          <p:spPr>
            <a:xfrm>
              <a:off x="3318651" y="4410381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7" name="Rounded Rectangle 366">
              <a:extLst>
                <a:ext uri="{FF2B5EF4-FFF2-40B4-BE49-F238E27FC236}">
                  <a16:creationId xmlns:a16="http://schemas.microsoft.com/office/drawing/2014/main" id="{24D01174-9BA3-584A-9089-F528702F3361}"/>
                </a:ext>
              </a:extLst>
            </p:cNvPr>
            <p:cNvSpPr/>
            <p:nvPr/>
          </p:nvSpPr>
          <p:spPr>
            <a:xfrm>
              <a:off x="3318651" y="469416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5" name="Rounded Rectangle 374">
              <a:extLst>
                <a:ext uri="{FF2B5EF4-FFF2-40B4-BE49-F238E27FC236}">
                  <a16:creationId xmlns:a16="http://schemas.microsoft.com/office/drawing/2014/main" id="{4CD57679-133D-5740-82B1-AA1BF9E034F9}"/>
                </a:ext>
              </a:extLst>
            </p:cNvPr>
            <p:cNvSpPr/>
            <p:nvPr/>
          </p:nvSpPr>
          <p:spPr>
            <a:xfrm>
              <a:off x="3318651" y="497794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8" name="Rounded Rectangle 387">
              <a:extLst>
                <a:ext uri="{FF2B5EF4-FFF2-40B4-BE49-F238E27FC236}">
                  <a16:creationId xmlns:a16="http://schemas.microsoft.com/office/drawing/2014/main" id="{F32C9332-7056-BC4C-AA1E-43C60C689D04}"/>
                </a:ext>
              </a:extLst>
            </p:cNvPr>
            <p:cNvSpPr/>
            <p:nvPr/>
          </p:nvSpPr>
          <p:spPr>
            <a:xfrm>
              <a:off x="3318651" y="526649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647862A3-110B-AA45-AD40-76C301092B53}"/>
              </a:ext>
            </a:extLst>
          </p:cNvPr>
          <p:cNvGrpSpPr/>
          <p:nvPr/>
        </p:nvGrpSpPr>
        <p:grpSpPr>
          <a:xfrm>
            <a:off x="3033220" y="4076528"/>
            <a:ext cx="274320" cy="1702775"/>
            <a:chOff x="3318651" y="3838044"/>
            <a:chExt cx="274320" cy="1702775"/>
          </a:xfrm>
        </p:grpSpPr>
        <p:sp>
          <p:nvSpPr>
            <p:cNvPr id="397" name="Rounded Rectangle 396">
              <a:extLst>
                <a:ext uri="{FF2B5EF4-FFF2-40B4-BE49-F238E27FC236}">
                  <a16:creationId xmlns:a16="http://schemas.microsoft.com/office/drawing/2014/main" id="{B5EA3E1B-ECB0-FC48-B3AF-681A0BA26058}"/>
                </a:ext>
              </a:extLst>
            </p:cNvPr>
            <p:cNvSpPr/>
            <p:nvPr/>
          </p:nvSpPr>
          <p:spPr>
            <a:xfrm>
              <a:off x="3318651" y="3838044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8" name="Rounded Rectangle 397">
              <a:extLst>
                <a:ext uri="{FF2B5EF4-FFF2-40B4-BE49-F238E27FC236}">
                  <a16:creationId xmlns:a16="http://schemas.microsoft.com/office/drawing/2014/main" id="{D88CEC69-8B13-744A-B59C-C3EED7FC0BD4}"/>
                </a:ext>
              </a:extLst>
            </p:cNvPr>
            <p:cNvSpPr/>
            <p:nvPr/>
          </p:nvSpPr>
          <p:spPr>
            <a:xfrm>
              <a:off x="3318651" y="412660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9" name="Rounded Rectangle 398">
              <a:extLst>
                <a:ext uri="{FF2B5EF4-FFF2-40B4-BE49-F238E27FC236}">
                  <a16:creationId xmlns:a16="http://schemas.microsoft.com/office/drawing/2014/main" id="{681F8BE4-2F8E-8345-8BDD-F059438CD3A9}"/>
                </a:ext>
              </a:extLst>
            </p:cNvPr>
            <p:cNvSpPr/>
            <p:nvPr/>
          </p:nvSpPr>
          <p:spPr>
            <a:xfrm>
              <a:off x="3318651" y="4410381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0" name="Rounded Rectangle 399">
              <a:extLst>
                <a:ext uri="{FF2B5EF4-FFF2-40B4-BE49-F238E27FC236}">
                  <a16:creationId xmlns:a16="http://schemas.microsoft.com/office/drawing/2014/main" id="{F03A8391-2F20-FD45-88B8-D8B8CE4288FE}"/>
                </a:ext>
              </a:extLst>
            </p:cNvPr>
            <p:cNvSpPr/>
            <p:nvPr/>
          </p:nvSpPr>
          <p:spPr>
            <a:xfrm>
              <a:off x="3318651" y="469416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1" name="Rounded Rectangle 400">
              <a:extLst>
                <a:ext uri="{FF2B5EF4-FFF2-40B4-BE49-F238E27FC236}">
                  <a16:creationId xmlns:a16="http://schemas.microsoft.com/office/drawing/2014/main" id="{4911AA3E-269F-2346-90C4-01C39E23F2EB}"/>
                </a:ext>
              </a:extLst>
            </p:cNvPr>
            <p:cNvSpPr/>
            <p:nvPr/>
          </p:nvSpPr>
          <p:spPr>
            <a:xfrm>
              <a:off x="3318651" y="497794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2" name="Rounded Rectangle 401">
              <a:extLst>
                <a:ext uri="{FF2B5EF4-FFF2-40B4-BE49-F238E27FC236}">
                  <a16:creationId xmlns:a16="http://schemas.microsoft.com/office/drawing/2014/main" id="{95B73FA9-2183-744C-9388-8BE1215A8FA2}"/>
                </a:ext>
              </a:extLst>
            </p:cNvPr>
            <p:cNvSpPr/>
            <p:nvPr/>
          </p:nvSpPr>
          <p:spPr>
            <a:xfrm>
              <a:off x="3318651" y="526649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5F40F54-5CEF-6446-8B89-4426E9A13DBC}"/>
              </a:ext>
            </a:extLst>
          </p:cNvPr>
          <p:cNvGrpSpPr/>
          <p:nvPr/>
        </p:nvGrpSpPr>
        <p:grpSpPr>
          <a:xfrm>
            <a:off x="2727605" y="4076528"/>
            <a:ext cx="274320" cy="1702775"/>
            <a:chOff x="3318651" y="3838044"/>
            <a:chExt cx="274320" cy="1702775"/>
          </a:xfrm>
        </p:grpSpPr>
        <p:sp>
          <p:nvSpPr>
            <p:cNvPr id="404" name="Rounded Rectangle 403">
              <a:extLst>
                <a:ext uri="{FF2B5EF4-FFF2-40B4-BE49-F238E27FC236}">
                  <a16:creationId xmlns:a16="http://schemas.microsoft.com/office/drawing/2014/main" id="{D2DA0F6B-569B-AB47-89D8-C627A10CADB7}"/>
                </a:ext>
              </a:extLst>
            </p:cNvPr>
            <p:cNvSpPr/>
            <p:nvPr/>
          </p:nvSpPr>
          <p:spPr>
            <a:xfrm>
              <a:off x="3318651" y="3838044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5" name="Rounded Rectangle 404">
              <a:extLst>
                <a:ext uri="{FF2B5EF4-FFF2-40B4-BE49-F238E27FC236}">
                  <a16:creationId xmlns:a16="http://schemas.microsoft.com/office/drawing/2014/main" id="{6A18ADEC-3966-2D46-A100-75DBA0900AB4}"/>
                </a:ext>
              </a:extLst>
            </p:cNvPr>
            <p:cNvSpPr/>
            <p:nvPr/>
          </p:nvSpPr>
          <p:spPr>
            <a:xfrm>
              <a:off x="3318651" y="4126600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6" name="Rounded Rectangle 405">
              <a:extLst>
                <a:ext uri="{FF2B5EF4-FFF2-40B4-BE49-F238E27FC236}">
                  <a16:creationId xmlns:a16="http://schemas.microsoft.com/office/drawing/2014/main" id="{FF204862-9C7F-4547-80D6-A34BDC7C1AC6}"/>
                </a:ext>
              </a:extLst>
            </p:cNvPr>
            <p:cNvSpPr/>
            <p:nvPr/>
          </p:nvSpPr>
          <p:spPr>
            <a:xfrm>
              <a:off x="3318651" y="4410381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7" name="Rounded Rectangle 406">
              <a:extLst>
                <a:ext uri="{FF2B5EF4-FFF2-40B4-BE49-F238E27FC236}">
                  <a16:creationId xmlns:a16="http://schemas.microsoft.com/office/drawing/2014/main" id="{BA92E271-8A9A-244E-B1F8-3760787F6EF6}"/>
                </a:ext>
              </a:extLst>
            </p:cNvPr>
            <p:cNvSpPr/>
            <p:nvPr/>
          </p:nvSpPr>
          <p:spPr>
            <a:xfrm>
              <a:off x="3318651" y="4694162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8" name="Rounded Rectangle 407">
              <a:extLst>
                <a:ext uri="{FF2B5EF4-FFF2-40B4-BE49-F238E27FC236}">
                  <a16:creationId xmlns:a16="http://schemas.microsoft.com/office/drawing/2014/main" id="{5025D49C-6EF2-A744-9721-447E96E8FCDE}"/>
                </a:ext>
              </a:extLst>
            </p:cNvPr>
            <p:cNvSpPr/>
            <p:nvPr/>
          </p:nvSpPr>
          <p:spPr>
            <a:xfrm>
              <a:off x="3318651" y="4977943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9" name="Rounded Rectangle 408">
              <a:extLst>
                <a:ext uri="{FF2B5EF4-FFF2-40B4-BE49-F238E27FC236}">
                  <a16:creationId xmlns:a16="http://schemas.microsoft.com/office/drawing/2014/main" id="{2CA0CF58-3E57-6A46-A49E-84D26529588B}"/>
                </a:ext>
              </a:extLst>
            </p:cNvPr>
            <p:cNvSpPr/>
            <p:nvPr/>
          </p:nvSpPr>
          <p:spPr>
            <a:xfrm>
              <a:off x="3318651" y="5266499"/>
              <a:ext cx="274320" cy="2743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411" name="Table 410">
            <a:extLst>
              <a:ext uri="{FF2B5EF4-FFF2-40B4-BE49-F238E27FC236}">
                <a16:creationId xmlns:a16="http://schemas.microsoft.com/office/drawing/2014/main" id="{77D77CC6-B97F-7E44-9C02-5C7EE203C7C4}"/>
              </a:ext>
            </a:extLst>
          </p:cNvPr>
          <p:cNvGraphicFramePr>
            <a:graphicFrameLocks noGrp="1"/>
          </p:cNvGraphicFramePr>
          <p:nvPr/>
        </p:nvGraphicFramePr>
        <p:xfrm>
          <a:off x="5041900" y="34196"/>
          <a:ext cx="2730500" cy="310896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957760">
                  <a:extLst>
                    <a:ext uri="{9D8B030D-6E8A-4147-A177-3AD203B41FA5}">
                      <a16:colId xmlns:a16="http://schemas.microsoft.com/office/drawing/2014/main" val="2359146277"/>
                    </a:ext>
                  </a:extLst>
                </a:gridCol>
                <a:gridCol w="772740">
                  <a:extLst>
                    <a:ext uri="{9D8B030D-6E8A-4147-A177-3AD203B41FA5}">
                      <a16:colId xmlns:a16="http://schemas.microsoft.com/office/drawing/2014/main" val="952468563"/>
                    </a:ext>
                  </a:extLst>
                </a:gridCol>
              </a:tblGrid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Stage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72467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Bioreactors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N: 1x500L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46592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1-30kg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46650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Yearly Plant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0.5 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159913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Media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839088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Buffer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877171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Water Required Per day 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51489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Chromatography Skid Maximum Flowrate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 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00429"/>
                  </a:ext>
                </a:extLst>
              </a:tr>
            </a:tbl>
          </a:graphicData>
        </a:graphic>
      </p:graphicFrame>
      <p:graphicFrame>
        <p:nvGraphicFramePr>
          <p:cNvPr id="412" name="Table 411">
            <a:extLst>
              <a:ext uri="{FF2B5EF4-FFF2-40B4-BE49-F238E27FC236}">
                <a16:creationId xmlns:a16="http://schemas.microsoft.com/office/drawing/2014/main" id="{53063E6C-29C5-B64B-BDBF-BBFC436C7581}"/>
              </a:ext>
            </a:extLst>
          </p:cNvPr>
          <p:cNvGraphicFramePr>
            <a:graphicFrameLocks noGrp="1"/>
          </p:cNvGraphicFramePr>
          <p:nvPr/>
        </p:nvGraphicFramePr>
        <p:xfrm>
          <a:off x="5041900" y="3270008"/>
          <a:ext cx="2730500" cy="365760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957760">
                  <a:extLst>
                    <a:ext uri="{9D8B030D-6E8A-4147-A177-3AD203B41FA5}">
                      <a16:colId xmlns:a16="http://schemas.microsoft.com/office/drawing/2014/main" val="2359146277"/>
                    </a:ext>
                  </a:extLst>
                </a:gridCol>
                <a:gridCol w="772740">
                  <a:extLst>
                    <a:ext uri="{9D8B030D-6E8A-4147-A177-3AD203B41FA5}">
                      <a16:colId xmlns:a16="http://schemas.microsoft.com/office/drawing/2014/main" val="952468563"/>
                    </a:ext>
                  </a:extLst>
                </a:gridCol>
              </a:tblGrid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Stage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72467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Bioreactors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N: 4x500L or</a:t>
                      </a:r>
                    </a:p>
                    <a:p>
                      <a:r>
                        <a:rPr lang="en-US" sz="1200" dirty="0"/>
                        <a:t>N: 1x2000L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46592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130kg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46650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Yearly Plant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 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159913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Media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839088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Buffer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877171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Water Required Per day 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51489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Chromatography Skid Maximum Flowrate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 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00429"/>
                  </a:ext>
                </a:extLst>
              </a:tr>
            </a:tbl>
          </a:graphicData>
        </a:graphic>
      </p:graphicFrame>
      <p:graphicFrame>
        <p:nvGraphicFramePr>
          <p:cNvPr id="413" name="Table 412">
            <a:extLst>
              <a:ext uri="{FF2B5EF4-FFF2-40B4-BE49-F238E27FC236}">
                <a16:creationId xmlns:a16="http://schemas.microsoft.com/office/drawing/2014/main" id="{C79F4B7D-9343-BB4E-BF78-EEAFEE24DD0D}"/>
              </a:ext>
            </a:extLst>
          </p:cNvPr>
          <p:cNvGraphicFramePr>
            <a:graphicFrameLocks noGrp="1"/>
          </p:cNvGraphicFramePr>
          <p:nvPr/>
        </p:nvGraphicFramePr>
        <p:xfrm>
          <a:off x="5041900" y="6689637"/>
          <a:ext cx="2730500" cy="3508873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957760">
                  <a:extLst>
                    <a:ext uri="{9D8B030D-6E8A-4147-A177-3AD203B41FA5}">
                      <a16:colId xmlns:a16="http://schemas.microsoft.com/office/drawing/2014/main" val="2359146277"/>
                    </a:ext>
                  </a:extLst>
                </a:gridCol>
                <a:gridCol w="772740">
                  <a:extLst>
                    <a:ext uri="{9D8B030D-6E8A-4147-A177-3AD203B41FA5}">
                      <a16:colId xmlns:a16="http://schemas.microsoft.com/office/drawing/2014/main" val="952468563"/>
                    </a:ext>
                  </a:extLst>
                </a:gridCol>
              </a:tblGrid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Stage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72467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Bioreactors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N-1: 4x500</a:t>
                      </a:r>
                    </a:p>
                    <a:p>
                      <a:r>
                        <a:rPr lang="en-US" sz="1200" dirty="0"/>
                        <a:t>N: 4x2000L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46592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500kg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46650"/>
                  </a:ext>
                </a:extLst>
              </a:tr>
              <a:tr h="272418">
                <a:tc>
                  <a:txBody>
                    <a:bodyPr/>
                    <a:lstStyle/>
                    <a:p>
                      <a:r>
                        <a:rPr lang="en-US" sz="1200" dirty="0"/>
                        <a:t>Yearly Plant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 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159913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Media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839088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Buffer Volume Required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877171"/>
                  </a:ext>
                </a:extLst>
              </a:tr>
              <a:tr h="420708">
                <a:tc>
                  <a:txBody>
                    <a:bodyPr/>
                    <a:lstStyle/>
                    <a:p>
                      <a:r>
                        <a:rPr lang="en-US" sz="1200" dirty="0"/>
                        <a:t>Water Required Per day 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50,000L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51489"/>
                  </a:ext>
                </a:extLst>
              </a:tr>
              <a:tr h="491353">
                <a:tc>
                  <a:txBody>
                    <a:bodyPr/>
                    <a:lstStyle/>
                    <a:p>
                      <a:r>
                        <a:rPr lang="en-US" sz="1200" dirty="0"/>
                        <a:t>Chromatography Skid Maximum Flowrate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9L/min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00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8498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3148</TotalTime>
  <Words>523</Words>
  <Application>Microsoft Macintosh PowerPoint</Application>
  <PresentationFormat>Custom</PresentationFormat>
  <Paragraphs>228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Coffman, Jon</dc:creator>
  <cp:lastModifiedBy>Coffman, Jon</cp:lastModifiedBy>
  <cp:revision>15</cp:revision>
  <dcterms:created xsi:type="dcterms:W3CDTF">2020-09-06T13:28:24Z</dcterms:created>
  <dcterms:modified xsi:type="dcterms:W3CDTF">2020-09-30T20:13:50Z</dcterms:modified>
</cp:coreProperties>
</file>