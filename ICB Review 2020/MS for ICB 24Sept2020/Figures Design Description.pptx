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3.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6" r:id="rId5"/>
    <p:sldMasterId id="2147483730" r:id="rId6"/>
    <p:sldMasterId id="2147483800" r:id="rId7"/>
    <p:sldMasterId id="2147483656" r:id="rId8"/>
  </p:sldMasterIdLst>
  <p:notesMasterIdLst>
    <p:notesMasterId r:id="rId17"/>
  </p:notesMasterIdLst>
  <p:handoutMasterIdLst>
    <p:handoutMasterId r:id="rId18"/>
  </p:handoutMasterIdLst>
  <p:sldIdLst>
    <p:sldId id="7363" r:id="rId9"/>
    <p:sldId id="7386" r:id="rId10"/>
    <p:sldId id="7351" r:id="rId11"/>
    <p:sldId id="7344" r:id="rId12"/>
    <p:sldId id="7345" r:id="rId13"/>
    <p:sldId id="7388" r:id="rId14"/>
    <p:sldId id="7391" r:id="rId15"/>
    <p:sldId id="7393" r:id="rId16"/>
  </p:sldIdLst>
  <p:sldSz cx="9144000" cy="5143500" type="screen16x9"/>
  <p:notesSz cx="6670675" cy="9875838"/>
  <p:custDataLst>
    <p:tags r:id="rId1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C51EBAE-3F2D-2F47-AF72-3F170DEB93DA}">
          <p14:sldIdLst>
            <p14:sldId id="7363"/>
            <p14:sldId id="7386"/>
            <p14:sldId id="7351"/>
            <p14:sldId id="7344"/>
            <p14:sldId id="7345"/>
            <p14:sldId id="7388"/>
            <p14:sldId id="7391"/>
            <p14:sldId id="7393"/>
          </p14:sldIdLst>
        </p14:section>
      </p14:sectionLst>
    </p:ext>
    <p:ext uri="{EFAFB233-063F-42B5-8137-9DF3F51BA10A}">
      <p15:sldGuideLst xmlns:p15="http://schemas.microsoft.com/office/powerpoint/2012/main">
        <p15:guide id="1" orient="horz" userDrawn="1">
          <p15:clr>
            <a:srgbClr val="A4A3A4"/>
          </p15:clr>
        </p15:guide>
        <p15:guide id="6" userDrawn="1">
          <p15:clr>
            <a:srgbClr val="A4A3A4"/>
          </p15:clr>
        </p15:guide>
        <p15:guide id="7" pos="5667" userDrawn="1">
          <p15:clr>
            <a:srgbClr val="A4A3A4"/>
          </p15:clr>
        </p15:guide>
      </p15:sldGuideLst>
    </p:ext>
    <p:ext uri="{2D200454-40CA-4A62-9FC3-DE9A4176ACB9}">
      <p15:notesGuideLst xmlns:p15="http://schemas.microsoft.com/office/powerpoint/2012/main">
        <p15:guide id="1" orient="horz" pos="3111">
          <p15:clr>
            <a:srgbClr val="A4A3A4"/>
          </p15:clr>
        </p15:guide>
        <p15:guide id="2" pos="210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DD0"/>
    <a:srgbClr val="00A9CE"/>
    <a:srgbClr val="D8DCDE"/>
    <a:srgbClr val="002F5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526"/>
    <p:restoredTop sz="95872"/>
  </p:normalViewPr>
  <p:slideViewPr>
    <p:cSldViewPr snapToGrid="0" snapToObjects="1">
      <p:cViewPr varScale="1">
        <p:scale>
          <a:sx n="152" d="100"/>
          <a:sy n="152" d="100"/>
        </p:scale>
        <p:origin x="944" y="176"/>
      </p:cViewPr>
      <p:guideLst>
        <p:guide orient="horz"/>
        <p:guide/>
        <p:guide pos="5667"/>
      </p:guideLst>
    </p:cSldViewPr>
  </p:slideViewPr>
  <p:notesTextViewPr>
    <p:cViewPr>
      <p:scale>
        <a:sx n="400" d="100"/>
        <a:sy n="400" d="100"/>
      </p:scale>
      <p:origin x="0" y="0"/>
    </p:cViewPr>
  </p:notesTextViewPr>
  <p:notesViewPr>
    <p:cSldViewPr snapToGrid="0" snapToObjects="1">
      <p:cViewPr varScale="1">
        <p:scale>
          <a:sx n="66" d="100"/>
          <a:sy n="66" d="100"/>
        </p:scale>
        <p:origin x="0" y="0"/>
      </p:cViewPr>
      <p:guideLst>
        <p:guide orient="horz" pos="3111"/>
        <p:guide pos="210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4.xml"/><Relationship Id="rId13" Type="http://schemas.openxmlformats.org/officeDocument/2006/relationships/slide" Target="slides/slide5.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3.xml"/><Relationship Id="rId5" Type="http://schemas.openxmlformats.org/officeDocument/2006/relationships/slideMaster" Target="slideMasters/slideMaster1.xml"/><Relationship Id="rId15" Type="http://schemas.openxmlformats.org/officeDocument/2006/relationships/slide" Target="slides/slide7.xml"/><Relationship Id="rId23" Type="http://schemas.openxmlformats.org/officeDocument/2006/relationships/tableStyles" Target="tableStyles.xml"/><Relationship Id="rId10" Type="http://schemas.openxmlformats.org/officeDocument/2006/relationships/slide" Target="slides/slide2.xml"/><Relationship Id="rId19" Type="http://schemas.openxmlformats.org/officeDocument/2006/relationships/tags" Target="tags/tag1.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FFE6A52-E7F0-4249-939F-09ACE950772A}" type="doc">
      <dgm:prSet loTypeId="urn:microsoft.com/office/officeart/2005/8/layout/process2" loCatId="process" qsTypeId="urn:microsoft.com/office/officeart/2005/8/quickstyle/simple1" qsCatId="simple" csTypeId="urn:microsoft.com/office/officeart/2005/8/colors/accent1_2" csCatId="accent1" phldr="1"/>
      <dgm:spPr/>
    </dgm:pt>
    <dgm:pt modelId="{F3E1DA8A-D969-4EE6-8296-D7B22F6DFDAC}">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500-4x2kL Perfusion </a:t>
          </a:r>
        </a:p>
      </dgm:t>
    </dgm:pt>
    <dgm:pt modelId="{C72BB4C7-0640-4367-B03D-BD994142E166}" type="parTrans" cxnId="{EF6E9B36-0C84-4491-B06F-59616500DAD2}">
      <dgm:prSet/>
      <dgm:spPr/>
      <dgm:t>
        <a:bodyPr/>
        <a:lstStyle/>
        <a:p>
          <a:endParaRPr lang="en-US"/>
        </a:p>
      </dgm:t>
    </dgm:pt>
    <dgm:pt modelId="{178BF03E-FB59-4A60-BF37-70BFD838EA82}" type="sibTrans" cxnId="{EF6E9B36-0C84-4491-B06F-59616500DAD2}">
      <dgm:prSet/>
      <dgm:spPr>
        <a:ln w="12700" cap="flat" cmpd="sng" algn="ctr">
          <a:solidFill>
            <a:schemeClr val="tx1">
              <a:alpha val="0"/>
            </a:schemeClr>
          </a:solidFill>
          <a:prstDash val="solid"/>
          <a:round/>
          <a:headEnd type="none" w="med" len="med"/>
          <a:tailEnd type="none" w="med" len="med"/>
        </a:ln>
        <a:effectLst/>
        <a:sp3d/>
      </dgm:spPr>
      <dgm:t>
        <a:bodyPr/>
        <a:lstStyle/>
        <a:p>
          <a:endParaRPr lang="en-US"/>
        </a:p>
      </dgm:t>
    </dgm:pt>
    <dgm:pt modelId="{9421A886-8756-41B8-A767-2A5D2A4271EB}">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2 Col. Capture</a:t>
          </a:r>
        </a:p>
      </dgm:t>
    </dgm:pt>
    <dgm:pt modelId="{7492A8C1-2F5D-402B-AF7C-B93AC2F6D59A}" type="parTrans" cxnId="{C487DF50-E67A-4B9E-BA22-74F4939C59DB}">
      <dgm:prSet/>
      <dgm:spPr/>
      <dgm:t>
        <a:bodyPr/>
        <a:lstStyle/>
        <a:p>
          <a:endParaRPr lang="en-US"/>
        </a:p>
      </dgm:t>
    </dgm:pt>
    <dgm:pt modelId="{53DA832D-0347-4FC0-AEE9-7039D9F2CC76}" type="sibTrans" cxnId="{C487DF50-E67A-4B9E-BA22-74F4939C59DB}">
      <dgm:prSet/>
      <dgm:spPr/>
      <dgm:t>
        <a:bodyPr/>
        <a:lstStyle/>
        <a:p>
          <a:endParaRPr lang="en-US"/>
        </a:p>
      </dgm:t>
    </dgm:pt>
    <dgm:pt modelId="{9AD0A76D-FEAD-4870-A864-536AAD7D9DCF}">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Batch or </a:t>
          </a:r>
          <a:r>
            <a:rPr lang="en-US" dirty="0" err="1"/>
            <a:t>Cont</a:t>
          </a:r>
          <a:r>
            <a:rPr lang="en-US" dirty="0"/>
            <a:t> VI</a:t>
          </a:r>
        </a:p>
      </dgm:t>
    </dgm:pt>
    <dgm:pt modelId="{3D125C52-FDAA-4DFF-AE38-B8C8F4E6E21E}" type="parTrans" cxnId="{DC145251-73C4-4A8D-A0C9-7FED5BF67B08}">
      <dgm:prSet/>
      <dgm:spPr/>
      <dgm:t>
        <a:bodyPr/>
        <a:lstStyle/>
        <a:p>
          <a:endParaRPr lang="en-US"/>
        </a:p>
      </dgm:t>
    </dgm:pt>
    <dgm:pt modelId="{E4333604-55B4-4BAE-AE17-12D038007E04}" type="sibTrans" cxnId="{DC145251-73C4-4A8D-A0C9-7FED5BF67B08}">
      <dgm:prSet/>
      <dgm:spPr/>
      <dgm:t>
        <a:bodyPr/>
        <a:lstStyle/>
        <a:p>
          <a:endParaRPr lang="en-US"/>
        </a:p>
      </dgm:t>
    </dgm:pt>
    <dgm:pt modelId="{E8A4F527-E965-4C2B-A731-9CC0A74401B0}">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2 col. FT</a:t>
          </a:r>
        </a:p>
      </dgm:t>
    </dgm:pt>
    <dgm:pt modelId="{14557890-E477-4304-8333-C46A3E7FD0D0}" type="parTrans" cxnId="{23383C69-5F0D-4FBC-8758-68664E150169}">
      <dgm:prSet/>
      <dgm:spPr/>
      <dgm:t>
        <a:bodyPr/>
        <a:lstStyle/>
        <a:p>
          <a:endParaRPr lang="en-US"/>
        </a:p>
      </dgm:t>
    </dgm:pt>
    <dgm:pt modelId="{C071B31D-28D8-4FB6-84D0-AFC49F0CB450}" type="sibTrans" cxnId="{23383C69-5F0D-4FBC-8758-68664E150169}">
      <dgm:prSet/>
      <dgm:spPr/>
      <dgm:t>
        <a:bodyPr/>
        <a:lstStyle/>
        <a:p>
          <a:endParaRPr lang="en-US"/>
        </a:p>
      </dgm:t>
    </dgm:pt>
    <dgm:pt modelId="{BE47C6CA-22B8-455C-9A5B-A522D05E513D}">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2 Col. B/E</a:t>
          </a:r>
        </a:p>
      </dgm:t>
    </dgm:pt>
    <dgm:pt modelId="{627FBA09-0ACA-4EBE-87E2-380E0DCA0DF0}" type="parTrans" cxnId="{0C803E38-6410-4DFB-AA5A-59D28CB92951}">
      <dgm:prSet/>
      <dgm:spPr/>
      <dgm:t>
        <a:bodyPr/>
        <a:lstStyle/>
        <a:p>
          <a:endParaRPr lang="en-US"/>
        </a:p>
      </dgm:t>
    </dgm:pt>
    <dgm:pt modelId="{679CC6F7-B9C7-4782-8217-E7D13CA74D25}" type="sibTrans" cxnId="{0C803E38-6410-4DFB-AA5A-59D28CB92951}">
      <dgm:prSet/>
      <dgm:spPr/>
      <dgm:t>
        <a:bodyPr/>
        <a:lstStyle/>
        <a:p>
          <a:endParaRPr lang="en-US"/>
        </a:p>
      </dgm:t>
    </dgm:pt>
    <dgm:pt modelId="{5CD70F8E-6F84-4674-A2D0-FEA95C577ADA}">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Virus Filter</a:t>
          </a:r>
        </a:p>
      </dgm:t>
    </dgm:pt>
    <dgm:pt modelId="{E9201B0F-E594-4807-A4B3-987FAE1082EE}" type="parTrans" cxnId="{CAC68E9A-B577-4467-BBA1-2E6ECD1AA638}">
      <dgm:prSet/>
      <dgm:spPr/>
      <dgm:t>
        <a:bodyPr/>
        <a:lstStyle/>
        <a:p>
          <a:endParaRPr lang="en-US"/>
        </a:p>
      </dgm:t>
    </dgm:pt>
    <dgm:pt modelId="{EFEE064A-7AF2-4D81-B4C4-CE79A8BCDFD1}" type="sibTrans" cxnId="{CAC68E9A-B577-4467-BBA1-2E6ECD1AA638}">
      <dgm:prSet/>
      <dgm:spPr/>
      <dgm:t>
        <a:bodyPr/>
        <a:lstStyle/>
        <a:p>
          <a:endParaRPr lang="en-US"/>
        </a:p>
      </dgm:t>
    </dgm:pt>
    <dgm:pt modelId="{0789565C-5D85-4402-8319-4E36EA9B6F1C}">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UFDF</a:t>
          </a:r>
        </a:p>
      </dgm:t>
    </dgm:pt>
    <dgm:pt modelId="{D8E16DDF-0381-4DCE-9B18-8431CF06EAB7}" type="parTrans" cxnId="{5908EDCB-F5AA-49DB-8805-D0FF1A07B723}">
      <dgm:prSet/>
      <dgm:spPr/>
      <dgm:t>
        <a:bodyPr/>
        <a:lstStyle/>
        <a:p>
          <a:endParaRPr lang="en-US"/>
        </a:p>
      </dgm:t>
    </dgm:pt>
    <dgm:pt modelId="{BCE6872F-3837-453D-B16E-F51563DD3EA4}" type="sibTrans" cxnId="{5908EDCB-F5AA-49DB-8805-D0FF1A07B723}">
      <dgm:prSet/>
      <dgm:spPr/>
      <dgm:t>
        <a:bodyPr/>
        <a:lstStyle/>
        <a:p>
          <a:endParaRPr lang="en-US"/>
        </a:p>
      </dgm:t>
    </dgm:pt>
    <dgm:pt modelId="{F22580C3-65DF-1043-A1C7-9F921AD91785}">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ATF or TFF</a:t>
          </a:r>
        </a:p>
      </dgm:t>
    </dgm:pt>
    <dgm:pt modelId="{1889A708-18CE-B448-88C7-E9CEAAF6BAAA}" type="parTrans" cxnId="{62D9F964-D237-EC47-8BF1-7D044F5EA327}">
      <dgm:prSet/>
      <dgm:spPr/>
      <dgm:t>
        <a:bodyPr/>
        <a:lstStyle/>
        <a:p>
          <a:endParaRPr lang="en-US"/>
        </a:p>
      </dgm:t>
    </dgm:pt>
    <dgm:pt modelId="{2A65D35D-6BC3-2F40-B3CD-976523F1E2A2}" type="sibTrans" cxnId="{62D9F964-D237-EC47-8BF1-7D044F5EA327}">
      <dgm:prSet/>
      <dgm:spPr/>
      <dgm:t>
        <a:bodyPr/>
        <a:lstStyle/>
        <a:p>
          <a:endParaRPr lang="en-US"/>
        </a:p>
      </dgm:t>
    </dgm:pt>
    <dgm:pt modelId="{0AABF02D-DB92-2244-B712-D98AEFC06B49}">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Depth Filter</a:t>
          </a:r>
        </a:p>
      </dgm:t>
    </dgm:pt>
    <dgm:pt modelId="{0BBCD7EC-58A0-784A-BB6E-6F9DF53156A5}" type="parTrans" cxnId="{ADA05B88-30D8-D047-ADEA-DFD64427EAA0}">
      <dgm:prSet/>
      <dgm:spPr/>
      <dgm:t>
        <a:bodyPr/>
        <a:lstStyle/>
        <a:p>
          <a:endParaRPr lang="en-US"/>
        </a:p>
      </dgm:t>
    </dgm:pt>
    <dgm:pt modelId="{EB1DBD78-BD65-3044-931D-DA47062792D2}" type="sibTrans" cxnId="{ADA05B88-30D8-D047-ADEA-DFD64427EAA0}">
      <dgm:prSet/>
      <dgm:spPr/>
      <dgm:t>
        <a:bodyPr/>
        <a:lstStyle/>
        <a:p>
          <a:endParaRPr lang="en-US"/>
        </a:p>
      </dgm:t>
    </dgm:pt>
    <dgm:pt modelId="{F0CFC05A-BEB1-4B65-9294-42766E57124C}" type="pres">
      <dgm:prSet presAssocID="{0FFE6A52-E7F0-4249-939F-09ACE950772A}" presName="linearFlow" presStyleCnt="0">
        <dgm:presLayoutVars>
          <dgm:resizeHandles val="exact"/>
        </dgm:presLayoutVars>
      </dgm:prSet>
      <dgm:spPr/>
    </dgm:pt>
    <dgm:pt modelId="{11F4F502-53DB-449F-878E-BE1868514305}" type="pres">
      <dgm:prSet presAssocID="{F3E1DA8A-D969-4EE6-8296-D7B22F6DFDAC}" presName="node" presStyleLbl="node1" presStyleIdx="0" presStyleCnt="9">
        <dgm:presLayoutVars>
          <dgm:bulletEnabled val="1"/>
        </dgm:presLayoutVars>
      </dgm:prSet>
      <dgm:spPr/>
    </dgm:pt>
    <dgm:pt modelId="{FDC915AF-6026-4983-AAA1-6BCD6467DEF4}" type="pres">
      <dgm:prSet presAssocID="{178BF03E-FB59-4A60-BF37-70BFD838EA82}" presName="sibTrans" presStyleLbl="sibTrans2D1" presStyleIdx="0" presStyleCnt="8"/>
      <dgm:spPr/>
    </dgm:pt>
    <dgm:pt modelId="{D006C45C-A39C-472B-88C1-6554A4089C86}" type="pres">
      <dgm:prSet presAssocID="{178BF03E-FB59-4A60-BF37-70BFD838EA82}" presName="connectorText" presStyleLbl="sibTrans2D1" presStyleIdx="0" presStyleCnt="8"/>
      <dgm:spPr/>
    </dgm:pt>
    <dgm:pt modelId="{296A77E5-C0DA-BB49-ADCB-B9CDEBEB61EF}" type="pres">
      <dgm:prSet presAssocID="{F22580C3-65DF-1043-A1C7-9F921AD91785}" presName="node" presStyleLbl="node1" presStyleIdx="1" presStyleCnt="9">
        <dgm:presLayoutVars>
          <dgm:bulletEnabled val="1"/>
        </dgm:presLayoutVars>
      </dgm:prSet>
      <dgm:spPr/>
    </dgm:pt>
    <dgm:pt modelId="{469E1AF2-F5F0-3046-8F6A-B4C753B6DEED}" type="pres">
      <dgm:prSet presAssocID="{2A65D35D-6BC3-2F40-B3CD-976523F1E2A2}" presName="sibTrans" presStyleLbl="sibTrans2D1" presStyleIdx="1" presStyleCnt="8"/>
      <dgm:spPr/>
    </dgm:pt>
    <dgm:pt modelId="{6239121A-D361-CF43-B506-28F8EC3F1460}" type="pres">
      <dgm:prSet presAssocID="{2A65D35D-6BC3-2F40-B3CD-976523F1E2A2}" presName="connectorText" presStyleLbl="sibTrans2D1" presStyleIdx="1" presStyleCnt="8"/>
      <dgm:spPr/>
    </dgm:pt>
    <dgm:pt modelId="{5129CC8F-DA47-426E-BD10-697214B6EA28}" type="pres">
      <dgm:prSet presAssocID="{9421A886-8756-41B8-A767-2A5D2A4271EB}" presName="node" presStyleLbl="node1" presStyleIdx="2" presStyleCnt="9">
        <dgm:presLayoutVars>
          <dgm:bulletEnabled val="1"/>
        </dgm:presLayoutVars>
      </dgm:prSet>
      <dgm:spPr/>
    </dgm:pt>
    <dgm:pt modelId="{F8EA24F2-77AB-4D3B-B52D-5C62C65989F9}" type="pres">
      <dgm:prSet presAssocID="{53DA832D-0347-4FC0-AEE9-7039D9F2CC76}" presName="sibTrans" presStyleLbl="sibTrans2D1" presStyleIdx="2" presStyleCnt="8"/>
      <dgm:spPr/>
    </dgm:pt>
    <dgm:pt modelId="{E699A173-DC91-4C5F-8B12-91F94001FBF3}" type="pres">
      <dgm:prSet presAssocID="{53DA832D-0347-4FC0-AEE9-7039D9F2CC76}" presName="connectorText" presStyleLbl="sibTrans2D1" presStyleIdx="2" presStyleCnt="8"/>
      <dgm:spPr/>
    </dgm:pt>
    <dgm:pt modelId="{EB6B4FB0-594B-46E7-88A8-E99A3D7D28BA}" type="pres">
      <dgm:prSet presAssocID="{9AD0A76D-FEAD-4870-A864-536AAD7D9DCF}" presName="node" presStyleLbl="node1" presStyleIdx="3" presStyleCnt="9">
        <dgm:presLayoutVars>
          <dgm:bulletEnabled val="1"/>
        </dgm:presLayoutVars>
      </dgm:prSet>
      <dgm:spPr/>
    </dgm:pt>
    <dgm:pt modelId="{F33F5D7E-B525-4341-BEAB-69DFE7C337B2}" type="pres">
      <dgm:prSet presAssocID="{E4333604-55B4-4BAE-AE17-12D038007E04}" presName="sibTrans" presStyleLbl="sibTrans2D1" presStyleIdx="3" presStyleCnt="8"/>
      <dgm:spPr/>
    </dgm:pt>
    <dgm:pt modelId="{0E52DAAC-9123-4120-A226-357E36775F56}" type="pres">
      <dgm:prSet presAssocID="{E4333604-55B4-4BAE-AE17-12D038007E04}" presName="connectorText" presStyleLbl="sibTrans2D1" presStyleIdx="3" presStyleCnt="8"/>
      <dgm:spPr/>
    </dgm:pt>
    <dgm:pt modelId="{5F80A041-11EF-CC48-982E-739028B8042B}" type="pres">
      <dgm:prSet presAssocID="{0AABF02D-DB92-2244-B712-D98AEFC06B49}" presName="node" presStyleLbl="node1" presStyleIdx="4" presStyleCnt="9">
        <dgm:presLayoutVars>
          <dgm:bulletEnabled val="1"/>
        </dgm:presLayoutVars>
      </dgm:prSet>
      <dgm:spPr/>
    </dgm:pt>
    <dgm:pt modelId="{0CC316FD-17A4-814B-978F-640E54DE3759}" type="pres">
      <dgm:prSet presAssocID="{EB1DBD78-BD65-3044-931D-DA47062792D2}" presName="sibTrans" presStyleLbl="sibTrans2D1" presStyleIdx="4" presStyleCnt="8"/>
      <dgm:spPr/>
    </dgm:pt>
    <dgm:pt modelId="{5A8A56D6-0C59-D943-91D5-ED7C731739C4}" type="pres">
      <dgm:prSet presAssocID="{EB1DBD78-BD65-3044-931D-DA47062792D2}" presName="connectorText" presStyleLbl="sibTrans2D1" presStyleIdx="4" presStyleCnt="8"/>
      <dgm:spPr/>
    </dgm:pt>
    <dgm:pt modelId="{F97BB873-62A5-4C6B-AF89-1ECA6E7CBDAF}" type="pres">
      <dgm:prSet presAssocID="{E8A4F527-E965-4C2B-A731-9CC0A74401B0}" presName="node" presStyleLbl="node1" presStyleIdx="5" presStyleCnt="9">
        <dgm:presLayoutVars>
          <dgm:bulletEnabled val="1"/>
        </dgm:presLayoutVars>
      </dgm:prSet>
      <dgm:spPr/>
    </dgm:pt>
    <dgm:pt modelId="{98E95033-BF7B-4FC9-8FE8-AA425CF14630}" type="pres">
      <dgm:prSet presAssocID="{C071B31D-28D8-4FB6-84D0-AFC49F0CB450}" presName="sibTrans" presStyleLbl="sibTrans2D1" presStyleIdx="5" presStyleCnt="8"/>
      <dgm:spPr/>
    </dgm:pt>
    <dgm:pt modelId="{2E6CC01A-2253-4BDB-9CCD-1FA6E0DD0000}" type="pres">
      <dgm:prSet presAssocID="{C071B31D-28D8-4FB6-84D0-AFC49F0CB450}" presName="connectorText" presStyleLbl="sibTrans2D1" presStyleIdx="5" presStyleCnt="8"/>
      <dgm:spPr/>
    </dgm:pt>
    <dgm:pt modelId="{448D3433-EDE0-47D4-8296-64B29C485040}" type="pres">
      <dgm:prSet presAssocID="{BE47C6CA-22B8-455C-9A5B-A522D05E513D}" presName="node" presStyleLbl="node1" presStyleIdx="6" presStyleCnt="9">
        <dgm:presLayoutVars>
          <dgm:bulletEnabled val="1"/>
        </dgm:presLayoutVars>
      </dgm:prSet>
      <dgm:spPr/>
    </dgm:pt>
    <dgm:pt modelId="{46229D48-125F-47CA-8E73-7DCE202303D8}" type="pres">
      <dgm:prSet presAssocID="{679CC6F7-B9C7-4782-8217-E7D13CA74D25}" presName="sibTrans" presStyleLbl="sibTrans2D1" presStyleIdx="6" presStyleCnt="8"/>
      <dgm:spPr/>
    </dgm:pt>
    <dgm:pt modelId="{F3B27A07-0CB2-4B81-AF75-C7D1053FB26A}" type="pres">
      <dgm:prSet presAssocID="{679CC6F7-B9C7-4782-8217-E7D13CA74D25}" presName="connectorText" presStyleLbl="sibTrans2D1" presStyleIdx="6" presStyleCnt="8"/>
      <dgm:spPr/>
    </dgm:pt>
    <dgm:pt modelId="{E63B843D-F550-4B1E-B3A4-86556ECB9F80}" type="pres">
      <dgm:prSet presAssocID="{5CD70F8E-6F84-4674-A2D0-FEA95C577ADA}" presName="node" presStyleLbl="node1" presStyleIdx="7" presStyleCnt="9">
        <dgm:presLayoutVars>
          <dgm:bulletEnabled val="1"/>
        </dgm:presLayoutVars>
      </dgm:prSet>
      <dgm:spPr/>
    </dgm:pt>
    <dgm:pt modelId="{E4DC339F-DB2D-49F7-B4DA-7F8F8B7FF8D3}" type="pres">
      <dgm:prSet presAssocID="{EFEE064A-7AF2-4D81-B4C4-CE79A8BCDFD1}" presName="sibTrans" presStyleLbl="sibTrans2D1" presStyleIdx="7" presStyleCnt="8"/>
      <dgm:spPr/>
    </dgm:pt>
    <dgm:pt modelId="{047F9BD3-B303-4633-AA20-724A5A343181}" type="pres">
      <dgm:prSet presAssocID="{EFEE064A-7AF2-4D81-B4C4-CE79A8BCDFD1}" presName="connectorText" presStyleLbl="sibTrans2D1" presStyleIdx="7" presStyleCnt="8"/>
      <dgm:spPr/>
    </dgm:pt>
    <dgm:pt modelId="{69BAAA73-3EC5-4D67-AAD2-D74F46F717A5}" type="pres">
      <dgm:prSet presAssocID="{0789565C-5D85-4402-8319-4E36EA9B6F1C}" presName="node" presStyleLbl="node1" presStyleIdx="8" presStyleCnt="9">
        <dgm:presLayoutVars>
          <dgm:bulletEnabled val="1"/>
        </dgm:presLayoutVars>
      </dgm:prSet>
      <dgm:spPr/>
    </dgm:pt>
  </dgm:ptLst>
  <dgm:cxnLst>
    <dgm:cxn modelId="{C88C1B07-4FF7-4D01-8152-B50ED730E184}" type="presOf" srcId="{0789565C-5D85-4402-8319-4E36EA9B6F1C}" destId="{69BAAA73-3EC5-4D67-AAD2-D74F46F717A5}" srcOrd="0" destOrd="0" presId="urn:microsoft.com/office/officeart/2005/8/layout/process2"/>
    <dgm:cxn modelId="{0B373715-833E-4B3E-A799-973E4AF421FB}" type="presOf" srcId="{C071B31D-28D8-4FB6-84D0-AFC49F0CB450}" destId="{98E95033-BF7B-4FC9-8FE8-AA425CF14630}" srcOrd="0" destOrd="0" presId="urn:microsoft.com/office/officeart/2005/8/layout/process2"/>
    <dgm:cxn modelId="{A733B716-E4DF-4703-A181-2A8FA3011420}" type="presOf" srcId="{679CC6F7-B9C7-4782-8217-E7D13CA74D25}" destId="{F3B27A07-0CB2-4B81-AF75-C7D1053FB26A}" srcOrd="1" destOrd="0" presId="urn:microsoft.com/office/officeart/2005/8/layout/process2"/>
    <dgm:cxn modelId="{162BAB18-E6AA-4614-8B80-41236A7E39DA}" type="presOf" srcId="{178BF03E-FB59-4A60-BF37-70BFD838EA82}" destId="{FDC915AF-6026-4983-AAA1-6BCD6467DEF4}" srcOrd="0" destOrd="0" presId="urn:microsoft.com/office/officeart/2005/8/layout/process2"/>
    <dgm:cxn modelId="{B01FE11D-2D72-AE45-8EA8-4120074B9009}" type="presOf" srcId="{EB1DBD78-BD65-3044-931D-DA47062792D2}" destId="{0CC316FD-17A4-814B-978F-640E54DE3759}" srcOrd="0" destOrd="0" presId="urn:microsoft.com/office/officeart/2005/8/layout/process2"/>
    <dgm:cxn modelId="{DE96C520-C94D-454C-B70B-C52F58DCF5DC}" type="presOf" srcId="{53DA832D-0347-4FC0-AEE9-7039D9F2CC76}" destId="{F8EA24F2-77AB-4D3B-B52D-5C62C65989F9}" srcOrd="0" destOrd="0" presId="urn:microsoft.com/office/officeart/2005/8/layout/process2"/>
    <dgm:cxn modelId="{06E86D25-47CD-814F-813A-DAF5597731C9}" type="presOf" srcId="{2A65D35D-6BC3-2F40-B3CD-976523F1E2A2}" destId="{6239121A-D361-CF43-B506-28F8EC3F1460}" srcOrd="1" destOrd="0" presId="urn:microsoft.com/office/officeart/2005/8/layout/process2"/>
    <dgm:cxn modelId="{628FD229-A367-443E-8F48-5BC4A681763C}" type="presOf" srcId="{679CC6F7-B9C7-4782-8217-E7D13CA74D25}" destId="{46229D48-125F-47CA-8E73-7DCE202303D8}" srcOrd="0" destOrd="0" presId="urn:microsoft.com/office/officeart/2005/8/layout/process2"/>
    <dgm:cxn modelId="{EF6E9B36-0C84-4491-B06F-59616500DAD2}" srcId="{0FFE6A52-E7F0-4249-939F-09ACE950772A}" destId="{F3E1DA8A-D969-4EE6-8296-D7B22F6DFDAC}" srcOrd="0" destOrd="0" parTransId="{C72BB4C7-0640-4367-B03D-BD994142E166}" sibTransId="{178BF03E-FB59-4A60-BF37-70BFD838EA82}"/>
    <dgm:cxn modelId="{0C803E38-6410-4DFB-AA5A-59D28CB92951}" srcId="{0FFE6A52-E7F0-4249-939F-09ACE950772A}" destId="{BE47C6CA-22B8-455C-9A5B-A522D05E513D}" srcOrd="6" destOrd="0" parTransId="{627FBA09-0ACA-4EBE-87E2-380E0DCA0DF0}" sibTransId="{679CC6F7-B9C7-4782-8217-E7D13CA74D25}"/>
    <dgm:cxn modelId="{E4AF2C39-8FC8-465D-8A08-8A8D030D0768}" type="presOf" srcId="{9421A886-8756-41B8-A767-2A5D2A4271EB}" destId="{5129CC8F-DA47-426E-BD10-697214B6EA28}" srcOrd="0" destOrd="0" presId="urn:microsoft.com/office/officeart/2005/8/layout/process2"/>
    <dgm:cxn modelId="{9A1EB948-F53E-4551-B473-F5546409A5C4}" type="presOf" srcId="{C071B31D-28D8-4FB6-84D0-AFC49F0CB450}" destId="{2E6CC01A-2253-4BDB-9CCD-1FA6E0DD0000}" srcOrd="1" destOrd="0" presId="urn:microsoft.com/office/officeart/2005/8/layout/process2"/>
    <dgm:cxn modelId="{C487DF50-E67A-4B9E-BA22-74F4939C59DB}" srcId="{0FFE6A52-E7F0-4249-939F-09ACE950772A}" destId="{9421A886-8756-41B8-A767-2A5D2A4271EB}" srcOrd="2" destOrd="0" parTransId="{7492A8C1-2F5D-402B-AF7C-B93AC2F6D59A}" sibTransId="{53DA832D-0347-4FC0-AEE9-7039D9F2CC76}"/>
    <dgm:cxn modelId="{DC145251-73C4-4A8D-A0C9-7FED5BF67B08}" srcId="{0FFE6A52-E7F0-4249-939F-09ACE950772A}" destId="{9AD0A76D-FEAD-4870-A864-536AAD7D9DCF}" srcOrd="3" destOrd="0" parTransId="{3D125C52-FDAA-4DFF-AE38-B8C8F4E6E21E}" sibTransId="{E4333604-55B4-4BAE-AE17-12D038007E04}"/>
    <dgm:cxn modelId="{D8840A5B-F643-DD47-B66E-EFF1883440B9}" type="presOf" srcId="{F22580C3-65DF-1043-A1C7-9F921AD91785}" destId="{296A77E5-C0DA-BB49-ADCB-B9CDEBEB61EF}" srcOrd="0" destOrd="0" presId="urn:microsoft.com/office/officeart/2005/8/layout/process2"/>
    <dgm:cxn modelId="{F365F35D-3CCB-4D8F-B645-AA5C577F0747}" type="presOf" srcId="{EFEE064A-7AF2-4D81-B4C4-CE79A8BCDFD1}" destId="{047F9BD3-B303-4633-AA20-724A5A343181}" srcOrd="1" destOrd="0" presId="urn:microsoft.com/office/officeart/2005/8/layout/process2"/>
    <dgm:cxn modelId="{62D9F964-D237-EC47-8BF1-7D044F5EA327}" srcId="{0FFE6A52-E7F0-4249-939F-09ACE950772A}" destId="{F22580C3-65DF-1043-A1C7-9F921AD91785}" srcOrd="1" destOrd="0" parTransId="{1889A708-18CE-B448-88C7-E9CEAAF6BAAA}" sibTransId="{2A65D35D-6BC3-2F40-B3CD-976523F1E2A2}"/>
    <dgm:cxn modelId="{25330B65-B113-4A3F-96BF-4DAA433DC5B7}" type="presOf" srcId="{EFEE064A-7AF2-4D81-B4C4-CE79A8BCDFD1}" destId="{E4DC339F-DB2D-49F7-B4DA-7F8F8B7FF8D3}" srcOrd="0" destOrd="0" presId="urn:microsoft.com/office/officeart/2005/8/layout/process2"/>
    <dgm:cxn modelId="{23383C69-5F0D-4FBC-8758-68664E150169}" srcId="{0FFE6A52-E7F0-4249-939F-09ACE950772A}" destId="{E8A4F527-E965-4C2B-A731-9CC0A74401B0}" srcOrd="5" destOrd="0" parTransId="{14557890-E477-4304-8333-C46A3E7FD0D0}" sibTransId="{C071B31D-28D8-4FB6-84D0-AFC49F0CB450}"/>
    <dgm:cxn modelId="{8D8A5C76-BEEA-4294-A7F1-C26A6C57C860}" type="presOf" srcId="{F3E1DA8A-D969-4EE6-8296-D7B22F6DFDAC}" destId="{11F4F502-53DB-449F-878E-BE1868514305}" srcOrd="0" destOrd="0" presId="urn:microsoft.com/office/officeart/2005/8/layout/process2"/>
    <dgm:cxn modelId="{ADA05B88-30D8-D047-ADEA-DFD64427EAA0}" srcId="{0FFE6A52-E7F0-4249-939F-09ACE950772A}" destId="{0AABF02D-DB92-2244-B712-D98AEFC06B49}" srcOrd="4" destOrd="0" parTransId="{0BBCD7EC-58A0-784A-BB6E-6F9DF53156A5}" sibTransId="{EB1DBD78-BD65-3044-931D-DA47062792D2}"/>
    <dgm:cxn modelId="{5A163690-117E-43CE-902A-78B6DA30F6C7}" type="presOf" srcId="{0FFE6A52-E7F0-4249-939F-09ACE950772A}" destId="{F0CFC05A-BEB1-4B65-9294-42766E57124C}" srcOrd="0" destOrd="0" presId="urn:microsoft.com/office/officeart/2005/8/layout/process2"/>
    <dgm:cxn modelId="{CAC68E9A-B577-4467-BBA1-2E6ECD1AA638}" srcId="{0FFE6A52-E7F0-4249-939F-09ACE950772A}" destId="{5CD70F8E-6F84-4674-A2D0-FEA95C577ADA}" srcOrd="7" destOrd="0" parTransId="{E9201B0F-E594-4807-A4B3-987FAE1082EE}" sibTransId="{EFEE064A-7AF2-4D81-B4C4-CE79A8BCDFD1}"/>
    <dgm:cxn modelId="{970346A5-8AA8-4467-BD7D-E336C6557CC6}" type="presOf" srcId="{BE47C6CA-22B8-455C-9A5B-A522D05E513D}" destId="{448D3433-EDE0-47D4-8296-64B29C485040}" srcOrd="0" destOrd="0" presId="urn:microsoft.com/office/officeart/2005/8/layout/process2"/>
    <dgm:cxn modelId="{AF3649A5-E16E-174B-B466-D5063586960B}" type="presOf" srcId="{2A65D35D-6BC3-2F40-B3CD-976523F1E2A2}" destId="{469E1AF2-F5F0-3046-8F6A-B4C753B6DEED}" srcOrd="0" destOrd="0" presId="urn:microsoft.com/office/officeart/2005/8/layout/process2"/>
    <dgm:cxn modelId="{211619AE-ABB7-C640-9D75-21AFFBD7FC28}" type="presOf" srcId="{EB1DBD78-BD65-3044-931D-DA47062792D2}" destId="{5A8A56D6-0C59-D943-91D5-ED7C731739C4}" srcOrd="1" destOrd="0" presId="urn:microsoft.com/office/officeart/2005/8/layout/process2"/>
    <dgm:cxn modelId="{685FA2B4-2534-4D75-8768-F1D536330DCA}" type="presOf" srcId="{9AD0A76D-FEAD-4870-A864-536AAD7D9DCF}" destId="{EB6B4FB0-594B-46E7-88A8-E99A3D7D28BA}" srcOrd="0" destOrd="0" presId="urn:microsoft.com/office/officeart/2005/8/layout/process2"/>
    <dgm:cxn modelId="{C76172B6-9991-4E86-854B-46345B6EEDD0}" type="presOf" srcId="{E4333604-55B4-4BAE-AE17-12D038007E04}" destId="{F33F5D7E-B525-4341-BEAB-69DFE7C337B2}" srcOrd="0" destOrd="0" presId="urn:microsoft.com/office/officeart/2005/8/layout/process2"/>
    <dgm:cxn modelId="{AB9CAEB8-3383-43F0-8C42-A299F5581283}" type="presOf" srcId="{E8A4F527-E965-4C2B-A731-9CC0A74401B0}" destId="{F97BB873-62A5-4C6B-AF89-1ECA6E7CBDAF}" srcOrd="0" destOrd="0" presId="urn:microsoft.com/office/officeart/2005/8/layout/process2"/>
    <dgm:cxn modelId="{5908EDCB-F5AA-49DB-8805-D0FF1A07B723}" srcId="{0FFE6A52-E7F0-4249-939F-09ACE950772A}" destId="{0789565C-5D85-4402-8319-4E36EA9B6F1C}" srcOrd="8" destOrd="0" parTransId="{D8E16DDF-0381-4DCE-9B18-8431CF06EAB7}" sibTransId="{BCE6872F-3837-453D-B16E-F51563DD3EA4}"/>
    <dgm:cxn modelId="{C05B22D7-C83A-4010-88AD-5485A2861F9E}" type="presOf" srcId="{53DA832D-0347-4FC0-AEE9-7039D9F2CC76}" destId="{E699A173-DC91-4C5F-8B12-91F94001FBF3}" srcOrd="1" destOrd="0" presId="urn:microsoft.com/office/officeart/2005/8/layout/process2"/>
    <dgm:cxn modelId="{75F3E3DB-3A1E-4F2A-81E3-DC6890B912A0}" type="presOf" srcId="{178BF03E-FB59-4A60-BF37-70BFD838EA82}" destId="{D006C45C-A39C-472B-88C1-6554A4089C86}" srcOrd="1" destOrd="0" presId="urn:microsoft.com/office/officeart/2005/8/layout/process2"/>
    <dgm:cxn modelId="{6B86ACE4-3624-452E-A950-D71B3A340B6E}" type="presOf" srcId="{E4333604-55B4-4BAE-AE17-12D038007E04}" destId="{0E52DAAC-9123-4120-A226-357E36775F56}" srcOrd="1" destOrd="0" presId="urn:microsoft.com/office/officeart/2005/8/layout/process2"/>
    <dgm:cxn modelId="{BBE5ACF9-0E00-4E8F-A99F-7FD70A7584F4}" type="presOf" srcId="{5CD70F8E-6F84-4674-A2D0-FEA95C577ADA}" destId="{E63B843D-F550-4B1E-B3A4-86556ECB9F80}" srcOrd="0" destOrd="0" presId="urn:microsoft.com/office/officeart/2005/8/layout/process2"/>
    <dgm:cxn modelId="{165E40FB-1153-7F4D-B9D7-C6100D53FB18}" type="presOf" srcId="{0AABF02D-DB92-2244-B712-D98AEFC06B49}" destId="{5F80A041-11EF-CC48-982E-739028B8042B}" srcOrd="0" destOrd="0" presId="urn:microsoft.com/office/officeart/2005/8/layout/process2"/>
    <dgm:cxn modelId="{0F4E5B72-369C-48A9-ADFA-D1F6002DF71F}" type="presParOf" srcId="{F0CFC05A-BEB1-4B65-9294-42766E57124C}" destId="{11F4F502-53DB-449F-878E-BE1868514305}" srcOrd="0" destOrd="0" presId="urn:microsoft.com/office/officeart/2005/8/layout/process2"/>
    <dgm:cxn modelId="{25F5E505-625D-4F0B-A20E-0BA6A78A7953}" type="presParOf" srcId="{F0CFC05A-BEB1-4B65-9294-42766E57124C}" destId="{FDC915AF-6026-4983-AAA1-6BCD6467DEF4}" srcOrd="1" destOrd="0" presId="urn:microsoft.com/office/officeart/2005/8/layout/process2"/>
    <dgm:cxn modelId="{BF24DD7E-C51E-4DF3-9C7D-2E6E75AF39C6}" type="presParOf" srcId="{FDC915AF-6026-4983-AAA1-6BCD6467DEF4}" destId="{D006C45C-A39C-472B-88C1-6554A4089C86}" srcOrd="0" destOrd="0" presId="urn:microsoft.com/office/officeart/2005/8/layout/process2"/>
    <dgm:cxn modelId="{29A1B6D0-00C1-8B48-99DD-A50D277691B0}" type="presParOf" srcId="{F0CFC05A-BEB1-4B65-9294-42766E57124C}" destId="{296A77E5-C0DA-BB49-ADCB-B9CDEBEB61EF}" srcOrd="2" destOrd="0" presId="urn:microsoft.com/office/officeart/2005/8/layout/process2"/>
    <dgm:cxn modelId="{DE204B7E-1B41-7549-BDBE-130045F618F5}" type="presParOf" srcId="{F0CFC05A-BEB1-4B65-9294-42766E57124C}" destId="{469E1AF2-F5F0-3046-8F6A-B4C753B6DEED}" srcOrd="3" destOrd="0" presId="urn:microsoft.com/office/officeart/2005/8/layout/process2"/>
    <dgm:cxn modelId="{C82F240D-117E-C34D-9F97-D50E8B17D01D}" type="presParOf" srcId="{469E1AF2-F5F0-3046-8F6A-B4C753B6DEED}" destId="{6239121A-D361-CF43-B506-28F8EC3F1460}" srcOrd="0" destOrd="0" presId="urn:microsoft.com/office/officeart/2005/8/layout/process2"/>
    <dgm:cxn modelId="{2A197155-B801-4556-BBBD-0F4D78C46190}" type="presParOf" srcId="{F0CFC05A-BEB1-4B65-9294-42766E57124C}" destId="{5129CC8F-DA47-426E-BD10-697214B6EA28}" srcOrd="4" destOrd="0" presId="urn:microsoft.com/office/officeart/2005/8/layout/process2"/>
    <dgm:cxn modelId="{8FF0D314-0E84-4FFA-8A20-44ACAF874FDA}" type="presParOf" srcId="{F0CFC05A-BEB1-4B65-9294-42766E57124C}" destId="{F8EA24F2-77AB-4D3B-B52D-5C62C65989F9}" srcOrd="5" destOrd="0" presId="urn:microsoft.com/office/officeart/2005/8/layout/process2"/>
    <dgm:cxn modelId="{865A61A8-F39E-4E70-A990-F05B9EEFE4C8}" type="presParOf" srcId="{F8EA24F2-77AB-4D3B-B52D-5C62C65989F9}" destId="{E699A173-DC91-4C5F-8B12-91F94001FBF3}" srcOrd="0" destOrd="0" presId="urn:microsoft.com/office/officeart/2005/8/layout/process2"/>
    <dgm:cxn modelId="{D80C0683-8E66-48A8-BB00-2EA1986401B7}" type="presParOf" srcId="{F0CFC05A-BEB1-4B65-9294-42766E57124C}" destId="{EB6B4FB0-594B-46E7-88A8-E99A3D7D28BA}" srcOrd="6" destOrd="0" presId="urn:microsoft.com/office/officeart/2005/8/layout/process2"/>
    <dgm:cxn modelId="{F42DB6C2-44B9-4BE8-BB6C-B89FD3B42454}" type="presParOf" srcId="{F0CFC05A-BEB1-4B65-9294-42766E57124C}" destId="{F33F5D7E-B525-4341-BEAB-69DFE7C337B2}" srcOrd="7" destOrd="0" presId="urn:microsoft.com/office/officeart/2005/8/layout/process2"/>
    <dgm:cxn modelId="{216C5A6A-2D2D-4411-A2B1-92D847909FEB}" type="presParOf" srcId="{F33F5D7E-B525-4341-BEAB-69DFE7C337B2}" destId="{0E52DAAC-9123-4120-A226-357E36775F56}" srcOrd="0" destOrd="0" presId="urn:microsoft.com/office/officeart/2005/8/layout/process2"/>
    <dgm:cxn modelId="{3EC06CBD-1D08-1A4D-8D50-FBBE91EA329B}" type="presParOf" srcId="{F0CFC05A-BEB1-4B65-9294-42766E57124C}" destId="{5F80A041-11EF-CC48-982E-739028B8042B}" srcOrd="8" destOrd="0" presId="urn:microsoft.com/office/officeart/2005/8/layout/process2"/>
    <dgm:cxn modelId="{8BEA4A55-BC7B-774A-A435-8C7E6E6E39B1}" type="presParOf" srcId="{F0CFC05A-BEB1-4B65-9294-42766E57124C}" destId="{0CC316FD-17A4-814B-978F-640E54DE3759}" srcOrd="9" destOrd="0" presId="urn:microsoft.com/office/officeart/2005/8/layout/process2"/>
    <dgm:cxn modelId="{BEF3B883-0F80-AE41-ABC1-AB8838A89D4C}" type="presParOf" srcId="{0CC316FD-17A4-814B-978F-640E54DE3759}" destId="{5A8A56D6-0C59-D943-91D5-ED7C731739C4}" srcOrd="0" destOrd="0" presId="urn:microsoft.com/office/officeart/2005/8/layout/process2"/>
    <dgm:cxn modelId="{8103DC85-522C-4754-8365-73FB8B395A95}" type="presParOf" srcId="{F0CFC05A-BEB1-4B65-9294-42766E57124C}" destId="{F97BB873-62A5-4C6B-AF89-1ECA6E7CBDAF}" srcOrd="10" destOrd="0" presId="urn:microsoft.com/office/officeart/2005/8/layout/process2"/>
    <dgm:cxn modelId="{B5B50499-FC48-446C-A1CC-B8DA3D7EC6C3}" type="presParOf" srcId="{F0CFC05A-BEB1-4B65-9294-42766E57124C}" destId="{98E95033-BF7B-4FC9-8FE8-AA425CF14630}" srcOrd="11" destOrd="0" presId="urn:microsoft.com/office/officeart/2005/8/layout/process2"/>
    <dgm:cxn modelId="{FF460F01-EC8E-4DD4-B71E-396FC36C0268}" type="presParOf" srcId="{98E95033-BF7B-4FC9-8FE8-AA425CF14630}" destId="{2E6CC01A-2253-4BDB-9CCD-1FA6E0DD0000}" srcOrd="0" destOrd="0" presId="urn:microsoft.com/office/officeart/2005/8/layout/process2"/>
    <dgm:cxn modelId="{58294009-2709-4859-9C23-8942E5089A7D}" type="presParOf" srcId="{F0CFC05A-BEB1-4B65-9294-42766E57124C}" destId="{448D3433-EDE0-47D4-8296-64B29C485040}" srcOrd="12" destOrd="0" presId="urn:microsoft.com/office/officeart/2005/8/layout/process2"/>
    <dgm:cxn modelId="{846F4FDE-A2FE-4A64-AB14-E5AA61992F88}" type="presParOf" srcId="{F0CFC05A-BEB1-4B65-9294-42766E57124C}" destId="{46229D48-125F-47CA-8E73-7DCE202303D8}" srcOrd="13" destOrd="0" presId="urn:microsoft.com/office/officeart/2005/8/layout/process2"/>
    <dgm:cxn modelId="{3B944479-C204-46C4-8074-B500C4A9211F}" type="presParOf" srcId="{46229D48-125F-47CA-8E73-7DCE202303D8}" destId="{F3B27A07-0CB2-4B81-AF75-C7D1053FB26A}" srcOrd="0" destOrd="0" presId="urn:microsoft.com/office/officeart/2005/8/layout/process2"/>
    <dgm:cxn modelId="{4D5ADA16-968A-4EA6-ADB8-724F98CD8424}" type="presParOf" srcId="{F0CFC05A-BEB1-4B65-9294-42766E57124C}" destId="{E63B843D-F550-4B1E-B3A4-86556ECB9F80}" srcOrd="14" destOrd="0" presId="urn:microsoft.com/office/officeart/2005/8/layout/process2"/>
    <dgm:cxn modelId="{98C72831-9AED-4C9F-AEE0-2BBDABDAEDCA}" type="presParOf" srcId="{F0CFC05A-BEB1-4B65-9294-42766E57124C}" destId="{E4DC339F-DB2D-49F7-B4DA-7F8F8B7FF8D3}" srcOrd="15" destOrd="0" presId="urn:microsoft.com/office/officeart/2005/8/layout/process2"/>
    <dgm:cxn modelId="{17719358-99CE-4811-8B73-535E1D0AFFE5}" type="presParOf" srcId="{E4DC339F-DB2D-49F7-B4DA-7F8F8B7FF8D3}" destId="{047F9BD3-B303-4633-AA20-724A5A343181}" srcOrd="0" destOrd="0" presId="urn:microsoft.com/office/officeart/2005/8/layout/process2"/>
    <dgm:cxn modelId="{46C89503-7E0F-4384-8765-031DD03589AC}" type="presParOf" srcId="{F0CFC05A-BEB1-4B65-9294-42766E57124C}" destId="{69BAAA73-3EC5-4D67-AAD2-D74F46F717A5}" srcOrd="16" destOrd="0" presId="urn:microsoft.com/office/officeart/2005/8/layout/process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F4F502-53DB-449F-878E-BE1868514305}">
      <dsp:nvSpPr>
        <dsp:cNvPr id="0" name=""/>
        <dsp:cNvSpPr/>
      </dsp:nvSpPr>
      <dsp:spPr>
        <a:xfrm>
          <a:off x="104521" y="524"/>
          <a:ext cx="1276538" cy="3304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500-4x2kL Perfusion </a:t>
          </a:r>
        </a:p>
      </dsp:txBody>
      <dsp:txXfrm>
        <a:off x="114201" y="10204"/>
        <a:ext cx="1257178" cy="311135"/>
      </dsp:txXfrm>
    </dsp:sp>
    <dsp:sp modelId="{FDC915AF-6026-4983-AAA1-6BCD6467DEF4}">
      <dsp:nvSpPr>
        <dsp:cNvPr id="0" name=""/>
        <dsp:cNvSpPr/>
      </dsp:nvSpPr>
      <dsp:spPr>
        <a:xfrm rot="5400000">
          <a:off x="680822" y="339282"/>
          <a:ext cx="123935" cy="148722"/>
        </a:xfrm>
        <a:prstGeom prst="rightArrow">
          <a:avLst>
            <a:gd name="adj1" fmla="val 60000"/>
            <a:gd name="adj2" fmla="val 50000"/>
          </a:avLst>
        </a:prstGeom>
        <a:solidFill>
          <a:schemeClr val="accent1">
            <a:tint val="60000"/>
            <a:hueOff val="0"/>
            <a:satOff val="0"/>
            <a:lumOff val="0"/>
            <a:alphaOff val="0"/>
          </a:schemeClr>
        </a:solidFill>
        <a:ln w="12700" cap="flat" cmpd="sng" algn="ctr">
          <a:solidFill>
            <a:schemeClr val="tx1">
              <a:alpha val="0"/>
            </a:schemeClr>
          </a:solidFill>
          <a:prstDash val="solid"/>
          <a:round/>
          <a:headEnd type="none" w="med" len="med"/>
          <a:tailEnd type="none" w="med" len="med"/>
        </a:ln>
        <a:effectLst/>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698173" y="351675"/>
        <a:ext cx="89234" cy="86755"/>
      </dsp:txXfrm>
    </dsp:sp>
    <dsp:sp modelId="{296A77E5-C0DA-BB49-ADCB-B9CDEBEB61EF}">
      <dsp:nvSpPr>
        <dsp:cNvPr id="0" name=""/>
        <dsp:cNvSpPr/>
      </dsp:nvSpPr>
      <dsp:spPr>
        <a:xfrm>
          <a:off x="104521" y="496267"/>
          <a:ext cx="1276538" cy="3304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ATF or TFF</a:t>
          </a:r>
        </a:p>
      </dsp:txBody>
      <dsp:txXfrm>
        <a:off x="114201" y="505947"/>
        <a:ext cx="1257178" cy="311135"/>
      </dsp:txXfrm>
    </dsp:sp>
    <dsp:sp modelId="{469E1AF2-F5F0-3046-8F6A-B4C753B6DEED}">
      <dsp:nvSpPr>
        <dsp:cNvPr id="0" name=""/>
        <dsp:cNvSpPr/>
      </dsp:nvSpPr>
      <dsp:spPr>
        <a:xfrm rot="5400000">
          <a:off x="680822" y="835025"/>
          <a:ext cx="123935" cy="14872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698173" y="847418"/>
        <a:ext cx="89234" cy="86755"/>
      </dsp:txXfrm>
    </dsp:sp>
    <dsp:sp modelId="{5129CC8F-DA47-426E-BD10-697214B6EA28}">
      <dsp:nvSpPr>
        <dsp:cNvPr id="0" name=""/>
        <dsp:cNvSpPr/>
      </dsp:nvSpPr>
      <dsp:spPr>
        <a:xfrm>
          <a:off x="104521" y="992010"/>
          <a:ext cx="1276538" cy="3304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2 Col. Capture</a:t>
          </a:r>
        </a:p>
      </dsp:txBody>
      <dsp:txXfrm>
        <a:off x="114201" y="1001690"/>
        <a:ext cx="1257178" cy="311135"/>
      </dsp:txXfrm>
    </dsp:sp>
    <dsp:sp modelId="{F8EA24F2-77AB-4D3B-B52D-5C62C65989F9}">
      <dsp:nvSpPr>
        <dsp:cNvPr id="0" name=""/>
        <dsp:cNvSpPr/>
      </dsp:nvSpPr>
      <dsp:spPr>
        <a:xfrm rot="5400000">
          <a:off x="680822" y="1330768"/>
          <a:ext cx="123935" cy="14872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698173" y="1343161"/>
        <a:ext cx="89234" cy="86755"/>
      </dsp:txXfrm>
    </dsp:sp>
    <dsp:sp modelId="{EB6B4FB0-594B-46E7-88A8-E99A3D7D28BA}">
      <dsp:nvSpPr>
        <dsp:cNvPr id="0" name=""/>
        <dsp:cNvSpPr/>
      </dsp:nvSpPr>
      <dsp:spPr>
        <a:xfrm>
          <a:off x="104521" y="1487754"/>
          <a:ext cx="1276538" cy="3304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Batch or </a:t>
          </a:r>
          <a:r>
            <a:rPr lang="en-US" sz="1000" kern="1200" dirty="0" err="1"/>
            <a:t>Cont</a:t>
          </a:r>
          <a:r>
            <a:rPr lang="en-US" sz="1000" kern="1200" dirty="0"/>
            <a:t> VI</a:t>
          </a:r>
        </a:p>
      </dsp:txBody>
      <dsp:txXfrm>
        <a:off x="114201" y="1497434"/>
        <a:ext cx="1257178" cy="311135"/>
      </dsp:txXfrm>
    </dsp:sp>
    <dsp:sp modelId="{F33F5D7E-B525-4341-BEAB-69DFE7C337B2}">
      <dsp:nvSpPr>
        <dsp:cNvPr id="0" name=""/>
        <dsp:cNvSpPr/>
      </dsp:nvSpPr>
      <dsp:spPr>
        <a:xfrm rot="5400000">
          <a:off x="680822" y="1826511"/>
          <a:ext cx="123935" cy="14872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698173" y="1838904"/>
        <a:ext cx="89234" cy="86755"/>
      </dsp:txXfrm>
    </dsp:sp>
    <dsp:sp modelId="{5F80A041-11EF-CC48-982E-739028B8042B}">
      <dsp:nvSpPr>
        <dsp:cNvPr id="0" name=""/>
        <dsp:cNvSpPr/>
      </dsp:nvSpPr>
      <dsp:spPr>
        <a:xfrm>
          <a:off x="104521" y="1983497"/>
          <a:ext cx="1276538" cy="3304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Depth Filter</a:t>
          </a:r>
        </a:p>
      </dsp:txBody>
      <dsp:txXfrm>
        <a:off x="114201" y="1993177"/>
        <a:ext cx="1257178" cy="311135"/>
      </dsp:txXfrm>
    </dsp:sp>
    <dsp:sp modelId="{0CC316FD-17A4-814B-978F-640E54DE3759}">
      <dsp:nvSpPr>
        <dsp:cNvPr id="0" name=""/>
        <dsp:cNvSpPr/>
      </dsp:nvSpPr>
      <dsp:spPr>
        <a:xfrm rot="5400000">
          <a:off x="680822" y="2322255"/>
          <a:ext cx="123935" cy="14872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698173" y="2334648"/>
        <a:ext cx="89234" cy="86755"/>
      </dsp:txXfrm>
    </dsp:sp>
    <dsp:sp modelId="{F97BB873-62A5-4C6B-AF89-1ECA6E7CBDAF}">
      <dsp:nvSpPr>
        <dsp:cNvPr id="0" name=""/>
        <dsp:cNvSpPr/>
      </dsp:nvSpPr>
      <dsp:spPr>
        <a:xfrm>
          <a:off x="104521" y="2479240"/>
          <a:ext cx="1276538" cy="3304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2 col. FT</a:t>
          </a:r>
        </a:p>
      </dsp:txBody>
      <dsp:txXfrm>
        <a:off x="114201" y="2488920"/>
        <a:ext cx="1257178" cy="311135"/>
      </dsp:txXfrm>
    </dsp:sp>
    <dsp:sp modelId="{98E95033-BF7B-4FC9-8FE8-AA425CF14630}">
      <dsp:nvSpPr>
        <dsp:cNvPr id="0" name=""/>
        <dsp:cNvSpPr/>
      </dsp:nvSpPr>
      <dsp:spPr>
        <a:xfrm rot="5400000">
          <a:off x="680822" y="2817998"/>
          <a:ext cx="123935" cy="14872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698173" y="2830391"/>
        <a:ext cx="89234" cy="86755"/>
      </dsp:txXfrm>
    </dsp:sp>
    <dsp:sp modelId="{448D3433-EDE0-47D4-8296-64B29C485040}">
      <dsp:nvSpPr>
        <dsp:cNvPr id="0" name=""/>
        <dsp:cNvSpPr/>
      </dsp:nvSpPr>
      <dsp:spPr>
        <a:xfrm>
          <a:off x="104521" y="2974983"/>
          <a:ext cx="1276538" cy="3304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2 Col. B/E</a:t>
          </a:r>
        </a:p>
      </dsp:txBody>
      <dsp:txXfrm>
        <a:off x="114201" y="2984663"/>
        <a:ext cx="1257178" cy="311135"/>
      </dsp:txXfrm>
    </dsp:sp>
    <dsp:sp modelId="{46229D48-125F-47CA-8E73-7DCE202303D8}">
      <dsp:nvSpPr>
        <dsp:cNvPr id="0" name=""/>
        <dsp:cNvSpPr/>
      </dsp:nvSpPr>
      <dsp:spPr>
        <a:xfrm rot="5400000">
          <a:off x="680822" y="3313741"/>
          <a:ext cx="123935" cy="14872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698173" y="3326134"/>
        <a:ext cx="89234" cy="86755"/>
      </dsp:txXfrm>
    </dsp:sp>
    <dsp:sp modelId="{E63B843D-F550-4B1E-B3A4-86556ECB9F80}">
      <dsp:nvSpPr>
        <dsp:cNvPr id="0" name=""/>
        <dsp:cNvSpPr/>
      </dsp:nvSpPr>
      <dsp:spPr>
        <a:xfrm>
          <a:off x="104521" y="3470726"/>
          <a:ext cx="1276538" cy="3304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Virus Filter</a:t>
          </a:r>
        </a:p>
      </dsp:txBody>
      <dsp:txXfrm>
        <a:off x="114201" y="3480406"/>
        <a:ext cx="1257178" cy="311135"/>
      </dsp:txXfrm>
    </dsp:sp>
    <dsp:sp modelId="{E4DC339F-DB2D-49F7-B4DA-7F8F8B7FF8D3}">
      <dsp:nvSpPr>
        <dsp:cNvPr id="0" name=""/>
        <dsp:cNvSpPr/>
      </dsp:nvSpPr>
      <dsp:spPr>
        <a:xfrm rot="5400000">
          <a:off x="680822" y="3809484"/>
          <a:ext cx="123935" cy="14872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698173" y="3821877"/>
        <a:ext cx="89234" cy="86755"/>
      </dsp:txXfrm>
    </dsp:sp>
    <dsp:sp modelId="{69BAAA73-3EC5-4D67-AAD2-D74F46F717A5}">
      <dsp:nvSpPr>
        <dsp:cNvPr id="0" name=""/>
        <dsp:cNvSpPr/>
      </dsp:nvSpPr>
      <dsp:spPr>
        <a:xfrm>
          <a:off x="104521" y="3966469"/>
          <a:ext cx="1276538" cy="3304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UFDF</a:t>
          </a:r>
        </a:p>
      </dsp:txBody>
      <dsp:txXfrm>
        <a:off x="114201" y="3976149"/>
        <a:ext cx="1257178" cy="311135"/>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90626" cy="49379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778505" y="0"/>
            <a:ext cx="2890626" cy="493792"/>
          </a:xfrm>
          <a:prstGeom prst="rect">
            <a:avLst/>
          </a:prstGeom>
        </p:spPr>
        <p:txBody>
          <a:bodyPr vert="horz" lIns="91440" tIns="45720" rIns="91440" bIns="45720" rtlCol="0"/>
          <a:lstStyle>
            <a:lvl1pPr algn="r">
              <a:defRPr sz="1200"/>
            </a:lvl1pPr>
          </a:lstStyle>
          <a:p>
            <a:fld id="{3BBED7E8-0829-F34C-B479-A757805E6C1B}" type="datetimeFigureOut">
              <a:rPr lang="en-US" smtClean="0"/>
              <a:pPr/>
              <a:t>9/22/20</a:t>
            </a:fld>
            <a:endParaRPr lang="en-US"/>
          </a:p>
        </p:txBody>
      </p:sp>
      <p:sp>
        <p:nvSpPr>
          <p:cNvPr id="4" name="Footer Placeholder 3"/>
          <p:cNvSpPr>
            <a:spLocks noGrp="1"/>
          </p:cNvSpPr>
          <p:nvPr>
            <p:ph type="ftr" sz="quarter" idx="2"/>
          </p:nvPr>
        </p:nvSpPr>
        <p:spPr>
          <a:xfrm>
            <a:off x="0" y="9380332"/>
            <a:ext cx="2890626" cy="49379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778505" y="9380332"/>
            <a:ext cx="2890626" cy="493792"/>
          </a:xfrm>
          <a:prstGeom prst="rect">
            <a:avLst/>
          </a:prstGeom>
        </p:spPr>
        <p:txBody>
          <a:bodyPr vert="horz" lIns="91440" tIns="45720" rIns="91440" bIns="45720" rtlCol="0" anchor="b"/>
          <a:lstStyle>
            <a:lvl1pPr algn="r">
              <a:defRPr sz="1200"/>
            </a:lvl1pPr>
          </a:lstStyle>
          <a:p>
            <a:fld id="{053334D3-7666-C24C-995B-669B029DDF20}" type="slidenum">
              <a:rPr lang="en-US" smtClean="0"/>
              <a:pPr/>
              <a:t>‹#›</a:t>
            </a:fld>
            <a:endParaRPr lang="en-US"/>
          </a:p>
        </p:txBody>
      </p:sp>
    </p:spTree>
    <p:extLst>
      <p:ext uri="{BB962C8B-B14F-4D97-AF65-F5344CB8AC3E}">
        <p14:creationId xmlns:p14="http://schemas.microsoft.com/office/powerpoint/2010/main" val="246531476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90626" cy="49379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778505" y="0"/>
            <a:ext cx="2890626" cy="493792"/>
          </a:xfrm>
          <a:prstGeom prst="rect">
            <a:avLst/>
          </a:prstGeom>
        </p:spPr>
        <p:txBody>
          <a:bodyPr vert="horz" lIns="91440" tIns="45720" rIns="91440" bIns="45720" rtlCol="0"/>
          <a:lstStyle>
            <a:lvl1pPr algn="r">
              <a:defRPr sz="1200"/>
            </a:lvl1pPr>
          </a:lstStyle>
          <a:p>
            <a:fld id="{6C7E4F11-7667-5045-A00B-01970EA44BB5}" type="datetimeFigureOut">
              <a:rPr lang="en-US" smtClean="0"/>
              <a:pPr/>
              <a:t>9/22/20</a:t>
            </a:fld>
            <a:endParaRPr lang="en-US"/>
          </a:p>
        </p:txBody>
      </p:sp>
      <p:sp>
        <p:nvSpPr>
          <p:cNvPr id="4" name="Slide Image Placeholder 3"/>
          <p:cNvSpPr>
            <a:spLocks noGrp="1" noRot="1" noChangeAspect="1"/>
          </p:cNvSpPr>
          <p:nvPr>
            <p:ph type="sldImg" idx="2"/>
          </p:nvPr>
        </p:nvSpPr>
        <p:spPr>
          <a:xfrm>
            <a:off x="46038" y="741363"/>
            <a:ext cx="6578600" cy="37020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67068" y="4691023"/>
            <a:ext cx="5336540" cy="4444127"/>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9380332"/>
            <a:ext cx="2890626" cy="49379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778505" y="9380332"/>
            <a:ext cx="2890626" cy="493792"/>
          </a:xfrm>
          <a:prstGeom prst="rect">
            <a:avLst/>
          </a:prstGeom>
        </p:spPr>
        <p:txBody>
          <a:bodyPr vert="horz" lIns="91440" tIns="45720" rIns="91440" bIns="45720" rtlCol="0" anchor="b"/>
          <a:lstStyle>
            <a:lvl1pPr algn="r">
              <a:defRPr sz="1200"/>
            </a:lvl1pPr>
          </a:lstStyle>
          <a:p>
            <a:fld id="{FAD751AE-7ABC-314D-AFAD-47B860ED6FFE}" type="slidenum">
              <a:rPr lang="en-US" smtClean="0"/>
              <a:pPr/>
              <a:t>‹#›</a:t>
            </a:fld>
            <a:endParaRPr lang="en-US"/>
          </a:p>
        </p:txBody>
      </p:sp>
    </p:spTree>
    <p:extLst>
      <p:ext uri="{BB962C8B-B14F-4D97-AF65-F5344CB8AC3E}">
        <p14:creationId xmlns:p14="http://schemas.microsoft.com/office/powerpoint/2010/main" val="1562445406"/>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038" y="741363"/>
            <a:ext cx="6578600" cy="37020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AD751AE-7ABC-314D-AFAD-47B860ED6FFE}" type="slidenum">
              <a:rPr lang="en-US" smtClean="0"/>
              <a:pPr/>
              <a:t>2</a:t>
            </a:fld>
            <a:endParaRPr lang="en-US"/>
          </a:p>
        </p:txBody>
      </p:sp>
    </p:spTree>
    <p:extLst>
      <p:ext uri="{BB962C8B-B14F-4D97-AF65-F5344CB8AC3E}">
        <p14:creationId xmlns:p14="http://schemas.microsoft.com/office/powerpoint/2010/main" val="1263579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751AE-7ABC-314D-AFAD-47B860ED6FFE}" type="slidenum">
              <a:rPr lang="en-US" smtClean="0"/>
              <a:pPr/>
              <a:t>3</a:t>
            </a:fld>
            <a:endParaRPr lang="en-US"/>
          </a:p>
        </p:txBody>
      </p:sp>
    </p:spTree>
    <p:extLst>
      <p:ext uri="{BB962C8B-B14F-4D97-AF65-F5344CB8AC3E}">
        <p14:creationId xmlns:p14="http://schemas.microsoft.com/office/powerpoint/2010/main" val="11483654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038" y="741363"/>
            <a:ext cx="6578600" cy="3702050"/>
          </a:xfrm>
        </p:spPr>
      </p:sp>
      <p:sp>
        <p:nvSpPr>
          <p:cNvPr id="3" name="Notes Placeholder 2"/>
          <p:cNvSpPr>
            <a:spLocks noGrp="1"/>
          </p:cNvSpPr>
          <p:nvPr>
            <p:ph type="body" idx="1"/>
          </p:nvPr>
        </p:nvSpPr>
        <p:spPr/>
        <p:txBody>
          <a:bodyPr/>
          <a:lstStyle/>
          <a:p>
            <a:r>
              <a:rPr lang="en-US"/>
              <a:t>CNC area</a:t>
            </a:r>
          </a:p>
          <a:p>
            <a:r>
              <a:rPr lang="en-US"/>
              <a:t>Functionally closed system</a:t>
            </a:r>
          </a:p>
          <a:p>
            <a:r>
              <a:rPr lang="en-US"/>
              <a:t>IoT parts</a:t>
            </a:r>
          </a:p>
          <a:p>
            <a:r>
              <a:rPr lang="en-US"/>
              <a:t>Self-validating</a:t>
            </a:r>
          </a:p>
          <a:p>
            <a:endParaRPr lang="en-US"/>
          </a:p>
          <a:p>
            <a:r>
              <a:rPr lang="en-US"/>
              <a:t>No more than 1m2 space</a:t>
            </a:r>
          </a:p>
          <a:p>
            <a:r>
              <a:rPr lang="en-US"/>
              <a:t>What kind of molecules?</a:t>
            </a:r>
          </a:p>
          <a:p>
            <a:r>
              <a:rPr lang="en-US"/>
              <a:t>Changeover time</a:t>
            </a:r>
          </a:p>
          <a:p>
            <a:r>
              <a:rPr lang="en-US"/>
              <a:t>Operator schedule</a:t>
            </a:r>
          </a:p>
          <a:p>
            <a:endParaRPr lang="en-US"/>
          </a:p>
          <a:p>
            <a:r>
              <a:rPr lang="en-US"/>
              <a:t>User Requirement Information Architecture</a:t>
            </a:r>
          </a:p>
          <a:p>
            <a:endParaRPr lang="en-US"/>
          </a:p>
        </p:txBody>
      </p:sp>
      <p:sp>
        <p:nvSpPr>
          <p:cNvPr id="4" name="Slide Number Placeholder 3"/>
          <p:cNvSpPr>
            <a:spLocks noGrp="1"/>
          </p:cNvSpPr>
          <p:nvPr>
            <p:ph type="sldNum" sz="quarter" idx="5"/>
          </p:nvPr>
        </p:nvSpPr>
        <p:spPr/>
        <p:txBody>
          <a:bodyPr/>
          <a:lstStyle/>
          <a:p>
            <a:fld id="{FAD751AE-7ABC-314D-AFAD-47B860ED6FFE}" type="slidenum">
              <a:rPr lang="en-US" smtClean="0"/>
              <a:pPr/>
              <a:t>4</a:t>
            </a:fld>
            <a:endParaRPr lang="en-US"/>
          </a:p>
        </p:txBody>
      </p:sp>
    </p:spTree>
    <p:extLst>
      <p:ext uri="{BB962C8B-B14F-4D97-AF65-F5344CB8AC3E}">
        <p14:creationId xmlns:p14="http://schemas.microsoft.com/office/powerpoint/2010/main" val="18827399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751AE-7ABC-314D-AFAD-47B860ED6FFE}" type="slidenum">
              <a:rPr lang="en-US" smtClean="0"/>
              <a:pPr/>
              <a:t>6</a:t>
            </a:fld>
            <a:endParaRPr lang="en-US"/>
          </a:p>
        </p:txBody>
      </p:sp>
    </p:spTree>
    <p:extLst>
      <p:ext uri="{BB962C8B-B14F-4D97-AF65-F5344CB8AC3E}">
        <p14:creationId xmlns:p14="http://schemas.microsoft.com/office/powerpoint/2010/main" val="23043441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751AE-7ABC-314D-AFAD-47B860ED6FFE}" type="slidenum">
              <a:rPr lang="en-US" smtClean="0"/>
              <a:pPr/>
              <a:t>7</a:t>
            </a:fld>
            <a:endParaRPr lang="en-US"/>
          </a:p>
        </p:txBody>
      </p:sp>
    </p:spTree>
    <p:extLst>
      <p:ext uri="{BB962C8B-B14F-4D97-AF65-F5344CB8AC3E}">
        <p14:creationId xmlns:p14="http://schemas.microsoft.com/office/powerpoint/2010/main" val="21257450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751AE-7ABC-314D-AFAD-47B860ED6FFE}" type="slidenum">
              <a:rPr lang="en-US" smtClean="0"/>
              <a:pPr/>
              <a:t>8</a:t>
            </a:fld>
            <a:endParaRPr lang="en-US"/>
          </a:p>
        </p:txBody>
      </p:sp>
    </p:spTree>
    <p:extLst>
      <p:ext uri="{BB962C8B-B14F-4D97-AF65-F5344CB8AC3E}">
        <p14:creationId xmlns:p14="http://schemas.microsoft.com/office/powerpoint/2010/main" val="335305109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RIA Teze">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2" y="2876551"/>
            <a:ext cx="8834071" cy="2120400"/>
          </a:xfrm>
          <a:prstGeom prst="rect">
            <a:avLst/>
          </a:prstGeom>
        </p:spPr>
      </p:pic>
      <p:sp>
        <p:nvSpPr>
          <p:cNvPr id="9"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467974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KD">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463" y="2876550"/>
            <a:ext cx="8856000" cy="2125664"/>
          </a:xfrm>
          <a:prstGeom prst="rect">
            <a:avLst/>
          </a:prstGeom>
        </p:spPr>
      </p:pic>
      <p:sp>
        <p:nvSpPr>
          <p:cNvPr id="9"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RIA">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2" name="Picture 1" descr="Eosinophil_NK_Cell_10K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4463" y="2876550"/>
            <a:ext cx="8856000" cy="2125664"/>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Oncology">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3" name="Picture 2" descr="page_04_AST109_TCell_Cancer_Cell_Lipid_Layer_10K_01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4463" y="2876550"/>
            <a:ext cx="8856000" cy="2125664"/>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12977861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VRM">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2" name="Picture 1" descr="CR_Science image_f1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2821" y="2876550"/>
            <a:ext cx="8850368" cy="2125664"/>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341249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tDNA">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3" name="Picture 2" descr="DNA_Inside_Blood_Vessel_10K_AD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6957" y="2876550"/>
            <a:ext cx="8856000" cy="2125664"/>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3767009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abetes">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pic>
        <p:nvPicPr>
          <p:cNvPr id="2" name="Picture 1" descr="Diabetes.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46051" y="2876550"/>
            <a:ext cx="8856000" cy="2127250"/>
          </a:xfrm>
          <a:prstGeom prst="rect">
            <a:avLst/>
          </a:prstGeom>
        </p:spPr>
      </p:pic>
    </p:spTree>
    <p:extLst>
      <p:ext uri="{BB962C8B-B14F-4D97-AF65-F5344CB8AC3E}">
        <p14:creationId xmlns:p14="http://schemas.microsoft.com/office/powerpoint/2010/main" val="12641371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RIA TLR9">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486FD2-C3A7-1C42-A299-B8FF6953E81D}"/>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144000" y="2902521"/>
            <a:ext cx="8856000" cy="2125663"/>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792299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scovery Sciences">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2" name="Picture 1" descr="CRISPR_technology_for_genome_editing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6957" y="2876550"/>
            <a:ext cx="8856000" cy="2125664"/>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1319624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Discovery Sciences_2">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0" y="2877962"/>
            <a:ext cx="8853083" cy="2113994"/>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Pharma_Science">
    <p:spTree>
      <p:nvGrpSpPr>
        <p:cNvPr id="1" name=""/>
        <p:cNvGrpSpPr/>
        <p:nvPr/>
      </p:nvGrpSpPr>
      <p:grpSpPr>
        <a:xfrm>
          <a:off x="0" y="0"/>
          <a:ext cx="0" cy="0"/>
          <a:chOff x="0" y="0"/>
          <a:chExt cx="0" cy="0"/>
        </a:xfrm>
      </p:grpSpPr>
      <p:pic>
        <p:nvPicPr>
          <p:cNvPr id="3" name="Picture 2" descr="A picture containing cake, indoor&#10;&#10;Description automatically generated">
            <a:extLst>
              <a:ext uri="{FF2B5EF4-FFF2-40B4-BE49-F238E27FC236}">
                <a16:creationId xmlns:a16="http://schemas.microsoft.com/office/drawing/2014/main" id="{039D58CE-906A-0B48-B080-3AC203DB51F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1" y="2877963"/>
            <a:ext cx="8853081" cy="2113994"/>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37590190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Pharma_Science_2">
    <p:spTree>
      <p:nvGrpSpPr>
        <p:cNvPr id="1" name=""/>
        <p:cNvGrpSpPr/>
        <p:nvPr/>
      </p:nvGrpSpPr>
      <p:grpSpPr>
        <a:xfrm>
          <a:off x="0" y="0"/>
          <a:ext cx="0" cy="0"/>
          <a:chOff x="0" y="0"/>
          <a:chExt cx="0" cy="0"/>
        </a:xfrm>
      </p:grpSpPr>
      <p:pic>
        <p:nvPicPr>
          <p:cNvPr id="4" name="Picture 3" descr="A picture containing cake, tree, indoor&#10;&#10;Description automatically generated">
            <a:extLst>
              <a:ext uri="{FF2B5EF4-FFF2-40B4-BE49-F238E27FC236}">
                <a16:creationId xmlns:a16="http://schemas.microsoft.com/office/drawing/2014/main" id="{21295B4E-B6CB-D54A-89F0-ED27C4B1679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681" y="2877964"/>
            <a:ext cx="8852400" cy="2113994"/>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9230301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Pharma_Science_3">
    <p:spTree>
      <p:nvGrpSpPr>
        <p:cNvPr id="1" name=""/>
        <p:cNvGrpSpPr/>
        <p:nvPr/>
      </p:nvGrpSpPr>
      <p:grpSpPr>
        <a:xfrm>
          <a:off x="0" y="0"/>
          <a:ext cx="0" cy="0"/>
          <a:chOff x="0" y="0"/>
          <a:chExt cx="0" cy="0"/>
        </a:xfrm>
      </p:grpSpPr>
      <p:pic>
        <p:nvPicPr>
          <p:cNvPr id="3" name="Picture 2" descr="A picture containing cake, tree, reef, indoor&#10;&#10;Description automatically generated">
            <a:extLst>
              <a:ext uri="{FF2B5EF4-FFF2-40B4-BE49-F238E27FC236}">
                <a16:creationId xmlns:a16="http://schemas.microsoft.com/office/drawing/2014/main" id="{D70BBD08-7D34-5548-A954-46F975288B59}"/>
              </a:ext>
            </a:extLst>
          </p:cNvPr>
          <p:cNvPicPr>
            <a:picLocks noChangeAspect="1"/>
          </p:cNvPicPr>
          <p:nvPr userDrawn="1"/>
        </p:nvPicPr>
        <p:blipFill rotWithShape="1">
          <a:blip r:embed="rId2"/>
          <a:srcRect t="28772" b="28772"/>
          <a:stretch/>
        </p:blipFill>
        <p:spPr>
          <a:xfrm>
            <a:off x="144000" y="2877964"/>
            <a:ext cx="8852400" cy="2113994"/>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8582214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Neuro">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10" name="Picture Placeholder 13" descr="AZ1383_screen rotate.jpg"/>
          <p:cNvPicPr>
            <a:picLocks noChangeAspect="1"/>
          </p:cNvPicPr>
          <p:nvPr userDrawn="1"/>
        </p:nvPicPr>
        <p:blipFill>
          <a:blip r:embed="rId3" cstate="print">
            <a:extLst>
              <a:ext uri="{28A0092B-C50C-407E-A947-70E740481C1C}">
                <a14:useLocalDpi xmlns:a14="http://schemas.microsoft.com/office/drawing/2010/main"/>
              </a:ext>
            </a:extLst>
          </a:blip>
          <a:srcRect/>
          <a:stretch>
            <a:fillRect/>
          </a:stretch>
        </p:blipFill>
        <p:spPr>
          <a:xfrm>
            <a:off x="144001" y="2875468"/>
            <a:ext cx="8855075" cy="2133000"/>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0688526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Infection">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000" y="2877962"/>
            <a:ext cx="8853083" cy="2128214"/>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13097905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Genomics">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000" y="2877963"/>
            <a:ext cx="8856000" cy="2113995"/>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CVRM_TA">
    <p:spTree>
      <p:nvGrpSpPr>
        <p:cNvPr id="1" name=""/>
        <p:cNvGrpSpPr/>
        <p:nvPr/>
      </p:nvGrpSpPr>
      <p:grpSpPr>
        <a:xfrm>
          <a:off x="0" y="0"/>
          <a:ext cx="0" cy="0"/>
          <a:chOff x="0" y="0"/>
          <a:chExt cx="0" cy="0"/>
        </a:xfrm>
      </p:grpSpPr>
      <p:pic>
        <p:nvPicPr>
          <p:cNvPr id="10" name="Picture Placeholder 17">
            <a:extLst>
              <a:ext uri="{FF2B5EF4-FFF2-40B4-BE49-F238E27FC236}">
                <a16:creationId xmlns:a16="http://schemas.microsoft.com/office/drawing/2014/main" id="{CA117B70-6B8D-4CE5-A512-9A88F050DED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4000" y="2878746"/>
            <a:ext cx="8853083" cy="2123399"/>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Renal_Cardio">
    <p:spTree>
      <p:nvGrpSpPr>
        <p:cNvPr id="1" name=""/>
        <p:cNvGrpSpPr/>
        <p:nvPr/>
      </p:nvGrpSpPr>
      <p:grpSpPr>
        <a:xfrm>
          <a:off x="0" y="0"/>
          <a:ext cx="0" cy="0"/>
          <a:chOff x="0" y="0"/>
          <a:chExt cx="0" cy="0"/>
        </a:xfrm>
      </p:grpSpPr>
      <p:pic>
        <p:nvPicPr>
          <p:cNvPr id="10" name="Picture Placeholder 17">
            <a:extLst>
              <a:ext uri="{FF2B5EF4-FFF2-40B4-BE49-F238E27FC236}">
                <a16:creationId xmlns:a16="http://schemas.microsoft.com/office/drawing/2014/main" id="{CA117B70-6B8D-4CE5-A512-9A88F050DED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65265" y="2878746"/>
            <a:ext cx="8853083" cy="2123399"/>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UK Scientist">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10" name="Picture Placeholder 23" descr="AZ1388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3874017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cientist Examining Placenta">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9" name="Picture Placeholder 3" descr="AZ1428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42759473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ross-Section of Cells">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9" name="Picture Placeholder 7" descr="AZ1466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5281154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lide Title Only">
    <p:spTree>
      <p:nvGrpSpPr>
        <p:cNvPr id="1" name=""/>
        <p:cNvGrpSpPr/>
        <p:nvPr/>
      </p:nvGrpSpPr>
      <p:grpSpPr>
        <a:xfrm>
          <a:off x="0" y="0"/>
          <a:ext cx="0" cy="0"/>
          <a:chOff x="0" y="0"/>
          <a:chExt cx="0" cy="0"/>
        </a:xfrm>
      </p:grpSpPr>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8"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sp>
        <p:nvSpPr>
          <p:cNvPr id="9" name="Text Placeholder 29"/>
          <p:cNvSpPr>
            <a:spLocks noGrp="1"/>
          </p:cNvSpPr>
          <p:nvPr>
            <p:ph type="body" sz="quarter" idx="11" hasCustomPrompt="1"/>
          </p:nvPr>
        </p:nvSpPr>
        <p:spPr>
          <a:xfrm>
            <a:off x="215999" y="44590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3" name="Text Placeholder 29"/>
          <p:cNvSpPr>
            <a:spLocks noGrp="1"/>
          </p:cNvSpPr>
          <p:nvPr>
            <p:ph type="body" sz="quarter" idx="12" hasCustomPrompt="1"/>
          </p:nvPr>
        </p:nvSpPr>
        <p:spPr>
          <a:xfrm>
            <a:off x="215999" y="46653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6" name="Text Placeholder 29"/>
          <p:cNvSpPr>
            <a:spLocks noGrp="1"/>
          </p:cNvSpPr>
          <p:nvPr>
            <p:ph type="body" sz="quarter" idx="15" hasCustomPrompt="1"/>
          </p:nvPr>
        </p:nvSpPr>
        <p:spPr>
          <a:xfrm>
            <a:off x="7128000" y="44590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7" name="Text Placeholder 29"/>
          <p:cNvSpPr>
            <a:spLocks noGrp="1"/>
          </p:cNvSpPr>
          <p:nvPr>
            <p:ph type="body" sz="quarter" idx="13" hasCustomPrompt="1"/>
          </p:nvPr>
        </p:nvSpPr>
        <p:spPr>
          <a:xfrm>
            <a:off x="7128000" y="46653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6253630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6"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302154800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RIA Teze">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2" y="2876551"/>
            <a:ext cx="8834071" cy="2120400"/>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KD">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5" name="Picture 4"/>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463" y="2876550"/>
            <a:ext cx="8856000" cy="2125664"/>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RIA">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7" name="Picture 6" descr="Eosinophil_NK_Cell_10K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463" y="2876550"/>
            <a:ext cx="8856000" cy="2125664"/>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Oncology">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5" name="Picture 4" descr="page_04_AST109_TCell_Cancer_Cell_Lipid_Layer_10K_01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463" y="2876550"/>
            <a:ext cx="8856000" cy="2125664"/>
          </a:xfrm>
          <a:prstGeom prst="rect">
            <a:avLst/>
          </a:prstGeom>
        </p:spPr>
      </p:pic>
    </p:spTree>
    <p:extLst>
      <p:ext uri="{BB962C8B-B14F-4D97-AF65-F5344CB8AC3E}">
        <p14:creationId xmlns:p14="http://schemas.microsoft.com/office/powerpoint/2010/main" val="33500593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VMD">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5" descr="CR_Science image_f1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2821" y="2876550"/>
            <a:ext cx="8850368" cy="2125664"/>
          </a:xfrm>
          <a:prstGeom prst="rect">
            <a:avLst/>
          </a:prstGeom>
        </p:spPr>
      </p:pic>
    </p:spTree>
    <p:extLst>
      <p:ext uri="{BB962C8B-B14F-4D97-AF65-F5344CB8AC3E}">
        <p14:creationId xmlns:p14="http://schemas.microsoft.com/office/powerpoint/2010/main" val="19774253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tDNA">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5" name="Picture 4" descr="DNA_Inside_Blood_Vessel_10K_AD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6957" y="2876550"/>
            <a:ext cx="8856000" cy="2125664"/>
          </a:xfrm>
          <a:prstGeom prst="rect">
            <a:avLst/>
          </a:prstGeom>
        </p:spPr>
      </p:pic>
    </p:spTree>
    <p:extLst>
      <p:ext uri="{BB962C8B-B14F-4D97-AF65-F5344CB8AC3E}">
        <p14:creationId xmlns:p14="http://schemas.microsoft.com/office/powerpoint/2010/main" val="38735027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Diabetes">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4" name="Picture 3" descr="Diabetes.jpg"/>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6051" y="2876550"/>
            <a:ext cx="8856000" cy="2127250"/>
          </a:xfrm>
          <a:prstGeom prst="rect">
            <a:avLst/>
          </a:prstGeom>
        </p:spPr>
      </p:pic>
    </p:spTree>
    <p:extLst>
      <p:ext uri="{BB962C8B-B14F-4D97-AF65-F5344CB8AC3E}">
        <p14:creationId xmlns:p14="http://schemas.microsoft.com/office/powerpoint/2010/main" val="21501673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RIA TLR9">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7AA4108-BF7C-8B47-A181-1F6A7DDCC8F5}"/>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144000" y="2893813"/>
            <a:ext cx="8856000" cy="2125663"/>
          </a:xfrm>
          <a:prstGeom prst="rect">
            <a:avLst/>
          </a:prstGeom>
        </p:spPr>
      </p:pic>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203477710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Discovery Sciences">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5" descr="CRISPR_technology_for_genome_editing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6957" y="2876550"/>
            <a:ext cx="8856000" cy="2125664"/>
          </a:xfrm>
          <a:prstGeom prst="rect">
            <a:avLst/>
          </a:prstGeom>
        </p:spPr>
      </p:pic>
    </p:spTree>
    <p:extLst>
      <p:ext uri="{BB962C8B-B14F-4D97-AF65-F5344CB8AC3E}">
        <p14:creationId xmlns:p14="http://schemas.microsoft.com/office/powerpoint/2010/main" val="177054243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Discovery Sciences_2">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0" y="2877962"/>
            <a:ext cx="8853083" cy="2113994"/>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104868290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Pharma_Science">
    <p:spTree>
      <p:nvGrpSpPr>
        <p:cNvPr id="1" name=""/>
        <p:cNvGrpSpPr/>
        <p:nvPr/>
      </p:nvGrpSpPr>
      <p:grpSpPr>
        <a:xfrm>
          <a:off x="0" y="0"/>
          <a:ext cx="0" cy="0"/>
          <a:chOff x="0" y="0"/>
          <a:chExt cx="0" cy="0"/>
        </a:xfrm>
      </p:grpSpPr>
      <p:pic>
        <p:nvPicPr>
          <p:cNvPr id="6" name="Picture 5" descr="A picture containing cake, indoor&#10;&#10;Description automatically generated">
            <a:extLst>
              <a:ext uri="{FF2B5EF4-FFF2-40B4-BE49-F238E27FC236}">
                <a16:creationId xmlns:a16="http://schemas.microsoft.com/office/drawing/2014/main" id="{C8911739-E2AF-3840-809D-CECCF95205E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1" y="2877963"/>
            <a:ext cx="8853081" cy="2113994"/>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311791554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Pharma_Science_2">
    <p:spTree>
      <p:nvGrpSpPr>
        <p:cNvPr id="1" name=""/>
        <p:cNvGrpSpPr/>
        <p:nvPr/>
      </p:nvGrpSpPr>
      <p:grpSpPr>
        <a:xfrm>
          <a:off x="0" y="0"/>
          <a:ext cx="0" cy="0"/>
          <a:chOff x="0" y="0"/>
          <a:chExt cx="0" cy="0"/>
        </a:xfrm>
      </p:grpSpPr>
      <p:pic>
        <p:nvPicPr>
          <p:cNvPr id="7" name="Picture 6" descr="A picture containing cake, tree, indoor&#10;&#10;Description automatically generated">
            <a:extLst>
              <a:ext uri="{FF2B5EF4-FFF2-40B4-BE49-F238E27FC236}">
                <a16:creationId xmlns:a16="http://schemas.microsoft.com/office/drawing/2014/main" id="{A17D1182-E2FB-D045-B7C7-36522F049EB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681" y="2877964"/>
            <a:ext cx="8852400" cy="2113994"/>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53121377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Pharma_Science_3">
    <p:spTree>
      <p:nvGrpSpPr>
        <p:cNvPr id="1" name=""/>
        <p:cNvGrpSpPr/>
        <p:nvPr/>
      </p:nvGrpSpPr>
      <p:grpSpPr>
        <a:xfrm>
          <a:off x="0" y="0"/>
          <a:ext cx="0" cy="0"/>
          <a:chOff x="0" y="0"/>
          <a:chExt cx="0" cy="0"/>
        </a:xfrm>
      </p:grpSpPr>
      <p:pic>
        <p:nvPicPr>
          <p:cNvPr id="5" name="Picture 4" descr="A picture containing cake, tree, reef, indoor&#10;&#10;Description automatically generated">
            <a:extLst>
              <a:ext uri="{FF2B5EF4-FFF2-40B4-BE49-F238E27FC236}">
                <a16:creationId xmlns:a16="http://schemas.microsoft.com/office/drawing/2014/main" id="{D76CA433-D431-E044-8CA9-F947822F2520}"/>
              </a:ext>
            </a:extLst>
          </p:cNvPr>
          <p:cNvPicPr>
            <a:picLocks noChangeAspect="1"/>
          </p:cNvPicPr>
          <p:nvPr userDrawn="1"/>
        </p:nvPicPr>
        <p:blipFill rotWithShape="1">
          <a:blip r:embed="rId2"/>
          <a:srcRect t="28772" b="28772"/>
          <a:stretch/>
        </p:blipFill>
        <p:spPr>
          <a:xfrm>
            <a:off x="144000" y="2877964"/>
            <a:ext cx="8852400" cy="2113994"/>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128831199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Neuro">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Placeholder 13" descr="AZ1383_screen rotate.jpg"/>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a:xfrm>
            <a:off x="144001" y="2875468"/>
            <a:ext cx="8855075" cy="2133000"/>
          </a:xfrm>
          <a:prstGeom prst="rect">
            <a:avLst/>
          </a:prstGeom>
        </p:spPr>
      </p:pic>
    </p:spTree>
    <p:extLst>
      <p:ext uri="{BB962C8B-B14F-4D97-AF65-F5344CB8AC3E}">
        <p14:creationId xmlns:p14="http://schemas.microsoft.com/office/powerpoint/2010/main" val="185716653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Infection">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5"/>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000" y="2877962"/>
            <a:ext cx="8853083" cy="2128214"/>
          </a:xfrm>
          <a:prstGeom prst="rect">
            <a:avLst/>
          </a:prstGeom>
        </p:spPr>
      </p:pic>
    </p:spTree>
    <p:extLst>
      <p:ext uri="{BB962C8B-B14F-4D97-AF65-F5344CB8AC3E}">
        <p14:creationId xmlns:p14="http://schemas.microsoft.com/office/powerpoint/2010/main" val="36526798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Genomics">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2875" y="2889535"/>
            <a:ext cx="8856000" cy="2113995"/>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CVRM_TA">
    <p:spTree>
      <p:nvGrpSpPr>
        <p:cNvPr id="1" name=""/>
        <p:cNvGrpSpPr/>
        <p:nvPr/>
      </p:nvGrpSpPr>
      <p:grpSpPr>
        <a:xfrm>
          <a:off x="0" y="0"/>
          <a:ext cx="0" cy="0"/>
          <a:chOff x="0" y="0"/>
          <a:chExt cx="0" cy="0"/>
        </a:xfrm>
      </p:grpSpPr>
      <p:pic>
        <p:nvPicPr>
          <p:cNvPr id="6" name="Picture Placeholder 17">
            <a:extLst>
              <a:ext uri="{FF2B5EF4-FFF2-40B4-BE49-F238E27FC236}">
                <a16:creationId xmlns:a16="http://schemas.microsoft.com/office/drawing/2014/main" id="{CA117B70-6B8D-4CE5-A512-9A88F050DED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4000" y="2867774"/>
            <a:ext cx="8853083" cy="2123399"/>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Renal_Cardio">
    <p:spTree>
      <p:nvGrpSpPr>
        <p:cNvPr id="1" name=""/>
        <p:cNvGrpSpPr/>
        <p:nvPr/>
      </p:nvGrpSpPr>
      <p:grpSpPr>
        <a:xfrm>
          <a:off x="0" y="0"/>
          <a:ext cx="0" cy="0"/>
          <a:chOff x="0" y="0"/>
          <a:chExt cx="0" cy="0"/>
        </a:xfrm>
      </p:grpSpPr>
      <p:pic>
        <p:nvPicPr>
          <p:cNvPr id="5" name="Picture Placeholder 17">
            <a:extLst>
              <a:ext uri="{FF2B5EF4-FFF2-40B4-BE49-F238E27FC236}">
                <a16:creationId xmlns:a16="http://schemas.microsoft.com/office/drawing/2014/main" id="{CA117B70-6B8D-4CE5-A512-9A88F050DED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4000" y="2888490"/>
            <a:ext cx="8853083" cy="2123399"/>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UK Scientist">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4" name="Picture Placeholder 23" descr="AZ1388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Tree>
    <p:extLst>
      <p:ext uri="{BB962C8B-B14F-4D97-AF65-F5344CB8AC3E}">
        <p14:creationId xmlns:p14="http://schemas.microsoft.com/office/powerpoint/2010/main" val="143436437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Scientist Examining Placenta">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Placeholder 3" descr="AZ1428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Tree>
    <p:extLst>
      <p:ext uri="{BB962C8B-B14F-4D97-AF65-F5344CB8AC3E}">
        <p14:creationId xmlns:p14="http://schemas.microsoft.com/office/powerpoint/2010/main" val="329924021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Cross-Section of Cells">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Placeholder 7" descr="AZ1466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Tree>
    <p:extLst>
      <p:ext uri="{BB962C8B-B14F-4D97-AF65-F5344CB8AC3E}">
        <p14:creationId xmlns:p14="http://schemas.microsoft.com/office/powerpoint/2010/main" val="18200751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Scientist in Lab 1">
    <p:spTree>
      <p:nvGrpSpPr>
        <p:cNvPr id="1" name=""/>
        <p:cNvGrpSpPr/>
        <p:nvPr/>
      </p:nvGrpSpPr>
      <p:grpSpPr>
        <a:xfrm>
          <a:off x="0" y="0"/>
          <a:ext cx="0" cy="0"/>
          <a:chOff x="0" y="0"/>
          <a:chExt cx="0" cy="0"/>
        </a:xfrm>
      </p:grpSpPr>
      <p:pic>
        <p:nvPicPr>
          <p:cNvPr id="5" name="Picture Placeholder 13" descr="AZ1486_screen.jpg"/>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213878595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Scientist in Lab 2">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5" descr="Deepal_P_Shot_2-024_Re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8544" y="2876551"/>
            <a:ext cx="8856000" cy="2133600"/>
          </a:xfrm>
          <a:prstGeom prst="rect">
            <a:avLst/>
          </a:prstGeom>
        </p:spPr>
      </p:pic>
    </p:spTree>
    <p:extLst>
      <p:ext uri="{BB962C8B-B14F-4D97-AF65-F5344CB8AC3E}">
        <p14:creationId xmlns:p14="http://schemas.microsoft.com/office/powerpoint/2010/main" val="333175240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Scientist in Lab 3">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5" name="Picture 4" descr="Drew_M-057_Re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463" y="2876551"/>
            <a:ext cx="8856663" cy="2133600"/>
          </a:xfrm>
          <a:prstGeom prst="rect">
            <a:avLst/>
          </a:prstGeom>
        </p:spPr>
      </p:pic>
    </p:spTree>
    <p:extLst>
      <p:ext uri="{BB962C8B-B14F-4D97-AF65-F5344CB8AC3E}">
        <p14:creationId xmlns:p14="http://schemas.microsoft.com/office/powerpoint/2010/main" val="252431037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Equipment 1">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5" descr="Shot_1-060_Re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463" y="2876550"/>
            <a:ext cx="8856000" cy="2133601"/>
          </a:xfrm>
          <a:prstGeom prst="rect">
            <a:avLst/>
          </a:prstGeom>
        </p:spPr>
      </p:pic>
    </p:spTree>
    <p:extLst>
      <p:ext uri="{BB962C8B-B14F-4D97-AF65-F5344CB8AC3E}">
        <p14:creationId xmlns:p14="http://schemas.microsoft.com/office/powerpoint/2010/main" val="58101693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Equipment 2">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5" name="Picture 4" descr="Shot_3-037_Re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463" y="2876551"/>
            <a:ext cx="8856663" cy="2133600"/>
          </a:xfrm>
          <a:prstGeom prst="rect">
            <a:avLst/>
          </a:prstGeom>
        </p:spPr>
      </p:pic>
    </p:spTree>
    <p:extLst>
      <p:ext uri="{BB962C8B-B14F-4D97-AF65-F5344CB8AC3E}">
        <p14:creationId xmlns:p14="http://schemas.microsoft.com/office/powerpoint/2010/main" val="282272543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Patient 1">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2" name="Picture 1" descr="Meryl_G-154_Re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3539" y="2876551"/>
            <a:ext cx="8856000" cy="2133600"/>
          </a:xfrm>
          <a:prstGeom prst="rect">
            <a:avLst/>
          </a:prstGeom>
        </p:spPr>
      </p:pic>
    </p:spTree>
    <p:extLst>
      <p:ext uri="{BB962C8B-B14F-4D97-AF65-F5344CB8AC3E}">
        <p14:creationId xmlns:p14="http://schemas.microsoft.com/office/powerpoint/2010/main" val="214521536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Patient 2">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5" name="Picture 4" descr="Liam_S-137_Ret_EDI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7639" y="2876550"/>
            <a:ext cx="8856000" cy="2133601"/>
          </a:xfrm>
          <a:prstGeom prst="rect">
            <a:avLst/>
          </a:prstGeom>
        </p:spPr>
      </p:pic>
    </p:spTree>
    <p:extLst>
      <p:ext uri="{BB962C8B-B14F-4D97-AF65-F5344CB8AC3E}">
        <p14:creationId xmlns:p14="http://schemas.microsoft.com/office/powerpoint/2010/main" val="315681060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Patient 3">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5" descr="Jasmine_A-141_Ret_EDI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7639" y="2876550"/>
            <a:ext cx="8864600" cy="2133601"/>
          </a:xfrm>
          <a:prstGeom prst="rect">
            <a:avLst/>
          </a:prstGeom>
        </p:spPr>
      </p:pic>
    </p:spTree>
    <p:extLst>
      <p:ext uri="{BB962C8B-B14F-4D97-AF65-F5344CB8AC3E}">
        <p14:creationId xmlns:p14="http://schemas.microsoft.com/office/powerpoint/2010/main" val="293801675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ivider Slide Mulberry">
    <p:spTree>
      <p:nvGrpSpPr>
        <p:cNvPr id="1" name=""/>
        <p:cNvGrpSpPr/>
        <p:nvPr/>
      </p:nvGrpSpPr>
      <p:grpSpPr>
        <a:xfrm>
          <a:off x="0" y="0"/>
          <a:ext cx="0" cy="0"/>
          <a:chOff x="0" y="0"/>
          <a:chExt cx="0" cy="0"/>
        </a:xfrm>
      </p:grpSpPr>
      <p:sp>
        <p:nvSpPr>
          <p:cNvPr id="5" name="Rectangle 4"/>
          <p:cNvSpPr/>
          <p:nvPr userDrawn="1"/>
        </p:nvSpPr>
        <p:spPr>
          <a:xfrm>
            <a:off x="144000" y="144000"/>
            <a:ext cx="8856000" cy="4860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effectLst/>
            </a:endParaRPr>
          </a:p>
        </p:txBody>
      </p:sp>
      <p:sp>
        <p:nvSpPr>
          <p:cNvPr id="13"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bg1"/>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423481516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Divider Slide Navy">
    <p:spTree>
      <p:nvGrpSpPr>
        <p:cNvPr id="1" name=""/>
        <p:cNvGrpSpPr/>
        <p:nvPr/>
      </p:nvGrpSpPr>
      <p:grpSpPr>
        <a:xfrm>
          <a:off x="0" y="0"/>
          <a:ext cx="0" cy="0"/>
          <a:chOff x="0" y="0"/>
          <a:chExt cx="0" cy="0"/>
        </a:xfrm>
      </p:grpSpPr>
      <p:sp>
        <p:nvSpPr>
          <p:cNvPr id="5" name="Rectangle 4"/>
          <p:cNvSpPr/>
          <p:nvPr userDrawn="1"/>
        </p:nvSpPr>
        <p:spPr>
          <a:xfrm>
            <a:off x="144000" y="144000"/>
            <a:ext cx="8856000" cy="4860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effectLst/>
            </a:endParaRPr>
          </a:p>
        </p:txBody>
      </p:sp>
      <p:sp>
        <p:nvSpPr>
          <p:cNvPr id="13"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bg1"/>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108726822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Divider Slide Light Blue">
    <p:spTree>
      <p:nvGrpSpPr>
        <p:cNvPr id="1" name=""/>
        <p:cNvGrpSpPr/>
        <p:nvPr/>
      </p:nvGrpSpPr>
      <p:grpSpPr>
        <a:xfrm>
          <a:off x="0" y="0"/>
          <a:ext cx="0" cy="0"/>
          <a:chOff x="0" y="0"/>
          <a:chExt cx="0" cy="0"/>
        </a:xfrm>
      </p:grpSpPr>
      <p:sp>
        <p:nvSpPr>
          <p:cNvPr id="5" name="Rectangle 4"/>
          <p:cNvSpPr/>
          <p:nvPr userDrawn="1"/>
        </p:nvSpPr>
        <p:spPr>
          <a:xfrm>
            <a:off x="144000" y="144000"/>
            <a:ext cx="8856000" cy="486000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effectLst/>
            </a:endParaRPr>
          </a:p>
        </p:txBody>
      </p:sp>
      <p:sp>
        <p:nvSpPr>
          <p:cNvPr id="13"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bg1"/>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353940261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Divider Slide Purple">
    <p:spTree>
      <p:nvGrpSpPr>
        <p:cNvPr id="1" name=""/>
        <p:cNvGrpSpPr/>
        <p:nvPr/>
      </p:nvGrpSpPr>
      <p:grpSpPr>
        <a:xfrm>
          <a:off x="0" y="0"/>
          <a:ext cx="0" cy="0"/>
          <a:chOff x="0" y="0"/>
          <a:chExt cx="0" cy="0"/>
        </a:xfrm>
      </p:grpSpPr>
      <p:sp>
        <p:nvSpPr>
          <p:cNvPr id="5" name="Rectangle 4"/>
          <p:cNvSpPr/>
          <p:nvPr userDrawn="1"/>
        </p:nvSpPr>
        <p:spPr>
          <a:xfrm>
            <a:off x="144000" y="144000"/>
            <a:ext cx="8856000" cy="4860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effectLst/>
            </a:endParaRPr>
          </a:p>
        </p:txBody>
      </p:sp>
      <p:sp>
        <p:nvSpPr>
          <p:cNvPr id="13"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bg1"/>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130804678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Divider Slide Graphite">
    <p:spTree>
      <p:nvGrpSpPr>
        <p:cNvPr id="1" name=""/>
        <p:cNvGrpSpPr/>
        <p:nvPr/>
      </p:nvGrpSpPr>
      <p:grpSpPr>
        <a:xfrm>
          <a:off x="0" y="0"/>
          <a:ext cx="0" cy="0"/>
          <a:chOff x="0" y="0"/>
          <a:chExt cx="0" cy="0"/>
        </a:xfrm>
      </p:grpSpPr>
      <p:sp>
        <p:nvSpPr>
          <p:cNvPr id="5" name="Rectangle 4"/>
          <p:cNvSpPr/>
          <p:nvPr userDrawn="1"/>
        </p:nvSpPr>
        <p:spPr>
          <a:xfrm>
            <a:off x="144000" y="144000"/>
            <a:ext cx="8856000" cy="4860000"/>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effectLst/>
            </a:endParaRPr>
          </a:p>
        </p:txBody>
      </p:sp>
      <p:sp>
        <p:nvSpPr>
          <p:cNvPr id="13"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bg1"/>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220113765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15" name="Title 8"/>
          <p:cNvSpPr>
            <a:spLocks noGrp="1"/>
          </p:cNvSpPr>
          <p:nvPr>
            <p:ph type="title" hasCustomPrompt="1"/>
          </p:nvPr>
        </p:nvSpPr>
        <p:spPr>
          <a:xfrm>
            <a:off x="23760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title</a:t>
            </a:r>
          </a:p>
        </p:txBody>
      </p:sp>
      <p:sp>
        <p:nvSpPr>
          <p:cNvPr id="6" name="Text Placeholder 3"/>
          <p:cNvSpPr>
            <a:spLocks noGrp="1"/>
          </p:cNvSpPr>
          <p:nvPr>
            <p:ph type="body" sz="quarter" idx="11" hasCustomPrompt="1"/>
          </p:nvPr>
        </p:nvSpPr>
        <p:spPr>
          <a:xfrm>
            <a:off x="237062" y="1164512"/>
            <a:ext cx="7023713" cy="3172141"/>
          </a:xfrm>
          <a:prstGeom prst="rect">
            <a:avLst/>
          </a:prstGeom>
        </p:spPr>
        <p:txBody>
          <a:bodyPr vert="horz"/>
          <a:lstStyle>
            <a:lvl1pPr marL="0" indent="0">
              <a:spcBef>
                <a:spcPts val="0"/>
              </a:spcBef>
              <a:buNone/>
              <a:defRPr sz="2400" baseline="0">
                <a:solidFill>
                  <a:schemeClr val="tx1"/>
                </a:solidFill>
                <a:latin typeface="Arial" pitchFamily="34" charset="0"/>
                <a:cs typeface="Arial" pitchFamily="34" charset="0"/>
              </a:defRPr>
            </a:lvl1pPr>
            <a:lvl2pPr marL="457206" indent="0">
              <a:buNone/>
              <a:defRPr sz="2400"/>
            </a:lvl2pPr>
            <a:lvl3pPr marL="914411" indent="0">
              <a:buNone/>
              <a:defRPr sz="2400"/>
            </a:lvl3pPr>
            <a:lvl4pPr marL="1371617" indent="0">
              <a:buNone/>
              <a:defRPr sz="2400"/>
            </a:lvl4pPr>
            <a:lvl5pPr marL="1828823" indent="0">
              <a:buNone/>
              <a:defRPr sz="2400"/>
            </a:lvl5pPr>
          </a:lstStyle>
          <a:p>
            <a:pPr lvl="0"/>
            <a:r>
              <a:rPr lang="en-GB" noProof="0"/>
              <a:t>Click to add introduction text</a:t>
            </a:r>
          </a:p>
        </p:txBody>
      </p:sp>
      <p:sp>
        <p:nvSpPr>
          <p:cNvPr id="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210851399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Nav Contents 1">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navigation 1 title</a:t>
            </a:r>
          </a:p>
        </p:txBody>
      </p:sp>
      <p:sp>
        <p:nvSpPr>
          <p:cNvPr id="61" name="Table Placeholder 29"/>
          <p:cNvSpPr>
            <a:spLocks noGrp="1"/>
          </p:cNvSpPr>
          <p:nvPr>
            <p:ph type="tbl" sz="quarter" idx="15"/>
          </p:nvPr>
        </p:nvSpPr>
        <p:spPr>
          <a:xfrm>
            <a:off x="986400"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11"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62" name="Text Placeholder 2"/>
          <p:cNvSpPr>
            <a:spLocks noGrp="1"/>
          </p:cNvSpPr>
          <p:nvPr>
            <p:ph type="body" sz="quarter" idx="14"/>
          </p:nvPr>
        </p:nvSpPr>
        <p:spPr>
          <a:xfrm>
            <a:off x="1046700" y="1409915"/>
            <a:ext cx="5718173" cy="295649"/>
          </a:xfrm>
          <a:prstGeom prst="rect">
            <a:avLst/>
          </a:prstGeom>
        </p:spPr>
        <p:txBody>
          <a:bodyPr vert="horz"/>
          <a:lstStyle>
            <a:lvl1pPr marL="0" indent="0">
              <a:lnSpc>
                <a:spcPct val="60000"/>
              </a:lnSpc>
              <a:buNone/>
              <a:defRPr sz="1600" b="1">
                <a:solidFill>
                  <a:schemeClr val="tx2"/>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marL="0" marR="0" lvl="0" indent="0" defTabSz="914411"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830051"/>
              </a:solidFill>
              <a:effectLst/>
              <a:uLnTx/>
              <a:uFillTx/>
              <a:latin typeface="Arial" pitchFamily="34" charset="0"/>
              <a:cs typeface="Arial" pitchFamily="34" charset="0"/>
            </a:endParaRPr>
          </a:p>
        </p:txBody>
      </p:sp>
      <p:sp>
        <p:nvSpPr>
          <p:cNvPr id="63" name="Text Placeholder 49"/>
          <p:cNvSpPr>
            <a:spLocks noGrp="1"/>
          </p:cNvSpPr>
          <p:nvPr>
            <p:ph type="body" sz="quarter" idx="26" hasCustomPrompt="1"/>
          </p:nvPr>
        </p:nvSpPr>
        <p:spPr>
          <a:xfrm>
            <a:off x="330200" y="1298700"/>
            <a:ext cx="540000" cy="405000"/>
          </a:xfrm>
          <a:prstGeom prst="rect">
            <a:avLst/>
          </a:prstGeom>
          <a:solidFill>
            <a:srgbClr val="D8DCDE"/>
          </a:solidFill>
          <a:ln w="19050" cmpd="sng">
            <a:noFill/>
          </a:ln>
        </p:spPr>
        <p:txBody>
          <a:bodyPr vert="horz" anchor="ctr"/>
          <a:lstStyle>
            <a:lvl1pPr marL="0" indent="0" algn="ctr">
              <a:lnSpc>
                <a:spcPct val="90000"/>
              </a:lnSpc>
              <a:spcBef>
                <a:spcPts val="600"/>
              </a:spcBef>
              <a:buNone/>
              <a:defRPr sz="1800" b="1">
                <a:solidFill>
                  <a:schemeClr val="tx2"/>
                </a:solidFill>
                <a:latin typeface="Arial" pitchFamily="34" charset="0"/>
                <a:cs typeface="Arial" pitchFamily="34" charset="0"/>
              </a:defRPr>
            </a:lvl1pPr>
          </a:lstStyle>
          <a:p>
            <a:pPr marL="0" marR="0" lvl="0" indent="0" algn="ctr" defTabSz="914411" eaLnBrk="1" fontAlgn="auto" latinLnBrk="0" hangingPunct="1">
              <a:lnSpc>
                <a:spcPct val="90000"/>
              </a:lnSpc>
              <a:spcBef>
                <a:spcPts val="600"/>
              </a:spcBef>
              <a:spcAft>
                <a:spcPts val="0"/>
              </a:spcAft>
              <a:buClrTx/>
              <a:buSzTx/>
              <a:buFontTx/>
              <a:buNone/>
              <a:tabLst/>
              <a:defRPr/>
            </a:pPr>
            <a:r>
              <a:rPr kumimoji="0" lang="en-GB" sz="1800" b="1" i="0" u="none" strike="noStrike" kern="0" cap="none" spc="0" normalizeH="0" baseline="0" noProof="0">
                <a:ln>
                  <a:noFill/>
                </a:ln>
                <a:solidFill>
                  <a:srgbClr val="830051"/>
                </a:solidFill>
                <a:effectLst/>
                <a:uLnTx/>
                <a:uFillTx/>
                <a:latin typeface="Arial" pitchFamily="34" charset="0"/>
                <a:cs typeface="Arial" pitchFamily="34" charset="0"/>
              </a:rPr>
              <a:t>1</a:t>
            </a:r>
          </a:p>
        </p:txBody>
      </p:sp>
      <p:sp>
        <p:nvSpPr>
          <p:cNvPr id="64"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11"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65" name="Text Placeholder 2"/>
          <p:cNvSpPr>
            <a:spLocks noGrp="1"/>
          </p:cNvSpPr>
          <p:nvPr>
            <p:ph type="body" sz="quarter" idx="28"/>
          </p:nvPr>
        </p:nvSpPr>
        <p:spPr>
          <a:xfrm>
            <a:off x="1046700"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marL="0" marR="0" lvl="0" indent="0" defTabSz="914411"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66" name="Text Placeholder 49"/>
          <p:cNvSpPr>
            <a:spLocks noGrp="1"/>
          </p:cNvSpPr>
          <p:nvPr>
            <p:ph type="body" sz="quarter" idx="29" hasCustomPrompt="1"/>
          </p:nvPr>
        </p:nvSpPr>
        <p:spPr>
          <a:xfrm>
            <a:off x="330200" y="1802967"/>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11"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2</a:t>
            </a:r>
          </a:p>
        </p:txBody>
      </p:sp>
      <p:sp>
        <p:nvSpPr>
          <p:cNvPr id="67"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11"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68" name="Text Placeholder 2"/>
          <p:cNvSpPr>
            <a:spLocks noGrp="1"/>
          </p:cNvSpPr>
          <p:nvPr>
            <p:ph type="body" sz="quarter" idx="31"/>
          </p:nvPr>
        </p:nvSpPr>
        <p:spPr>
          <a:xfrm>
            <a:off x="1046700" y="2423238"/>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marL="0" marR="0" lvl="0" indent="0" defTabSz="914411"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69" name="Text Placeholder 49"/>
          <p:cNvSpPr>
            <a:spLocks noGrp="1"/>
          </p:cNvSpPr>
          <p:nvPr>
            <p:ph type="body" sz="quarter" idx="32" hasCustomPrompt="1"/>
          </p:nvPr>
        </p:nvSpPr>
        <p:spPr>
          <a:xfrm>
            <a:off x="330200" y="2312024"/>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11"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3</a:t>
            </a:r>
          </a:p>
        </p:txBody>
      </p:sp>
      <p:sp>
        <p:nvSpPr>
          <p:cNvPr id="70"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11"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71" name="Text Placeholder 2"/>
          <p:cNvSpPr>
            <a:spLocks noGrp="1"/>
          </p:cNvSpPr>
          <p:nvPr>
            <p:ph type="body" sz="quarter" idx="34"/>
          </p:nvPr>
        </p:nvSpPr>
        <p:spPr>
          <a:xfrm>
            <a:off x="1046700"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marL="0" marR="0" lvl="0" indent="0" defTabSz="914411"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72" name="Text Placeholder 49"/>
          <p:cNvSpPr>
            <a:spLocks noGrp="1"/>
          </p:cNvSpPr>
          <p:nvPr>
            <p:ph type="body" sz="quarter" idx="35" hasCustomPrompt="1"/>
          </p:nvPr>
        </p:nvSpPr>
        <p:spPr>
          <a:xfrm>
            <a:off x="330200" y="2822732"/>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11"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4</a:t>
            </a:r>
          </a:p>
        </p:txBody>
      </p:sp>
      <p:sp>
        <p:nvSpPr>
          <p:cNvPr id="73"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11"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74" name="Text Placeholder 2"/>
          <p:cNvSpPr>
            <a:spLocks noGrp="1"/>
          </p:cNvSpPr>
          <p:nvPr>
            <p:ph type="body" sz="quarter" idx="37"/>
          </p:nvPr>
        </p:nvSpPr>
        <p:spPr>
          <a:xfrm>
            <a:off x="1046700" y="3442223"/>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marL="0" marR="0" lvl="0" indent="0" defTabSz="914411"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75" name="Text Placeholder 49"/>
          <p:cNvSpPr>
            <a:spLocks noGrp="1"/>
          </p:cNvSpPr>
          <p:nvPr>
            <p:ph type="body" sz="quarter" idx="38" hasCustomPrompt="1"/>
          </p:nvPr>
        </p:nvSpPr>
        <p:spPr>
          <a:xfrm>
            <a:off x="330200" y="3331009"/>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11"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5</a:t>
            </a:r>
          </a:p>
        </p:txBody>
      </p:sp>
      <p:sp>
        <p:nvSpPr>
          <p:cNvPr id="76"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11"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77" name="Text Placeholder 2"/>
          <p:cNvSpPr>
            <a:spLocks noGrp="1"/>
          </p:cNvSpPr>
          <p:nvPr>
            <p:ph type="body" sz="quarter" idx="40"/>
          </p:nvPr>
        </p:nvSpPr>
        <p:spPr>
          <a:xfrm>
            <a:off x="1046700" y="3958440"/>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marL="0" marR="0" lvl="0" indent="0" defTabSz="914411"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78" name="Text Placeholder 49"/>
          <p:cNvSpPr>
            <a:spLocks noGrp="1"/>
          </p:cNvSpPr>
          <p:nvPr>
            <p:ph type="body" sz="quarter" idx="41" hasCustomPrompt="1"/>
          </p:nvPr>
        </p:nvSpPr>
        <p:spPr>
          <a:xfrm>
            <a:off x="330200" y="3847226"/>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11"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6</a:t>
            </a:r>
          </a:p>
        </p:txBody>
      </p:sp>
      <p:sp>
        <p:nvSpPr>
          <p:cNvPr id="23"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143984237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Nav Contents 2">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navigation 2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700" y="140991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5" name="Text Placeholder 49"/>
          <p:cNvSpPr>
            <a:spLocks noGrp="1"/>
          </p:cNvSpPr>
          <p:nvPr>
            <p:ph type="body" sz="quarter" idx="26" hasCustomPrompt="1"/>
          </p:nvPr>
        </p:nvSpPr>
        <p:spPr>
          <a:xfrm>
            <a:off x="330200" y="1298700"/>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700" y="1914181"/>
            <a:ext cx="5718173" cy="295649"/>
          </a:xfrm>
          <a:prstGeom prst="rect">
            <a:avLst/>
          </a:prstGeom>
        </p:spPr>
        <p:txBody>
          <a:bodyPr vert="horz"/>
          <a:lstStyle>
            <a:lvl1pPr marL="0" indent="0">
              <a:lnSpc>
                <a:spcPct val="60000"/>
              </a:lnSpc>
              <a:buNone/>
              <a:defRPr sz="1600" b="1" baseline="0">
                <a:solidFill>
                  <a:schemeClr val="tx2"/>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9" name="Text Placeholder 49"/>
          <p:cNvSpPr>
            <a:spLocks noGrp="1"/>
          </p:cNvSpPr>
          <p:nvPr>
            <p:ph type="body" sz="quarter" idx="29" hasCustomPrompt="1"/>
          </p:nvPr>
        </p:nvSpPr>
        <p:spPr>
          <a:xfrm>
            <a:off x="330200" y="1802967"/>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chemeClr val="tx2"/>
                </a:solidFill>
                <a:latin typeface="Arial" pitchFamily="34" charset="0"/>
                <a:cs typeface="Arial" pitchFamily="34" charset="0"/>
              </a:defRPr>
            </a:lvl1pPr>
          </a:lstStyle>
          <a:p>
            <a:pPr lvl="0"/>
            <a:r>
              <a:rPr lang="en-GB" noProof="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700" y="2423238"/>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3" name="Text Placeholder 49"/>
          <p:cNvSpPr>
            <a:spLocks noGrp="1"/>
          </p:cNvSpPr>
          <p:nvPr>
            <p:ph type="body" sz="quarter" idx="32" hasCustomPrompt="1"/>
          </p:nvPr>
        </p:nvSpPr>
        <p:spPr>
          <a:xfrm>
            <a:off x="330200" y="2312024"/>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5" name="Text Placeholder 2"/>
          <p:cNvSpPr>
            <a:spLocks noGrp="1"/>
          </p:cNvSpPr>
          <p:nvPr>
            <p:ph type="body" sz="quarter" idx="34"/>
          </p:nvPr>
        </p:nvSpPr>
        <p:spPr>
          <a:xfrm>
            <a:off x="1046700"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6" name="Text Placeholder 49"/>
          <p:cNvSpPr>
            <a:spLocks noGrp="1"/>
          </p:cNvSpPr>
          <p:nvPr>
            <p:ph type="body" sz="quarter" idx="35" hasCustomPrompt="1"/>
          </p:nvPr>
        </p:nvSpPr>
        <p:spPr>
          <a:xfrm>
            <a:off x="330200" y="2822732"/>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700" y="3442223"/>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9" name="Text Placeholder 49"/>
          <p:cNvSpPr>
            <a:spLocks noGrp="1"/>
          </p:cNvSpPr>
          <p:nvPr>
            <p:ph type="body" sz="quarter" idx="38" hasCustomPrompt="1"/>
          </p:nvPr>
        </p:nvSpPr>
        <p:spPr>
          <a:xfrm>
            <a:off x="330200" y="3331009"/>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700" y="3958440"/>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213233806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Nav Contents 3">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navigation 3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700" y="140991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5" name="Text Placeholder 49"/>
          <p:cNvSpPr>
            <a:spLocks noGrp="1"/>
          </p:cNvSpPr>
          <p:nvPr>
            <p:ph type="body" sz="quarter" idx="26" hasCustomPrompt="1"/>
          </p:nvPr>
        </p:nvSpPr>
        <p:spPr>
          <a:xfrm>
            <a:off x="330200" y="1298700"/>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700"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9" name="Text Placeholder 49"/>
          <p:cNvSpPr>
            <a:spLocks noGrp="1"/>
          </p:cNvSpPr>
          <p:nvPr>
            <p:ph type="body" sz="quarter" idx="29" hasCustomPrompt="1"/>
          </p:nvPr>
        </p:nvSpPr>
        <p:spPr>
          <a:xfrm>
            <a:off x="330200" y="1802967"/>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700" y="2423238"/>
            <a:ext cx="5718173" cy="295649"/>
          </a:xfrm>
          <a:prstGeom prst="rect">
            <a:avLst/>
          </a:prstGeom>
        </p:spPr>
        <p:txBody>
          <a:bodyPr vert="horz"/>
          <a:lstStyle>
            <a:lvl1pPr marL="0" indent="0">
              <a:lnSpc>
                <a:spcPct val="60000"/>
              </a:lnSpc>
              <a:buNone/>
              <a:defRPr sz="1600" b="1">
                <a:solidFill>
                  <a:srgbClr val="830051"/>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3" name="Text Placeholder 49"/>
          <p:cNvSpPr>
            <a:spLocks noGrp="1"/>
          </p:cNvSpPr>
          <p:nvPr>
            <p:ph type="body" sz="quarter" idx="32" hasCustomPrompt="1"/>
          </p:nvPr>
        </p:nvSpPr>
        <p:spPr>
          <a:xfrm>
            <a:off x="330200" y="2312024"/>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chemeClr val="tx2"/>
                </a:solidFill>
                <a:latin typeface="Arial" pitchFamily="34" charset="0"/>
                <a:cs typeface="Arial" pitchFamily="34" charset="0"/>
              </a:defRPr>
            </a:lvl1pPr>
          </a:lstStyle>
          <a:p>
            <a:pPr lvl="0"/>
            <a:r>
              <a:rPr lang="en-GB" noProof="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5" name="Text Placeholder 2"/>
          <p:cNvSpPr>
            <a:spLocks noGrp="1"/>
          </p:cNvSpPr>
          <p:nvPr>
            <p:ph type="body" sz="quarter" idx="34"/>
          </p:nvPr>
        </p:nvSpPr>
        <p:spPr>
          <a:xfrm>
            <a:off x="1046700"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6" name="Text Placeholder 49"/>
          <p:cNvSpPr>
            <a:spLocks noGrp="1"/>
          </p:cNvSpPr>
          <p:nvPr>
            <p:ph type="body" sz="quarter" idx="35" hasCustomPrompt="1"/>
          </p:nvPr>
        </p:nvSpPr>
        <p:spPr>
          <a:xfrm>
            <a:off x="330200" y="2822732"/>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700" y="3442223"/>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9" name="Text Placeholder 49"/>
          <p:cNvSpPr>
            <a:spLocks noGrp="1"/>
          </p:cNvSpPr>
          <p:nvPr>
            <p:ph type="body" sz="quarter" idx="38" hasCustomPrompt="1"/>
          </p:nvPr>
        </p:nvSpPr>
        <p:spPr>
          <a:xfrm>
            <a:off x="330200" y="3331009"/>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700" y="3958440"/>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53905194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Nav Contents 4">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navigation 4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700" y="140991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5" name="Text Placeholder 49"/>
          <p:cNvSpPr>
            <a:spLocks noGrp="1"/>
          </p:cNvSpPr>
          <p:nvPr>
            <p:ph type="body" sz="quarter" idx="26" hasCustomPrompt="1"/>
          </p:nvPr>
        </p:nvSpPr>
        <p:spPr>
          <a:xfrm>
            <a:off x="330200" y="1298700"/>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700"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9" name="Text Placeholder 49"/>
          <p:cNvSpPr>
            <a:spLocks noGrp="1"/>
          </p:cNvSpPr>
          <p:nvPr>
            <p:ph type="body" sz="quarter" idx="29" hasCustomPrompt="1"/>
          </p:nvPr>
        </p:nvSpPr>
        <p:spPr>
          <a:xfrm>
            <a:off x="330200" y="1802967"/>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700" y="2423238"/>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3" name="Text Placeholder 49"/>
          <p:cNvSpPr>
            <a:spLocks noGrp="1"/>
          </p:cNvSpPr>
          <p:nvPr>
            <p:ph type="body" sz="quarter" idx="32" hasCustomPrompt="1"/>
          </p:nvPr>
        </p:nvSpPr>
        <p:spPr>
          <a:xfrm>
            <a:off x="330200" y="2312024"/>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5" name="Text Placeholder 2"/>
          <p:cNvSpPr>
            <a:spLocks noGrp="1"/>
          </p:cNvSpPr>
          <p:nvPr>
            <p:ph type="body" sz="quarter" idx="34"/>
          </p:nvPr>
        </p:nvSpPr>
        <p:spPr>
          <a:xfrm>
            <a:off x="1046700" y="2933945"/>
            <a:ext cx="5718173" cy="295649"/>
          </a:xfrm>
          <a:prstGeom prst="rect">
            <a:avLst/>
          </a:prstGeom>
        </p:spPr>
        <p:txBody>
          <a:bodyPr vert="horz"/>
          <a:lstStyle>
            <a:lvl1pPr marL="0" indent="0">
              <a:lnSpc>
                <a:spcPct val="60000"/>
              </a:lnSpc>
              <a:buNone/>
              <a:defRPr sz="1600" b="1">
                <a:solidFill>
                  <a:srgbClr val="830051"/>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6" name="Text Placeholder 49"/>
          <p:cNvSpPr>
            <a:spLocks noGrp="1"/>
          </p:cNvSpPr>
          <p:nvPr>
            <p:ph type="body" sz="quarter" idx="35" hasCustomPrompt="1"/>
          </p:nvPr>
        </p:nvSpPr>
        <p:spPr>
          <a:xfrm>
            <a:off x="330200" y="2822732"/>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chemeClr val="tx2"/>
                </a:solidFill>
                <a:latin typeface="Arial" pitchFamily="34" charset="0"/>
                <a:cs typeface="Arial" pitchFamily="34" charset="0"/>
              </a:defRPr>
            </a:lvl1pPr>
          </a:lstStyle>
          <a:p>
            <a:pPr lvl="0"/>
            <a:r>
              <a:rPr lang="en-GB" noProof="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700" y="3442223"/>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9" name="Text Placeholder 49"/>
          <p:cNvSpPr>
            <a:spLocks noGrp="1"/>
          </p:cNvSpPr>
          <p:nvPr>
            <p:ph type="body" sz="quarter" idx="38" hasCustomPrompt="1"/>
          </p:nvPr>
        </p:nvSpPr>
        <p:spPr>
          <a:xfrm>
            <a:off x="330200" y="3331009"/>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700" y="3958440"/>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30786189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Nav Contents 5">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navigation 5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700" y="140991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5" name="Text Placeholder 49"/>
          <p:cNvSpPr>
            <a:spLocks noGrp="1"/>
          </p:cNvSpPr>
          <p:nvPr>
            <p:ph type="body" sz="quarter" idx="26" hasCustomPrompt="1"/>
          </p:nvPr>
        </p:nvSpPr>
        <p:spPr>
          <a:xfrm>
            <a:off x="330200" y="1298700"/>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700"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9" name="Text Placeholder 49"/>
          <p:cNvSpPr>
            <a:spLocks noGrp="1"/>
          </p:cNvSpPr>
          <p:nvPr>
            <p:ph type="body" sz="quarter" idx="29" hasCustomPrompt="1"/>
          </p:nvPr>
        </p:nvSpPr>
        <p:spPr>
          <a:xfrm>
            <a:off x="330200" y="1802967"/>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700" y="2423238"/>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3" name="Text Placeholder 49"/>
          <p:cNvSpPr>
            <a:spLocks noGrp="1"/>
          </p:cNvSpPr>
          <p:nvPr>
            <p:ph type="body" sz="quarter" idx="32" hasCustomPrompt="1"/>
          </p:nvPr>
        </p:nvSpPr>
        <p:spPr>
          <a:xfrm>
            <a:off x="330200" y="2312024"/>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5" name="Text Placeholder 2"/>
          <p:cNvSpPr>
            <a:spLocks noGrp="1"/>
          </p:cNvSpPr>
          <p:nvPr>
            <p:ph type="body" sz="quarter" idx="34"/>
          </p:nvPr>
        </p:nvSpPr>
        <p:spPr>
          <a:xfrm>
            <a:off x="1046700"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6" name="Text Placeholder 49"/>
          <p:cNvSpPr>
            <a:spLocks noGrp="1"/>
          </p:cNvSpPr>
          <p:nvPr>
            <p:ph type="body" sz="quarter" idx="35" hasCustomPrompt="1"/>
          </p:nvPr>
        </p:nvSpPr>
        <p:spPr>
          <a:xfrm>
            <a:off x="330200" y="2822732"/>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700" y="3442223"/>
            <a:ext cx="5718173" cy="295649"/>
          </a:xfrm>
          <a:prstGeom prst="rect">
            <a:avLst/>
          </a:prstGeom>
        </p:spPr>
        <p:txBody>
          <a:bodyPr vert="horz"/>
          <a:lstStyle>
            <a:lvl1pPr marL="0" indent="0">
              <a:lnSpc>
                <a:spcPct val="60000"/>
              </a:lnSpc>
              <a:buNone/>
              <a:defRPr sz="1600" b="1">
                <a:solidFill>
                  <a:srgbClr val="830051"/>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9" name="Text Placeholder 49"/>
          <p:cNvSpPr>
            <a:spLocks noGrp="1"/>
          </p:cNvSpPr>
          <p:nvPr>
            <p:ph type="body" sz="quarter" idx="38" hasCustomPrompt="1"/>
          </p:nvPr>
        </p:nvSpPr>
        <p:spPr>
          <a:xfrm>
            <a:off x="330200" y="3331009"/>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chemeClr val="tx2"/>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700" y="3958440"/>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153575085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Nav Contents 6">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navigation 6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700" y="140991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5" name="Text Placeholder 49"/>
          <p:cNvSpPr>
            <a:spLocks noGrp="1"/>
          </p:cNvSpPr>
          <p:nvPr>
            <p:ph type="body" sz="quarter" idx="26" hasCustomPrompt="1"/>
          </p:nvPr>
        </p:nvSpPr>
        <p:spPr>
          <a:xfrm>
            <a:off x="330200" y="1298700"/>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700"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9" name="Text Placeholder 49"/>
          <p:cNvSpPr>
            <a:spLocks noGrp="1"/>
          </p:cNvSpPr>
          <p:nvPr>
            <p:ph type="body" sz="quarter" idx="29" hasCustomPrompt="1"/>
          </p:nvPr>
        </p:nvSpPr>
        <p:spPr>
          <a:xfrm>
            <a:off x="330200" y="1802967"/>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700" y="2423238"/>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3" name="Text Placeholder 49"/>
          <p:cNvSpPr>
            <a:spLocks noGrp="1"/>
          </p:cNvSpPr>
          <p:nvPr>
            <p:ph type="body" sz="quarter" idx="32" hasCustomPrompt="1"/>
          </p:nvPr>
        </p:nvSpPr>
        <p:spPr>
          <a:xfrm>
            <a:off x="330200" y="2312024"/>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5" name="Text Placeholder 2"/>
          <p:cNvSpPr>
            <a:spLocks noGrp="1"/>
          </p:cNvSpPr>
          <p:nvPr>
            <p:ph type="body" sz="quarter" idx="34"/>
          </p:nvPr>
        </p:nvSpPr>
        <p:spPr>
          <a:xfrm>
            <a:off x="1046700"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6" name="Text Placeholder 49"/>
          <p:cNvSpPr>
            <a:spLocks noGrp="1"/>
          </p:cNvSpPr>
          <p:nvPr>
            <p:ph type="body" sz="quarter" idx="35" hasCustomPrompt="1"/>
          </p:nvPr>
        </p:nvSpPr>
        <p:spPr>
          <a:xfrm>
            <a:off x="330200" y="2822732"/>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700" y="3442223"/>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9" name="Text Placeholder 49"/>
          <p:cNvSpPr>
            <a:spLocks noGrp="1"/>
          </p:cNvSpPr>
          <p:nvPr>
            <p:ph type="body" sz="quarter" idx="38" hasCustomPrompt="1"/>
          </p:nvPr>
        </p:nvSpPr>
        <p:spPr>
          <a:xfrm>
            <a:off x="330200" y="3331009"/>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700" y="3958440"/>
            <a:ext cx="5718173" cy="295649"/>
          </a:xfrm>
          <a:prstGeom prst="rect">
            <a:avLst/>
          </a:prstGeom>
        </p:spPr>
        <p:txBody>
          <a:bodyPr vert="horz"/>
          <a:lstStyle>
            <a:lvl1pPr marL="0" indent="0">
              <a:lnSpc>
                <a:spcPct val="60000"/>
              </a:lnSpc>
              <a:buNone/>
              <a:defRPr sz="1600" b="1">
                <a:solidFill>
                  <a:schemeClr val="tx2"/>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chemeClr val="tx2"/>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317597948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5" name="Rectangle 4"/>
          <p:cNvSpPr>
            <a:spLocks noGrp="1" noChangeArrowheads="1"/>
          </p:cNvSpPr>
          <p:nvPr userDrawn="1"/>
        </p:nvSpPr>
        <p:spPr bwMode="auto">
          <a:xfrm>
            <a:off x="528760" y="3431381"/>
            <a:ext cx="2689225" cy="285750"/>
          </a:xfrm>
          <a:prstGeom prst="rect">
            <a:avLst/>
          </a:prstGeom>
          <a:noFill/>
          <a:ln w="9525">
            <a:noFill/>
            <a:miter lim="800000"/>
            <a:headEnd/>
            <a:tailEnd/>
          </a:ln>
          <a:effectLst/>
        </p:spPr>
        <p:txBody>
          <a:bodyPr anchor="b"/>
          <a:lstStyle/>
          <a:p>
            <a:r>
              <a:rPr lang="en-GB" sz="1400" b="1">
                <a:solidFill>
                  <a:schemeClr val="tx1"/>
                </a:solidFill>
                <a:latin typeface="Arial" pitchFamily="34" charset="0"/>
                <a:cs typeface="Arial" pitchFamily="34" charset="0"/>
              </a:rPr>
              <a:t>Confidentiality Notice </a:t>
            </a:r>
            <a:endParaRPr lang="en-GB" sz="2400">
              <a:solidFill>
                <a:schemeClr val="tx1"/>
              </a:solidFill>
              <a:latin typeface="Arial" pitchFamily="34" charset="0"/>
              <a:cs typeface="Arial" pitchFamily="34" charset="0"/>
            </a:endParaRPr>
          </a:p>
        </p:txBody>
      </p:sp>
      <p:sp>
        <p:nvSpPr>
          <p:cNvPr id="7" name="Rectangle 6"/>
          <p:cNvSpPr>
            <a:spLocks noGrp="1" noChangeArrowheads="1"/>
          </p:cNvSpPr>
          <p:nvPr userDrawn="1"/>
        </p:nvSpPr>
        <p:spPr bwMode="auto">
          <a:xfrm>
            <a:off x="541458" y="3717131"/>
            <a:ext cx="7440493" cy="648000"/>
          </a:xfrm>
          <a:prstGeom prst="rect">
            <a:avLst/>
          </a:prstGeom>
          <a:noFill/>
          <a:ln w="9525">
            <a:noFill/>
            <a:miter lim="800000"/>
            <a:headEnd/>
            <a:tailEnd/>
          </a:ln>
          <a:effectLst/>
        </p:spPr>
        <p:txBody>
          <a:bodyPr/>
          <a:lstStyle/>
          <a:p>
            <a:r>
              <a:rPr lang="en-GB" sz="900" noProof="0">
                <a:solidFill>
                  <a:schemeClr val="tx1"/>
                </a:solidFill>
                <a:latin typeface="+mn-lt"/>
                <a:cs typeface="Arial"/>
              </a:rPr>
              <a:t>This file is private and may contain confidential and proprietary information. If you have received this file in error, please notify us and remove </a:t>
            </a:r>
            <a:br>
              <a:rPr lang="en-GB" sz="900" noProof="0">
                <a:solidFill>
                  <a:schemeClr val="tx1"/>
                </a:solidFill>
                <a:latin typeface="+mn-lt"/>
                <a:cs typeface="Arial"/>
              </a:rPr>
            </a:br>
            <a:r>
              <a:rPr lang="en-GB" sz="900" noProof="0">
                <a:solidFill>
                  <a:schemeClr val="tx1"/>
                </a:solidFill>
                <a:latin typeface="+mn-lt"/>
                <a:cs typeface="Arial"/>
              </a:rPr>
              <a:t>it from your system and note that you must not copy, distribute or take any action in reliance on it. Any unauthorized use or disclosure of the contents of this file is not permitted and may be unlawful. AstraZeneca PLC, </a:t>
            </a:r>
            <a:r>
              <a:rPr lang="en-US" sz="900" kern="1200">
                <a:solidFill>
                  <a:schemeClr val="tx1"/>
                </a:solidFill>
                <a:latin typeface="+mn-lt"/>
                <a:ea typeface="+mn-ea"/>
                <a:cs typeface="Arial"/>
              </a:rPr>
              <a:t>1 Francis Crick Avenue</a:t>
            </a:r>
            <a:r>
              <a:rPr lang="en-US" sz="900" kern="1200" baseline="0">
                <a:solidFill>
                  <a:schemeClr val="tx1"/>
                </a:solidFill>
                <a:latin typeface="+mn-lt"/>
                <a:ea typeface="+mn-ea"/>
                <a:cs typeface="Arial"/>
              </a:rPr>
              <a:t>, </a:t>
            </a:r>
            <a:r>
              <a:rPr lang="en-US" sz="900" kern="1200">
                <a:solidFill>
                  <a:schemeClr val="tx1"/>
                </a:solidFill>
                <a:latin typeface="+mn-lt"/>
                <a:ea typeface="+mn-ea"/>
                <a:cs typeface="Arial"/>
              </a:rPr>
              <a:t>Cambridge Biomedical Campus, Cambridge, CB2 0AA</a:t>
            </a:r>
            <a:r>
              <a:rPr lang="en-GB" sz="900" noProof="0">
                <a:solidFill>
                  <a:schemeClr val="tx1"/>
                </a:solidFill>
                <a:latin typeface="+mn-lt"/>
                <a:cs typeface="Arial"/>
              </a:rPr>
              <a:t>, UK, T: +44(0)203 749 5000, www.astrazeneca.com</a:t>
            </a:r>
          </a:p>
        </p:txBody>
      </p:sp>
    </p:spTree>
    <p:extLst>
      <p:ext uri="{BB962C8B-B14F-4D97-AF65-F5344CB8AC3E}">
        <p14:creationId xmlns:p14="http://schemas.microsoft.com/office/powerpoint/2010/main" val="256517849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Bullet Content 1">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063" y="144000"/>
            <a:ext cx="8765651" cy="504000"/>
          </a:xfrm>
          <a:prstGeom prst="rect">
            <a:avLst/>
          </a:prstGeom>
        </p:spPr>
        <p:txBody>
          <a:bodyPr vert="horz"/>
          <a:lstStyle>
            <a:lvl1pPr algn="l">
              <a:lnSpc>
                <a:spcPct val="100000"/>
              </a:lnSpc>
              <a:defRPr sz="2400" b="1" baseline="0">
                <a:solidFill>
                  <a:srgbClr val="830051"/>
                </a:solidFill>
                <a:latin typeface="Arial" pitchFamily="34" charset="0"/>
                <a:cs typeface="Arial" pitchFamily="34" charset="0"/>
              </a:defRPr>
            </a:lvl1pPr>
          </a:lstStyle>
          <a:p>
            <a:r>
              <a:rPr lang="en-GB" noProof="0"/>
              <a:t>Click to add title</a:t>
            </a:r>
          </a:p>
        </p:txBody>
      </p:sp>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7" name="Content Placeholder 2"/>
          <p:cNvSpPr>
            <a:spLocks noGrp="1"/>
          </p:cNvSpPr>
          <p:nvPr>
            <p:ph idx="16" hasCustomPrompt="1"/>
          </p:nvPr>
        </p:nvSpPr>
        <p:spPr>
          <a:xfrm>
            <a:off x="237600" y="1234440"/>
            <a:ext cx="7056000" cy="1618488"/>
          </a:xfrm>
          <a:prstGeom prst="rect">
            <a:avLst/>
          </a:prstGeom>
        </p:spPr>
        <p:txBody>
          <a:bodyPr/>
          <a:lstStyle>
            <a:lvl1pPr marL="180002" indent="-180002">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108338298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Bullet Content 1 with Subtitle">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6" name="Subtitle 2"/>
          <p:cNvSpPr>
            <a:spLocks noGrp="1"/>
          </p:cNvSpPr>
          <p:nvPr>
            <p:ph type="subTitle" idx="10" hasCustomPrompt="1"/>
          </p:nvPr>
        </p:nvSpPr>
        <p:spPr>
          <a:xfrm>
            <a:off x="237061" y="526851"/>
            <a:ext cx="8765651" cy="324000"/>
          </a:xfrm>
          <a:prstGeom prst="rect">
            <a:avLst/>
          </a:prstGeom>
        </p:spPr>
        <p:txBody>
          <a:bodyPr/>
          <a:lstStyle>
            <a:lvl1pPr marL="0" indent="0" algn="l">
              <a:lnSpc>
                <a:spcPct val="100000"/>
              </a:lnSpc>
              <a:spcBef>
                <a:spcPts val="0"/>
              </a:spcBef>
              <a:buNone/>
              <a:defRPr sz="2400">
                <a:solidFill>
                  <a:schemeClr val="tx2"/>
                </a:solidFill>
                <a:latin typeface="Arial" pitchFamily="34" charset="0"/>
                <a:cs typeface="Arial" pitchFamily="34" charset="0"/>
              </a:defRPr>
            </a:lvl1pPr>
            <a:lvl2pPr marL="342905" indent="0" algn="ctr">
              <a:buNone/>
              <a:defRPr>
                <a:solidFill>
                  <a:schemeClr val="tx1">
                    <a:tint val="75000"/>
                  </a:schemeClr>
                </a:solidFill>
              </a:defRPr>
            </a:lvl2pPr>
            <a:lvl3pPr marL="685808" indent="0" algn="ctr">
              <a:buNone/>
              <a:defRPr>
                <a:solidFill>
                  <a:schemeClr val="tx1">
                    <a:tint val="75000"/>
                  </a:schemeClr>
                </a:solidFill>
              </a:defRPr>
            </a:lvl3pPr>
            <a:lvl4pPr marL="1028713" indent="0" algn="ctr">
              <a:buNone/>
              <a:defRPr>
                <a:solidFill>
                  <a:schemeClr val="tx1">
                    <a:tint val="75000"/>
                  </a:schemeClr>
                </a:solidFill>
              </a:defRPr>
            </a:lvl4pPr>
            <a:lvl5pPr marL="1371617" indent="0" algn="ctr">
              <a:buNone/>
              <a:defRPr>
                <a:solidFill>
                  <a:schemeClr val="tx1">
                    <a:tint val="75000"/>
                  </a:schemeClr>
                </a:solidFill>
              </a:defRPr>
            </a:lvl5pPr>
            <a:lvl6pPr marL="1714521" indent="0" algn="ctr">
              <a:buNone/>
              <a:defRPr>
                <a:solidFill>
                  <a:schemeClr val="tx1">
                    <a:tint val="75000"/>
                  </a:schemeClr>
                </a:solidFill>
              </a:defRPr>
            </a:lvl6pPr>
            <a:lvl7pPr marL="2057426" indent="0" algn="ctr">
              <a:buNone/>
              <a:defRPr>
                <a:solidFill>
                  <a:schemeClr val="tx1">
                    <a:tint val="75000"/>
                  </a:schemeClr>
                </a:solidFill>
              </a:defRPr>
            </a:lvl7pPr>
            <a:lvl8pPr marL="2400330" indent="0" algn="ctr">
              <a:buNone/>
              <a:defRPr>
                <a:solidFill>
                  <a:schemeClr val="tx1">
                    <a:tint val="75000"/>
                  </a:schemeClr>
                </a:solidFill>
              </a:defRPr>
            </a:lvl8pPr>
            <a:lvl9pPr marL="2743234" indent="0" algn="ctr">
              <a:buNone/>
              <a:defRPr>
                <a:solidFill>
                  <a:schemeClr val="tx1">
                    <a:tint val="75000"/>
                  </a:schemeClr>
                </a:solidFill>
              </a:defRPr>
            </a:lvl9pPr>
          </a:lstStyle>
          <a:p>
            <a:r>
              <a:rPr lang="en-GB" noProof="0"/>
              <a:t>Click to add subtitle</a:t>
            </a:r>
          </a:p>
        </p:txBody>
      </p:sp>
      <p:sp>
        <p:nvSpPr>
          <p:cNvPr id="9"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7" name="Content Placeholder 2"/>
          <p:cNvSpPr>
            <a:spLocks noGrp="1"/>
          </p:cNvSpPr>
          <p:nvPr>
            <p:ph idx="16" hasCustomPrompt="1"/>
          </p:nvPr>
        </p:nvSpPr>
        <p:spPr>
          <a:xfrm>
            <a:off x="237600" y="1234440"/>
            <a:ext cx="7056000" cy="1618488"/>
          </a:xfrm>
          <a:prstGeom prst="rect">
            <a:avLst/>
          </a:prstGeom>
        </p:spPr>
        <p:txBody>
          <a:bodyPr/>
          <a:lstStyle>
            <a:lvl1pPr marL="180002" indent="-180002">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198167107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Body Only 1">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6" name="Text Placeholder 3"/>
          <p:cNvSpPr>
            <a:spLocks noGrp="1"/>
          </p:cNvSpPr>
          <p:nvPr>
            <p:ph type="body" sz="quarter" idx="11"/>
          </p:nvPr>
        </p:nvSpPr>
        <p:spPr>
          <a:xfrm>
            <a:off x="237600" y="1237097"/>
            <a:ext cx="705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140222748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Body and Content 1">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a:xfrm>
            <a:off x="236537" y="1237098"/>
            <a:ext cx="7056000" cy="1620000"/>
          </a:xfrm>
          <a:prstGeom prst="rect">
            <a:avLst/>
          </a:prstGeom>
        </p:spPr>
        <p:txBody>
          <a:bodyPr vert="horz"/>
          <a:lstStyle>
            <a:lvl1pPr marL="0" marR="0" indent="0" algn="l" defTabSz="685808" rtl="0" eaLnBrk="1" fontAlgn="base" latinLnBrk="0" hangingPunct="1">
              <a:lnSpc>
                <a:spcPct val="100000"/>
              </a:lnSpc>
              <a:spcBef>
                <a:spcPct val="0"/>
              </a:spcBef>
              <a:spcAft>
                <a:spcPct val="0"/>
              </a:spcAft>
              <a:buClrTx/>
              <a:buSzTx/>
              <a:buFontTx/>
              <a:buNone/>
              <a:tabLst/>
              <a:defRPr sz="1800">
                <a:solidFill>
                  <a:schemeClr val="tx1"/>
                </a:solidFill>
                <a:latin typeface="Arial" pitchFamily="34" charset="0"/>
                <a:cs typeface="Arial" pitchFamily="34" charset="0"/>
              </a:defRPr>
            </a:lvl1pPr>
            <a:lvl2pPr marL="198838" marR="0" indent="-197647" algn="l" defTabSz="685808" rtl="0" eaLnBrk="1" fontAlgn="base" latinLnBrk="0" hangingPunct="1">
              <a:lnSpc>
                <a:spcPct val="90000"/>
              </a:lnSpc>
              <a:spcBef>
                <a:spcPct val="0"/>
              </a:spcBef>
              <a:spcAft>
                <a:spcPct val="0"/>
              </a:spcAft>
              <a:buClrTx/>
              <a:buSzTx/>
              <a:buFontTx/>
              <a:buChar char="•"/>
              <a:tabLst/>
              <a:defRPr sz="1350"/>
            </a:lvl2pPr>
            <a:lvl3pPr marL="466731" marR="0" indent="-135733" algn="l" defTabSz="685808" rtl="0" eaLnBrk="1" fontAlgn="base" latinLnBrk="0" hangingPunct="1">
              <a:lnSpc>
                <a:spcPct val="90000"/>
              </a:lnSpc>
              <a:spcBef>
                <a:spcPct val="0"/>
              </a:spcBef>
              <a:spcAft>
                <a:spcPct val="0"/>
              </a:spcAft>
              <a:buClrTx/>
              <a:buSzTx/>
              <a:buFont typeface="Arial" charset="0"/>
              <a:buChar char="-"/>
              <a:tabLst/>
              <a:defRPr sz="1350"/>
            </a:lvl3pPr>
            <a:lvl4pPr marL="1243029" indent="-214316">
              <a:buFont typeface="Arial"/>
              <a:buChar char="•"/>
              <a:defRPr sz="1350"/>
            </a:lvl4pPr>
            <a:lvl5pPr marL="1585933" indent="-214316">
              <a:buFont typeface="Arial"/>
              <a:buChar char="•"/>
              <a:defRPr sz="1350"/>
            </a:lvl5pPr>
          </a:lstStyle>
          <a:p>
            <a:pPr lvl="0"/>
            <a:r>
              <a:rPr lang="en-GB" noProof="0"/>
              <a:t>Click to edit Master text styles</a:t>
            </a:r>
          </a:p>
        </p:txBody>
      </p:sp>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7"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8" name="Content Placeholder 2"/>
          <p:cNvSpPr>
            <a:spLocks noGrp="1"/>
          </p:cNvSpPr>
          <p:nvPr>
            <p:ph idx="15" hasCustomPrompt="1"/>
          </p:nvPr>
        </p:nvSpPr>
        <p:spPr>
          <a:xfrm>
            <a:off x="237600" y="2905963"/>
            <a:ext cx="7056000" cy="1444752"/>
          </a:xfrm>
          <a:prstGeom prst="rect">
            <a:avLst/>
          </a:prstGeom>
        </p:spPr>
        <p:txBody>
          <a:bodyPr/>
          <a:lstStyle>
            <a:lvl1pPr marL="180002" indent="-180002">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159916231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Body 1 with Content 2">
    <p:spTree>
      <p:nvGrpSpPr>
        <p:cNvPr id="1" name=""/>
        <p:cNvGrpSpPr/>
        <p:nvPr/>
      </p:nvGrpSpPr>
      <p:grpSpPr>
        <a:xfrm>
          <a:off x="0" y="0"/>
          <a:ext cx="0" cy="0"/>
          <a:chOff x="0" y="0"/>
          <a:chExt cx="0" cy="0"/>
        </a:xfrm>
      </p:grpSpPr>
      <p:sp>
        <p:nvSpPr>
          <p:cNvPr id="9" name="Content Placeholder 2"/>
          <p:cNvSpPr>
            <a:spLocks noGrp="1"/>
          </p:cNvSpPr>
          <p:nvPr>
            <p:ph idx="14"/>
          </p:nvPr>
        </p:nvSpPr>
        <p:spPr>
          <a:xfrm>
            <a:off x="237600" y="1237099"/>
            <a:ext cx="7056000" cy="1620000"/>
          </a:xfrm>
          <a:prstGeom prst="rect">
            <a:avLst/>
          </a:prstGeom>
        </p:spPr>
        <p:txBody>
          <a:bodyPr/>
          <a:lstStyle>
            <a:lvl1pPr marL="0" indent="0">
              <a:lnSpc>
                <a:spcPct val="100000"/>
              </a:lnSpc>
              <a:spcBef>
                <a:spcPts val="0"/>
              </a:spcBef>
              <a:buClr>
                <a:srgbClr val="830051"/>
              </a:buClr>
              <a:buFont typeface="Arial" pitchFamily="34" charset="0"/>
              <a:buNone/>
              <a:defRPr sz="1800">
                <a:solidFill>
                  <a:schemeClr val="tx1"/>
                </a:solidFill>
                <a:latin typeface="Arial" pitchFamily="34" charset="0"/>
                <a:cs typeface="Arial" pitchFamily="34" charset="0"/>
              </a:defRPr>
            </a:lvl1pPr>
            <a:lvl2pPr marL="405005" indent="-135002">
              <a:lnSpc>
                <a:spcPct val="100000"/>
              </a:lnSpc>
              <a:spcBef>
                <a:spcPts val="0"/>
              </a:spcBef>
              <a:buNone/>
              <a:defRPr sz="135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6" indent="-135002">
              <a:defRPr sz="1050">
                <a:latin typeface="Arial" pitchFamily="34" charset="0"/>
                <a:cs typeface="Arial" pitchFamily="34" charset="0"/>
              </a:defRPr>
            </a:lvl4pPr>
            <a:lvl5pPr marL="467106">
              <a:defRPr sz="1050">
                <a:latin typeface="Arial" pitchFamily="34" charset="0"/>
                <a:cs typeface="Arial" pitchFamily="34" charset="0"/>
              </a:defRPr>
            </a:lvl5pPr>
            <a:lvl6pPr>
              <a:defRPr>
                <a:latin typeface="Arial" pitchFamily="34" charset="0"/>
                <a:cs typeface="Arial" pitchFamily="34" charset="0"/>
              </a:defRPr>
            </a:lvl6pPr>
          </a:lstStyle>
          <a:p>
            <a:r>
              <a:rPr lang="en-GB" noProof="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7"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12" name="Content Placeholder 2"/>
          <p:cNvSpPr>
            <a:spLocks noGrp="1"/>
          </p:cNvSpPr>
          <p:nvPr>
            <p:ph idx="13" hasCustomPrompt="1"/>
          </p:nvPr>
        </p:nvSpPr>
        <p:spPr>
          <a:xfrm>
            <a:off x="237063" y="2905963"/>
            <a:ext cx="4086000" cy="1444752"/>
          </a:xfrm>
          <a:prstGeom prst="rect">
            <a:avLst/>
          </a:prstGeom>
        </p:spPr>
        <p:txBody>
          <a:bodyPr/>
          <a:lstStyle>
            <a:lvl1pPr marL="180002" indent="-180002">
              <a:lnSpc>
                <a:spcPct val="100000"/>
              </a:lnSpc>
              <a:spcBef>
                <a:spcPts val="0"/>
              </a:spcBef>
              <a:buClr>
                <a:schemeClr val="tx2"/>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13" name="Content Placeholder 2"/>
          <p:cNvSpPr>
            <a:spLocks noGrp="1"/>
          </p:cNvSpPr>
          <p:nvPr>
            <p:ph idx="17" hasCustomPrompt="1"/>
          </p:nvPr>
        </p:nvSpPr>
        <p:spPr>
          <a:xfrm>
            <a:off x="4680000" y="2905963"/>
            <a:ext cx="4086000" cy="1444752"/>
          </a:xfrm>
          <a:prstGeom prst="rect">
            <a:avLst/>
          </a:prstGeom>
        </p:spPr>
        <p:txBody>
          <a:bodyPr/>
          <a:lstStyle>
            <a:lvl1pPr marL="180002" indent="-180002">
              <a:lnSpc>
                <a:spcPct val="100000"/>
              </a:lnSpc>
              <a:spcBef>
                <a:spcPts val="0"/>
              </a:spcBef>
              <a:buClr>
                <a:schemeClr val="tx2"/>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122276955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Body 1 with Content 3">
    <p:spTree>
      <p:nvGrpSpPr>
        <p:cNvPr id="1" name=""/>
        <p:cNvGrpSpPr/>
        <p:nvPr/>
      </p:nvGrpSpPr>
      <p:grpSpPr>
        <a:xfrm>
          <a:off x="0" y="0"/>
          <a:ext cx="0" cy="0"/>
          <a:chOff x="0" y="0"/>
          <a:chExt cx="0" cy="0"/>
        </a:xfrm>
      </p:grpSpPr>
      <p:sp>
        <p:nvSpPr>
          <p:cNvPr id="9" name="Content Placeholder 2"/>
          <p:cNvSpPr>
            <a:spLocks noGrp="1"/>
          </p:cNvSpPr>
          <p:nvPr>
            <p:ph idx="14"/>
          </p:nvPr>
        </p:nvSpPr>
        <p:spPr>
          <a:xfrm>
            <a:off x="237600" y="1237099"/>
            <a:ext cx="7056000" cy="1620000"/>
          </a:xfrm>
          <a:prstGeom prst="rect">
            <a:avLst/>
          </a:prstGeom>
        </p:spPr>
        <p:txBody>
          <a:bodyPr/>
          <a:lstStyle>
            <a:lvl1pPr marL="0" indent="0">
              <a:lnSpc>
                <a:spcPct val="100000"/>
              </a:lnSpc>
              <a:spcBef>
                <a:spcPts val="0"/>
              </a:spcBef>
              <a:buClr>
                <a:srgbClr val="830051"/>
              </a:buClr>
              <a:buFont typeface="Arial" pitchFamily="34" charset="0"/>
              <a:buNone/>
              <a:defRPr sz="1800">
                <a:solidFill>
                  <a:schemeClr val="tx1"/>
                </a:solidFill>
                <a:latin typeface="Arial" pitchFamily="34" charset="0"/>
                <a:cs typeface="Arial" pitchFamily="34" charset="0"/>
              </a:defRPr>
            </a:lvl1pPr>
            <a:lvl2pPr marL="405005" indent="-135002">
              <a:lnSpc>
                <a:spcPct val="100000"/>
              </a:lnSpc>
              <a:spcBef>
                <a:spcPts val="0"/>
              </a:spcBef>
              <a:buNone/>
              <a:defRPr sz="135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6" indent="-135002">
              <a:defRPr sz="1050">
                <a:latin typeface="Arial" pitchFamily="34" charset="0"/>
                <a:cs typeface="Arial" pitchFamily="34" charset="0"/>
              </a:defRPr>
            </a:lvl4pPr>
            <a:lvl5pPr marL="467106">
              <a:defRPr sz="1050">
                <a:latin typeface="Arial" pitchFamily="34" charset="0"/>
                <a:cs typeface="Arial" pitchFamily="34" charset="0"/>
              </a:defRPr>
            </a:lvl5pPr>
            <a:lvl6pPr>
              <a:defRPr>
                <a:latin typeface="Arial" pitchFamily="34" charset="0"/>
                <a:cs typeface="Arial" pitchFamily="34" charset="0"/>
              </a:defRPr>
            </a:lvl6pPr>
          </a:lstStyle>
          <a:p>
            <a:r>
              <a:rPr lang="en-GB" noProof="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10"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11" name="Content Placeholder 2"/>
          <p:cNvSpPr>
            <a:spLocks noGrp="1"/>
          </p:cNvSpPr>
          <p:nvPr>
            <p:ph idx="18" hasCustomPrompt="1"/>
          </p:nvPr>
        </p:nvSpPr>
        <p:spPr>
          <a:xfrm>
            <a:off x="237600" y="2903515"/>
            <a:ext cx="2664000" cy="1444752"/>
          </a:xfrm>
          <a:prstGeom prst="rect">
            <a:avLst/>
          </a:prstGeom>
        </p:spPr>
        <p:txBody>
          <a:bodyPr/>
          <a:lstStyle>
            <a:lvl1pPr marL="180002" indent="-180002">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540007" indent="-180002">
              <a:lnSpc>
                <a:spcPct val="100000"/>
              </a:lnSpc>
              <a:spcBef>
                <a:spcPts val="0"/>
              </a:spcBef>
              <a:defRPr sz="14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15" name="Content Placeholder 2"/>
          <p:cNvSpPr>
            <a:spLocks noGrp="1"/>
          </p:cNvSpPr>
          <p:nvPr>
            <p:ph idx="16" hasCustomPrompt="1"/>
          </p:nvPr>
        </p:nvSpPr>
        <p:spPr>
          <a:xfrm>
            <a:off x="3250223" y="2908267"/>
            <a:ext cx="2664000" cy="1440000"/>
          </a:xfrm>
          <a:prstGeom prst="rect">
            <a:avLst/>
          </a:prstGeom>
        </p:spPr>
        <p:txBody>
          <a:bodyPr/>
          <a:lstStyle>
            <a:lvl1pPr marL="135002" indent="-135002">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405005" indent="-135002">
              <a:lnSpc>
                <a:spcPct val="100000"/>
              </a:lnSpc>
              <a:spcBef>
                <a:spcPts val="0"/>
              </a:spcBef>
              <a:defRPr sz="140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6" indent="-135002">
              <a:defRPr sz="1050">
                <a:latin typeface="Arial" pitchFamily="34" charset="0"/>
                <a:cs typeface="Arial" pitchFamily="34" charset="0"/>
              </a:defRPr>
            </a:lvl4pPr>
            <a:lvl5pPr marL="467106">
              <a:defRPr sz="105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p:txBody>
      </p:sp>
      <p:sp>
        <p:nvSpPr>
          <p:cNvPr id="16" name="Content Placeholder 2"/>
          <p:cNvSpPr>
            <a:spLocks noGrp="1"/>
          </p:cNvSpPr>
          <p:nvPr>
            <p:ph idx="17" hasCustomPrompt="1"/>
          </p:nvPr>
        </p:nvSpPr>
        <p:spPr>
          <a:xfrm>
            <a:off x="6274223" y="2908267"/>
            <a:ext cx="2664000" cy="1440000"/>
          </a:xfrm>
          <a:prstGeom prst="rect">
            <a:avLst/>
          </a:prstGeom>
        </p:spPr>
        <p:txBody>
          <a:bodyPr/>
          <a:lstStyle>
            <a:lvl1pPr marL="135002" indent="-135002">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405005" indent="-135002">
              <a:lnSpc>
                <a:spcPct val="100000"/>
              </a:lnSpc>
              <a:spcBef>
                <a:spcPts val="0"/>
              </a:spcBef>
              <a:defRPr sz="140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6" indent="-135002">
              <a:defRPr sz="1050">
                <a:latin typeface="Arial" pitchFamily="34" charset="0"/>
                <a:cs typeface="Arial" pitchFamily="34" charset="0"/>
              </a:defRPr>
            </a:lvl4pPr>
            <a:lvl5pPr marL="467106">
              <a:defRPr sz="105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p:txBody>
      </p:sp>
    </p:spTree>
    <p:extLst>
      <p:ext uri="{BB962C8B-B14F-4D97-AF65-F5344CB8AC3E}">
        <p14:creationId xmlns:p14="http://schemas.microsoft.com/office/powerpoint/2010/main" val="354519363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Body Only 2">
    <p:spTree>
      <p:nvGrpSpPr>
        <p:cNvPr id="1" name=""/>
        <p:cNvGrpSpPr/>
        <p:nvPr/>
      </p:nvGrpSpPr>
      <p:grpSpPr>
        <a:xfrm>
          <a:off x="0" y="0"/>
          <a:ext cx="0" cy="0"/>
          <a:chOff x="0" y="0"/>
          <a:chExt cx="0" cy="0"/>
        </a:xfrm>
      </p:grpSpPr>
      <p:sp>
        <p:nvSpPr>
          <p:cNvPr id="7" name="Text Placeholder 3"/>
          <p:cNvSpPr>
            <a:spLocks noGrp="1"/>
          </p:cNvSpPr>
          <p:nvPr>
            <p:ph type="body" sz="quarter" idx="11"/>
          </p:nvPr>
        </p:nvSpPr>
        <p:spPr>
          <a:xfrm>
            <a:off x="237600" y="1237098"/>
            <a:ext cx="408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14" name="Text Placeholder 3"/>
          <p:cNvSpPr>
            <a:spLocks noGrp="1"/>
          </p:cNvSpPr>
          <p:nvPr>
            <p:ph type="body" sz="quarter" idx="12"/>
          </p:nvPr>
        </p:nvSpPr>
        <p:spPr>
          <a:xfrm>
            <a:off x="4680000" y="1237098"/>
            <a:ext cx="408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9"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162786683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ody and Content Right 1">
    <p:spTree>
      <p:nvGrpSpPr>
        <p:cNvPr id="1" name=""/>
        <p:cNvGrpSpPr/>
        <p:nvPr/>
      </p:nvGrpSpPr>
      <p:grpSpPr>
        <a:xfrm>
          <a:off x="0" y="0"/>
          <a:ext cx="0" cy="0"/>
          <a:chOff x="0" y="0"/>
          <a:chExt cx="0" cy="0"/>
        </a:xfrm>
      </p:grpSpPr>
      <p:sp>
        <p:nvSpPr>
          <p:cNvPr id="7" name="Text Placeholder 3"/>
          <p:cNvSpPr>
            <a:spLocks noGrp="1"/>
          </p:cNvSpPr>
          <p:nvPr>
            <p:ph type="body" sz="quarter" idx="11"/>
          </p:nvPr>
        </p:nvSpPr>
        <p:spPr>
          <a:xfrm>
            <a:off x="237600" y="1237099"/>
            <a:ext cx="408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9"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10"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6" name="Content Placeholder 2"/>
          <p:cNvSpPr>
            <a:spLocks noGrp="1"/>
          </p:cNvSpPr>
          <p:nvPr>
            <p:ph idx="15" hasCustomPrompt="1"/>
          </p:nvPr>
        </p:nvSpPr>
        <p:spPr>
          <a:xfrm>
            <a:off x="4680000" y="1234440"/>
            <a:ext cx="4086000" cy="1618488"/>
          </a:xfrm>
          <a:prstGeom prst="rect">
            <a:avLst/>
          </a:prstGeom>
        </p:spPr>
        <p:txBody>
          <a:bodyPr/>
          <a:lstStyle>
            <a:lvl1pPr marL="180002" indent="-180002">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200586250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ody and Content Right 2">
    <p:spTree>
      <p:nvGrpSpPr>
        <p:cNvPr id="1" name=""/>
        <p:cNvGrpSpPr/>
        <p:nvPr/>
      </p:nvGrpSpPr>
      <p:grpSpPr>
        <a:xfrm>
          <a:off x="0" y="0"/>
          <a:ext cx="0" cy="0"/>
          <a:chOff x="0" y="0"/>
          <a:chExt cx="0" cy="0"/>
        </a:xfrm>
      </p:grpSpPr>
      <p:sp>
        <p:nvSpPr>
          <p:cNvPr id="7" name="Text Placeholder 3"/>
          <p:cNvSpPr>
            <a:spLocks noGrp="1"/>
          </p:cNvSpPr>
          <p:nvPr>
            <p:ph type="body" sz="quarter" idx="11"/>
          </p:nvPr>
        </p:nvSpPr>
        <p:spPr>
          <a:xfrm>
            <a:off x="237600" y="1237099"/>
            <a:ext cx="408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10"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11"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8" name="Content Placeholder 2"/>
          <p:cNvSpPr>
            <a:spLocks noGrp="1"/>
          </p:cNvSpPr>
          <p:nvPr>
            <p:ph idx="17" hasCustomPrompt="1"/>
          </p:nvPr>
        </p:nvSpPr>
        <p:spPr>
          <a:xfrm>
            <a:off x="4678499" y="2725591"/>
            <a:ext cx="4086000" cy="1618488"/>
          </a:xfrm>
          <a:prstGeom prst="rect">
            <a:avLst/>
          </a:prstGeom>
        </p:spPr>
        <p:txBody>
          <a:bodyPr/>
          <a:lstStyle>
            <a:lvl1pPr marL="180002" indent="-180002">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9" name="Content Placeholder 2"/>
          <p:cNvSpPr>
            <a:spLocks noGrp="1"/>
          </p:cNvSpPr>
          <p:nvPr>
            <p:ph idx="16" hasCustomPrompt="1"/>
          </p:nvPr>
        </p:nvSpPr>
        <p:spPr>
          <a:xfrm>
            <a:off x="4680000" y="1234440"/>
            <a:ext cx="4086000" cy="1371600"/>
          </a:xfrm>
          <a:prstGeom prst="rect">
            <a:avLst/>
          </a:prstGeom>
        </p:spPr>
        <p:txBody>
          <a:bodyPr/>
          <a:lstStyle>
            <a:lvl1pPr marL="180002" indent="-180002">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162410745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Double Content">
    <p:spTree>
      <p:nvGrpSpPr>
        <p:cNvPr id="1" name=""/>
        <p:cNvGrpSpPr/>
        <p:nvPr/>
      </p:nvGrpSpPr>
      <p:grpSpPr>
        <a:xfrm>
          <a:off x="0" y="0"/>
          <a:ext cx="0" cy="0"/>
          <a:chOff x="0" y="0"/>
          <a:chExt cx="0" cy="0"/>
        </a:xfrm>
      </p:grpSpPr>
      <p:sp>
        <p:nvSpPr>
          <p:cNvPr id="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8"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6" name="Content Placeholder 2"/>
          <p:cNvSpPr>
            <a:spLocks noGrp="1"/>
          </p:cNvSpPr>
          <p:nvPr>
            <p:ph idx="16" hasCustomPrompt="1"/>
          </p:nvPr>
        </p:nvSpPr>
        <p:spPr>
          <a:xfrm>
            <a:off x="237061" y="1234440"/>
            <a:ext cx="4086000" cy="1618488"/>
          </a:xfrm>
          <a:prstGeom prst="rect">
            <a:avLst/>
          </a:prstGeom>
        </p:spPr>
        <p:txBody>
          <a:bodyPr/>
          <a:lstStyle>
            <a:lvl1pPr marL="180002" indent="-180002">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11" name="Content Placeholder 2"/>
          <p:cNvSpPr>
            <a:spLocks noGrp="1"/>
          </p:cNvSpPr>
          <p:nvPr>
            <p:ph idx="17" hasCustomPrompt="1"/>
          </p:nvPr>
        </p:nvSpPr>
        <p:spPr>
          <a:xfrm>
            <a:off x="4680000" y="1234440"/>
            <a:ext cx="4086000" cy="1618488"/>
          </a:xfrm>
          <a:prstGeom prst="rect">
            <a:avLst/>
          </a:prstGeom>
        </p:spPr>
        <p:txBody>
          <a:bodyPr/>
          <a:lstStyle>
            <a:lvl1pPr marL="180002" indent="-180002">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186465155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riple Headings with Triple Content">
    <p:spTree>
      <p:nvGrpSpPr>
        <p:cNvPr id="1" name=""/>
        <p:cNvGrpSpPr/>
        <p:nvPr/>
      </p:nvGrpSpPr>
      <p:grpSpPr>
        <a:xfrm>
          <a:off x="0" y="0"/>
          <a:ext cx="0" cy="0"/>
          <a:chOff x="0" y="0"/>
          <a:chExt cx="0" cy="0"/>
        </a:xfrm>
      </p:grpSpPr>
      <p:sp>
        <p:nvSpPr>
          <p:cNvPr id="7" name="Text Placeholder 3"/>
          <p:cNvSpPr>
            <a:spLocks noGrp="1"/>
          </p:cNvSpPr>
          <p:nvPr>
            <p:ph type="body" sz="quarter" idx="11"/>
          </p:nvPr>
        </p:nvSpPr>
        <p:spPr>
          <a:xfrm>
            <a:off x="237600" y="1329335"/>
            <a:ext cx="2664000" cy="702000"/>
          </a:xfrm>
          <a:prstGeom prst="rect">
            <a:avLst/>
          </a:prstGeom>
        </p:spPr>
        <p:txBody>
          <a:bodyPr vert="horz"/>
          <a:lstStyle>
            <a:lvl1pPr marL="0" indent="0" algn="l">
              <a:spcBef>
                <a:spcPts val="0"/>
              </a:spcBef>
              <a:buNone/>
              <a:defRPr sz="1200" b="1"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8" name="Text Placeholder 3"/>
          <p:cNvSpPr>
            <a:spLocks noGrp="1"/>
          </p:cNvSpPr>
          <p:nvPr>
            <p:ph type="body" sz="quarter" idx="12"/>
          </p:nvPr>
        </p:nvSpPr>
        <p:spPr>
          <a:xfrm>
            <a:off x="6264000" y="1337391"/>
            <a:ext cx="2664000" cy="702000"/>
          </a:xfrm>
          <a:prstGeom prst="rect">
            <a:avLst/>
          </a:prstGeom>
        </p:spPr>
        <p:txBody>
          <a:bodyPr vert="horz"/>
          <a:lstStyle>
            <a:lvl1pPr marL="0" indent="0" algn="l">
              <a:spcBef>
                <a:spcPts val="0"/>
              </a:spcBef>
              <a:buNone/>
              <a:defRPr sz="1200" b="1"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13" name="Text Placeholder 3"/>
          <p:cNvSpPr>
            <a:spLocks noGrp="1"/>
          </p:cNvSpPr>
          <p:nvPr>
            <p:ph type="body" sz="quarter" idx="13"/>
          </p:nvPr>
        </p:nvSpPr>
        <p:spPr>
          <a:xfrm>
            <a:off x="3240000" y="1329335"/>
            <a:ext cx="2664000" cy="702000"/>
          </a:xfrm>
          <a:prstGeom prst="rect">
            <a:avLst/>
          </a:prstGeom>
        </p:spPr>
        <p:txBody>
          <a:bodyPr vert="horz"/>
          <a:lstStyle>
            <a:lvl1pPr marL="0" indent="0" algn="l">
              <a:spcBef>
                <a:spcPts val="0"/>
              </a:spcBef>
              <a:buNone/>
              <a:defRPr sz="1200" b="1"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15"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14"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11" name="Content Placeholder 2"/>
          <p:cNvSpPr>
            <a:spLocks noGrp="1"/>
          </p:cNvSpPr>
          <p:nvPr>
            <p:ph idx="17" hasCustomPrompt="1"/>
          </p:nvPr>
        </p:nvSpPr>
        <p:spPr>
          <a:xfrm>
            <a:off x="237600" y="2072820"/>
            <a:ext cx="2664000" cy="2015968"/>
          </a:xfrm>
          <a:prstGeom prst="rect">
            <a:avLst/>
          </a:prstGeom>
        </p:spPr>
        <p:txBody>
          <a:bodyPr/>
          <a:lstStyle>
            <a:lvl1pPr marL="180002" indent="-180002">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540007" indent="-180002">
              <a:lnSpc>
                <a:spcPct val="100000"/>
              </a:lnSpc>
              <a:spcBef>
                <a:spcPts val="0"/>
              </a:spcBef>
              <a:defRPr sz="14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16" name="Content Placeholder 2"/>
          <p:cNvSpPr>
            <a:spLocks noGrp="1"/>
          </p:cNvSpPr>
          <p:nvPr>
            <p:ph idx="18" hasCustomPrompt="1"/>
          </p:nvPr>
        </p:nvSpPr>
        <p:spPr>
          <a:xfrm>
            <a:off x="3250223" y="2072820"/>
            <a:ext cx="2664000" cy="2015968"/>
          </a:xfrm>
          <a:prstGeom prst="rect">
            <a:avLst/>
          </a:prstGeom>
        </p:spPr>
        <p:txBody>
          <a:bodyPr/>
          <a:lstStyle>
            <a:lvl1pPr marL="180002" indent="-180002">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540007" indent="-180002">
              <a:lnSpc>
                <a:spcPct val="100000"/>
              </a:lnSpc>
              <a:spcBef>
                <a:spcPts val="0"/>
              </a:spcBef>
              <a:defRPr sz="14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17" name="Content Placeholder 2"/>
          <p:cNvSpPr>
            <a:spLocks noGrp="1"/>
          </p:cNvSpPr>
          <p:nvPr>
            <p:ph idx="19" hasCustomPrompt="1"/>
          </p:nvPr>
        </p:nvSpPr>
        <p:spPr>
          <a:xfrm>
            <a:off x="6274223" y="2072820"/>
            <a:ext cx="2664000" cy="2015968"/>
          </a:xfrm>
          <a:prstGeom prst="rect">
            <a:avLst/>
          </a:prstGeom>
        </p:spPr>
        <p:txBody>
          <a:bodyPr/>
          <a:lstStyle>
            <a:lvl1pPr marL="180002" indent="-180002">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540007" indent="-180002">
              <a:lnSpc>
                <a:spcPct val="100000"/>
              </a:lnSpc>
              <a:spcBef>
                <a:spcPts val="0"/>
              </a:spcBef>
              <a:defRPr sz="14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223783323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Body and Picture Right 1">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237600" y="1237099"/>
            <a:ext cx="4086000" cy="702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19" name="Picture Placeholder 16"/>
          <p:cNvSpPr>
            <a:spLocks noGrp="1"/>
          </p:cNvSpPr>
          <p:nvPr>
            <p:ph type="pic" sz="quarter" idx="14"/>
          </p:nvPr>
        </p:nvSpPr>
        <p:spPr>
          <a:xfrm>
            <a:off x="4680000" y="1252800"/>
            <a:ext cx="4086000" cy="2835988"/>
          </a:xfrm>
          <a:prstGeom prst="rect">
            <a:avLst/>
          </a:prstGeom>
        </p:spPr>
        <p:txBody>
          <a:bodyPr vert="horz" lIns="0" tIns="0" rIns="0" bIns="0" anchor="ctr" anchorCtr="0"/>
          <a:lstStyle>
            <a:lvl1pPr marL="0" indent="0" algn="ctr">
              <a:spcBef>
                <a:spcPts val="0"/>
              </a:spcBef>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7"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262530219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Body and Picture Right 2">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237600" y="1237099"/>
            <a:ext cx="4086000" cy="702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19" name="Picture Placeholder 16"/>
          <p:cNvSpPr>
            <a:spLocks noGrp="1"/>
          </p:cNvSpPr>
          <p:nvPr>
            <p:ph type="pic" sz="quarter" idx="14"/>
          </p:nvPr>
        </p:nvSpPr>
        <p:spPr>
          <a:xfrm>
            <a:off x="4680000" y="1261267"/>
            <a:ext cx="4086000" cy="1485000"/>
          </a:xfrm>
          <a:prstGeom prst="rect">
            <a:avLst/>
          </a:prstGeom>
        </p:spPr>
        <p:txBody>
          <a:bodyPr vert="horz" lIns="0" tIns="0" rIns="0" bIns="0" anchor="ctr" anchorCtr="0"/>
          <a:lstStyle>
            <a:lvl1pPr marL="0" indent="0" algn="ctr">
              <a:spcBef>
                <a:spcPts val="0"/>
              </a:spcBef>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20" name="Picture Placeholder 16"/>
          <p:cNvSpPr>
            <a:spLocks noGrp="1"/>
          </p:cNvSpPr>
          <p:nvPr>
            <p:ph type="pic" sz="quarter" idx="15"/>
          </p:nvPr>
        </p:nvSpPr>
        <p:spPr>
          <a:xfrm>
            <a:off x="4680000" y="2904253"/>
            <a:ext cx="4086000" cy="1485000"/>
          </a:xfrm>
          <a:prstGeom prst="rect">
            <a:avLst/>
          </a:prstGeom>
        </p:spPr>
        <p:txBody>
          <a:bodyPr vert="horz" lIns="0" tIns="0" rIns="0" bIns="0" anchor="ctr" anchorCtr="0"/>
          <a:lstStyle>
            <a:lvl1pPr marL="0" indent="0" algn="ctr">
              <a:spcBef>
                <a:spcPts val="0"/>
              </a:spcBef>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8"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347613884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Body and Picture Lower 1">
    <p:spTree>
      <p:nvGrpSpPr>
        <p:cNvPr id="1" name=""/>
        <p:cNvGrpSpPr/>
        <p:nvPr/>
      </p:nvGrpSpPr>
      <p:grpSpPr>
        <a:xfrm>
          <a:off x="0" y="0"/>
          <a:ext cx="0" cy="0"/>
          <a:chOff x="0" y="0"/>
          <a:chExt cx="0" cy="0"/>
        </a:xfrm>
      </p:grpSpPr>
      <p:sp>
        <p:nvSpPr>
          <p:cNvPr id="22" name="Picture Placeholder 16"/>
          <p:cNvSpPr>
            <a:spLocks noGrp="1"/>
          </p:cNvSpPr>
          <p:nvPr>
            <p:ph type="pic" sz="quarter" idx="16"/>
          </p:nvPr>
        </p:nvSpPr>
        <p:spPr>
          <a:xfrm>
            <a:off x="327600" y="2766792"/>
            <a:ext cx="414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17" name="Text Placeholder 2"/>
          <p:cNvSpPr>
            <a:spLocks noGrp="1"/>
          </p:cNvSpPr>
          <p:nvPr>
            <p:ph type="body" sz="quarter" idx="13"/>
          </p:nvPr>
        </p:nvSpPr>
        <p:spPr>
          <a:xfrm>
            <a:off x="236537" y="1237097"/>
            <a:ext cx="7056000" cy="1440000"/>
          </a:xfrm>
          <a:prstGeom prst="rect">
            <a:avLst/>
          </a:prstGeom>
        </p:spPr>
        <p:txBody>
          <a:bodyPr vert="horz"/>
          <a:lstStyle>
            <a:lvl1pPr marL="0" marR="0" indent="0" algn="l" defTabSz="685808" rtl="0" eaLnBrk="1" fontAlgn="base" latinLnBrk="0" hangingPunct="1">
              <a:lnSpc>
                <a:spcPct val="100000"/>
              </a:lnSpc>
              <a:spcBef>
                <a:spcPts val="0"/>
              </a:spcBef>
              <a:spcAft>
                <a:spcPts val="0"/>
              </a:spcAft>
              <a:buClrTx/>
              <a:buSzTx/>
              <a:buFontTx/>
              <a:buNone/>
              <a:tabLst/>
              <a:defRPr sz="1800">
                <a:solidFill>
                  <a:schemeClr val="tx1"/>
                </a:solidFill>
                <a:latin typeface="Arial" pitchFamily="34" charset="0"/>
                <a:cs typeface="Arial" pitchFamily="34" charset="0"/>
              </a:defRPr>
            </a:lvl1pPr>
            <a:lvl2pPr marL="198838" marR="0" indent="-197647" algn="l" defTabSz="685808" rtl="0" eaLnBrk="1" fontAlgn="base" latinLnBrk="0" hangingPunct="1">
              <a:lnSpc>
                <a:spcPct val="90000"/>
              </a:lnSpc>
              <a:spcBef>
                <a:spcPct val="0"/>
              </a:spcBef>
              <a:spcAft>
                <a:spcPct val="0"/>
              </a:spcAft>
              <a:buClrTx/>
              <a:buSzTx/>
              <a:buFontTx/>
              <a:buChar char="•"/>
              <a:tabLst/>
              <a:defRPr sz="1350"/>
            </a:lvl2pPr>
            <a:lvl3pPr marL="466731" marR="0" indent="-135733" algn="l" defTabSz="685808" rtl="0" eaLnBrk="1" fontAlgn="base" latinLnBrk="0" hangingPunct="1">
              <a:lnSpc>
                <a:spcPct val="90000"/>
              </a:lnSpc>
              <a:spcBef>
                <a:spcPct val="0"/>
              </a:spcBef>
              <a:spcAft>
                <a:spcPct val="0"/>
              </a:spcAft>
              <a:buClrTx/>
              <a:buSzTx/>
              <a:buFont typeface="Arial" charset="0"/>
              <a:buChar char="-"/>
              <a:tabLst/>
              <a:defRPr sz="1350"/>
            </a:lvl3pPr>
            <a:lvl4pPr marL="1243029" indent="-214316">
              <a:buFont typeface="Arial"/>
              <a:buChar char="•"/>
              <a:defRPr sz="1350"/>
            </a:lvl4pPr>
            <a:lvl5pPr marL="1585933" indent="-214316">
              <a:buFont typeface="Arial"/>
              <a:buChar char="•"/>
              <a:defRPr sz="1350"/>
            </a:lvl5pPr>
          </a:lstStyle>
          <a:p>
            <a:pPr lvl="0"/>
            <a:r>
              <a:rPr lang="en-GB" noProof="0"/>
              <a:t>Click to edit Master text styles</a:t>
            </a:r>
          </a:p>
        </p:txBody>
      </p:sp>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7"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164284130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Body and Picture Lower 2">
    <p:spTree>
      <p:nvGrpSpPr>
        <p:cNvPr id="1" name=""/>
        <p:cNvGrpSpPr/>
        <p:nvPr/>
      </p:nvGrpSpPr>
      <p:grpSpPr>
        <a:xfrm>
          <a:off x="0" y="0"/>
          <a:ext cx="0" cy="0"/>
          <a:chOff x="0" y="0"/>
          <a:chExt cx="0" cy="0"/>
        </a:xfrm>
      </p:grpSpPr>
      <p:sp>
        <p:nvSpPr>
          <p:cNvPr id="21" name="Picture Placeholder 16"/>
          <p:cNvSpPr>
            <a:spLocks noGrp="1"/>
          </p:cNvSpPr>
          <p:nvPr>
            <p:ph type="pic" sz="quarter" idx="15"/>
          </p:nvPr>
        </p:nvSpPr>
        <p:spPr>
          <a:xfrm>
            <a:off x="4618800" y="2766792"/>
            <a:ext cx="414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22" name="Picture Placeholder 16"/>
          <p:cNvSpPr>
            <a:spLocks noGrp="1"/>
          </p:cNvSpPr>
          <p:nvPr>
            <p:ph type="pic" sz="quarter" idx="16"/>
          </p:nvPr>
        </p:nvSpPr>
        <p:spPr>
          <a:xfrm>
            <a:off x="327600" y="2766792"/>
            <a:ext cx="414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17" name="Text Placeholder 2"/>
          <p:cNvSpPr>
            <a:spLocks noGrp="1"/>
          </p:cNvSpPr>
          <p:nvPr>
            <p:ph type="body" sz="quarter" idx="13"/>
          </p:nvPr>
        </p:nvSpPr>
        <p:spPr>
          <a:xfrm>
            <a:off x="236537" y="1237099"/>
            <a:ext cx="7056000" cy="1440000"/>
          </a:xfrm>
          <a:prstGeom prst="rect">
            <a:avLst/>
          </a:prstGeom>
        </p:spPr>
        <p:txBody>
          <a:bodyPr vert="horz"/>
          <a:lstStyle>
            <a:lvl1pPr marL="0" marR="0" indent="0" algn="l" defTabSz="685808" rtl="0" eaLnBrk="1" fontAlgn="base" latinLnBrk="0" hangingPunct="1">
              <a:lnSpc>
                <a:spcPct val="100000"/>
              </a:lnSpc>
              <a:spcBef>
                <a:spcPts val="0"/>
              </a:spcBef>
              <a:spcAft>
                <a:spcPts val="0"/>
              </a:spcAft>
              <a:buClrTx/>
              <a:buSzTx/>
              <a:buFontTx/>
              <a:buNone/>
              <a:tabLst/>
              <a:defRPr sz="1800">
                <a:solidFill>
                  <a:schemeClr val="tx1"/>
                </a:solidFill>
                <a:latin typeface="Arial" pitchFamily="34" charset="0"/>
                <a:cs typeface="Arial" pitchFamily="34" charset="0"/>
              </a:defRPr>
            </a:lvl1pPr>
            <a:lvl2pPr marL="198838" marR="0" indent="-197647" algn="l" defTabSz="685808" rtl="0" eaLnBrk="1" fontAlgn="base" latinLnBrk="0" hangingPunct="1">
              <a:lnSpc>
                <a:spcPct val="90000"/>
              </a:lnSpc>
              <a:spcBef>
                <a:spcPct val="0"/>
              </a:spcBef>
              <a:spcAft>
                <a:spcPct val="0"/>
              </a:spcAft>
              <a:buClrTx/>
              <a:buSzTx/>
              <a:buFontTx/>
              <a:buChar char="•"/>
              <a:tabLst/>
              <a:defRPr sz="1350"/>
            </a:lvl2pPr>
            <a:lvl3pPr marL="466731" marR="0" indent="-135733" algn="l" defTabSz="685808" rtl="0" eaLnBrk="1" fontAlgn="base" latinLnBrk="0" hangingPunct="1">
              <a:lnSpc>
                <a:spcPct val="90000"/>
              </a:lnSpc>
              <a:spcBef>
                <a:spcPct val="0"/>
              </a:spcBef>
              <a:spcAft>
                <a:spcPct val="0"/>
              </a:spcAft>
              <a:buClrTx/>
              <a:buSzTx/>
              <a:buFont typeface="Arial" charset="0"/>
              <a:buChar char="-"/>
              <a:tabLst/>
              <a:defRPr sz="1350"/>
            </a:lvl3pPr>
            <a:lvl4pPr marL="1243029" indent="-214316">
              <a:buFont typeface="Arial"/>
              <a:buChar char="•"/>
              <a:defRPr sz="1350"/>
            </a:lvl4pPr>
            <a:lvl5pPr marL="1585933" indent="-214316">
              <a:buFont typeface="Arial"/>
              <a:buChar char="•"/>
              <a:defRPr sz="1350"/>
            </a:lvl5pPr>
          </a:lstStyle>
          <a:p>
            <a:pPr lvl="0"/>
            <a:r>
              <a:rPr lang="en-GB" noProof="0"/>
              <a:t>Click to edit Master text styles</a:t>
            </a:r>
          </a:p>
        </p:txBody>
      </p:sp>
      <p:sp>
        <p:nvSpPr>
          <p:cNvPr id="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8"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383475587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ody and Picture Lower 3">
    <p:spTree>
      <p:nvGrpSpPr>
        <p:cNvPr id="1" name=""/>
        <p:cNvGrpSpPr/>
        <p:nvPr/>
      </p:nvGrpSpPr>
      <p:grpSpPr>
        <a:xfrm>
          <a:off x="0" y="0"/>
          <a:ext cx="0" cy="0"/>
          <a:chOff x="0" y="0"/>
          <a:chExt cx="0" cy="0"/>
        </a:xfrm>
      </p:grpSpPr>
      <p:sp>
        <p:nvSpPr>
          <p:cNvPr id="17" name="Picture Placeholder 16"/>
          <p:cNvSpPr>
            <a:spLocks noGrp="1"/>
          </p:cNvSpPr>
          <p:nvPr>
            <p:ph type="pic" sz="quarter" idx="14"/>
          </p:nvPr>
        </p:nvSpPr>
        <p:spPr>
          <a:xfrm>
            <a:off x="327600" y="2766792"/>
            <a:ext cx="270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18" name="Picture Placeholder 16"/>
          <p:cNvSpPr>
            <a:spLocks noGrp="1"/>
          </p:cNvSpPr>
          <p:nvPr>
            <p:ph type="pic" sz="quarter" idx="15"/>
          </p:nvPr>
        </p:nvSpPr>
        <p:spPr>
          <a:xfrm>
            <a:off x="3201023" y="2766792"/>
            <a:ext cx="270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19" name="Picture Placeholder 16"/>
          <p:cNvSpPr>
            <a:spLocks noGrp="1"/>
          </p:cNvSpPr>
          <p:nvPr>
            <p:ph type="pic" sz="quarter" idx="16"/>
          </p:nvPr>
        </p:nvSpPr>
        <p:spPr>
          <a:xfrm>
            <a:off x="6067748" y="2766792"/>
            <a:ext cx="270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21" name="Text Placeholder 2"/>
          <p:cNvSpPr>
            <a:spLocks noGrp="1"/>
          </p:cNvSpPr>
          <p:nvPr>
            <p:ph type="body" sz="quarter" idx="13"/>
          </p:nvPr>
        </p:nvSpPr>
        <p:spPr>
          <a:xfrm>
            <a:off x="236537" y="1237098"/>
            <a:ext cx="7056000" cy="1440000"/>
          </a:xfrm>
          <a:prstGeom prst="rect">
            <a:avLst/>
          </a:prstGeom>
        </p:spPr>
        <p:txBody>
          <a:bodyPr vert="horz"/>
          <a:lstStyle>
            <a:lvl1pPr marL="0" marR="0" indent="0" algn="l" defTabSz="685808" rtl="0" eaLnBrk="1" fontAlgn="base" latinLnBrk="0" hangingPunct="1">
              <a:lnSpc>
                <a:spcPct val="100000"/>
              </a:lnSpc>
              <a:spcBef>
                <a:spcPts val="0"/>
              </a:spcBef>
              <a:spcAft>
                <a:spcPts val="0"/>
              </a:spcAft>
              <a:buClrTx/>
              <a:buSzTx/>
              <a:buFontTx/>
              <a:buNone/>
              <a:tabLst/>
              <a:defRPr sz="1800">
                <a:solidFill>
                  <a:schemeClr val="tx1"/>
                </a:solidFill>
                <a:latin typeface="Arial" pitchFamily="34" charset="0"/>
                <a:cs typeface="Arial" pitchFamily="34" charset="0"/>
              </a:defRPr>
            </a:lvl1pPr>
            <a:lvl2pPr marL="198838" marR="0" indent="-197647" algn="l" defTabSz="685808" rtl="0" eaLnBrk="1" fontAlgn="base" latinLnBrk="0" hangingPunct="1">
              <a:lnSpc>
                <a:spcPct val="90000"/>
              </a:lnSpc>
              <a:spcBef>
                <a:spcPct val="0"/>
              </a:spcBef>
              <a:spcAft>
                <a:spcPct val="0"/>
              </a:spcAft>
              <a:buClrTx/>
              <a:buSzTx/>
              <a:buFontTx/>
              <a:buChar char="•"/>
              <a:tabLst/>
              <a:defRPr sz="1350"/>
            </a:lvl2pPr>
            <a:lvl3pPr marL="466731" marR="0" indent="-135733" algn="l" defTabSz="685808" rtl="0" eaLnBrk="1" fontAlgn="base" latinLnBrk="0" hangingPunct="1">
              <a:lnSpc>
                <a:spcPct val="90000"/>
              </a:lnSpc>
              <a:spcBef>
                <a:spcPct val="0"/>
              </a:spcBef>
              <a:spcAft>
                <a:spcPct val="0"/>
              </a:spcAft>
              <a:buClrTx/>
              <a:buSzTx/>
              <a:buFont typeface="Arial" charset="0"/>
              <a:buChar char="-"/>
              <a:tabLst/>
              <a:defRPr sz="1350"/>
            </a:lvl3pPr>
            <a:lvl4pPr marL="1243029" indent="-214316">
              <a:buFont typeface="Arial"/>
              <a:buChar char="•"/>
              <a:defRPr sz="1350"/>
            </a:lvl4pPr>
            <a:lvl5pPr marL="1585933" indent="-214316">
              <a:buFont typeface="Arial"/>
              <a:buChar char="•"/>
              <a:defRPr sz="1350"/>
            </a:lvl5pPr>
          </a:lstStyle>
          <a:p>
            <a:pPr lvl="0"/>
            <a:r>
              <a:rPr lang="en-GB" noProof="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9"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306938600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ontents List">
    <p:spTree>
      <p:nvGrpSpPr>
        <p:cNvPr id="1" name=""/>
        <p:cNvGrpSpPr/>
        <p:nvPr/>
      </p:nvGrpSpPr>
      <p:grpSpPr>
        <a:xfrm>
          <a:off x="0" y="0"/>
          <a:ext cx="0" cy="0"/>
          <a:chOff x="0" y="0"/>
          <a:chExt cx="0" cy="0"/>
        </a:xfrm>
      </p:grpSpPr>
      <p:sp>
        <p:nvSpPr>
          <p:cNvPr id="7" name="Content Placeholder 2"/>
          <p:cNvSpPr>
            <a:spLocks noGrp="1"/>
          </p:cNvSpPr>
          <p:nvPr>
            <p:ph idx="1" hasCustomPrompt="1"/>
          </p:nvPr>
        </p:nvSpPr>
        <p:spPr>
          <a:xfrm>
            <a:off x="236538" y="1233071"/>
            <a:ext cx="8766175" cy="3172500"/>
          </a:xfrm>
          <a:prstGeom prst="rect">
            <a:avLst/>
          </a:prstGeom>
        </p:spPr>
        <p:txBody>
          <a:bodyPr/>
          <a:lstStyle>
            <a:lvl1pPr marL="269879" indent="-269879">
              <a:lnSpc>
                <a:spcPct val="100000"/>
              </a:lnSpc>
              <a:spcBef>
                <a:spcPts val="0"/>
              </a:spcBef>
              <a:buClrTx/>
              <a:buFont typeface="+mj-lt"/>
              <a:buAutoNum type="arabicPeriod"/>
              <a:defRPr sz="1800" b="1">
                <a:solidFill>
                  <a:schemeClr val="tx1"/>
                </a:solidFill>
                <a:latin typeface="Arial" pitchFamily="34" charset="0"/>
                <a:cs typeface="Arial" pitchFamily="34" charset="0"/>
              </a:defRPr>
            </a:lvl1pPr>
            <a:lvl2pPr marL="472506" indent="-135002">
              <a:lnSpc>
                <a:spcPct val="100000"/>
              </a:lnSpc>
              <a:spcBef>
                <a:spcPts val="0"/>
              </a:spcBef>
              <a:buClrTx/>
              <a:buFont typeface="Arial" pitchFamily="34" charset="0"/>
              <a:buChar char="•"/>
              <a:defRPr sz="160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6" indent="-135002">
              <a:defRPr sz="1050">
                <a:latin typeface="Arial" pitchFamily="34" charset="0"/>
                <a:cs typeface="Arial" pitchFamily="34" charset="0"/>
              </a:defRPr>
            </a:lvl4pPr>
            <a:lvl5pPr marL="467106">
              <a:defRPr sz="105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5"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9"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content title</a:t>
            </a:r>
          </a:p>
        </p:txBody>
      </p:sp>
    </p:spTree>
    <p:extLst>
      <p:ext uri="{BB962C8B-B14F-4D97-AF65-F5344CB8AC3E}">
        <p14:creationId xmlns:p14="http://schemas.microsoft.com/office/powerpoint/2010/main" val="419407199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6"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1142211220"/>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14438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26" Type="http://schemas.openxmlformats.org/officeDocument/2006/relationships/slideLayout" Target="../slideLayouts/slideLayout49.xml"/><Relationship Id="rId3" Type="http://schemas.openxmlformats.org/officeDocument/2006/relationships/slideLayout" Target="../slideLayouts/slideLayout26.xml"/><Relationship Id="rId21" Type="http://schemas.openxmlformats.org/officeDocument/2006/relationships/slideLayout" Target="../slideLayouts/slideLayout44.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5" Type="http://schemas.openxmlformats.org/officeDocument/2006/relationships/slideLayout" Target="../slideLayouts/slideLayout48.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29" Type="http://schemas.openxmlformats.org/officeDocument/2006/relationships/slideLayout" Target="../slideLayouts/slideLayout52.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slideLayout" Target="../slideLayouts/slideLayout47.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slideLayout" Target="../slideLayouts/slideLayout46.xml"/><Relationship Id="rId28" Type="http://schemas.openxmlformats.org/officeDocument/2006/relationships/slideLayout" Target="../slideLayouts/slideLayout51.xml"/><Relationship Id="rId10" Type="http://schemas.openxmlformats.org/officeDocument/2006/relationships/slideLayout" Target="../slideLayouts/slideLayout33.xml"/><Relationship Id="rId19" Type="http://schemas.openxmlformats.org/officeDocument/2006/relationships/slideLayout" Target="../slideLayouts/slideLayout42.xml"/><Relationship Id="rId31" Type="http://schemas.openxmlformats.org/officeDocument/2006/relationships/image" Target="../media/image1.jpeg"/><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slideLayout" Target="../slideLayouts/slideLayout45.xml"/><Relationship Id="rId27" Type="http://schemas.openxmlformats.org/officeDocument/2006/relationships/slideLayout" Target="../slideLayouts/slideLayout50.xml"/><Relationship Id="rId30"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55.xml"/><Relationship Id="rId7" Type="http://schemas.openxmlformats.org/officeDocument/2006/relationships/image" Target="../media/image1.jpeg"/><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theme" Target="../theme/theme3.xml"/><Relationship Id="rId5" Type="http://schemas.openxmlformats.org/officeDocument/2006/relationships/slideLayout" Target="../slideLayouts/slideLayout57.xml"/><Relationship Id="rId4" Type="http://schemas.openxmlformats.org/officeDocument/2006/relationships/slideLayout" Target="../slideLayouts/slideLayout5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18" Type="http://schemas.openxmlformats.org/officeDocument/2006/relationships/slideLayout" Target="../slideLayouts/slideLayout75.xml"/><Relationship Id="rId26" Type="http://schemas.openxmlformats.org/officeDocument/2006/relationships/slideLayout" Target="../slideLayouts/slideLayout83.xml"/><Relationship Id="rId3" Type="http://schemas.openxmlformats.org/officeDocument/2006/relationships/slideLayout" Target="../slideLayouts/slideLayout60.xml"/><Relationship Id="rId21" Type="http://schemas.openxmlformats.org/officeDocument/2006/relationships/slideLayout" Target="../slideLayouts/slideLayout78.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5" Type="http://schemas.openxmlformats.org/officeDocument/2006/relationships/slideLayout" Target="../slideLayouts/slideLayout82.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slideLayout" Target="../slideLayouts/slideLayout77.xml"/><Relationship Id="rId29" Type="http://schemas.openxmlformats.org/officeDocument/2006/relationships/image" Target="../media/image1.jpeg"/><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24" Type="http://schemas.openxmlformats.org/officeDocument/2006/relationships/slideLayout" Target="../slideLayouts/slideLayout81.xml"/><Relationship Id="rId5" Type="http://schemas.openxmlformats.org/officeDocument/2006/relationships/slideLayout" Target="../slideLayouts/slideLayout62.xml"/><Relationship Id="rId15" Type="http://schemas.openxmlformats.org/officeDocument/2006/relationships/slideLayout" Target="../slideLayouts/slideLayout72.xml"/><Relationship Id="rId23" Type="http://schemas.openxmlformats.org/officeDocument/2006/relationships/slideLayout" Target="../slideLayouts/slideLayout80.xml"/><Relationship Id="rId28" Type="http://schemas.openxmlformats.org/officeDocument/2006/relationships/theme" Target="../theme/theme4.xml"/><Relationship Id="rId10" Type="http://schemas.openxmlformats.org/officeDocument/2006/relationships/slideLayout" Target="../slideLayouts/slideLayout67.xml"/><Relationship Id="rId19" Type="http://schemas.openxmlformats.org/officeDocument/2006/relationships/slideLayout" Target="../slideLayouts/slideLayout76.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 Id="rId22" Type="http://schemas.openxmlformats.org/officeDocument/2006/relationships/slideLayout" Target="../slideLayouts/slideLayout79.xml"/><Relationship Id="rId27" Type="http://schemas.openxmlformats.org/officeDocument/2006/relationships/slideLayout" Target="../slideLayouts/slideLayout8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descr="AZ_SYMBOL_RGB.jpg"/>
          <p:cNvPicPr>
            <a:picLocks noChangeAspect="1"/>
          </p:cNvPicPr>
          <p:nvPr userDrawn="1"/>
        </p:nvPicPr>
        <p:blipFill>
          <a:blip r:embed="rId25" cstate="screen">
            <a:extLst>
              <a:ext uri="{28A0092B-C50C-407E-A947-70E740481C1C}">
                <a14:useLocalDpi xmlns:a14="http://schemas.microsoft.com/office/drawing/2010/main"/>
              </a:ext>
            </a:extLst>
          </a:blip>
          <a:stretch>
            <a:fillRect/>
          </a:stretch>
        </p:blipFill>
        <p:spPr>
          <a:xfrm>
            <a:off x="8440596" y="4497844"/>
            <a:ext cx="453600" cy="522161"/>
          </a:xfrm>
          <a:prstGeom prst="rect">
            <a:avLst/>
          </a:prstGeom>
        </p:spPr>
      </p:pic>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3211318905"/>
      </p:ext>
    </p:extLst>
  </p:cSld>
  <p:clrMap bg1="lt1" tx1="dk1" bg2="lt2" tx2="dk2" accent1="accent1" accent2="accent2" accent3="accent3" accent4="accent4" accent5="accent5" accent6="accent6" hlink="hlink" folHlink="folHlink"/>
  <p:sldLayoutIdLst>
    <p:sldLayoutId id="2147483752" r:id="rId1"/>
    <p:sldLayoutId id="2147483830" r:id="rId2"/>
    <p:sldLayoutId id="2147483828" r:id="rId3"/>
    <p:sldLayoutId id="2147483790" r:id="rId4"/>
    <p:sldLayoutId id="2147483792" r:id="rId5"/>
    <p:sldLayoutId id="2147483793" r:id="rId6"/>
    <p:sldLayoutId id="2147483824" r:id="rId7"/>
    <p:sldLayoutId id="2147483826" r:id="rId8"/>
    <p:sldLayoutId id="2147483794" r:id="rId9"/>
    <p:sldLayoutId id="2147483832" r:id="rId10"/>
    <p:sldLayoutId id="2147483842" r:id="rId11"/>
    <p:sldLayoutId id="2147483843" r:id="rId12"/>
    <p:sldLayoutId id="2147483844" r:id="rId13"/>
    <p:sldLayoutId id="2147483795" r:id="rId14"/>
    <p:sldLayoutId id="2147483796" r:id="rId15"/>
    <p:sldLayoutId id="2147483833" r:id="rId16"/>
    <p:sldLayoutId id="2147483837" r:id="rId17"/>
    <p:sldLayoutId id="2147483839" r:id="rId18"/>
    <p:sldLayoutId id="2147483797" r:id="rId19"/>
    <p:sldLayoutId id="2147483798" r:id="rId20"/>
    <p:sldLayoutId id="2147483799" r:id="rId21"/>
    <p:sldLayoutId id="2147483789" r:id="rId22"/>
    <p:sldLayoutId id="2147483849" r:id="rId23"/>
  </p:sldLayoutIdLst>
  <p:hf hdr="0" ftr="0" dt="0"/>
  <p:txStyles>
    <p:titleStyle>
      <a:lvl1pPr algn="ctr" defTabSz="457206" rtl="0" eaLnBrk="1" latinLnBrk="0" hangingPunct="1">
        <a:spcBef>
          <a:spcPct val="0"/>
        </a:spcBef>
        <a:buNone/>
        <a:defRPr sz="4400" kern="1200">
          <a:solidFill>
            <a:schemeClr val="tx1"/>
          </a:solidFill>
          <a:latin typeface="+mj-lt"/>
          <a:ea typeface="+mj-ea"/>
          <a:cs typeface="+mj-cs"/>
        </a:defRPr>
      </a:lvl1pPr>
    </p:titleStyle>
    <p:bodyStyle>
      <a:lvl1pPr marL="342905" indent="-342905" algn="l" defTabSz="457206" rtl="0" eaLnBrk="1" latinLnBrk="0" hangingPunct="1">
        <a:spcBef>
          <a:spcPct val="20000"/>
        </a:spcBef>
        <a:buFont typeface="Arial"/>
        <a:buChar char="•"/>
        <a:defRPr sz="3200" kern="1200">
          <a:solidFill>
            <a:schemeClr val="tx1"/>
          </a:solidFill>
          <a:latin typeface="+mn-lt"/>
          <a:ea typeface="+mn-ea"/>
          <a:cs typeface="+mn-cs"/>
        </a:defRPr>
      </a:lvl1pPr>
      <a:lvl2pPr marL="742960" indent="-285753" algn="l" defTabSz="457206" rtl="0" eaLnBrk="1" latinLnBrk="0" hangingPunct="1">
        <a:spcBef>
          <a:spcPct val="20000"/>
        </a:spcBef>
        <a:buFont typeface="Arial"/>
        <a:buChar char="–"/>
        <a:defRPr sz="2800" kern="1200">
          <a:solidFill>
            <a:schemeClr val="tx1"/>
          </a:solidFill>
          <a:latin typeface="+mn-lt"/>
          <a:ea typeface="+mn-ea"/>
          <a:cs typeface="+mn-cs"/>
        </a:defRPr>
      </a:lvl2pPr>
      <a:lvl3pPr marL="1143014" indent="-228603" algn="l" defTabSz="457206" rtl="0" eaLnBrk="1" latinLnBrk="0" hangingPunct="1">
        <a:spcBef>
          <a:spcPct val="20000"/>
        </a:spcBef>
        <a:buFont typeface="Arial"/>
        <a:buChar char="•"/>
        <a:defRPr sz="2400" kern="1200">
          <a:solidFill>
            <a:schemeClr val="tx1"/>
          </a:solidFill>
          <a:latin typeface="+mn-lt"/>
          <a:ea typeface="+mn-ea"/>
          <a:cs typeface="+mn-cs"/>
        </a:defRPr>
      </a:lvl3pPr>
      <a:lvl4pPr marL="1600220" indent="-228603" algn="l" defTabSz="457206" rtl="0" eaLnBrk="1" latinLnBrk="0" hangingPunct="1">
        <a:spcBef>
          <a:spcPct val="20000"/>
        </a:spcBef>
        <a:buFont typeface="Arial"/>
        <a:buChar char="–"/>
        <a:defRPr sz="2000" kern="1200">
          <a:solidFill>
            <a:schemeClr val="tx1"/>
          </a:solidFill>
          <a:latin typeface="+mn-lt"/>
          <a:ea typeface="+mn-ea"/>
          <a:cs typeface="+mn-cs"/>
        </a:defRPr>
      </a:lvl4pPr>
      <a:lvl5pPr marL="2057426" indent="-228603" algn="l" defTabSz="457206" rtl="0" eaLnBrk="1" latinLnBrk="0" hangingPunct="1">
        <a:spcBef>
          <a:spcPct val="20000"/>
        </a:spcBef>
        <a:buFont typeface="Arial"/>
        <a:buChar char="»"/>
        <a:defRPr sz="2000" kern="1200">
          <a:solidFill>
            <a:schemeClr val="tx1"/>
          </a:solidFill>
          <a:latin typeface="+mn-lt"/>
          <a:ea typeface="+mn-ea"/>
          <a:cs typeface="+mn-cs"/>
        </a:defRPr>
      </a:lvl5pPr>
      <a:lvl6pPr marL="2514632" indent="-228603" algn="l" defTabSz="457206" rtl="0" eaLnBrk="1" latinLnBrk="0" hangingPunct="1">
        <a:spcBef>
          <a:spcPct val="20000"/>
        </a:spcBef>
        <a:buFont typeface="Arial"/>
        <a:buChar char="•"/>
        <a:defRPr sz="2000" kern="1200">
          <a:solidFill>
            <a:schemeClr val="tx1"/>
          </a:solidFill>
          <a:latin typeface="+mn-lt"/>
          <a:ea typeface="+mn-ea"/>
          <a:cs typeface="+mn-cs"/>
        </a:defRPr>
      </a:lvl6pPr>
      <a:lvl7pPr marL="2971837" indent="-228603" algn="l" defTabSz="457206" rtl="0" eaLnBrk="1" latinLnBrk="0" hangingPunct="1">
        <a:spcBef>
          <a:spcPct val="20000"/>
        </a:spcBef>
        <a:buFont typeface="Arial"/>
        <a:buChar char="•"/>
        <a:defRPr sz="2000" kern="1200">
          <a:solidFill>
            <a:schemeClr val="tx1"/>
          </a:solidFill>
          <a:latin typeface="+mn-lt"/>
          <a:ea typeface="+mn-ea"/>
          <a:cs typeface="+mn-cs"/>
        </a:defRPr>
      </a:lvl7pPr>
      <a:lvl8pPr marL="3429043" indent="-228603" algn="l" defTabSz="457206" rtl="0" eaLnBrk="1" latinLnBrk="0" hangingPunct="1">
        <a:spcBef>
          <a:spcPct val="20000"/>
        </a:spcBef>
        <a:buFont typeface="Arial"/>
        <a:buChar char="•"/>
        <a:defRPr sz="2000" kern="1200">
          <a:solidFill>
            <a:schemeClr val="tx1"/>
          </a:solidFill>
          <a:latin typeface="+mn-lt"/>
          <a:ea typeface="+mn-ea"/>
          <a:cs typeface="+mn-cs"/>
        </a:defRPr>
      </a:lvl8pPr>
      <a:lvl9pPr marL="3886248" indent="-228603" algn="l" defTabSz="457206"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6" rtl="0" eaLnBrk="1" latinLnBrk="0" hangingPunct="1">
        <a:defRPr sz="1800" kern="1200">
          <a:solidFill>
            <a:schemeClr val="tx1"/>
          </a:solidFill>
          <a:latin typeface="+mn-lt"/>
          <a:ea typeface="+mn-ea"/>
          <a:cs typeface="+mn-cs"/>
        </a:defRPr>
      </a:lvl1pPr>
      <a:lvl2pPr marL="457206" algn="l" defTabSz="457206" rtl="0" eaLnBrk="1" latinLnBrk="0" hangingPunct="1">
        <a:defRPr sz="1800" kern="1200">
          <a:solidFill>
            <a:schemeClr val="tx1"/>
          </a:solidFill>
          <a:latin typeface="+mn-lt"/>
          <a:ea typeface="+mn-ea"/>
          <a:cs typeface="+mn-cs"/>
        </a:defRPr>
      </a:lvl2pPr>
      <a:lvl3pPr marL="914411" algn="l" defTabSz="457206" rtl="0" eaLnBrk="1" latinLnBrk="0" hangingPunct="1">
        <a:defRPr sz="1800" kern="1200">
          <a:solidFill>
            <a:schemeClr val="tx1"/>
          </a:solidFill>
          <a:latin typeface="+mn-lt"/>
          <a:ea typeface="+mn-ea"/>
          <a:cs typeface="+mn-cs"/>
        </a:defRPr>
      </a:lvl3pPr>
      <a:lvl4pPr marL="1371617" algn="l" defTabSz="457206" rtl="0" eaLnBrk="1" latinLnBrk="0" hangingPunct="1">
        <a:defRPr sz="1800" kern="1200">
          <a:solidFill>
            <a:schemeClr val="tx1"/>
          </a:solidFill>
          <a:latin typeface="+mn-lt"/>
          <a:ea typeface="+mn-ea"/>
          <a:cs typeface="+mn-cs"/>
        </a:defRPr>
      </a:lvl4pPr>
      <a:lvl5pPr marL="1828823" algn="l" defTabSz="457206" rtl="0" eaLnBrk="1" latinLnBrk="0" hangingPunct="1">
        <a:defRPr sz="1800" kern="1200">
          <a:solidFill>
            <a:schemeClr val="tx1"/>
          </a:solidFill>
          <a:latin typeface="+mn-lt"/>
          <a:ea typeface="+mn-ea"/>
          <a:cs typeface="+mn-cs"/>
        </a:defRPr>
      </a:lvl5pPr>
      <a:lvl6pPr marL="2286029" algn="l" defTabSz="457206" rtl="0" eaLnBrk="1" latinLnBrk="0" hangingPunct="1">
        <a:defRPr sz="1800" kern="1200">
          <a:solidFill>
            <a:schemeClr val="tx1"/>
          </a:solidFill>
          <a:latin typeface="+mn-lt"/>
          <a:ea typeface="+mn-ea"/>
          <a:cs typeface="+mn-cs"/>
        </a:defRPr>
      </a:lvl6pPr>
      <a:lvl7pPr marL="2743234" algn="l" defTabSz="457206" rtl="0" eaLnBrk="1" latinLnBrk="0" hangingPunct="1">
        <a:defRPr sz="1800" kern="1200">
          <a:solidFill>
            <a:schemeClr val="tx1"/>
          </a:solidFill>
          <a:latin typeface="+mn-lt"/>
          <a:ea typeface="+mn-ea"/>
          <a:cs typeface="+mn-cs"/>
        </a:defRPr>
      </a:lvl7pPr>
      <a:lvl8pPr marL="3200440" algn="l" defTabSz="457206" rtl="0" eaLnBrk="1" latinLnBrk="0" hangingPunct="1">
        <a:defRPr sz="1800" kern="1200">
          <a:solidFill>
            <a:schemeClr val="tx1"/>
          </a:solidFill>
          <a:latin typeface="+mn-lt"/>
          <a:ea typeface="+mn-ea"/>
          <a:cs typeface="+mn-cs"/>
        </a:defRPr>
      </a:lvl8pPr>
      <a:lvl9pPr marL="3657646" algn="l" defTabSz="457206"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pic>
        <p:nvPicPr>
          <p:cNvPr id="5" name="Picture 4" descr="AZ_SYMBOL_RGB.jpg"/>
          <p:cNvPicPr>
            <a:picLocks noChangeAspect="1"/>
          </p:cNvPicPr>
          <p:nvPr userDrawn="1"/>
        </p:nvPicPr>
        <p:blipFill>
          <a:blip r:embed="rId31" cstate="screen">
            <a:extLst>
              <a:ext uri="{28A0092B-C50C-407E-A947-70E740481C1C}">
                <a14:useLocalDpi xmlns:a14="http://schemas.microsoft.com/office/drawing/2010/main"/>
              </a:ext>
            </a:extLst>
          </a:blip>
          <a:stretch>
            <a:fillRect/>
          </a:stretch>
        </p:blipFill>
        <p:spPr>
          <a:xfrm>
            <a:off x="8440596" y="4497844"/>
            <a:ext cx="453600" cy="522161"/>
          </a:xfrm>
          <a:prstGeom prst="rect">
            <a:avLst/>
          </a:prstGeom>
        </p:spPr>
      </p:pic>
    </p:spTree>
    <p:extLst>
      <p:ext uri="{BB962C8B-B14F-4D97-AF65-F5344CB8AC3E}">
        <p14:creationId xmlns:p14="http://schemas.microsoft.com/office/powerpoint/2010/main" val="60529653"/>
      </p:ext>
    </p:extLst>
  </p:cSld>
  <p:clrMap bg1="lt1" tx1="dk1" bg2="lt2" tx2="dk2" accent1="accent1" accent2="accent2" accent3="accent3" accent4="accent4" accent5="accent5" accent6="accent6" hlink="hlink" folHlink="folHlink"/>
  <p:sldLayoutIdLst>
    <p:sldLayoutId id="2147483835" r:id="rId1"/>
    <p:sldLayoutId id="2147483831" r:id="rId2"/>
    <p:sldLayoutId id="2147483829" r:id="rId3"/>
    <p:sldLayoutId id="2147483812" r:id="rId4"/>
    <p:sldLayoutId id="2147483813" r:id="rId5"/>
    <p:sldLayoutId id="2147483814" r:id="rId6"/>
    <p:sldLayoutId id="2147483825" r:id="rId7"/>
    <p:sldLayoutId id="2147483827" r:id="rId8"/>
    <p:sldLayoutId id="2147483815" r:id="rId9"/>
    <p:sldLayoutId id="2147483811" r:id="rId10"/>
    <p:sldLayoutId id="2147483846" r:id="rId11"/>
    <p:sldLayoutId id="2147483845" r:id="rId12"/>
    <p:sldLayoutId id="2147483847" r:id="rId13"/>
    <p:sldLayoutId id="2147483806" r:id="rId14"/>
    <p:sldLayoutId id="2147483807" r:id="rId15"/>
    <p:sldLayoutId id="2147483841" r:id="rId16"/>
    <p:sldLayoutId id="2147483838" r:id="rId17"/>
    <p:sldLayoutId id="2147483840" r:id="rId18"/>
    <p:sldLayoutId id="2147483808" r:id="rId19"/>
    <p:sldLayoutId id="2147483809" r:id="rId20"/>
    <p:sldLayoutId id="2147483810" r:id="rId21"/>
    <p:sldLayoutId id="2147483816" r:id="rId22"/>
    <p:sldLayoutId id="2147483817" r:id="rId23"/>
    <p:sldLayoutId id="2147483818" r:id="rId24"/>
    <p:sldLayoutId id="2147483819" r:id="rId25"/>
    <p:sldLayoutId id="2147483820" r:id="rId26"/>
    <p:sldLayoutId id="2147483821" r:id="rId27"/>
    <p:sldLayoutId id="2147483822" r:id="rId28"/>
    <p:sldLayoutId id="2147483823" r:id="rId29"/>
  </p:sldLayoutIdLst>
  <p:hf hdr="0" ftr="0" dt="0"/>
  <p:txStyles>
    <p:titleStyle>
      <a:lvl1pPr algn="ctr" defTabSz="457206" rtl="0" eaLnBrk="1" latinLnBrk="0" hangingPunct="1">
        <a:spcBef>
          <a:spcPct val="0"/>
        </a:spcBef>
        <a:buNone/>
        <a:defRPr sz="4400" kern="1200">
          <a:solidFill>
            <a:schemeClr val="tx1"/>
          </a:solidFill>
          <a:latin typeface="+mj-lt"/>
          <a:ea typeface="+mj-ea"/>
          <a:cs typeface="+mj-cs"/>
        </a:defRPr>
      </a:lvl1pPr>
    </p:titleStyle>
    <p:bodyStyle>
      <a:lvl1pPr marL="342905" indent="-342905" algn="l" defTabSz="457206" rtl="0" eaLnBrk="1" latinLnBrk="0" hangingPunct="1">
        <a:spcBef>
          <a:spcPct val="20000"/>
        </a:spcBef>
        <a:buFont typeface="Arial"/>
        <a:buChar char="•"/>
        <a:defRPr sz="3200" kern="1200">
          <a:solidFill>
            <a:schemeClr val="tx1"/>
          </a:solidFill>
          <a:latin typeface="+mn-lt"/>
          <a:ea typeface="+mn-ea"/>
          <a:cs typeface="+mn-cs"/>
        </a:defRPr>
      </a:lvl1pPr>
      <a:lvl2pPr marL="742960" indent="-285753" algn="l" defTabSz="457206" rtl="0" eaLnBrk="1" latinLnBrk="0" hangingPunct="1">
        <a:spcBef>
          <a:spcPct val="20000"/>
        </a:spcBef>
        <a:buFont typeface="Arial"/>
        <a:buChar char="–"/>
        <a:defRPr sz="2800" kern="1200">
          <a:solidFill>
            <a:schemeClr val="tx1"/>
          </a:solidFill>
          <a:latin typeface="+mn-lt"/>
          <a:ea typeface="+mn-ea"/>
          <a:cs typeface="+mn-cs"/>
        </a:defRPr>
      </a:lvl2pPr>
      <a:lvl3pPr marL="1143014" indent="-228603" algn="l" defTabSz="457206" rtl="0" eaLnBrk="1" latinLnBrk="0" hangingPunct="1">
        <a:spcBef>
          <a:spcPct val="20000"/>
        </a:spcBef>
        <a:buFont typeface="Arial"/>
        <a:buChar char="•"/>
        <a:defRPr sz="2400" kern="1200">
          <a:solidFill>
            <a:schemeClr val="tx1"/>
          </a:solidFill>
          <a:latin typeface="+mn-lt"/>
          <a:ea typeface="+mn-ea"/>
          <a:cs typeface="+mn-cs"/>
        </a:defRPr>
      </a:lvl3pPr>
      <a:lvl4pPr marL="1600220" indent="-228603" algn="l" defTabSz="457206" rtl="0" eaLnBrk="1" latinLnBrk="0" hangingPunct="1">
        <a:spcBef>
          <a:spcPct val="20000"/>
        </a:spcBef>
        <a:buFont typeface="Arial"/>
        <a:buChar char="–"/>
        <a:defRPr sz="2000" kern="1200">
          <a:solidFill>
            <a:schemeClr val="tx1"/>
          </a:solidFill>
          <a:latin typeface="+mn-lt"/>
          <a:ea typeface="+mn-ea"/>
          <a:cs typeface="+mn-cs"/>
        </a:defRPr>
      </a:lvl4pPr>
      <a:lvl5pPr marL="2057426" indent="-228603" algn="l" defTabSz="457206" rtl="0" eaLnBrk="1" latinLnBrk="0" hangingPunct="1">
        <a:spcBef>
          <a:spcPct val="20000"/>
        </a:spcBef>
        <a:buFont typeface="Arial"/>
        <a:buChar char="»"/>
        <a:defRPr sz="2000" kern="1200">
          <a:solidFill>
            <a:schemeClr val="tx1"/>
          </a:solidFill>
          <a:latin typeface="+mn-lt"/>
          <a:ea typeface="+mn-ea"/>
          <a:cs typeface="+mn-cs"/>
        </a:defRPr>
      </a:lvl5pPr>
      <a:lvl6pPr marL="2514632" indent="-228603" algn="l" defTabSz="457206" rtl="0" eaLnBrk="1" latinLnBrk="0" hangingPunct="1">
        <a:spcBef>
          <a:spcPct val="20000"/>
        </a:spcBef>
        <a:buFont typeface="Arial"/>
        <a:buChar char="•"/>
        <a:defRPr sz="2000" kern="1200">
          <a:solidFill>
            <a:schemeClr val="tx1"/>
          </a:solidFill>
          <a:latin typeface="+mn-lt"/>
          <a:ea typeface="+mn-ea"/>
          <a:cs typeface="+mn-cs"/>
        </a:defRPr>
      </a:lvl6pPr>
      <a:lvl7pPr marL="2971837" indent="-228603" algn="l" defTabSz="457206" rtl="0" eaLnBrk="1" latinLnBrk="0" hangingPunct="1">
        <a:spcBef>
          <a:spcPct val="20000"/>
        </a:spcBef>
        <a:buFont typeface="Arial"/>
        <a:buChar char="•"/>
        <a:defRPr sz="2000" kern="1200">
          <a:solidFill>
            <a:schemeClr val="tx1"/>
          </a:solidFill>
          <a:latin typeface="+mn-lt"/>
          <a:ea typeface="+mn-ea"/>
          <a:cs typeface="+mn-cs"/>
        </a:defRPr>
      </a:lvl7pPr>
      <a:lvl8pPr marL="3429043" indent="-228603" algn="l" defTabSz="457206" rtl="0" eaLnBrk="1" latinLnBrk="0" hangingPunct="1">
        <a:spcBef>
          <a:spcPct val="20000"/>
        </a:spcBef>
        <a:buFont typeface="Arial"/>
        <a:buChar char="•"/>
        <a:defRPr sz="2000" kern="1200">
          <a:solidFill>
            <a:schemeClr val="tx1"/>
          </a:solidFill>
          <a:latin typeface="+mn-lt"/>
          <a:ea typeface="+mn-ea"/>
          <a:cs typeface="+mn-cs"/>
        </a:defRPr>
      </a:lvl8pPr>
      <a:lvl9pPr marL="3886248" indent="-228603" algn="l" defTabSz="457206"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6" rtl="0" eaLnBrk="1" latinLnBrk="0" hangingPunct="1">
        <a:defRPr sz="1800" kern="1200">
          <a:solidFill>
            <a:schemeClr val="tx1"/>
          </a:solidFill>
          <a:latin typeface="+mn-lt"/>
          <a:ea typeface="+mn-ea"/>
          <a:cs typeface="+mn-cs"/>
        </a:defRPr>
      </a:lvl1pPr>
      <a:lvl2pPr marL="457206" algn="l" defTabSz="457206" rtl="0" eaLnBrk="1" latinLnBrk="0" hangingPunct="1">
        <a:defRPr sz="1800" kern="1200">
          <a:solidFill>
            <a:schemeClr val="tx1"/>
          </a:solidFill>
          <a:latin typeface="+mn-lt"/>
          <a:ea typeface="+mn-ea"/>
          <a:cs typeface="+mn-cs"/>
        </a:defRPr>
      </a:lvl2pPr>
      <a:lvl3pPr marL="914411" algn="l" defTabSz="457206" rtl="0" eaLnBrk="1" latinLnBrk="0" hangingPunct="1">
        <a:defRPr sz="1800" kern="1200">
          <a:solidFill>
            <a:schemeClr val="tx1"/>
          </a:solidFill>
          <a:latin typeface="+mn-lt"/>
          <a:ea typeface="+mn-ea"/>
          <a:cs typeface="+mn-cs"/>
        </a:defRPr>
      </a:lvl3pPr>
      <a:lvl4pPr marL="1371617" algn="l" defTabSz="457206" rtl="0" eaLnBrk="1" latinLnBrk="0" hangingPunct="1">
        <a:defRPr sz="1800" kern="1200">
          <a:solidFill>
            <a:schemeClr val="tx1"/>
          </a:solidFill>
          <a:latin typeface="+mn-lt"/>
          <a:ea typeface="+mn-ea"/>
          <a:cs typeface="+mn-cs"/>
        </a:defRPr>
      </a:lvl4pPr>
      <a:lvl5pPr marL="1828823" algn="l" defTabSz="457206" rtl="0" eaLnBrk="1" latinLnBrk="0" hangingPunct="1">
        <a:defRPr sz="1800" kern="1200">
          <a:solidFill>
            <a:schemeClr val="tx1"/>
          </a:solidFill>
          <a:latin typeface="+mn-lt"/>
          <a:ea typeface="+mn-ea"/>
          <a:cs typeface="+mn-cs"/>
        </a:defRPr>
      </a:lvl5pPr>
      <a:lvl6pPr marL="2286029" algn="l" defTabSz="457206" rtl="0" eaLnBrk="1" latinLnBrk="0" hangingPunct="1">
        <a:defRPr sz="1800" kern="1200">
          <a:solidFill>
            <a:schemeClr val="tx1"/>
          </a:solidFill>
          <a:latin typeface="+mn-lt"/>
          <a:ea typeface="+mn-ea"/>
          <a:cs typeface="+mn-cs"/>
        </a:defRPr>
      </a:lvl6pPr>
      <a:lvl7pPr marL="2743234" algn="l" defTabSz="457206" rtl="0" eaLnBrk="1" latinLnBrk="0" hangingPunct="1">
        <a:defRPr sz="1800" kern="1200">
          <a:solidFill>
            <a:schemeClr val="tx1"/>
          </a:solidFill>
          <a:latin typeface="+mn-lt"/>
          <a:ea typeface="+mn-ea"/>
          <a:cs typeface="+mn-cs"/>
        </a:defRPr>
      </a:lvl7pPr>
      <a:lvl8pPr marL="3200440" algn="l" defTabSz="457206" rtl="0" eaLnBrk="1" latinLnBrk="0" hangingPunct="1">
        <a:defRPr sz="1800" kern="1200">
          <a:solidFill>
            <a:schemeClr val="tx1"/>
          </a:solidFill>
          <a:latin typeface="+mn-lt"/>
          <a:ea typeface="+mn-ea"/>
          <a:cs typeface="+mn-cs"/>
        </a:defRPr>
      </a:lvl8pPr>
      <a:lvl9pPr marL="3657646" algn="l" defTabSz="457206"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pic>
        <p:nvPicPr>
          <p:cNvPr id="5" name="Picture 4" descr="AZ_SYMBOL_RGB.jpg"/>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8440596" y="4497844"/>
            <a:ext cx="453600" cy="522161"/>
          </a:xfrm>
          <a:prstGeom prst="rect">
            <a:avLst/>
          </a:prstGeom>
        </p:spPr>
      </p:pic>
    </p:spTree>
    <p:extLst>
      <p:ext uri="{BB962C8B-B14F-4D97-AF65-F5344CB8AC3E}">
        <p14:creationId xmlns:p14="http://schemas.microsoft.com/office/powerpoint/2010/main" val="560800452"/>
      </p:ext>
    </p:extLst>
  </p:cSld>
  <p:clrMap bg1="lt1" tx1="dk1" bg2="lt2" tx2="dk2" accent1="accent1" accent2="accent2" accent3="accent3" accent4="accent4" accent5="accent5" accent6="accent6" hlink="hlink" folHlink="folHlink"/>
  <p:sldLayoutIdLst>
    <p:sldLayoutId id="2147483801" r:id="rId1"/>
    <p:sldLayoutId id="2147483802" r:id="rId2"/>
    <p:sldLayoutId id="2147483803" r:id="rId3"/>
    <p:sldLayoutId id="2147483804" r:id="rId4"/>
    <p:sldLayoutId id="2147483805" r:id="rId5"/>
  </p:sldLayoutIdLst>
  <p:hf hdr="0" ftr="0" dt="0"/>
  <p:txStyles>
    <p:titleStyle>
      <a:lvl1pPr algn="ctr" defTabSz="457206" rtl="0" eaLnBrk="1" latinLnBrk="0" hangingPunct="1">
        <a:spcBef>
          <a:spcPct val="0"/>
        </a:spcBef>
        <a:buNone/>
        <a:defRPr sz="4400" kern="1200">
          <a:solidFill>
            <a:schemeClr val="tx1"/>
          </a:solidFill>
          <a:latin typeface="+mj-lt"/>
          <a:ea typeface="+mj-ea"/>
          <a:cs typeface="+mj-cs"/>
        </a:defRPr>
      </a:lvl1pPr>
    </p:titleStyle>
    <p:bodyStyle>
      <a:lvl1pPr marL="342905" indent="-342905" algn="l" defTabSz="457206" rtl="0" eaLnBrk="1" latinLnBrk="0" hangingPunct="1">
        <a:spcBef>
          <a:spcPct val="20000"/>
        </a:spcBef>
        <a:buFont typeface="Arial"/>
        <a:buChar char="•"/>
        <a:defRPr sz="3200" kern="1200">
          <a:solidFill>
            <a:schemeClr val="tx1"/>
          </a:solidFill>
          <a:latin typeface="+mn-lt"/>
          <a:ea typeface="+mn-ea"/>
          <a:cs typeface="+mn-cs"/>
        </a:defRPr>
      </a:lvl1pPr>
      <a:lvl2pPr marL="742960" indent="-285753" algn="l" defTabSz="457206" rtl="0" eaLnBrk="1" latinLnBrk="0" hangingPunct="1">
        <a:spcBef>
          <a:spcPct val="20000"/>
        </a:spcBef>
        <a:buFont typeface="Arial"/>
        <a:buChar char="–"/>
        <a:defRPr sz="2800" kern="1200">
          <a:solidFill>
            <a:schemeClr val="tx1"/>
          </a:solidFill>
          <a:latin typeface="+mn-lt"/>
          <a:ea typeface="+mn-ea"/>
          <a:cs typeface="+mn-cs"/>
        </a:defRPr>
      </a:lvl2pPr>
      <a:lvl3pPr marL="1143014" indent="-228603" algn="l" defTabSz="457206" rtl="0" eaLnBrk="1" latinLnBrk="0" hangingPunct="1">
        <a:spcBef>
          <a:spcPct val="20000"/>
        </a:spcBef>
        <a:buFont typeface="Arial"/>
        <a:buChar char="•"/>
        <a:defRPr sz="2400" kern="1200">
          <a:solidFill>
            <a:schemeClr val="tx1"/>
          </a:solidFill>
          <a:latin typeface="+mn-lt"/>
          <a:ea typeface="+mn-ea"/>
          <a:cs typeface="+mn-cs"/>
        </a:defRPr>
      </a:lvl3pPr>
      <a:lvl4pPr marL="1600220" indent="-228603" algn="l" defTabSz="457206" rtl="0" eaLnBrk="1" latinLnBrk="0" hangingPunct="1">
        <a:spcBef>
          <a:spcPct val="20000"/>
        </a:spcBef>
        <a:buFont typeface="Arial"/>
        <a:buChar char="–"/>
        <a:defRPr sz="2000" kern="1200">
          <a:solidFill>
            <a:schemeClr val="tx1"/>
          </a:solidFill>
          <a:latin typeface="+mn-lt"/>
          <a:ea typeface="+mn-ea"/>
          <a:cs typeface="+mn-cs"/>
        </a:defRPr>
      </a:lvl4pPr>
      <a:lvl5pPr marL="2057426" indent="-228603" algn="l" defTabSz="457206" rtl="0" eaLnBrk="1" latinLnBrk="0" hangingPunct="1">
        <a:spcBef>
          <a:spcPct val="20000"/>
        </a:spcBef>
        <a:buFont typeface="Arial"/>
        <a:buChar char="»"/>
        <a:defRPr sz="2000" kern="1200">
          <a:solidFill>
            <a:schemeClr val="tx1"/>
          </a:solidFill>
          <a:latin typeface="+mn-lt"/>
          <a:ea typeface="+mn-ea"/>
          <a:cs typeface="+mn-cs"/>
        </a:defRPr>
      </a:lvl5pPr>
      <a:lvl6pPr marL="2514632" indent="-228603" algn="l" defTabSz="457206" rtl="0" eaLnBrk="1" latinLnBrk="0" hangingPunct="1">
        <a:spcBef>
          <a:spcPct val="20000"/>
        </a:spcBef>
        <a:buFont typeface="Arial"/>
        <a:buChar char="•"/>
        <a:defRPr sz="2000" kern="1200">
          <a:solidFill>
            <a:schemeClr val="tx1"/>
          </a:solidFill>
          <a:latin typeface="+mn-lt"/>
          <a:ea typeface="+mn-ea"/>
          <a:cs typeface="+mn-cs"/>
        </a:defRPr>
      </a:lvl6pPr>
      <a:lvl7pPr marL="2971837" indent="-228603" algn="l" defTabSz="457206" rtl="0" eaLnBrk="1" latinLnBrk="0" hangingPunct="1">
        <a:spcBef>
          <a:spcPct val="20000"/>
        </a:spcBef>
        <a:buFont typeface="Arial"/>
        <a:buChar char="•"/>
        <a:defRPr sz="2000" kern="1200">
          <a:solidFill>
            <a:schemeClr val="tx1"/>
          </a:solidFill>
          <a:latin typeface="+mn-lt"/>
          <a:ea typeface="+mn-ea"/>
          <a:cs typeface="+mn-cs"/>
        </a:defRPr>
      </a:lvl7pPr>
      <a:lvl8pPr marL="3429043" indent="-228603" algn="l" defTabSz="457206" rtl="0" eaLnBrk="1" latinLnBrk="0" hangingPunct="1">
        <a:spcBef>
          <a:spcPct val="20000"/>
        </a:spcBef>
        <a:buFont typeface="Arial"/>
        <a:buChar char="•"/>
        <a:defRPr sz="2000" kern="1200">
          <a:solidFill>
            <a:schemeClr val="tx1"/>
          </a:solidFill>
          <a:latin typeface="+mn-lt"/>
          <a:ea typeface="+mn-ea"/>
          <a:cs typeface="+mn-cs"/>
        </a:defRPr>
      </a:lvl8pPr>
      <a:lvl9pPr marL="3886248" indent="-228603" algn="l" defTabSz="457206"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6" rtl="0" eaLnBrk="1" latinLnBrk="0" hangingPunct="1">
        <a:defRPr sz="1800" kern="1200">
          <a:solidFill>
            <a:schemeClr val="tx1"/>
          </a:solidFill>
          <a:latin typeface="+mn-lt"/>
          <a:ea typeface="+mn-ea"/>
          <a:cs typeface="+mn-cs"/>
        </a:defRPr>
      </a:lvl1pPr>
      <a:lvl2pPr marL="457206" algn="l" defTabSz="457206" rtl="0" eaLnBrk="1" latinLnBrk="0" hangingPunct="1">
        <a:defRPr sz="1800" kern="1200">
          <a:solidFill>
            <a:schemeClr val="tx1"/>
          </a:solidFill>
          <a:latin typeface="+mn-lt"/>
          <a:ea typeface="+mn-ea"/>
          <a:cs typeface="+mn-cs"/>
        </a:defRPr>
      </a:lvl2pPr>
      <a:lvl3pPr marL="914411" algn="l" defTabSz="457206" rtl="0" eaLnBrk="1" latinLnBrk="0" hangingPunct="1">
        <a:defRPr sz="1800" kern="1200">
          <a:solidFill>
            <a:schemeClr val="tx1"/>
          </a:solidFill>
          <a:latin typeface="+mn-lt"/>
          <a:ea typeface="+mn-ea"/>
          <a:cs typeface="+mn-cs"/>
        </a:defRPr>
      </a:lvl3pPr>
      <a:lvl4pPr marL="1371617" algn="l" defTabSz="457206" rtl="0" eaLnBrk="1" latinLnBrk="0" hangingPunct="1">
        <a:defRPr sz="1800" kern="1200">
          <a:solidFill>
            <a:schemeClr val="tx1"/>
          </a:solidFill>
          <a:latin typeface="+mn-lt"/>
          <a:ea typeface="+mn-ea"/>
          <a:cs typeface="+mn-cs"/>
        </a:defRPr>
      </a:lvl4pPr>
      <a:lvl5pPr marL="1828823" algn="l" defTabSz="457206" rtl="0" eaLnBrk="1" latinLnBrk="0" hangingPunct="1">
        <a:defRPr sz="1800" kern="1200">
          <a:solidFill>
            <a:schemeClr val="tx1"/>
          </a:solidFill>
          <a:latin typeface="+mn-lt"/>
          <a:ea typeface="+mn-ea"/>
          <a:cs typeface="+mn-cs"/>
        </a:defRPr>
      </a:lvl5pPr>
      <a:lvl6pPr marL="2286029" algn="l" defTabSz="457206" rtl="0" eaLnBrk="1" latinLnBrk="0" hangingPunct="1">
        <a:defRPr sz="1800" kern="1200">
          <a:solidFill>
            <a:schemeClr val="tx1"/>
          </a:solidFill>
          <a:latin typeface="+mn-lt"/>
          <a:ea typeface="+mn-ea"/>
          <a:cs typeface="+mn-cs"/>
        </a:defRPr>
      </a:lvl6pPr>
      <a:lvl7pPr marL="2743234" algn="l" defTabSz="457206" rtl="0" eaLnBrk="1" latinLnBrk="0" hangingPunct="1">
        <a:defRPr sz="1800" kern="1200">
          <a:solidFill>
            <a:schemeClr val="tx1"/>
          </a:solidFill>
          <a:latin typeface="+mn-lt"/>
          <a:ea typeface="+mn-ea"/>
          <a:cs typeface="+mn-cs"/>
        </a:defRPr>
      </a:lvl7pPr>
      <a:lvl8pPr marL="3200440" algn="l" defTabSz="457206" rtl="0" eaLnBrk="1" latinLnBrk="0" hangingPunct="1">
        <a:defRPr sz="1800" kern="1200">
          <a:solidFill>
            <a:schemeClr val="tx1"/>
          </a:solidFill>
          <a:latin typeface="+mn-lt"/>
          <a:ea typeface="+mn-ea"/>
          <a:cs typeface="+mn-cs"/>
        </a:defRPr>
      </a:lvl8pPr>
      <a:lvl9pPr marL="3657646" algn="l" defTabSz="457206"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pic>
        <p:nvPicPr>
          <p:cNvPr id="4" name="Picture 3" descr="AZ_SYMBOL_RGB.jpg"/>
          <p:cNvPicPr>
            <a:picLocks noChangeAspect="1"/>
          </p:cNvPicPr>
          <p:nvPr userDrawn="1"/>
        </p:nvPicPr>
        <p:blipFill>
          <a:blip r:embed="rId29" cstate="screen">
            <a:extLst>
              <a:ext uri="{28A0092B-C50C-407E-A947-70E740481C1C}">
                <a14:useLocalDpi xmlns:a14="http://schemas.microsoft.com/office/drawing/2010/main"/>
              </a:ext>
            </a:extLst>
          </a:blip>
          <a:stretch>
            <a:fillRect/>
          </a:stretch>
        </p:blipFill>
        <p:spPr>
          <a:xfrm>
            <a:off x="8440596" y="4497844"/>
            <a:ext cx="453600" cy="522161"/>
          </a:xfrm>
          <a:prstGeom prst="rect">
            <a:avLst/>
          </a:prstGeom>
        </p:spPr>
      </p:pic>
    </p:spTree>
    <p:extLst>
      <p:ext uri="{BB962C8B-B14F-4D97-AF65-F5344CB8AC3E}">
        <p14:creationId xmlns:p14="http://schemas.microsoft.com/office/powerpoint/2010/main" val="525332996"/>
      </p:ext>
    </p:extLst>
  </p:cSld>
  <p:clrMap bg1="lt1" tx1="dk1" bg2="lt2" tx2="dk2" accent1="accent1" accent2="accent2" accent3="accent3" accent4="accent4" accent5="accent5" accent6="accent6" hlink="hlink" folHlink="folHlink"/>
  <p:sldLayoutIdLst>
    <p:sldLayoutId id="2147483676" r:id="rId1"/>
    <p:sldLayoutId id="2147483714" r:id="rId2"/>
    <p:sldLayoutId id="2147483720" r:id="rId3"/>
    <p:sldLayoutId id="2147483721" r:id="rId4"/>
    <p:sldLayoutId id="2147483722" r:id="rId5"/>
    <p:sldLayoutId id="2147483723" r:id="rId6"/>
    <p:sldLayoutId id="2147483724" r:id="rId7"/>
    <p:sldLayoutId id="2147483684" r:id="rId8"/>
    <p:sldLayoutId id="2147483765" r:id="rId9"/>
    <p:sldLayoutId id="2147483766" r:id="rId10"/>
    <p:sldLayoutId id="2147483767" r:id="rId11"/>
    <p:sldLayoutId id="2147483768" r:id="rId12"/>
    <p:sldLayoutId id="2147483769" r:id="rId13"/>
    <p:sldLayoutId id="2147483770" r:id="rId14"/>
    <p:sldLayoutId id="2147483771" r:id="rId15"/>
    <p:sldLayoutId id="2147483772" r:id="rId16"/>
    <p:sldLayoutId id="2147483773" r:id="rId17"/>
    <p:sldLayoutId id="2147483774" r:id="rId18"/>
    <p:sldLayoutId id="2147483775" r:id="rId19"/>
    <p:sldLayoutId id="2147483776" r:id="rId20"/>
    <p:sldLayoutId id="2147483777" r:id="rId21"/>
    <p:sldLayoutId id="2147483778" r:id="rId22"/>
    <p:sldLayoutId id="2147483779" r:id="rId23"/>
    <p:sldLayoutId id="2147483780" r:id="rId24"/>
    <p:sldLayoutId id="2147483781" r:id="rId25"/>
    <p:sldLayoutId id="2147483782" r:id="rId26"/>
    <p:sldLayoutId id="2147483783" r:id="rId27"/>
  </p:sldLayoutIdLst>
  <p:hf hdr="0" ftr="0" dt="0"/>
  <p:txStyles>
    <p:titleStyle>
      <a:lvl1pPr algn="ctr" defTabSz="457206" rtl="0" eaLnBrk="1" latinLnBrk="0" hangingPunct="1">
        <a:spcBef>
          <a:spcPct val="0"/>
        </a:spcBef>
        <a:buNone/>
        <a:defRPr sz="4400" kern="1200">
          <a:solidFill>
            <a:schemeClr val="tx1"/>
          </a:solidFill>
          <a:latin typeface="+mj-lt"/>
          <a:ea typeface="+mj-ea"/>
          <a:cs typeface="+mj-cs"/>
        </a:defRPr>
      </a:lvl1pPr>
    </p:titleStyle>
    <p:bodyStyle>
      <a:lvl1pPr marL="342905" indent="-342905" algn="l" defTabSz="457206" rtl="0" eaLnBrk="1" latinLnBrk="0" hangingPunct="1">
        <a:spcBef>
          <a:spcPct val="20000"/>
        </a:spcBef>
        <a:buFont typeface="Arial"/>
        <a:buChar char="•"/>
        <a:defRPr sz="3200" kern="1200">
          <a:solidFill>
            <a:schemeClr val="tx1"/>
          </a:solidFill>
          <a:latin typeface="+mn-lt"/>
          <a:ea typeface="+mn-ea"/>
          <a:cs typeface="+mn-cs"/>
        </a:defRPr>
      </a:lvl1pPr>
      <a:lvl2pPr marL="742960" indent="-285753" algn="l" defTabSz="457206" rtl="0" eaLnBrk="1" latinLnBrk="0" hangingPunct="1">
        <a:spcBef>
          <a:spcPct val="20000"/>
        </a:spcBef>
        <a:buFont typeface="Arial"/>
        <a:buChar char="–"/>
        <a:defRPr sz="2800" kern="1200">
          <a:solidFill>
            <a:schemeClr val="tx1"/>
          </a:solidFill>
          <a:latin typeface="+mn-lt"/>
          <a:ea typeface="+mn-ea"/>
          <a:cs typeface="+mn-cs"/>
        </a:defRPr>
      </a:lvl2pPr>
      <a:lvl3pPr marL="1143014" indent="-228603" algn="l" defTabSz="457206" rtl="0" eaLnBrk="1" latinLnBrk="0" hangingPunct="1">
        <a:spcBef>
          <a:spcPct val="20000"/>
        </a:spcBef>
        <a:buFont typeface="Arial"/>
        <a:buChar char="•"/>
        <a:defRPr sz="2400" kern="1200">
          <a:solidFill>
            <a:schemeClr val="tx1"/>
          </a:solidFill>
          <a:latin typeface="+mn-lt"/>
          <a:ea typeface="+mn-ea"/>
          <a:cs typeface="+mn-cs"/>
        </a:defRPr>
      </a:lvl3pPr>
      <a:lvl4pPr marL="1600220" indent="-228603" algn="l" defTabSz="457206" rtl="0" eaLnBrk="1" latinLnBrk="0" hangingPunct="1">
        <a:spcBef>
          <a:spcPct val="20000"/>
        </a:spcBef>
        <a:buFont typeface="Arial"/>
        <a:buChar char="–"/>
        <a:defRPr sz="2000" kern="1200">
          <a:solidFill>
            <a:schemeClr val="tx1"/>
          </a:solidFill>
          <a:latin typeface="+mn-lt"/>
          <a:ea typeface="+mn-ea"/>
          <a:cs typeface="+mn-cs"/>
        </a:defRPr>
      </a:lvl4pPr>
      <a:lvl5pPr marL="2057426" indent="-228603" algn="l" defTabSz="457206" rtl="0" eaLnBrk="1" latinLnBrk="0" hangingPunct="1">
        <a:spcBef>
          <a:spcPct val="20000"/>
        </a:spcBef>
        <a:buFont typeface="Arial"/>
        <a:buChar char="»"/>
        <a:defRPr sz="2000" kern="1200">
          <a:solidFill>
            <a:schemeClr val="tx1"/>
          </a:solidFill>
          <a:latin typeface="+mn-lt"/>
          <a:ea typeface="+mn-ea"/>
          <a:cs typeface="+mn-cs"/>
        </a:defRPr>
      </a:lvl5pPr>
      <a:lvl6pPr marL="2514632" indent="-228603" algn="l" defTabSz="457206" rtl="0" eaLnBrk="1" latinLnBrk="0" hangingPunct="1">
        <a:spcBef>
          <a:spcPct val="20000"/>
        </a:spcBef>
        <a:buFont typeface="Arial"/>
        <a:buChar char="•"/>
        <a:defRPr sz="2000" kern="1200">
          <a:solidFill>
            <a:schemeClr val="tx1"/>
          </a:solidFill>
          <a:latin typeface="+mn-lt"/>
          <a:ea typeface="+mn-ea"/>
          <a:cs typeface="+mn-cs"/>
        </a:defRPr>
      </a:lvl6pPr>
      <a:lvl7pPr marL="2971837" indent="-228603" algn="l" defTabSz="457206" rtl="0" eaLnBrk="1" latinLnBrk="0" hangingPunct="1">
        <a:spcBef>
          <a:spcPct val="20000"/>
        </a:spcBef>
        <a:buFont typeface="Arial"/>
        <a:buChar char="•"/>
        <a:defRPr sz="2000" kern="1200">
          <a:solidFill>
            <a:schemeClr val="tx1"/>
          </a:solidFill>
          <a:latin typeface="+mn-lt"/>
          <a:ea typeface="+mn-ea"/>
          <a:cs typeface="+mn-cs"/>
        </a:defRPr>
      </a:lvl7pPr>
      <a:lvl8pPr marL="3429043" indent="-228603" algn="l" defTabSz="457206" rtl="0" eaLnBrk="1" latinLnBrk="0" hangingPunct="1">
        <a:spcBef>
          <a:spcPct val="20000"/>
        </a:spcBef>
        <a:buFont typeface="Arial"/>
        <a:buChar char="•"/>
        <a:defRPr sz="2000" kern="1200">
          <a:solidFill>
            <a:schemeClr val="tx1"/>
          </a:solidFill>
          <a:latin typeface="+mn-lt"/>
          <a:ea typeface="+mn-ea"/>
          <a:cs typeface="+mn-cs"/>
        </a:defRPr>
      </a:lvl8pPr>
      <a:lvl9pPr marL="3886248" indent="-228603" algn="l" defTabSz="457206"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6" rtl="0" eaLnBrk="1" latinLnBrk="0" hangingPunct="1">
        <a:defRPr sz="1800" kern="1200">
          <a:solidFill>
            <a:schemeClr val="tx1"/>
          </a:solidFill>
          <a:latin typeface="+mn-lt"/>
          <a:ea typeface="+mn-ea"/>
          <a:cs typeface="+mn-cs"/>
        </a:defRPr>
      </a:lvl1pPr>
      <a:lvl2pPr marL="457206" algn="l" defTabSz="457206" rtl="0" eaLnBrk="1" latinLnBrk="0" hangingPunct="1">
        <a:defRPr sz="1800" kern="1200">
          <a:solidFill>
            <a:schemeClr val="tx1"/>
          </a:solidFill>
          <a:latin typeface="+mn-lt"/>
          <a:ea typeface="+mn-ea"/>
          <a:cs typeface="+mn-cs"/>
        </a:defRPr>
      </a:lvl2pPr>
      <a:lvl3pPr marL="914411" algn="l" defTabSz="457206" rtl="0" eaLnBrk="1" latinLnBrk="0" hangingPunct="1">
        <a:defRPr sz="1800" kern="1200">
          <a:solidFill>
            <a:schemeClr val="tx1"/>
          </a:solidFill>
          <a:latin typeface="+mn-lt"/>
          <a:ea typeface="+mn-ea"/>
          <a:cs typeface="+mn-cs"/>
        </a:defRPr>
      </a:lvl3pPr>
      <a:lvl4pPr marL="1371617" algn="l" defTabSz="457206" rtl="0" eaLnBrk="1" latinLnBrk="0" hangingPunct="1">
        <a:defRPr sz="1800" kern="1200">
          <a:solidFill>
            <a:schemeClr val="tx1"/>
          </a:solidFill>
          <a:latin typeface="+mn-lt"/>
          <a:ea typeface="+mn-ea"/>
          <a:cs typeface="+mn-cs"/>
        </a:defRPr>
      </a:lvl4pPr>
      <a:lvl5pPr marL="1828823" algn="l" defTabSz="457206" rtl="0" eaLnBrk="1" latinLnBrk="0" hangingPunct="1">
        <a:defRPr sz="1800" kern="1200">
          <a:solidFill>
            <a:schemeClr val="tx1"/>
          </a:solidFill>
          <a:latin typeface="+mn-lt"/>
          <a:ea typeface="+mn-ea"/>
          <a:cs typeface="+mn-cs"/>
        </a:defRPr>
      </a:lvl5pPr>
      <a:lvl6pPr marL="2286029" algn="l" defTabSz="457206" rtl="0" eaLnBrk="1" latinLnBrk="0" hangingPunct="1">
        <a:defRPr sz="1800" kern="1200">
          <a:solidFill>
            <a:schemeClr val="tx1"/>
          </a:solidFill>
          <a:latin typeface="+mn-lt"/>
          <a:ea typeface="+mn-ea"/>
          <a:cs typeface="+mn-cs"/>
        </a:defRPr>
      </a:lvl6pPr>
      <a:lvl7pPr marL="2743234" algn="l" defTabSz="457206" rtl="0" eaLnBrk="1" latinLnBrk="0" hangingPunct="1">
        <a:defRPr sz="1800" kern="1200">
          <a:solidFill>
            <a:schemeClr val="tx1"/>
          </a:solidFill>
          <a:latin typeface="+mn-lt"/>
          <a:ea typeface="+mn-ea"/>
          <a:cs typeface="+mn-cs"/>
        </a:defRPr>
      </a:lvl7pPr>
      <a:lvl8pPr marL="3200440" algn="l" defTabSz="457206" rtl="0" eaLnBrk="1" latinLnBrk="0" hangingPunct="1">
        <a:defRPr sz="1800" kern="1200">
          <a:solidFill>
            <a:schemeClr val="tx1"/>
          </a:solidFill>
          <a:latin typeface="+mn-lt"/>
          <a:ea typeface="+mn-ea"/>
          <a:cs typeface="+mn-cs"/>
        </a:defRPr>
      </a:lvl8pPr>
      <a:lvl9pPr marL="3657646" algn="l" defTabSz="45720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1.xml"/><Relationship Id="rId7" Type="http://schemas.openxmlformats.org/officeDocument/2006/relationships/diagramColors" Target="../diagrams/colors1.xml"/><Relationship Id="rId2" Type="http://schemas.openxmlformats.org/officeDocument/2006/relationships/slideLayout" Target="../slideLayouts/slideLayout23.xml"/><Relationship Id="rId1" Type="http://schemas.openxmlformats.org/officeDocument/2006/relationships/tags" Target="../tags/tag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3.xml"/><Relationship Id="rId4" Type="http://schemas.openxmlformats.org/officeDocument/2006/relationships/image" Target="../media/image3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5279317-EC92-BC41-BE68-4EEF909749CC}"/>
              </a:ext>
            </a:extLst>
          </p:cNvPr>
          <p:cNvSpPr>
            <a:spLocks noGrp="1"/>
          </p:cNvSpPr>
          <p:nvPr>
            <p:ph type="sldNum" sz="quarter" idx="4"/>
          </p:nvPr>
        </p:nvSpPr>
        <p:spPr/>
        <p:txBody>
          <a:bodyPr/>
          <a:lstStyle/>
          <a:p>
            <a:fld id="{3C4F54F3-C349-4609-AFEE-01462D5C7942}" type="slidenum">
              <a:rPr lang="en-GB" smtClean="0"/>
              <a:pPr/>
              <a:t>1</a:t>
            </a:fld>
            <a:endParaRPr lang="en-GB"/>
          </a:p>
        </p:txBody>
      </p:sp>
      <p:sp>
        <p:nvSpPr>
          <p:cNvPr id="3" name="Title 2">
            <a:extLst>
              <a:ext uri="{FF2B5EF4-FFF2-40B4-BE49-F238E27FC236}">
                <a16:creationId xmlns:a16="http://schemas.microsoft.com/office/drawing/2014/main" id="{6247929E-5976-7F4A-86A1-36EAD8BAD4E7}"/>
              </a:ext>
            </a:extLst>
          </p:cNvPr>
          <p:cNvSpPr>
            <a:spLocks noGrp="1"/>
          </p:cNvSpPr>
          <p:nvPr>
            <p:ph type="title"/>
          </p:nvPr>
        </p:nvSpPr>
        <p:spPr/>
        <p:txBody>
          <a:bodyPr/>
          <a:lstStyle/>
          <a:p>
            <a:r>
              <a:rPr lang="en-US" dirty="0"/>
              <a:t>Figures and tables for Design Basis for Common Framework</a:t>
            </a:r>
          </a:p>
        </p:txBody>
      </p:sp>
    </p:spTree>
    <p:extLst>
      <p:ext uri="{BB962C8B-B14F-4D97-AF65-F5344CB8AC3E}">
        <p14:creationId xmlns:p14="http://schemas.microsoft.com/office/powerpoint/2010/main" val="42443570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F39D91-F4C8-4960-A9F1-B227A2FC5251}"/>
              </a:ext>
            </a:extLst>
          </p:cNvPr>
          <p:cNvSpPr>
            <a:spLocks noGrp="1"/>
          </p:cNvSpPr>
          <p:nvPr>
            <p:ph type="sldNum" sz="quarter" idx="4"/>
          </p:nvPr>
        </p:nvSpPr>
        <p:spPr>
          <a:xfrm>
            <a:off x="273529" y="4876928"/>
            <a:ext cx="396000" cy="162000"/>
          </a:xfrm>
        </p:spPr>
        <p:txBody>
          <a:bodyPr/>
          <a:lstStyle/>
          <a:p>
            <a:fld id="{3C4F54F3-C349-4609-AFEE-01462D5C7942}" type="slidenum">
              <a:rPr lang="en-GB" smtClean="0"/>
              <a:pPr/>
              <a:t>2</a:t>
            </a:fld>
            <a:endParaRPr lang="en-GB"/>
          </a:p>
        </p:txBody>
      </p:sp>
      <p:sp>
        <p:nvSpPr>
          <p:cNvPr id="3" name="Title 2">
            <a:extLst>
              <a:ext uri="{FF2B5EF4-FFF2-40B4-BE49-F238E27FC236}">
                <a16:creationId xmlns:a16="http://schemas.microsoft.com/office/drawing/2014/main" id="{5ED5F057-2340-4553-9FBF-42E9A8F5F551}"/>
              </a:ext>
            </a:extLst>
          </p:cNvPr>
          <p:cNvSpPr>
            <a:spLocks noGrp="1"/>
          </p:cNvSpPr>
          <p:nvPr>
            <p:ph type="title"/>
          </p:nvPr>
        </p:nvSpPr>
        <p:spPr>
          <a:xfrm>
            <a:off x="237062" y="80384"/>
            <a:ext cx="8765651" cy="504000"/>
          </a:xfrm>
        </p:spPr>
        <p:txBody>
          <a:bodyPr/>
          <a:lstStyle/>
          <a:p>
            <a:r>
              <a:rPr lang="en-US" dirty="0"/>
              <a:t>Figure 1: Design basis for ICB for 0.5-40kg/day </a:t>
            </a:r>
          </a:p>
        </p:txBody>
      </p:sp>
      <p:graphicFrame>
        <p:nvGraphicFramePr>
          <p:cNvPr id="21" name="Diagram 20">
            <a:extLst>
              <a:ext uri="{FF2B5EF4-FFF2-40B4-BE49-F238E27FC236}">
                <a16:creationId xmlns:a16="http://schemas.microsoft.com/office/drawing/2014/main" id="{CB7AED5B-674F-904E-AC78-1345D7108333}"/>
              </a:ext>
            </a:extLst>
          </p:cNvPr>
          <p:cNvGraphicFramePr/>
          <p:nvPr>
            <p:custDataLst>
              <p:tags r:id="rId1"/>
            </p:custDataLst>
            <p:extLst>
              <p:ext uri="{D42A27DB-BD31-4B8C-83A1-F6EECF244321}">
                <p14:modId xmlns:p14="http://schemas.microsoft.com/office/powerpoint/2010/main" val="3360046987"/>
              </p:ext>
            </p:extLst>
          </p:nvPr>
        </p:nvGraphicFramePr>
        <p:xfrm>
          <a:off x="3545785" y="791494"/>
          <a:ext cx="1485581" cy="429749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9" name="TextBox 28">
            <a:extLst>
              <a:ext uri="{FF2B5EF4-FFF2-40B4-BE49-F238E27FC236}">
                <a16:creationId xmlns:a16="http://schemas.microsoft.com/office/drawing/2014/main" id="{4CF10644-113C-554C-B9E5-2E7C0803641D}"/>
              </a:ext>
            </a:extLst>
          </p:cNvPr>
          <p:cNvSpPr txBox="1"/>
          <p:nvPr/>
        </p:nvSpPr>
        <p:spPr>
          <a:xfrm>
            <a:off x="1920853" y="1723444"/>
            <a:ext cx="1308144" cy="523220"/>
          </a:xfrm>
          <a:prstGeom prst="rect">
            <a:avLst/>
          </a:prstGeom>
          <a:noFill/>
        </p:spPr>
        <p:txBody>
          <a:bodyPr wrap="square" rtlCol="0">
            <a:spAutoFit/>
          </a:bodyPr>
          <a:lstStyle/>
          <a:p>
            <a:pPr algn="ctr"/>
            <a:r>
              <a:rPr lang="en-US" sz="1400" dirty="0"/>
              <a:t>1-5L</a:t>
            </a:r>
          </a:p>
          <a:p>
            <a:pPr algn="ctr"/>
            <a:r>
              <a:rPr lang="en-US" sz="1400" dirty="0"/>
              <a:t>0.1 to 1 LPM</a:t>
            </a:r>
          </a:p>
        </p:txBody>
      </p:sp>
      <p:sp>
        <p:nvSpPr>
          <p:cNvPr id="30" name="TextBox 29">
            <a:extLst>
              <a:ext uri="{FF2B5EF4-FFF2-40B4-BE49-F238E27FC236}">
                <a16:creationId xmlns:a16="http://schemas.microsoft.com/office/drawing/2014/main" id="{CD713AD4-2B30-8044-AEAC-3B240A16F7FA}"/>
              </a:ext>
            </a:extLst>
          </p:cNvPr>
          <p:cNvSpPr txBox="1"/>
          <p:nvPr/>
        </p:nvSpPr>
        <p:spPr>
          <a:xfrm>
            <a:off x="1608023" y="573020"/>
            <a:ext cx="1933803" cy="523220"/>
          </a:xfrm>
          <a:prstGeom prst="rect">
            <a:avLst/>
          </a:prstGeom>
          <a:noFill/>
        </p:spPr>
        <p:txBody>
          <a:bodyPr wrap="square" rtlCol="0">
            <a:spAutoFit/>
          </a:bodyPr>
          <a:lstStyle/>
          <a:p>
            <a:pPr algn="ctr"/>
            <a:r>
              <a:rPr lang="en-US" sz="1400" u="sng" dirty="0"/>
              <a:t>Clinical Manufacturing</a:t>
            </a:r>
          </a:p>
          <a:p>
            <a:pPr algn="ctr"/>
            <a:r>
              <a:rPr lang="en-US" sz="1400" dirty="0"/>
              <a:t>0.1kg-0.5kg/day</a:t>
            </a:r>
          </a:p>
        </p:txBody>
      </p:sp>
      <p:sp>
        <p:nvSpPr>
          <p:cNvPr id="31" name="TextBox 30">
            <a:extLst>
              <a:ext uri="{FF2B5EF4-FFF2-40B4-BE49-F238E27FC236}">
                <a16:creationId xmlns:a16="http://schemas.microsoft.com/office/drawing/2014/main" id="{A057F73B-E58C-D34B-B32F-BF7A50D05489}"/>
              </a:ext>
            </a:extLst>
          </p:cNvPr>
          <p:cNvSpPr txBox="1"/>
          <p:nvPr/>
        </p:nvSpPr>
        <p:spPr>
          <a:xfrm>
            <a:off x="1920853" y="3199812"/>
            <a:ext cx="1308144" cy="523220"/>
          </a:xfrm>
          <a:prstGeom prst="rect">
            <a:avLst/>
          </a:prstGeom>
          <a:noFill/>
        </p:spPr>
        <p:txBody>
          <a:bodyPr wrap="square" rtlCol="0">
            <a:spAutoFit/>
          </a:bodyPr>
          <a:lstStyle/>
          <a:p>
            <a:pPr algn="ctr"/>
            <a:r>
              <a:rPr lang="en-US" sz="1400" dirty="0"/>
              <a:t>1L-5L</a:t>
            </a:r>
          </a:p>
          <a:p>
            <a:pPr algn="ctr"/>
            <a:r>
              <a:rPr lang="en-US" sz="1400" dirty="0"/>
              <a:t>0.1 to 1LPM</a:t>
            </a:r>
          </a:p>
        </p:txBody>
      </p:sp>
      <p:sp>
        <p:nvSpPr>
          <p:cNvPr id="32" name="TextBox 31">
            <a:extLst>
              <a:ext uri="{FF2B5EF4-FFF2-40B4-BE49-F238E27FC236}">
                <a16:creationId xmlns:a16="http://schemas.microsoft.com/office/drawing/2014/main" id="{2AFC852E-6EC0-A04F-A727-3EC3A2860868}"/>
              </a:ext>
            </a:extLst>
          </p:cNvPr>
          <p:cNvSpPr txBox="1"/>
          <p:nvPr/>
        </p:nvSpPr>
        <p:spPr>
          <a:xfrm>
            <a:off x="1920853" y="3719374"/>
            <a:ext cx="1308144" cy="523220"/>
          </a:xfrm>
          <a:prstGeom prst="rect">
            <a:avLst/>
          </a:prstGeom>
          <a:noFill/>
        </p:spPr>
        <p:txBody>
          <a:bodyPr wrap="square" rtlCol="0">
            <a:spAutoFit/>
          </a:bodyPr>
          <a:lstStyle/>
          <a:p>
            <a:pPr algn="ctr"/>
            <a:r>
              <a:rPr lang="en-US" sz="1400" dirty="0"/>
              <a:t>1L-5L</a:t>
            </a:r>
          </a:p>
          <a:p>
            <a:pPr algn="ctr"/>
            <a:r>
              <a:rPr lang="en-US" sz="1400" dirty="0"/>
              <a:t>0.1 to 1LPM</a:t>
            </a:r>
          </a:p>
        </p:txBody>
      </p:sp>
      <p:sp>
        <p:nvSpPr>
          <p:cNvPr id="33" name="TextBox 32">
            <a:extLst>
              <a:ext uri="{FF2B5EF4-FFF2-40B4-BE49-F238E27FC236}">
                <a16:creationId xmlns:a16="http://schemas.microsoft.com/office/drawing/2014/main" id="{B2DF1DD8-3D87-234D-9914-C948DFEDCBD5}"/>
              </a:ext>
            </a:extLst>
          </p:cNvPr>
          <p:cNvSpPr txBox="1"/>
          <p:nvPr/>
        </p:nvSpPr>
        <p:spPr>
          <a:xfrm>
            <a:off x="1193371" y="4241006"/>
            <a:ext cx="2735783" cy="523220"/>
          </a:xfrm>
          <a:prstGeom prst="rect">
            <a:avLst/>
          </a:prstGeom>
          <a:noFill/>
        </p:spPr>
        <p:txBody>
          <a:bodyPr wrap="square" rtlCol="0">
            <a:spAutoFit/>
          </a:bodyPr>
          <a:lstStyle/>
          <a:p>
            <a:pPr algn="ctr"/>
            <a:r>
              <a:rPr lang="en-US" sz="1400" dirty="0"/>
              <a:t>0.3-5m</a:t>
            </a:r>
            <a:r>
              <a:rPr lang="en-US" sz="1400" baseline="30000" dirty="0"/>
              <a:t>2 </a:t>
            </a:r>
            <a:r>
              <a:rPr lang="en-US" sz="1400" dirty="0"/>
              <a:t>changed daily</a:t>
            </a:r>
          </a:p>
          <a:p>
            <a:pPr algn="ctr"/>
            <a:r>
              <a:rPr lang="en-US" sz="1400" dirty="0"/>
              <a:t>1 to 10LPM</a:t>
            </a:r>
          </a:p>
        </p:txBody>
      </p:sp>
      <p:sp>
        <p:nvSpPr>
          <p:cNvPr id="34" name="TextBox 33">
            <a:extLst>
              <a:ext uri="{FF2B5EF4-FFF2-40B4-BE49-F238E27FC236}">
                <a16:creationId xmlns:a16="http://schemas.microsoft.com/office/drawing/2014/main" id="{4E74177D-C74C-2A4F-B09C-BF89290F458E}"/>
              </a:ext>
            </a:extLst>
          </p:cNvPr>
          <p:cNvSpPr txBox="1"/>
          <p:nvPr/>
        </p:nvSpPr>
        <p:spPr>
          <a:xfrm>
            <a:off x="1550430" y="4814768"/>
            <a:ext cx="2048991" cy="307777"/>
          </a:xfrm>
          <a:prstGeom prst="rect">
            <a:avLst/>
          </a:prstGeom>
          <a:noFill/>
        </p:spPr>
        <p:txBody>
          <a:bodyPr wrap="square" rtlCol="0">
            <a:spAutoFit/>
          </a:bodyPr>
          <a:lstStyle/>
          <a:p>
            <a:pPr algn="ctr"/>
            <a:r>
              <a:rPr lang="en-US" sz="1400" dirty="0"/>
              <a:t>1m</a:t>
            </a:r>
            <a:r>
              <a:rPr lang="en-US" sz="1400" baseline="30000" dirty="0"/>
              <a:t>2</a:t>
            </a:r>
            <a:endParaRPr lang="en-US" sz="1400" dirty="0"/>
          </a:p>
        </p:txBody>
      </p:sp>
      <p:sp>
        <p:nvSpPr>
          <p:cNvPr id="35" name="TextBox 34">
            <a:extLst>
              <a:ext uri="{FF2B5EF4-FFF2-40B4-BE49-F238E27FC236}">
                <a16:creationId xmlns:a16="http://schemas.microsoft.com/office/drawing/2014/main" id="{5C83EA7D-199F-8D44-8CBC-7D61C725A702}"/>
              </a:ext>
            </a:extLst>
          </p:cNvPr>
          <p:cNvSpPr txBox="1"/>
          <p:nvPr/>
        </p:nvSpPr>
        <p:spPr>
          <a:xfrm>
            <a:off x="5348154" y="541831"/>
            <a:ext cx="1933803" cy="523220"/>
          </a:xfrm>
          <a:prstGeom prst="rect">
            <a:avLst/>
          </a:prstGeom>
          <a:noFill/>
        </p:spPr>
        <p:txBody>
          <a:bodyPr wrap="square" rtlCol="0">
            <a:spAutoFit/>
          </a:bodyPr>
          <a:lstStyle/>
          <a:p>
            <a:pPr algn="ctr"/>
            <a:r>
              <a:rPr lang="en-US" sz="1400" u="sng" dirty="0"/>
              <a:t>130-500kg batch</a:t>
            </a:r>
          </a:p>
          <a:p>
            <a:pPr algn="ctr"/>
            <a:r>
              <a:rPr lang="en-US" sz="1400" dirty="0"/>
              <a:t>0.5kg-40kg/day</a:t>
            </a:r>
          </a:p>
        </p:txBody>
      </p:sp>
      <p:sp>
        <p:nvSpPr>
          <p:cNvPr id="38" name="TextBox 37">
            <a:extLst>
              <a:ext uri="{FF2B5EF4-FFF2-40B4-BE49-F238E27FC236}">
                <a16:creationId xmlns:a16="http://schemas.microsoft.com/office/drawing/2014/main" id="{9E3E1E33-A7E9-F646-9827-1F253445D4E1}"/>
              </a:ext>
            </a:extLst>
          </p:cNvPr>
          <p:cNvSpPr txBox="1"/>
          <p:nvPr/>
        </p:nvSpPr>
        <p:spPr>
          <a:xfrm>
            <a:off x="5661989" y="3199812"/>
            <a:ext cx="1308144" cy="523220"/>
          </a:xfrm>
          <a:prstGeom prst="rect">
            <a:avLst/>
          </a:prstGeom>
          <a:noFill/>
        </p:spPr>
        <p:txBody>
          <a:bodyPr wrap="square" rtlCol="0">
            <a:spAutoFit/>
          </a:bodyPr>
          <a:lstStyle/>
          <a:p>
            <a:pPr algn="ctr"/>
            <a:r>
              <a:rPr lang="en-US" sz="1400" dirty="0"/>
              <a:t>5L-30L</a:t>
            </a:r>
          </a:p>
          <a:p>
            <a:pPr algn="ctr"/>
            <a:r>
              <a:rPr lang="en-US" sz="1400" dirty="0"/>
              <a:t>1 to 13LPM</a:t>
            </a:r>
          </a:p>
        </p:txBody>
      </p:sp>
      <p:sp>
        <p:nvSpPr>
          <p:cNvPr id="40" name="TextBox 39">
            <a:extLst>
              <a:ext uri="{FF2B5EF4-FFF2-40B4-BE49-F238E27FC236}">
                <a16:creationId xmlns:a16="http://schemas.microsoft.com/office/drawing/2014/main" id="{2C0F6593-C55A-D54E-A4E2-7167A7082FE7}"/>
              </a:ext>
            </a:extLst>
          </p:cNvPr>
          <p:cNvSpPr txBox="1"/>
          <p:nvPr/>
        </p:nvSpPr>
        <p:spPr>
          <a:xfrm>
            <a:off x="5233315" y="4241006"/>
            <a:ext cx="2165493" cy="523220"/>
          </a:xfrm>
          <a:prstGeom prst="rect">
            <a:avLst/>
          </a:prstGeom>
          <a:noFill/>
        </p:spPr>
        <p:txBody>
          <a:bodyPr wrap="square" rtlCol="0">
            <a:spAutoFit/>
          </a:bodyPr>
          <a:lstStyle/>
          <a:p>
            <a:pPr algn="ctr"/>
            <a:r>
              <a:rPr lang="en-US" sz="1400" dirty="0"/>
              <a:t>0.3-5m</a:t>
            </a:r>
            <a:r>
              <a:rPr lang="en-US" sz="1400" baseline="30000" dirty="0"/>
              <a:t>2 </a:t>
            </a:r>
            <a:r>
              <a:rPr lang="en-US" sz="1400" dirty="0"/>
              <a:t>changed daily</a:t>
            </a:r>
          </a:p>
          <a:p>
            <a:pPr algn="ctr"/>
            <a:r>
              <a:rPr lang="en-US" sz="1400" dirty="0"/>
              <a:t>1 to 10LPM</a:t>
            </a:r>
          </a:p>
        </p:txBody>
      </p:sp>
      <p:sp>
        <p:nvSpPr>
          <p:cNvPr id="41" name="TextBox 40">
            <a:extLst>
              <a:ext uri="{FF2B5EF4-FFF2-40B4-BE49-F238E27FC236}">
                <a16:creationId xmlns:a16="http://schemas.microsoft.com/office/drawing/2014/main" id="{DC14A7B2-A85F-8E40-8450-7D28452D76E6}"/>
              </a:ext>
            </a:extLst>
          </p:cNvPr>
          <p:cNvSpPr txBox="1"/>
          <p:nvPr/>
        </p:nvSpPr>
        <p:spPr>
          <a:xfrm>
            <a:off x="4626974" y="4814768"/>
            <a:ext cx="3378174" cy="307777"/>
          </a:xfrm>
          <a:prstGeom prst="rect">
            <a:avLst/>
          </a:prstGeom>
          <a:noFill/>
        </p:spPr>
        <p:txBody>
          <a:bodyPr wrap="square" rtlCol="0">
            <a:spAutoFit/>
          </a:bodyPr>
          <a:lstStyle/>
          <a:p>
            <a:pPr algn="ctr"/>
            <a:r>
              <a:rPr lang="en-US" sz="1400" dirty="0"/>
              <a:t>1-4m</a:t>
            </a:r>
            <a:r>
              <a:rPr lang="en-US" sz="1400" baseline="30000" dirty="0"/>
              <a:t>2</a:t>
            </a:r>
            <a:r>
              <a:rPr lang="en-US" sz="1400" dirty="0"/>
              <a:t> operated daily if batch</a:t>
            </a:r>
          </a:p>
        </p:txBody>
      </p:sp>
      <p:sp>
        <p:nvSpPr>
          <p:cNvPr id="42" name="TextBox 41">
            <a:extLst>
              <a:ext uri="{FF2B5EF4-FFF2-40B4-BE49-F238E27FC236}">
                <a16:creationId xmlns:a16="http://schemas.microsoft.com/office/drawing/2014/main" id="{3A589E7C-CB24-A846-9F1C-EEEC848882E8}"/>
              </a:ext>
            </a:extLst>
          </p:cNvPr>
          <p:cNvSpPr txBox="1"/>
          <p:nvPr/>
        </p:nvSpPr>
        <p:spPr>
          <a:xfrm>
            <a:off x="1380292" y="1156339"/>
            <a:ext cx="2389267" cy="523220"/>
          </a:xfrm>
          <a:prstGeom prst="rect">
            <a:avLst/>
          </a:prstGeom>
          <a:noFill/>
        </p:spPr>
        <p:txBody>
          <a:bodyPr wrap="square" rtlCol="0">
            <a:spAutoFit/>
          </a:bodyPr>
          <a:lstStyle/>
          <a:p>
            <a:pPr algn="ctr"/>
            <a:r>
              <a:rPr lang="en-US" sz="1400" dirty="0"/>
              <a:t>7-15m</a:t>
            </a:r>
            <a:r>
              <a:rPr lang="en-US" sz="1400" baseline="30000" dirty="0"/>
              <a:t>2</a:t>
            </a:r>
            <a:endParaRPr lang="en-US" dirty="0"/>
          </a:p>
          <a:p>
            <a:pPr algn="ctr"/>
            <a:r>
              <a:rPr lang="en-US" sz="1400" dirty="0"/>
              <a:t>Cross flow &lt;90LPM</a:t>
            </a:r>
          </a:p>
        </p:txBody>
      </p:sp>
      <p:sp>
        <p:nvSpPr>
          <p:cNvPr id="43" name="TextBox 42">
            <a:extLst>
              <a:ext uri="{FF2B5EF4-FFF2-40B4-BE49-F238E27FC236}">
                <a16:creationId xmlns:a16="http://schemas.microsoft.com/office/drawing/2014/main" id="{507FA54B-13EC-3D48-9AFF-5BC7CCE9C387}"/>
              </a:ext>
            </a:extLst>
          </p:cNvPr>
          <p:cNvSpPr txBox="1"/>
          <p:nvPr/>
        </p:nvSpPr>
        <p:spPr>
          <a:xfrm>
            <a:off x="5248342" y="1156339"/>
            <a:ext cx="2135438" cy="523220"/>
          </a:xfrm>
          <a:prstGeom prst="rect">
            <a:avLst/>
          </a:prstGeom>
          <a:noFill/>
        </p:spPr>
        <p:txBody>
          <a:bodyPr wrap="square" rtlCol="0">
            <a:spAutoFit/>
          </a:bodyPr>
          <a:lstStyle/>
          <a:p>
            <a:pPr algn="ctr"/>
            <a:r>
              <a:rPr lang="en-US" sz="1400" dirty="0"/>
              <a:t>2x30m</a:t>
            </a:r>
            <a:r>
              <a:rPr lang="en-US" sz="1400" baseline="30000" dirty="0"/>
              <a:t>2</a:t>
            </a:r>
            <a:endParaRPr lang="en-US" dirty="0"/>
          </a:p>
          <a:p>
            <a:pPr algn="ctr"/>
            <a:r>
              <a:rPr lang="en-US" sz="1400" dirty="0"/>
              <a:t>Cross flow &lt;90PM</a:t>
            </a:r>
          </a:p>
        </p:txBody>
      </p:sp>
      <p:sp>
        <p:nvSpPr>
          <p:cNvPr id="23" name="TextBox 22">
            <a:extLst>
              <a:ext uri="{FF2B5EF4-FFF2-40B4-BE49-F238E27FC236}">
                <a16:creationId xmlns:a16="http://schemas.microsoft.com/office/drawing/2014/main" id="{74557252-1461-3C4C-9484-8A7A77747D16}"/>
              </a:ext>
            </a:extLst>
          </p:cNvPr>
          <p:cNvSpPr txBox="1"/>
          <p:nvPr/>
        </p:nvSpPr>
        <p:spPr>
          <a:xfrm>
            <a:off x="1920853" y="2667469"/>
            <a:ext cx="1308144" cy="523220"/>
          </a:xfrm>
          <a:prstGeom prst="rect">
            <a:avLst/>
          </a:prstGeom>
          <a:noFill/>
        </p:spPr>
        <p:txBody>
          <a:bodyPr wrap="square" rtlCol="0">
            <a:spAutoFit/>
          </a:bodyPr>
          <a:lstStyle/>
          <a:p>
            <a:pPr algn="ctr"/>
            <a:r>
              <a:rPr lang="en-US" sz="1400" dirty="0"/>
              <a:t>0.5m</a:t>
            </a:r>
            <a:r>
              <a:rPr lang="en-US" sz="1400" baseline="30000" dirty="0"/>
              <a:t>2</a:t>
            </a:r>
            <a:r>
              <a:rPr lang="en-US" sz="1400" dirty="0"/>
              <a:t> changed daily</a:t>
            </a:r>
          </a:p>
        </p:txBody>
      </p:sp>
      <p:sp>
        <p:nvSpPr>
          <p:cNvPr id="24" name="TextBox 23">
            <a:extLst>
              <a:ext uri="{FF2B5EF4-FFF2-40B4-BE49-F238E27FC236}">
                <a16:creationId xmlns:a16="http://schemas.microsoft.com/office/drawing/2014/main" id="{A5727E56-6868-1E4E-BDD3-12B8C0DACC12}"/>
              </a:ext>
            </a:extLst>
          </p:cNvPr>
          <p:cNvSpPr txBox="1"/>
          <p:nvPr/>
        </p:nvSpPr>
        <p:spPr>
          <a:xfrm>
            <a:off x="5661989" y="2667469"/>
            <a:ext cx="1308144" cy="523220"/>
          </a:xfrm>
          <a:prstGeom prst="rect">
            <a:avLst/>
          </a:prstGeom>
          <a:noFill/>
        </p:spPr>
        <p:txBody>
          <a:bodyPr wrap="square" rtlCol="0">
            <a:spAutoFit/>
          </a:bodyPr>
          <a:lstStyle/>
          <a:p>
            <a:pPr algn="ctr"/>
            <a:r>
              <a:rPr lang="en-US" sz="1400" dirty="0"/>
              <a:t>3-13m</a:t>
            </a:r>
            <a:r>
              <a:rPr lang="en-US" sz="1400" baseline="30000" dirty="0"/>
              <a:t>2</a:t>
            </a:r>
            <a:r>
              <a:rPr lang="en-US" sz="1400" dirty="0"/>
              <a:t> changed daily</a:t>
            </a:r>
          </a:p>
        </p:txBody>
      </p:sp>
      <p:sp>
        <p:nvSpPr>
          <p:cNvPr id="25" name="TextBox 24">
            <a:extLst>
              <a:ext uri="{FF2B5EF4-FFF2-40B4-BE49-F238E27FC236}">
                <a16:creationId xmlns:a16="http://schemas.microsoft.com/office/drawing/2014/main" id="{5BA7CD51-B9A4-EF4F-9E6E-2BC5955FE1F5}"/>
              </a:ext>
            </a:extLst>
          </p:cNvPr>
          <p:cNvSpPr txBox="1"/>
          <p:nvPr/>
        </p:nvSpPr>
        <p:spPr>
          <a:xfrm>
            <a:off x="5661989" y="1723444"/>
            <a:ext cx="1308144" cy="523220"/>
          </a:xfrm>
          <a:prstGeom prst="rect">
            <a:avLst/>
          </a:prstGeom>
          <a:noFill/>
        </p:spPr>
        <p:txBody>
          <a:bodyPr wrap="square" rtlCol="0">
            <a:spAutoFit/>
          </a:bodyPr>
          <a:lstStyle/>
          <a:p>
            <a:pPr algn="ctr"/>
            <a:r>
              <a:rPr lang="en-US" sz="1400" dirty="0"/>
              <a:t>5-50L</a:t>
            </a:r>
          </a:p>
          <a:p>
            <a:pPr algn="ctr"/>
            <a:r>
              <a:rPr lang="en-US" sz="1400" dirty="0"/>
              <a:t>1-13 LPM</a:t>
            </a:r>
          </a:p>
        </p:txBody>
      </p:sp>
      <p:sp>
        <p:nvSpPr>
          <p:cNvPr id="26" name="TextBox 25">
            <a:extLst>
              <a:ext uri="{FF2B5EF4-FFF2-40B4-BE49-F238E27FC236}">
                <a16:creationId xmlns:a16="http://schemas.microsoft.com/office/drawing/2014/main" id="{833B7BC8-68B3-FC49-9066-63C669579834}"/>
              </a:ext>
            </a:extLst>
          </p:cNvPr>
          <p:cNvSpPr txBox="1"/>
          <p:nvPr/>
        </p:nvSpPr>
        <p:spPr>
          <a:xfrm>
            <a:off x="5661989" y="3719374"/>
            <a:ext cx="1308144" cy="523220"/>
          </a:xfrm>
          <a:prstGeom prst="rect">
            <a:avLst/>
          </a:prstGeom>
          <a:noFill/>
        </p:spPr>
        <p:txBody>
          <a:bodyPr wrap="square" rtlCol="0">
            <a:spAutoFit/>
          </a:bodyPr>
          <a:lstStyle/>
          <a:p>
            <a:pPr algn="ctr"/>
            <a:r>
              <a:rPr lang="en-US" sz="1400" dirty="0"/>
              <a:t>5L-50L</a:t>
            </a:r>
          </a:p>
          <a:p>
            <a:pPr algn="ctr"/>
            <a:r>
              <a:rPr lang="en-US" sz="1400" dirty="0"/>
              <a:t>1 to 13LPM</a:t>
            </a:r>
          </a:p>
        </p:txBody>
      </p:sp>
    </p:spTree>
    <p:extLst>
      <p:ext uri="{BB962C8B-B14F-4D97-AF65-F5344CB8AC3E}">
        <p14:creationId xmlns:p14="http://schemas.microsoft.com/office/powerpoint/2010/main" val="3504619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EC0625B-A652-6545-BEE1-9A4032CFF35E}"/>
              </a:ext>
            </a:extLst>
          </p:cNvPr>
          <p:cNvSpPr>
            <a:spLocks noGrp="1"/>
          </p:cNvSpPr>
          <p:nvPr>
            <p:ph type="sldNum" sz="quarter" idx="4"/>
          </p:nvPr>
        </p:nvSpPr>
        <p:spPr>
          <a:xfrm>
            <a:off x="152476" y="4846980"/>
            <a:ext cx="396000" cy="162000"/>
          </a:xfrm>
        </p:spPr>
        <p:txBody>
          <a:bodyPr/>
          <a:lstStyle/>
          <a:p>
            <a:fld id="{3C4F54F3-C349-4609-AFEE-01462D5C7942}" type="slidenum">
              <a:rPr lang="en-GB" smtClean="0"/>
              <a:pPr/>
              <a:t>3</a:t>
            </a:fld>
            <a:endParaRPr lang="en-GB"/>
          </a:p>
        </p:txBody>
      </p:sp>
      <p:sp>
        <p:nvSpPr>
          <p:cNvPr id="2" name="Title 1">
            <a:extLst>
              <a:ext uri="{FF2B5EF4-FFF2-40B4-BE49-F238E27FC236}">
                <a16:creationId xmlns:a16="http://schemas.microsoft.com/office/drawing/2014/main" id="{D04B599B-3715-FA4E-B8D6-8BFE38D37A6A}"/>
              </a:ext>
            </a:extLst>
          </p:cNvPr>
          <p:cNvSpPr>
            <a:spLocks noGrp="1"/>
          </p:cNvSpPr>
          <p:nvPr>
            <p:ph type="title"/>
          </p:nvPr>
        </p:nvSpPr>
        <p:spPr/>
        <p:txBody>
          <a:bodyPr/>
          <a:lstStyle/>
          <a:p>
            <a:r>
              <a:rPr lang="en-US" dirty="0"/>
              <a:t>Figure 2: TFF Design</a:t>
            </a:r>
          </a:p>
        </p:txBody>
      </p:sp>
      <p:sp>
        <p:nvSpPr>
          <p:cNvPr id="9" name="TextBox 8">
            <a:extLst>
              <a:ext uri="{FF2B5EF4-FFF2-40B4-BE49-F238E27FC236}">
                <a16:creationId xmlns:a16="http://schemas.microsoft.com/office/drawing/2014/main" id="{9F906EC8-F7DE-0C40-8AF8-E30B14717BB5}"/>
              </a:ext>
            </a:extLst>
          </p:cNvPr>
          <p:cNvSpPr txBox="1"/>
          <p:nvPr/>
        </p:nvSpPr>
        <p:spPr>
          <a:xfrm>
            <a:off x="184219" y="2491731"/>
            <a:ext cx="1425398" cy="646331"/>
          </a:xfrm>
          <a:prstGeom prst="rect">
            <a:avLst/>
          </a:prstGeom>
          <a:noFill/>
        </p:spPr>
        <p:txBody>
          <a:bodyPr wrap="square" rtlCol="0">
            <a:spAutoFit/>
          </a:bodyPr>
          <a:lstStyle/>
          <a:p>
            <a:pPr algn="ctr"/>
            <a:r>
              <a:rPr lang="en-US" dirty="0"/>
              <a:t>TFF filter modules</a:t>
            </a:r>
          </a:p>
        </p:txBody>
      </p:sp>
      <p:sp>
        <p:nvSpPr>
          <p:cNvPr id="13" name="TextBox 12">
            <a:extLst>
              <a:ext uri="{FF2B5EF4-FFF2-40B4-BE49-F238E27FC236}">
                <a16:creationId xmlns:a16="http://schemas.microsoft.com/office/drawing/2014/main" id="{BB8D6F3A-074B-9841-91C1-A417238D3FF0}"/>
              </a:ext>
            </a:extLst>
          </p:cNvPr>
          <p:cNvSpPr txBox="1"/>
          <p:nvPr/>
        </p:nvSpPr>
        <p:spPr>
          <a:xfrm>
            <a:off x="-323545" y="4143543"/>
            <a:ext cx="2366482" cy="646331"/>
          </a:xfrm>
          <a:prstGeom prst="rect">
            <a:avLst/>
          </a:prstGeom>
          <a:noFill/>
        </p:spPr>
        <p:txBody>
          <a:bodyPr wrap="square" rtlCol="0">
            <a:spAutoFit/>
          </a:bodyPr>
          <a:lstStyle/>
          <a:p>
            <a:pPr algn="ctr"/>
            <a:r>
              <a:rPr lang="en-US" dirty="0"/>
              <a:t>From bioreactor</a:t>
            </a:r>
          </a:p>
          <a:p>
            <a:pPr algn="ctr"/>
            <a:r>
              <a:rPr lang="en-US" dirty="0"/>
              <a:t>90L/min</a:t>
            </a:r>
          </a:p>
        </p:txBody>
      </p:sp>
      <p:sp>
        <p:nvSpPr>
          <p:cNvPr id="51" name="TextBox 50">
            <a:extLst>
              <a:ext uri="{FF2B5EF4-FFF2-40B4-BE49-F238E27FC236}">
                <a16:creationId xmlns:a16="http://schemas.microsoft.com/office/drawing/2014/main" id="{F9806D16-6B78-2A4D-892D-FD6DDBFBECC6}"/>
              </a:ext>
            </a:extLst>
          </p:cNvPr>
          <p:cNvSpPr txBox="1"/>
          <p:nvPr/>
        </p:nvSpPr>
        <p:spPr>
          <a:xfrm>
            <a:off x="152476" y="616394"/>
            <a:ext cx="1677798" cy="369332"/>
          </a:xfrm>
          <a:prstGeom prst="rect">
            <a:avLst/>
          </a:prstGeom>
          <a:noFill/>
        </p:spPr>
        <p:txBody>
          <a:bodyPr wrap="square" rtlCol="0">
            <a:spAutoFit/>
          </a:bodyPr>
          <a:lstStyle/>
          <a:p>
            <a:pPr algn="ctr"/>
            <a:r>
              <a:rPr lang="en-US" dirty="0"/>
              <a:t>To bioreactor</a:t>
            </a:r>
          </a:p>
        </p:txBody>
      </p:sp>
      <p:sp>
        <p:nvSpPr>
          <p:cNvPr id="6" name="Rounded Rectangle 5">
            <a:extLst>
              <a:ext uri="{FF2B5EF4-FFF2-40B4-BE49-F238E27FC236}">
                <a16:creationId xmlns:a16="http://schemas.microsoft.com/office/drawing/2014/main" id="{00900A4A-3282-194B-990C-B74C22B15E84}"/>
              </a:ext>
            </a:extLst>
          </p:cNvPr>
          <p:cNvSpPr/>
          <p:nvPr/>
        </p:nvSpPr>
        <p:spPr>
          <a:xfrm>
            <a:off x="2396458" y="2843045"/>
            <a:ext cx="263666" cy="57083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DAC71709-01FB-1440-80B7-0D37A0F1404A}"/>
              </a:ext>
            </a:extLst>
          </p:cNvPr>
          <p:cNvSpPr/>
          <p:nvPr/>
        </p:nvSpPr>
        <p:spPr>
          <a:xfrm>
            <a:off x="2396458" y="2050038"/>
            <a:ext cx="263666" cy="57083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5AF52B89-E8F8-AF48-9C96-D187DA0C4322}"/>
              </a:ext>
            </a:extLst>
          </p:cNvPr>
          <p:cNvSpPr/>
          <p:nvPr/>
        </p:nvSpPr>
        <p:spPr>
          <a:xfrm>
            <a:off x="2396458" y="1257031"/>
            <a:ext cx="263666" cy="57083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00" dirty="0"/>
          </a:p>
        </p:txBody>
      </p:sp>
      <p:sp>
        <p:nvSpPr>
          <p:cNvPr id="14" name="Rounded Rectangle 13">
            <a:extLst>
              <a:ext uri="{FF2B5EF4-FFF2-40B4-BE49-F238E27FC236}">
                <a16:creationId xmlns:a16="http://schemas.microsoft.com/office/drawing/2014/main" id="{7D21E7F5-FABF-0942-A891-5E690EFC63CA}"/>
              </a:ext>
            </a:extLst>
          </p:cNvPr>
          <p:cNvSpPr/>
          <p:nvPr/>
        </p:nvSpPr>
        <p:spPr>
          <a:xfrm>
            <a:off x="2396458" y="3636051"/>
            <a:ext cx="263666" cy="57083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A667338B-0542-6647-8ACF-9BA364120EB4}"/>
              </a:ext>
            </a:extLst>
          </p:cNvPr>
          <p:cNvCxnSpPr>
            <a:stCxn id="14" idx="0"/>
            <a:endCxn id="6" idx="2"/>
          </p:cNvCxnSpPr>
          <p:nvPr/>
        </p:nvCxnSpPr>
        <p:spPr>
          <a:xfrm flipV="1">
            <a:off x="2528291" y="3413884"/>
            <a:ext cx="0" cy="222168"/>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1BA1DE6D-BB51-234E-BE67-34281D2B9D68}"/>
              </a:ext>
            </a:extLst>
          </p:cNvPr>
          <p:cNvCxnSpPr>
            <a:stCxn id="6" idx="0"/>
            <a:endCxn id="7" idx="2"/>
          </p:cNvCxnSpPr>
          <p:nvPr/>
        </p:nvCxnSpPr>
        <p:spPr>
          <a:xfrm flipV="1">
            <a:off x="2528291" y="2620877"/>
            <a:ext cx="0" cy="222168"/>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997C9EAB-5CF4-FA43-96EE-2DFCD44C15EA}"/>
              </a:ext>
            </a:extLst>
          </p:cNvPr>
          <p:cNvCxnSpPr>
            <a:stCxn id="7" idx="0"/>
            <a:endCxn id="8" idx="2"/>
          </p:cNvCxnSpPr>
          <p:nvPr/>
        </p:nvCxnSpPr>
        <p:spPr>
          <a:xfrm flipV="1">
            <a:off x="2528291" y="1827870"/>
            <a:ext cx="0" cy="222168"/>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40E59C26-BEB4-3540-8E66-81D3F441F500}"/>
              </a:ext>
            </a:extLst>
          </p:cNvPr>
          <p:cNvCxnSpPr>
            <a:cxnSpLocks/>
          </p:cNvCxnSpPr>
          <p:nvPr/>
        </p:nvCxnSpPr>
        <p:spPr>
          <a:xfrm>
            <a:off x="2660124" y="3810104"/>
            <a:ext cx="28543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807CD848-D1CC-C743-B46E-8B863DAFB93C}"/>
              </a:ext>
            </a:extLst>
          </p:cNvPr>
          <p:cNvCxnSpPr>
            <a:cxnSpLocks/>
          </p:cNvCxnSpPr>
          <p:nvPr/>
        </p:nvCxnSpPr>
        <p:spPr>
          <a:xfrm>
            <a:off x="2660124" y="2976385"/>
            <a:ext cx="28543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D4373F6E-0937-1045-8FFF-BFCD7CADA488}"/>
              </a:ext>
            </a:extLst>
          </p:cNvPr>
          <p:cNvCxnSpPr>
            <a:cxnSpLocks/>
          </p:cNvCxnSpPr>
          <p:nvPr/>
        </p:nvCxnSpPr>
        <p:spPr>
          <a:xfrm>
            <a:off x="2660124" y="2160901"/>
            <a:ext cx="28543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AB5C4716-A2BF-F446-808D-BF1725034E65}"/>
              </a:ext>
            </a:extLst>
          </p:cNvPr>
          <p:cNvCxnSpPr>
            <a:cxnSpLocks/>
          </p:cNvCxnSpPr>
          <p:nvPr/>
        </p:nvCxnSpPr>
        <p:spPr>
          <a:xfrm>
            <a:off x="2660124" y="1375344"/>
            <a:ext cx="28543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E93CE575-27FD-C54A-9FF0-9926288F7BBB}"/>
              </a:ext>
            </a:extLst>
          </p:cNvPr>
          <p:cNvSpPr/>
          <p:nvPr/>
        </p:nvSpPr>
        <p:spPr>
          <a:xfrm>
            <a:off x="2925377" y="3725162"/>
            <a:ext cx="105741" cy="16468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Isosceles Triangle 8">
            <a:extLst>
              <a:ext uri="{FF2B5EF4-FFF2-40B4-BE49-F238E27FC236}">
                <a16:creationId xmlns:a16="http://schemas.microsoft.com/office/drawing/2014/main" id="{FACCC557-0D13-E649-B198-75714E3CC26C}"/>
              </a:ext>
            </a:extLst>
          </p:cNvPr>
          <p:cNvSpPr/>
          <p:nvPr/>
        </p:nvSpPr>
        <p:spPr>
          <a:xfrm>
            <a:off x="2866602" y="3824060"/>
            <a:ext cx="223291" cy="864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C16F3139-4A57-8B47-86D9-6D41CB319D26}"/>
              </a:ext>
            </a:extLst>
          </p:cNvPr>
          <p:cNvSpPr/>
          <p:nvPr/>
        </p:nvSpPr>
        <p:spPr>
          <a:xfrm>
            <a:off x="2925377" y="2896947"/>
            <a:ext cx="105741" cy="16468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Isosceles Triangle 8">
            <a:extLst>
              <a:ext uri="{FF2B5EF4-FFF2-40B4-BE49-F238E27FC236}">
                <a16:creationId xmlns:a16="http://schemas.microsoft.com/office/drawing/2014/main" id="{E6157976-05E3-E24B-838E-B6977307528C}"/>
              </a:ext>
            </a:extLst>
          </p:cNvPr>
          <p:cNvSpPr/>
          <p:nvPr/>
        </p:nvSpPr>
        <p:spPr>
          <a:xfrm>
            <a:off x="2866602" y="2995845"/>
            <a:ext cx="223291" cy="864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7A4043F9-8201-3D41-A712-D379768AA3FC}"/>
              </a:ext>
            </a:extLst>
          </p:cNvPr>
          <p:cNvSpPr/>
          <p:nvPr/>
        </p:nvSpPr>
        <p:spPr>
          <a:xfrm>
            <a:off x="2925377" y="2083675"/>
            <a:ext cx="105741" cy="16468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Isosceles Triangle 8">
            <a:extLst>
              <a:ext uri="{FF2B5EF4-FFF2-40B4-BE49-F238E27FC236}">
                <a16:creationId xmlns:a16="http://schemas.microsoft.com/office/drawing/2014/main" id="{C07B5846-8B66-1848-8166-656461FC0B91}"/>
              </a:ext>
            </a:extLst>
          </p:cNvPr>
          <p:cNvSpPr/>
          <p:nvPr/>
        </p:nvSpPr>
        <p:spPr>
          <a:xfrm>
            <a:off x="2866602" y="2182573"/>
            <a:ext cx="223291" cy="864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5F82C33E-541C-A840-ACD3-501C29E26DDC}"/>
              </a:ext>
            </a:extLst>
          </p:cNvPr>
          <p:cNvSpPr/>
          <p:nvPr/>
        </p:nvSpPr>
        <p:spPr>
          <a:xfrm>
            <a:off x="2925377" y="1291192"/>
            <a:ext cx="105741" cy="16468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Isosceles Triangle 8">
            <a:extLst>
              <a:ext uri="{FF2B5EF4-FFF2-40B4-BE49-F238E27FC236}">
                <a16:creationId xmlns:a16="http://schemas.microsoft.com/office/drawing/2014/main" id="{54F59EB3-7A4A-5445-AFC4-19F0064894E9}"/>
              </a:ext>
            </a:extLst>
          </p:cNvPr>
          <p:cNvSpPr/>
          <p:nvPr/>
        </p:nvSpPr>
        <p:spPr>
          <a:xfrm>
            <a:off x="2866602" y="1390090"/>
            <a:ext cx="223291" cy="864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4BCF5846-6353-E840-A2C3-D6232ACCC3C3}"/>
              </a:ext>
            </a:extLst>
          </p:cNvPr>
          <p:cNvSpPr/>
          <p:nvPr/>
        </p:nvSpPr>
        <p:spPr>
          <a:xfrm>
            <a:off x="4079239" y="2562178"/>
            <a:ext cx="75189" cy="117397"/>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0" name="Elbow Connector 39">
            <a:extLst>
              <a:ext uri="{FF2B5EF4-FFF2-40B4-BE49-F238E27FC236}">
                <a16:creationId xmlns:a16="http://schemas.microsoft.com/office/drawing/2014/main" id="{B1CA6250-40BA-B344-B988-A775484B7E84}"/>
              </a:ext>
            </a:extLst>
          </p:cNvPr>
          <p:cNvCxnSpPr>
            <a:stCxn id="36" idx="6"/>
            <a:endCxn id="38" idx="2"/>
          </p:cNvCxnSpPr>
          <p:nvPr/>
        </p:nvCxnSpPr>
        <p:spPr>
          <a:xfrm>
            <a:off x="3031118" y="1373536"/>
            <a:ext cx="1048121" cy="1247341"/>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2" name="Elbow Connector 41">
            <a:extLst>
              <a:ext uri="{FF2B5EF4-FFF2-40B4-BE49-F238E27FC236}">
                <a16:creationId xmlns:a16="http://schemas.microsoft.com/office/drawing/2014/main" id="{8D0BFFBD-9025-9F4A-AC81-AD0559462EAD}"/>
              </a:ext>
            </a:extLst>
          </p:cNvPr>
          <p:cNvCxnSpPr>
            <a:stCxn id="33" idx="6"/>
            <a:endCxn id="38" idx="2"/>
          </p:cNvCxnSpPr>
          <p:nvPr/>
        </p:nvCxnSpPr>
        <p:spPr>
          <a:xfrm>
            <a:off x="3031118" y="2166019"/>
            <a:ext cx="1048121" cy="454858"/>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4" name="Elbow Connector 43">
            <a:extLst>
              <a:ext uri="{FF2B5EF4-FFF2-40B4-BE49-F238E27FC236}">
                <a16:creationId xmlns:a16="http://schemas.microsoft.com/office/drawing/2014/main" id="{99413BD6-93CC-6F4D-A1E1-3BAA7887CBDC}"/>
              </a:ext>
            </a:extLst>
          </p:cNvPr>
          <p:cNvCxnSpPr>
            <a:cxnSpLocks/>
            <a:stCxn id="30" idx="6"/>
            <a:endCxn id="38" idx="2"/>
          </p:cNvCxnSpPr>
          <p:nvPr/>
        </p:nvCxnSpPr>
        <p:spPr>
          <a:xfrm flipV="1">
            <a:off x="3031118" y="2620877"/>
            <a:ext cx="1048121" cy="358414"/>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6" name="Elbow Connector 45">
            <a:extLst>
              <a:ext uri="{FF2B5EF4-FFF2-40B4-BE49-F238E27FC236}">
                <a16:creationId xmlns:a16="http://schemas.microsoft.com/office/drawing/2014/main" id="{BAFADF59-98B6-904B-B737-A321720E730D}"/>
              </a:ext>
            </a:extLst>
          </p:cNvPr>
          <p:cNvCxnSpPr>
            <a:stCxn id="26" idx="6"/>
            <a:endCxn id="38" idx="2"/>
          </p:cNvCxnSpPr>
          <p:nvPr/>
        </p:nvCxnSpPr>
        <p:spPr>
          <a:xfrm flipV="1">
            <a:off x="3031118" y="2620877"/>
            <a:ext cx="1048121" cy="1186629"/>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8" name="Elbow Connector 47">
            <a:extLst>
              <a:ext uri="{FF2B5EF4-FFF2-40B4-BE49-F238E27FC236}">
                <a16:creationId xmlns:a16="http://schemas.microsoft.com/office/drawing/2014/main" id="{D53ABF74-D2F7-AE46-A878-63CB8478A67F}"/>
              </a:ext>
            </a:extLst>
          </p:cNvPr>
          <p:cNvCxnSpPr>
            <a:endCxn id="14" idx="2"/>
          </p:cNvCxnSpPr>
          <p:nvPr/>
        </p:nvCxnSpPr>
        <p:spPr>
          <a:xfrm flipV="1">
            <a:off x="1427214" y="4206890"/>
            <a:ext cx="1101076" cy="328454"/>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50" name="Elbow Connector 49">
            <a:extLst>
              <a:ext uri="{FF2B5EF4-FFF2-40B4-BE49-F238E27FC236}">
                <a16:creationId xmlns:a16="http://schemas.microsoft.com/office/drawing/2014/main" id="{EED1E3A7-FCBD-ED4E-9FE4-8955504FBC13}"/>
              </a:ext>
            </a:extLst>
          </p:cNvPr>
          <p:cNvCxnSpPr>
            <a:stCxn id="8" idx="0"/>
          </p:cNvCxnSpPr>
          <p:nvPr/>
        </p:nvCxnSpPr>
        <p:spPr>
          <a:xfrm rot="16200000" flipV="1">
            <a:off x="1852342" y="581081"/>
            <a:ext cx="136637" cy="1215262"/>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EF29AC4F-FAF3-994C-88A1-6A4B7CC3FAB8}"/>
              </a:ext>
            </a:extLst>
          </p:cNvPr>
          <p:cNvCxnSpPr>
            <a:cxnSpLocks/>
            <a:stCxn id="9" idx="3"/>
            <a:endCxn id="8" idx="1"/>
          </p:cNvCxnSpPr>
          <p:nvPr/>
        </p:nvCxnSpPr>
        <p:spPr>
          <a:xfrm flipV="1">
            <a:off x="1609617" y="1542450"/>
            <a:ext cx="786841" cy="1272447"/>
          </a:xfrm>
          <a:prstGeom prst="straightConnector1">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E8335AB1-E8F2-2848-8F4A-DCAEE402C7B1}"/>
              </a:ext>
            </a:extLst>
          </p:cNvPr>
          <p:cNvCxnSpPr>
            <a:cxnSpLocks/>
            <a:stCxn id="9" idx="3"/>
            <a:endCxn id="7" idx="1"/>
          </p:cNvCxnSpPr>
          <p:nvPr/>
        </p:nvCxnSpPr>
        <p:spPr>
          <a:xfrm flipV="1">
            <a:off x="1609617" y="2335457"/>
            <a:ext cx="786841" cy="479440"/>
          </a:xfrm>
          <a:prstGeom prst="straightConnector1">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A091470D-AB77-D64F-8C49-AECB9483E76F}"/>
              </a:ext>
            </a:extLst>
          </p:cNvPr>
          <p:cNvCxnSpPr>
            <a:cxnSpLocks/>
            <a:stCxn id="9" idx="3"/>
            <a:endCxn id="6" idx="1"/>
          </p:cNvCxnSpPr>
          <p:nvPr/>
        </p:nvCxnSpPr>
        <p:spPr>
          <a:xfrm>
            <a:off x="1609617" y="2814897"/>
            <a:ext cx="786841" cy="313567"/>
          </a:xfrm>
          <a:prstGeom prst="straightConnector1">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1439135C-B923-7146-B2D9-A2CB9AB0AD3C}"/>
              </a:ext>
            </a:extLst>
          </p:cNvPr>
          <p:cNvCxnSpPr>
            <a:cxnSpLocks/>
            <a:stCxn id="9" idx="3"/>
            <a:endCxn id="14" idx="1"/>
          </p:cNvCxnSpPr>
          <p:nvPr/>
        </p:nvCxnSpPr>
        <p:spPr>
          <a:xfrm>
            <a:off x="1609617" y="2814897"/>
            <a:ext cx="786841" cy="1106573"/>
          </a:xfrm>
          <a:prstGeom prst="straightConnector1">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43" name="Group 42">
            <a:extLst>
              <a:ext uri="{FF2B5EF4-FFF2-40B4-BE49-F238E27FC236}">
                <a16:creationId xmlns:a16="http://schemas.microsoft.com/office/drawing/2014/main" id="{39044001-47A8-E041-B17B-45C070879999}"/>
              </a:ext>
            </a:extLst>
          </p:cNvPr>
          <p:cNvGrpSpPr/>
          <p:nvPr/>
        </p:nvGrpSpPr>
        <p:grpSpPr>
          <a:xfrm>
            <a:off x="1802270" y="4341996"/>
            <a:ext cx="518999" cy="504984"/>
            <a:chOff x="1802270" y="4341996"/>
            <a:chExt cx="518999" cy="504984"/>
          </a:xfrm>
        </p:grpSpPr>
        <p:sp>
          <p:nvSpPr>
            <p:cNvPr id="68" name="Oval 67">
              <a:extLst>
                <a:ext uri="{FF2B5EF4-FFF2-40B4-BE49-F238E27FC236}">
                  <a16:creationId xmlns:a16="http://schemas.microsoft.com/office/drawing/2014/main" id="{C1E8379D-D666-7245-B0DD-66E23A146B3D}"/>
                </a:ext>
              </a:extLst>
            </p:cNvPr>
            <p:cNvSpPr/>
            <p:nvPr/>
          </p:nvSpPr>
          <p:spPr>
            <a:xfrm>
              <a:off x="1879614" y="4341996"/>
              <a:ext cx="382387" cy="44872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9" name="Isosceles Triangle 8">
              <a:extLst>
                <a:ext uri="{FF2B5EF4-FFF2-40B4-BE49-F238E27FC236}">
                  <a16:creationId xmlns:a16="http://schemas.microsoft.com/office/drawing/2014/main" id="{98925FC3-7298-5043-8FB5-A02C991CC676}"/>
                </a:ext>
              </a:extLst>
            </p:cNvPr>
            <p:cNvSpPr/>
            <p:nvPr/>
          </p:nvSpPr>
          <p:spPr>
            <a:xfrm>
              <a:off x="1802270" y="4611461"/>
              <a:ext cx="518999" cy="2355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56" name="Rounded Rectangle 55">
            <a:extLst>
              <a:ext uri="{FF2B5EF4-FFF2-40B4-BE49-F238E27FC236}">
                <a16:creationId xmlns:a16="http://schemas.microsoft.com/office/drawing/2014/main" id="{DA1C6052-EFEF-1A46-8C32-1CD3355E473E}"/>
              </a:ext>
            </a:extLst>
          </p:cNvPr>
          <p:cNvSpPr/>
          <p:nvPr/>
        </p:nvSpPr>
        <p:spPr>
          <a:xfrm>
            <a:off x="6142519" y="2960635"/>
            <a:ext cx="263666" cy="57083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00" dirty="0"/>
          </a:p>
        </p:txBody>
      </p:sp>
      <p:sp>
        <p:nvSpPr>
          <p:cNvPr id="45" name="TextBox 44">
            <a:extLst>
              <a:ext uri="{FF2B5EF4-FFF2-40B4-BE49-F238E27FC236}">
                <a16:creationId xmlns:a16="http://schemas.microsoft.com/office/drawing/2014/main" id="{8A692D9A-CE8B-8C48-A974-B47B5C08915C}"/>
              </a:ext>
            </a:extLst>
          </p:cNvPr>
          <p:cNvSpPr txBox="1"/>
          <p:nvPr/>
        </p:nvSpPr>
        <p:spPr>
          <a:xfrm>
            <a:off x="985124" y="-10059"/>
            <a:ext cx="2387780" cy="261610"/>
          </a:xfrm>
          <a:prstGeom prst="rect">
            <a:avLst/>
          </a:prstGeom>
          <a:solidFill>
            <a:schemeClr val="accent5">
              <a:lumMod val="20000"/>
              <a:lumOff val="80000"/>
            </a:schemeClr>
          </a:solidFill>
        </p:spPr>
        <p:txBody>
          <a:bodyPr wrap="square" rtlCol="0">
            <a:spAutoFit/>
          </a:bodyPr>
          <a:lstStyle/>
          <a:p>
            <a:r>
              <a:rPr lang="en-US" sz="1100" dirty="0"/>
              <a:t>Will be more professionally drawn</a:t>
            </a:r>
          </a:p>
        </p:txBody>
      </p:sp>
      <p:grpSp>
        <p:nvGrpSpPr>
          <p:cNvPr id="41" name="Group 40">
            <a:extLst>
              <a:ext uri="{FF2B5EF4-FFF2-40B4-BE49-F238E27FC236}">
                <a16:creationId xmlns:a16="http://schemas.microsoft.com/office/drawing/2014/main" id="{6EF96BAA-425D-294D-AEFA-BF44B745ED85}"/>
              </a:ext>
            </a:extLst>
          </p:cNvPr>
          <p:cNvGrpSpPr/>
          <p:nvPr/>
        </p:nvGrpSpPr>
        <p:grpSpPr>
          <a:xfrm>
            <a:off x="6405861" y="3781889"/>
            <a:ext cx="518999" cy="504984"/>
            <a:chOff x="5041240" y="4235699"/>
            <a:chExt cx="518999" cy="504984"/>
          </a:xfrm>
        </p:grpSpPr>
        <p:sp>
          <p:nvSpPr>
            <p:cNvPr id="57" name="Oval 56">
              <a:extLst>
                <a:ext uri="{FF2B5EF4-FFF2-40B4-BE49-F238E27FC236}">
                  <a16:creationId xmlns:a16="http://schemas.microsoft.com/office/drawing/2014/main" id="{22D8CF93-266F-E84F-8312-06A9CCE97C63}"/>
                </a:ext>
              </a:extLst>
            </p:cNvPr>
            <p:cNvSpPr/>
            <p:nvPr/>
          </p:nvSpPr>
          <p:spPr>
            <a:xfrm>
              <a:off x="5118584" y="4235699"/>
              <a:ext cx="382387" cy="44872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 name="Isosceles Triangle 8">
              <a:extLst>
                <a:ext uri="{FF2B5EF4-FFF2-40B4-BE49-F238E27FC236}">
                  <a16:creationId xmlns:a16="http://schemas.microsoft.com/office/drawing/2014/main" id="{EBE17AEC-BB6B-8948-B799-D2C8A5C6002C}"/>
                </a:ext>
              </a:extLst>
            </p:cNvPr>
            <p:cNvSpPr/>
            <p:nvPr/>
          </p:nvSpPr>
          <p:spPr>
            <a:xfrm>
              <a:off x="5041240" y="4505164"/>
              <a:ext cx="518999" cy="2355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59" name="TextBox 58">
            <a:extLst>
              <a:ext uri="{FF2B5EF4-FFF2-40B4-BE49-F238E27FC236}">
                <a16:creationId xmlns:a16="http://schemas.microsoft.com/office/drawing/2014/main" id="{B9BB0C36-986F-564E-8375-A01A2E099A42}"/>
              </a:ext>
            </a:extLst>
          </p:cNvPr>
          <p:cNvSpPr txBox="1"/>
          <p:nvPr/>
        </p:nvSpPr>
        <p:spPr>
          <a:xfrm>
            <a:off x="3243970" y="4399374"/>
            <a:ext cx="2070157" cy="646331"/>
          </a:xfrm>
          <a:prstGeom prst="rect">
            <a:avLst/>
          </a:prstGeom>
          <a:noFill/>
        </p:spPr>
        <p:txBody>
          <a:bodyPr wrap="square" rtlCol="0">
            <a:spAutoFit/>
          </a:bodyPr>
          <a:lstStyle/>
          <a:p>
            <a:pPr algn="ctr"/>
            <a:r>
              <a:rPr lang="en-US" dirty="0"/>
              <a:t>From bioreactor</a:t>
            </a:r>
          </a:p>
          <a:p>
            <a:pPr algn="ctr"/>
            <a:r>
              <a:rPr lang="en-US" dirty="0"/>
              <a:t>90L/min each</a:t>
            </a:r>
          </a:p>
        </p:txBody>
      </p:sp>
      <p:grpSp>
        <p:nvGrpSpPr>
          <p:cNvPr id="63" name="Group 62">
            <a:extLst>
              <a:ext uri="{FF2B5EF4-FFF2-40B4-BE49-F238E27FC236}">
                <a16:creationId xmlns:a16="http://schemas.microsoft.com/office/drawing/2014/main" id="{49F812E1-706D-1D47-9F12-174C7D4FDC0E}"/>
              </a:ext>
            </a:extLst>
          </p:cNvPr>
          <p:cNvGrpSpPr/>
          <p:nvPr/>
        </p:nvGrpSpPr>
        <p:grpSpPr>
          <a:xfrm>
            <a:off x="5623520" y="3781889"/>
            <a:ext cx="518999" cy="504984"/>
            <a:chOff x="5041240" y="4235699"/>
            <a:chExt cx="518999" cy="504984"/>
          </a:xfrm>
        </p:grpSpPr>
        <p:sp>
          <p:nvSpPr>
            <p:cNvPr id="65" name="Oval 64">
              <a:extLst>
                <a:ext uri="{FF2B5EF4-FFF2-40B4-BE49-F238E27FC236}">
                  <a16:creationId xmlns:a16="http://schemas.microsoft.com/office/drawing/2014/main" id="{19B2836E-FB13-B049-A328-A3AB9D89EEB3}"/>
                </a:ext>
              </a:extLst>
            </p:cNvPr>
            <p:cNvSpPr/>
            <p:nvPr/>
          </p:nvSpPr>
          <p:spPr>
            <a:xfrm>
              <a:off x="5118584" y="4235699"/>
              <a:ext cx="382387" cy="44872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0" name="Isosceles Triangle 8">
              <a:extLst>
                <a:ext uri="{FF2B5EF4-FFF2-40B4-BE49-F238E27FC236}">
                  <a16:creationId xmlns:a16="http://schemas.microsoft.com/office/drawing/2014/main" id="{7FC64002-E4A1-174B-B0EC-00B296CA7965}"/>
                </a:ext>
              </a:extLst>
            </p:cNvPr>
            <p:cNvSpPr/>
            <p:nvPr/>
          </p:nvSpPr>
          <p:spPr>
            <a:xfrm>
              <a:off x="5041240" y="4505164"/>
              <a:ext cx="518999" cy="2355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71" name="Group 70">
            <a:extLst>
              <a:ext uri="{FF2B5EF4-FFF2-40B4-BE49-F238E27FC236}">
                <a16:creationId xmlns:a16="http://schemas.microsoft.com/office/drawing/2014/main" id="{D7AD1BFA-574D-3746-922B-551A417B76C6}"/>
              </a:ext>
            </a:extLst>
          </p:cNvPr>
          <p:cNvGrpSpPr/>
          <p:nvPr/>
        </p:nvGrpSpPr>
        <p:grpSpPr>
          <a:xfrm>
            <a:off x="7188202" y="3781889"/>
            <a:ext cx="518999" cy="504984"/>
            <a:chOff x="5041240" y="4235699"/>
            <a:chExt cx="518999" cy="504984"/>
          </a:xfrm>
        </p:grpSpPr>
        <p:sp>
          <p:nvSpPr>
            <p:cNvPr id="72" name="Oval 71">
              <a:extLst>
                <a:ext uri="{FF2B5EF4-FFF2-40B4-BE49-F238E27FC236}">
                  <a16:creationId xmlns:a16="http://schemas.microsoft.com/office/drawing/2014/main" id="{89BFF3CA-6D0F-A642-A6C6-5C4441B0DE9C}"/>
                </a:ext>
              </a:extLst>
            </p:cNvPr>
            <p:cNvSpPr/>
            <p:nvPr/>
          </p:nvSpPr>
          <p:spPr>
            <a:xfrm>
              <a:off x="5118584" y="4235699"/>
              <a:ext cx="382387" cy="44872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3" name="Isosceles Triangle 8">
              <a:extLst>
                <a:ext uri="{FF2B5EF4-FFF2-40B4-BE49-F238E27FC236}">
                  <a16:creationId xmlns:a16="http://schemas.microsoft.com/office/drawing/2014/main" id="{CD4510F9-D368-E94A-AEF2-398BFA409BC3}"/>
                </a:ext>
              </a:extLst>
            </p:cNvPr>
            <p:cNvSpPr/>
            <p:nvPr/>
          </p:nvSpPr>
          <p:spPr>
            <a:xfrm>
              <a:off x="5041240" y="4505164"/>
              <a:ext cx="518999" cy="2355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74" name="Group 73">
            <a:extLst>
              <a:ext uri="{FF2B5EF4-FFF2-40B4-BE49-F238E27FC236}">
                <a16:creationId xmlns:a16="http://schemas.microsoft.com/office/drawing/2014/main" id="{E5C43C07-050E-2F4A-AC31-C30102136CA9}"/>
              </a:ext>
            </a:extLst>
          </p:cNvPr>
          <p:cNvGrpSpPr/>
          <p:nvPr/>
        </p:nvGrpSpPr>
        <p:grpSpPr>
          <a:xfrm>
            <a:off x="7970543" y="3781889"/>
            <a:ext cx="518999" cy="504984"/>
            <a:chOff x="5041240" y="4235699"/>
            <a:chExt cx="518999" cy="504984"/>
          </a:xfrm>
        </p:grpSpPr>
        <p:sp>
          <p:nvSpPr>
            <p:cNvPr id="75" name="Oval 74">
              <a:extLst>
                <a:ext uri="{FF2B5EF4-FFF2-40B4-BE49-F238E27FC236}">
                  <a16:creationId xmlns:a16="http://schemas.microsoft.com/office/drawing/2014/main" id="{55069BE4-EF86-3146-8F6F-DEFFE2DACAF3}"/>
                </a:ext>
              </a:extLst>
            </p:cNvPr>
            <p:cNvSpPr/>
            <p:nvPr/>
          </p:nvSpPr>
          <p:spPr>
            <a:xfrm>
              <a:off x="5118584" y="4235699"/>
              <a:ext cx="382387" cy="44872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6" name="Isosceles Triangle 8">
              <a:extLst>
                <a:ext uri="{FF2B5EF4-FFF2-40B4-BE49-F238E27FC236}">
                  <a16:creationId xmlns:a16="http://schemas.microsoft.com/office/drawing/2014/main" id="{578B6D6E-6523-9044-A9EE-EC62DCB22B3E}"/>
                </a:ext>
              </a:extLst>
            </p:cNvPr>
            <p:cNvSpPr/>
            <p:nvPr/>
          </p:nvSpPr>
          <p:spPr>
            <a:xfrm>
              <a:off x="5041240" y="4505164"/>
              <a:ext cx="518999" cy="2355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77" name="Rounded Rectangle 76">
            <a:extLst>
              <a:ext uri="{FF2B5EF4-FFF2-40B4-BE49-F238E27FC236}">
                <a16:creationId xmlns:a16="http://schemas.microsoft.com/office/drawing/2014/main" id="{7D9D0839-7C24-8E40-968E-0787CDA4CBE2}"/>
              </a:ext>
            </a:extLst>
          </p:cNvPr>
          <p:cNvSpPr/>
          <p:nvPr/>
        </p:nvSpPr>
        <p:spPr>
          <a:xfrm>
            <a:off x="6924860" y="2960635"/>
            <a:ext cx="263666" cy="57083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00" dirty="0"/>
          </a:p>
        </p:txBody>
      </p:sp>
      <p:sp>
        <p:nvSpPr>
          <p:cNvPr id="78" name="Rounded Rectangle 77">
            <a:extLst>
              <a:ext uri="{FF2B5EF4-FFF2-40B4-BE49-F238E27FC236}">
                <a16:creationId xmlns:a16="http://schemas.microsoft.com/office/drawing/2014/main" id="{FA9CAA47-42F3-5546-BB2A-6613D57C980A}"/>
              </a:ext>
            </a:extLst>
          </p:cNvPr>
          <p:cNvSpPr/>
          <p:nvPr/>
        </p:nvSpPr>
        <p:spPr>
          <a:xfrm>
            <a:off x="7707201" y="2960635"/>
            <a:ext cx="263666" cy="57083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00" dirty="0"/>
          </a:p>
        </p:txBody>
      </p:sp>
      <p:sp>
        <p:nvSpPr>
          <p:cNvPr id="79" name="Rounded Rectangle 78">
            <a:extLst>
              <a:ext uri="{FF2B5EF4-FFF2-40B4-BE49-F238E27FC236}">
                <a16:creationId xmlns:a16="http://schemas.microsoft.com/office/drawing/2014/main" id="{345184E8-3472-9F4D-A55C-6D53CD51F0CD}"/>
              </a:ext>
            </a:extLst>
          </p:cNvPr>
          <p:cNvSpPr/>
          <p:nvPr/>
        </p:nvSpPr>
        <p:spPr>
          <a:xfrm>
            <a:off x="8489542" y="2960635"/>
            <a:ext cx="263666" cy="57083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00" dirty="0"/>
          </a:p>
        </p:txBody>
      </p:sp>
      <p:cxnSp>
        <p:nvCxnSpPr>
          <p:cNvPr id="49" name="Elbow Connector 48">
            <a:extLst>
              <a:ext uri="{FF2B5EF4-FFF2-40B4-BE49-F238E27FC236}">
                <a16:creationId xmlns:a16="http://schemas.microsoft.com/office/drawing/2014/main" id="{5C00DEA8-6DC2-9940-B055-73F581DD2788}"/>
              </a:ext>
            </a:extLst>
          </p:cNvPr>
          <p:cNvCxnSpPr>
            <a:stCxn id="65" idx="6"/>
            <a:endCxn id="56" idx="2"/>
          </p:cNvCxnSpPr>
          <p:nvPr/>
        </p:nvCxnSpPr>
        <p:spPr>
          <a:xfrm flipV="1">
            <a:off x="6083251" y="3531473"/>
            <a:ext cx="191101" cy="474777"/>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54" name="Elbow Connector 53">
            <a:extLst>
              <a:ext uri="{FF2B5EF4-FFF2-40B4-BE49-F238E27FC236}">
                <a16:creationId xmlns:a16="http://schemas.microsoft.com/office/drawing/2014/main" id="{796CB763-1075-DA43-BA11-C8E164C83DF9}"/>
              </a:ext>
            </a:extLst>
          </p:cNvPr>
          <p:cNvCxnSpPr>
            <a:stCxn id="57" idx="6"/>
            <a:endCxn id="77" idx="2"/>
          </p:cNvCxnSpPr>
          <p:nvPr/>
        </p:nvCxnSpPr>
        <p:spPr>
          <a:xfrm flipV="1">
            <a:off x="6865592" y="3531473"/>
            <a:ext cx="191101" cy="474777"/>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61" name="Elbow Connector 60">
            <a:extLst>
              <a:ext uri="{FF2B5EF4-FFF2-40B4-BE49-F238E27FC236}">
                <a16:creationId xmlns:a16="http://schemas.microsoft.com/office/drawing/2014/main" id="{01D0C9AE-F6B3-9847-AA6D-CDF410D8C015}"/>
              </a:ext>
            </a:extLst>
          </p:cNvPr>
          <p:cNvCxnSpPr>
            <a:stCxn id="72" idx="6"/>
            <a:endCxn id="78" idx="2"/>
          </p:cNvCxnSpPr>
          <p:nvPr/>
        </p:nvCxnSpPr>
        <p:spPr>
          <a:xfrm flipV="1">
            <a:off x="7647933" y="3531473"/>
            <a:ext cx="191101" cy="474777"/>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81" name="Elbow Connector 80">
            <a:extLst>
              <a:ext uri="{FF2B5EF4-FFF2-40B4-BE49-F238E27FC236}">
                <a16:creationId xmlns:a16="http://schemas.microsoft.com/office/drawing/2014/main" id="{779498FB-937D-F441-A44D-CB67D933DB79}"/>
              </a:ext>
            </a:extLst>
          </p:cNvPr>
          <p:cNvCxnSpPr>
            <a:stCxn id="75" idx="6"/>
            <a:endCxn id="79" idx="2"/>
          </p:cNvCxnSpPr>
          <p:nvPr/>
        </p:nvCxnSpPr>
        <p:spPr>
          <a:xfrm flipV="1">
            <a:off x="8430274" y="3531473"/>
            <a:ext cx="191101" cy="474777"/>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82" name="Rectangle 81">
            <a:extLst>
              <a:ext uri="{FF2B5EF4-FFF2-40B4-BE49-F238E27FC236}">
                <a16:creationId xmlns:a16="http://schemas.microsoft.com/office/drawing/2014/main" id="{9CDD9328-4BEC-694B-B8D4-1EE68CA18D92}"/>
              </a:ext>
            </a:extLst>
          </p:cNvPr>
          <p:cNvSpPr/>
          <p:nvPr/>
        </p:nvSpPr>
        <p:spPr>
          <a:xfrm>
            <a:off x="4771869" y="4722540"/>
            <a:ext cx="454952" cy="41019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84" name="Elbow Connector 83">
            <a:extLst>
              <a:ext uri="{FF2B5EF4-FFF2-40B4-BE49-F238E27FC236}">
                <a16:creationId xmlns:a16="http://schemas.microsoft.com/office/drawing/2014/main" id="{F363E1CB-F329-EC40-9272-37DB57B39123}"/>
              </a:ext>
            </a:extLst>
          </p:cNvPr>
          <p:cNvCxnSpPr>
            <a:cxnSpLocks/>
            <a:endCxn id="70" idx="3"/>
          </p:cNvCxnSpPr>
          <p:nvPr/>
        </p:nvCxnSpPr>
        <p:spPr>
          <a:xfrm flipV="1">
            <a:off x="5357231" y="4286873"/>
            <a:ext cx="525789" cy="302399"/>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85" name="Elbow Connector 84">
            <a:extLst>
              <a:ext uri="{FF2B5EF4-FFF2-40B4-BE49-F238E27FC236}">
                <a16:creationId xmlns:a16="http://schemas.microsoft.com/office/drawing/2014/main" id="{C8AAA24A-97E7-764E-BC4C-59A0BA97E136}"/>
              </a:ext>
            </a:extLst>
          </p:cNvPr>
          <p:cNvCxnSpPr>
            <a:cxnSpLocks/>
            <a:endCxn id="58" idx="3"/>
          </p:cNvCxnSpPr>
          <p:nvPr/>
        </p:nvCxnSpPr>
        <p:spPr>
          <a:xfrm flipV="1">
            <a:off x="5357231" y="4286873"/>
            <a:ext cx="1308130" cy="361218"/>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87" name="Elbow Connector 86">
            <a:extLst>
              <a:ext uri="{FF2B5EF4-FFF2-40B4-BE49-F238E27FC236}">
                <a16:creationId xmlns:a16="http://schemas.microsoft.com/office/drawing/2014/main" id="{E0B68953-71AB-0E46-8B0D-FA11D1F1FC13}"/>
              </a:ext>
            </a:extLst>
          </p:cNvPr>
          <p:cNvCxnSpPr>
            <a:cxnSpLocks/>
            <a:endCxn id="73" idx="3"/>
          </p:cNvCxnSpPr>
          <p:nvPr/>
        </p:nvCxnSpPr>
        <p:spPr>
          <a:xfrm flipV="1">
            <a:off x="5357231" y="4286873"/>
            <a:ext cx="2090471" cy="435667"/>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89" name="Elbow Connector 88">
            <a:extLst>
              <a:ext uri="{FF2B5EF4-FFF2-40B4-BE49-F238E27FC236}">
                <a16:creationId xmlns:a16="http://schemas.microsoft.com/office/drawing/2014/main" id="{E974EE0E-3120-CA4C-B0BC-F3713EC70E55}"/>
              </a:ext>
            </a:extLst>
          </p:cNvPr>
          <p:cNvCxnSpPr>
            <a:cxnSpLocks/>
            <a:endCxn id="76" idx="3"/>
          </p:cNvCxnSpPr>
          <p:nvPr/>
        </p:nvCxnSpPr>
        <p:spPr>
          <a:xfrm flipV="1">
            <a:off x="5357231" y="4286873"/>
            <a:ext cx="2872812" cy="503001"/>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95" name="Elbow Connector 94">
            <a:extLst>
              <a:ext uri="{FF2B5EF4-FFF2-40B4-BE49-F238E27FC236}">
                <a16:creationId xmlns:a16="http://schemas.microsoft.com/office/drawing/2014/main" id="{180BB42E-55D6-6241-AE4B-B43D0E426E20}"/>
              </a:ext>
            </a:extLst>
          </p:cNvPr>
          <p:cNvCxnSpPr>
            <a:stCxn id="56" idx="0"/>
          </p:cNvCxnSpPr>
          <p:nvPr/>
        </p:nvCxnSpPr>
        <p:spPr>
          <a:xfrm rot="16200000" flipV="1">
            <a:off x="5656070" y="2342352"/>
            <a:ext cx="339759" cy="896807"/>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96" name="Elbow Connector 95">
            <a:extLst>
              <a:ext uri="{FF2B5EF4-FFF2-40B4-BE49-F238E27FC236}">
                <a16:creationId xmlns:a16="http://schemas.microsoft.com/office/drawing/2014/main" id="{A4467A7C-CDAC-6F40-BE08-7DEA603C8C41}"/>
              </a:ext>
            </a:extLst>
          </p:cNvPr>
          <p:cNvCxnSpPr>
            <a:cxnSpLocks/>
          </p:cNvCxnSpPr>
          <p:nvPr/>
        </p:nvCxnSpPr>
        <p:spPr>
          <a:xfrm rot="16200000" flipV="1">
            <a:off x="5998115" y="1917807"/>
            <a:ext cx="438011" cy="1679145"/>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99" name="Elbow Connector 98">
            <a:extLst>
              <a:ext uri="{FF2B5EF4-FFF2-40B4-BE49-F238E27FC236}">
                <a16:creationId xmlns:a16="http://schemas.microsoft.com/office/drawing/2014/main" id="{889B47E7-F782-2F46-BBB1-701EE9034E80}"/>
              </a:ext>
            </a:extLst>
          </p:cNvPr>
          <p:cNvCxnSpPr>
            <a:cxnSpLocks/>
            <a:stCxn id="78" idx="0"/>
          </p:cNvCxnSpPr>
          <p:nvPr/>
        </p:nvCxnSpPr>
        <p:spPr>
          <a:xfrm rot="16200000" flipV="1">
            <a:off x="6344754" y="1466355"/>
            <a:ext cx="527072" cy="2461488"/>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02" name="Elbow Connector 101">
            <a:extLst>
              <a:ext uri="{FF2B5EF4-FFF2-40B4-BE49-F238E27FC236}">
                <a16:creationId xmlns:a16="http://schemas.microsoft.com/office/drawing/2014/main" id="{7C369E28-3E3B-3B41-81A5-B2A62DCDDCA4}"/>
              </a:ext>
            </a:extLst>
          </p:cNvPr>
          <p:cNvCxnSpPr>
            <a:cxnSpLocks/>
            <a:stCxn id="79" idx="0"/>
          </p:cNvCxnSpPr>
          <p:nvPr/>
        </p:nvCxnSpPr>
        <p:spPr>
          <a:xfrm rot="16200000" flipV="1">
            <a:off x="6686872" y="1026131"/>
            <a:ext cx="625178" cy="3243829"/>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85413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5A39B1D-D6FB-4F46-97E0-7AA88B90700A}"/>
              </a:ext>
            </a:extLst>
          </p:cNvPr>
          <p:cNvSpPr>
            <a:spLocks noGrp="1"/>
          </p:cNvSpPr>
          <p:nvPr>
            <p:ph type="sldNum" sz="quarter" idx="4"/>
          </p:nvPr>
        </p:nvSpPr>
        <p:spPr/>
        <p:txBody>
          <a:bodyPr/>
          <a:lstStyle/>
          <a:p>
            <a:fld id="{3C4F54F3-C349-4609-AFEE-01462D5C7942}" type="slidenum">
              <a:rPr lang="en-GB" smtClean="0"/>
              <a:pPr/>
              <a:t>4</a:t>
            </a:fld>
            <a:endParaRPr lang="en-GB"/>
          </a:p>
        </p:txBody>
      </p:sp>
      <p:sp>
        <p:nvSpPr>
          <p:cNvPr id="5" name="Title 4">
            <a:extLst>
              <a:ext uri="{FF2B5EF4-FFF2-40B4-BE49-F238E27FC236}">
                <a16:creationId xmlns:a16="http://schemas.microsoft.com/office/drawing/2014/main" id="{0F02E302-C3D0-436A-8E46-AF2B597F08A0}"/>
              </a:ext>
            </a:extLst>
          </p:cNvPr>
          <p:cNvSpPr>
            <a:spLocks noGrp="1"/>
          </p:cNvSpPr>
          <p:nvPr>
            <p:ph type="title"/>
          </p:nvPr>
        </p:nvSpPr>
        <p:spPr>
          <a:xfrm>
            <a:off x="229285" y="144000"/>
            <a:ext cx="8765651" cy="504000"/>
          </a:xfrm>
        </p:spPr>
        <p:txBody>
          <a:bodyPr/>
          <a:lstStyle/>
          <a:p>
            <a:r>
              <a:rPr lang="en-US" dirty="0"/>
              <a:t>Figure 3: Two Column Skid</a:t>
            </a:r>
          </a:p>
        </p:txBody>
      </p:sp>
      <p:sp>
        <p:nvSpPr>
          <p:cNvPr id="7" name="Rectangle: Rounded Corners 6">
            <a:extLst>
              <a:ext uri="{FF2B5EF4-FFF2-40B4-BE49-F238E27FC236}">
                <a16:creationId xmlns:a16="http://schemas.microsoft.com/office/drawing/2014/main" id="{341EAED0-D48A-43C1-887B-74E37DE87588}"/>
              </a:ext>
            </a:extLst>
          </p:cNvPr>
          <p:cNvSpPr/>
          <p:nvPr/>
        </p:nvSpPr>
        <p:spPr>
          <a:xfrm>
            <a:off x="2618539" y="1673776"/>
            <a:ext cx="630165" cy="230360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86C73237-E8F4-4218-8642-656B483D9322}"/>
              </a:ext>
            </a:extLst>
          </p:cNvPr>
          <p:cNvCxnSpPr/>
          <p:nvPr/>
        </p:nvCxnSpPr>
        <p:spPr>
          <a:xfrm>
            <a:off x="1659907" y="2003685"/>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7888D40F-7A05-4767-B2EB-28C6B2C83376}"/>
              </a:ext>
            </a:extLst>
          </p:cNvPr>
          <p:cNvCxnSpPr/>
          <p:nvPr/>
        </p:nvCxnSpPr>
        <p:spPr>
          <a:xfrm>
            <a:off x="1659907" y="2242056"/>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687B486D-2BC9-42D4-93DF-C4FAA1464BEF}"/>
              </a:ext>
            </a:extLst>
          </p:cNvPr>
          <p:cNvCxnSpPr/>
          <p:nvPr/>
        </p:nvCxnSpPr>
        <p:spPr>
          <a:xfrm>
            <a:off x="1659907" y="2480427"/>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D722D040-1341-44F3-9BE1-8FB2564C51F1}"/>
              </a:ext>
            </a:extLst>
          </p:cNvPr>
          <p:cNvCxnSpPr/>
          <p:nvPr/>
        </p:nvCxnSpPr>
        <p:spPr>
          <a:xfrm>
            <a:off x="1659907" y="2718798"/>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95F4167C-E013-41CD-ACA3-3E91E4C32302}"/>
              </a:ext>
            </a:extLst>
          </p:cNvPr>
          <p:cNvCxnSpPr/>
          <p:nvPr/>
        </p:nvCxnSpPr>
        <p:spPr>
          <a:xfrm>
            <a:off x="1659907" y="3195540"/>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B90241EE-3F6C-4022-9E20-C79D2E99ABF3}"/>
              </a:ext>
            </a:extLst>
          </p:cNvPr>
          <p:cNvCxnSpPr/>
          <p:nvPr/>
        </p:nvCxnSpPr>
        <p:spPr>
          <a:xfrm>
            <a:off x="1659907" y="3433911"/>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2890C34D-5D33-49CB-9612-947E5353FD90}"/>
              </a:ext>
            </a:extLst>
          </p:cNvPr>
          <p:cNvSpPr txBox="1"/>
          <p:nvPr/>
        </p:nvSpPr>
        <p:spPr>
          <a:xfrm>
            <a:off x="2025427" y="886664"/>
            <a:ext cx="1512539" cy="646331"/>
          </a:xfrm>
          <a:prstGeom prst="rect">
            <a:avLst/>
          </a:prstGeom>
          <a:noFill/>
        </p:spPr>
        <p:txBody>
          <a:bodyPr wrap="square" rtlCol="0">
            <a:spAutoFit/>
          </a:bodyPr>
          <a:lstStyle/>
          <a:p>
            <a:pPr algn="ctr"/>
            <a:r>
              <a:rPr lang="en-US" dirty="0"/>
              <a:t>Water</a:t>
            </a:r>
          </a:p>
          <a:p>
            <a:pPr algn="ctr"/>
            <a:r>
              <a:rPr lang="en-US" dirty="0"/>
              <a:t>1-10 L/min</a:t>
            </a:r>
          </a:p>
        </p:txBody>
      </p:sp>
      <p:sp>
        <p:nvSpPr>
          <p:cNvPr id="17" name="TextBox 16">
            <a:extLst>
              <a:ext uri="{FF2B5EF4-FFF2-40B4-BE49-F238E27FC236}">
                <a16:creationId xmlns:a16="http://schemas.microsoft.com/office/drawing/2014/main" id="{6AE08673-BA27-4ED3-8AC5-F22286A0F4DE}"/>
              </a:ext>
            </a:extLst>
          </p:cNvPr>
          <p:cNvSpPr txBox="1"/>
          <p:nvPr/>
        </p:nvSpPr>
        <p:spPr>
          <a:xfrm>
            <a:off x="927291" y="1821639"/>
            <a:ext cx="697627" cy="369332"/>
          </a:xfrm>
          <a:prstGeom prst="rect">
            <a:avLst/>
          </a:prstGeom>
          <a:noFill/>
        </p:spPr>
        <p:txBody>
          <a:bodyPr wrap="none" rtlCol="0">
            <a:spAutoFit/>
          </a:bodyPr>
          <a:lstStyle/>
          <a:p>
            <a:r>
              <a:rPr lang="en-US" err="1"/>
              <a:t>Equil</a:t>
            </a:r>
            <a:endParaRPr lang="en-US"/>
          </a:p>
        </p:txBody>
      </p:sp>
      <p:sp>
        <p:nvSpPr>
          <p:cNvPr id="18" name="TextBox 17">
            <a:extLst>
              <a:ext uri="{FF2B5EF4-FFF2-40B4-BE49-F238E27FC236}">
                <a16:creationId xmlns:a16="http://schemas.microsoft.com/office/drawing/2014/main" id="{C9FC1842-DB68-427B-8B49-17A86163080A}"/>
              </a:ext>
            </a:extLst>
          </p:cNvPr>
          <p:cNvSpPr txBox="1"/>
          <p:nvPr/>
        </p:nvSpPr>
        <p:spPr>
          <a:xfrm>
            <a:off x="893115" y="2061379"/>
            <a:ext cx="765979" cy="369332"/>
          </a:xfrm>
          <a:prstGeom prst="rect">
            <a:avLst/>
          </a:prstGeom>
          <a:noFill/>
        </p:spPr>
        <p:txBody>
          <a:bodyPr wrap="none" rtlCol="0">
            <a:spAutoFit/>
          </a:bodyPr>
          <a:lstStyle/>
          <a:p>
            <a:r>
              <a:rPr lang="en-US"/>
              <a:t>Wash</a:t>
            </a:r>
          </a:p>
        </p:txBody>
      </p:sp>
      <p:sp>
        <p:nvSpPr>
          <p:cNvPr id="19" name="TextBox 18">
            <a:extLst>
              <a:ext uri="{FF2B5EF4-FFF2-40B4-BE49-F238E27FC236}">
                <a16:creationId xmlns:a16="http://schemas.microsoft.com/office/drawing/2014/main" id="{978AFC8B-1622-401B-A16A-CAD4575689CA}"/>
              </a:ext>
            </a:extLst>
          </p:cNvPr>
          <p:cNvSpPr txBox="1"/>
          <p:nvPr/>
        </p:nvSpPr>
        <p:spPr>
          <a:xfrm>
            <a:off x="893115" y="2301119"/>
            <a:ext cx="765979" cy="369332"/>
          </a:xfrm>
          <a:prstGeom prst="rect">
            <a:avLst/>
          </a:prstGeom>
          <a:noFill/>
        </p:spPr>
        <p:txBody>
          <a:bodyPr wrap="none" rtlCol="0">
            <a:spAutoFit/>
          </a:bodyPr>
          <a:lstStyle/>
          <a:p>
            <a:r>
              <a:rPr lang="en-US"/>
              <a:t>Wash</a:t>
            </a:r>
          </a:p>
        </p:txBody>
      </p:sp>
      <p:sp>
        <p:nvSpPr>
          <p:cNvPr id="20" name="TextBox 19">
            <a:extLst>
              <a:ext uri="{FF2B5EF4-FFF2-40B4-BE49-F238E27FC236}">
                <a16:creationId xmlns:a16="http://schemas.microsoft.com/office/drawing/2014/main" id="{ECD21C21-3A89-4A9F-85A7-7A60D61D9EE4}"/>
              </a:ext>
            </a:extLst>
          </p:cNvPr>
          <p:cNvSpPr txBox="1"/>
          <p:nvPr/>
        </p:nvSpPr>
        <p:spPr>
          <a:xfrm>
            <a:off x="893115" y="2540859"/>
            <a:ext cx="765979" cy="369332"/>
          </a:xfrm>
          <a:prstGeom prst="rect">
            <a:avLst/>
          </a:prstGeom>
          <a:noFill/>
        </p:spPr>
        <p:txBody>
          <a:bodyPr wrap="none" rtlCol="0">
            <a:spAutoFit/>
          </a:bodyPr>
          <a:lstStyle/>
          <a:p>
            <a:r>
              <a:rPr lang="en-US"/>
              <a:t>Wash</a:t>
            </a:r>
          </a:p>
        </p:txBody>
      </p:sp>
      <p:sp>
        <p:nvSpPr>
          <p:cNvPr id="21" name="TextBox 20">
            <a:extLst>
              <a:ext uri="{FF2B5EF4-FFF2-40B4-BE49-F238E27FC236}">
                <a16:creationId xmlns:a16="http://schemas.microsoft.com/office/drawing/2014/main" id="{AEBDB271-5599-41A5-B16D-015C720BD386}"/>
              </a:ext>
            </a:extLst>
          </p:cNvPr>
          <p:cNvSpPr txBox="1"/>
          <p:nvPr/>
        </p:nvSpPr>
        <p:spPr>
          <a:xfrm>
            <a:off x="830796" y="3260079"/>
            <a:ext cx="864339" cy="369332"/>
          </a:xfrm>
          <a:prstGeom prst="rect">
            <a:avLst/>
          </a:prstGeom>
          <a:noFill/>
        </p:spPr>
        <p:txBody>
          <a:bodyPr wrap="none" rtlCol="0">
            <a:spAutoFit/>
          </a:bodyPr>
          <a:lstStyle/>
          <a:p>
            <a:r>
              <a:rPr lang="en-US"/>
              <a:t>Regen</a:t>
            </a:r>
          </a:p>
        </p:txBody>
      </p:sp>
      <p:sp>
        <p:nvSpPr>
          <p:cNvPr id="22" name="TextBox 21">
            <a:extLst>
              <a:ext uri="{FF2B5EF4-FFF2-40B4-BE49-F238E27FC236}">
                <a16:creationId xmlns:a16="http://schemas.microsoft.com/office/drawing/2014/main" id="{6BAAF5F6-B696-4C67-9E77-ADCE2E11FBC4}"/>
              </a:ext>
            </a:extLst>
          </p:cNvPr>
          <p:cNvSpPr txBox="1"/>
          <p:nvPr/>
        </p:nvSpPr>
        <p:spPr>
          <a:xfrm>
            <a:off x="946527" y="3020339"/>
            <a:ext cx="659155" cy="369332"/>
          </a:xfrm>
          <a:prstGeom prst="rect">
            <a:avLst/>
          </a:prstGeom>
          <a:noFill/>
        </p:spPr>
        <p:txBody>
          <a:bodyPr wrap="none" rtlCol="0">
            <a:spAutoFit/>
          </a:bodyPr>
          <a:lstStyle/>
          <a:p>
            <a:r>
              <a:rPr lang="en-US"/>
              <a:t>Strip</a:t>
            </a:r>
          </a:p>
        </p:txBody>
      </p:sp>
      <p:cxnSp>
        <p:nvCxnSpPr>
          <p:cNvPr id="23" name="Straight Arrow Connector 22">
            <a:extLst>
              <a:ext uri="{FF2B5EF4-FFF2-40B4-BE49-F238E27FC236}">
                <a16:creationId xmlns:a16="http://schemas.microsoft.com/office/drawing/2014/main" id="{FCD64C62-8BDF-4600-9D86-E4069A38EC91}"/>
              </a:ext>
            </a:extLst>
          </p:cNvPr>
          <p:cNvCxnSpPr/>
          <p:nvPr/>
        </p:nvCxnSpPr>
        <p:spPr>
          <a:xfrm>
            <a:off x="1659907" y="2957169"/>
            <a:ext cx="904407" cy="0"/>
          </a:xfrm>
          <a:prstGeom prst="straightConnector1">
            <a:avLst/>
          </a:prstGeom>
          <a:ln>
            <a:solidFill>
              <a:srgbClr val="00B0F0"/>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C8BD1A99-360E-4437-995B-40ECAC87460B}"/>
              </a:ext>
            </a:extLst>
          </p:cNvPr>
          <p:cNvSpPr txBox="1"/>
          <p:nvPr/>
        </p:nvSpPr>
        <p:spPr>
          <a:xfrm>
            <a:off x="920879" y="2780599"/>
            <a:ext cx="710451" cy="369332"/>
          </a:xfrm>
          <a:prstGeom prst="rect">
            <a:avLst/>
          </a:prstGeom>
          <a:noFill/>
        </p:spPr>
        <p:txBody>
          <a:bodyPr wrap="none" rtlCol="0">
            <a:spAutoFit/>
          </a:bodyPr>
          <a:lstStyle/>
          <a:p>
            <a:r>
              <a:rPr lang="en-US"/>
              <a:t>Elute</a:t>
            </a:r>
          </a:p>
        </p:txBody>
      </p:sp>
      <p:grpSp>
        <p:nvGrpSpPr>
          <p:cNvPr id="41" name="Group 40">
            <a:extLst>
              <a:ext uri="{FF2B5EF4-FFF2-40B4-BE49-F238E27FC236}">
                <a16:creationId xmlns:a16="http://schemas.microsoft.com/office/drawing/2014/main" id="{38EAFA26-6DD7-41D3-847B-C3D5F149E52B}"/>
              </a:ext>
            </a:extLst>
          </p:cNvPr>
          <p:cNvGrpSpPr/>
          <p:nvPr/>
        </p:nvGrpSpPr>
        <p:grpSpPr>
          <a:xfrm>
            <a:off x="5652216" y="2307543"/>
            <a:ext cx="954865" cy="604997"/>
            <a:chOff x="5335009" y="2495485"/>
            <a:chExt cx="954865" cy="604997"/>
          </a:xfrm>
        </p:grpSpPr>
        <p:sp>
          <p:nvSpPr>
            <p:cNvPr id="32" name="Rectangle 31">
              <a:extLst>
                <a:ext uri="{FF2B5EF4-FFF2-40B4-BE49-F238E27FC236}">
                  <a16:creationId xmlns:a16="http://schemas.microsoft.com/office/drawing/2014/main" id="{76EBF267-9AFE-44F0-8139-EAC7C401A4BE}"/>
                </a:ext>
              </a:extLst>
            </p:cNvPr>
            <p:cNvSpPr/>
            <p:nvPr/>
          </p:nvSpPr>
          <p:spPr>
            <a:xfrm>
              <a:off x="5571179" y="2503144"/>
              <a:ext cx="436005" cy="597338"/>
            </a:xfrm>
            <a:prstGeom prst="rect">
              <a:avLst/>
            </a:prstGeom>
            <a:solidFill>
              <a:schemeClr val="accent2">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C1272381-99BF-4EB4-A3EA-BB6C768C571D}"/>
                </a:ext>
              </a:extLst>
            </p:cNvPr>
            <p:cNvCxnSpPr/>
            <p:nvPr/>
          </p:nvCxnSpPr>
          <p:spPr>
            <a:xfrm flipV="1">
              <a:off x="5335009" y="2495485"/>
              <a:ext cx="944678" cy="311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D6058D0D-F907-4C7A-8B0B-9934E01C9536}"/>
                </a:ext>
              </a:extLst>
            </p:cNvPr>
            <p:cNvCxnSpPr/>
            <p:nvPr/>
          </p:nvCxnSpPr>
          <p:spPr>
            <a:xfrm flipV="1">
              <a:off x="5345196" y="3096579"/>
              <a:ext cx="944678" cy="3110"/>
            </a:xfrm>
            <a:prstGeom prst="line">
              <a:avLst/>
            </a:prstGeom>
            <a:effectLst/>
          </p:spPr>
          <p:style>
            <a:lnRef idx="2">
              <a:schemeClr val="accent1"/>
            </a:lnRef>
            <a:fillRef idx="0">
              <a:schemeClr val="accent1"/>
            </a:fillRef>
            <a:effectRef idx="1">
              <a:schemeClr val="accent1"/>
            </a:effectRef>
            <a:fontRef idx="minor">
              <a:schemeClr val="tx1"/>
            </a:fontRef>
          </p:style>
        </p:cxnSp>
      </p:grpSp>
      <p:sp>
        <p:nvSpPr>
          <p:cNvPr id="38" name="TextBox 37">
            <a:extLst>
              <a:ext uri="{FF2B5EF4-FFF2-40B4-BE49-F238E27FC236}">
                <a16:creationId xmlns:a16="http://schemas.microsoft.com/office/drawing/2014/main" id="{69915438-51C1-470D-9DBC-34943AC07862}"/>
              </a:ext>
            </a:extLst>
          </p:cNvPr>
          <p:cNvSpPr txBox="1"/>
          <p:nvPr/>
        </p:nvSpPr>
        <p:spPr>
          <a:xfrm>
            <a:off x="4357069" y="551229"/>
            <a:ext cx="1467068" cy="923330"/>
          </a:xfrm>
          <a:prstGeom prst="rect">
            <a:avLst/>
          </a:prstGeom>
          <a:noFill/>
        </p:spPr>
        <p:txBody>
          <a:bodyPr wrap="none" rtlCol="0">
            <a:spAutoFit/>
          </a:bodyPr>
          <a:lstStyle/>
          <a:p>
            <a:pPr algn="ctr"/>
            <a:r>
              <a:rPr lang="en-US" dirty="0"/>
              <a:t>Load</a:t>
            </a:r>
          </a:p>
          <a:p>
            <a:pPr algn="ctr"/>
            <a:r>
              <a:rPr lang="en-US" dirty="0"/>
              <a:t>0.1-10 L/min</a:t>
            </a:r>
          </a:p>
          <a:p>
            <a:pPr algn="ctr"/>
            <a:endParaRPr lang="en-US" dirty="0"/>
          </a:p>
        </p:txBody>
      </p:sp>
      <p:grpSp>
        <p:nvGrpSpPr>
          <p:cNvPr id="39" name="Group 38">
            <a:extLst>
              <a:ext uri="{FF2B5EF4-FFF2-40B4-BE49-F238E27FC236}">
                <a16:creationId xmlns:a16="http://schemas.microsoft.com/office/drawing/2014/main" id="{246B6F06-1D59-4619-A231-490672159737}"/>
              </a:ext>
            </a:extLst>
          </p:cNvPr>
          <p:cNvGrpSpPr/>
          <p:nvPr/>
        </p:nvGrpSpPr>
        <p:grpSpPr>
          <a:xfrm>
            <a:off x="7637204" y="2294694"/>
            <a:ext cx="953728" cy="604997"/>
            <a:chOff x="5335009" y="2495485"/>
            <a:chExt cx="953728" cy="604997"/>
          </a:xfrm>
        </p:grpSpPr>
        <p:sp>
          <p:nvSpPr>
            <p:cNvPr id="45" name="Rectangle 44">
              <a:extLst>
                <a:ext uri="{FF2B5EF4-FFF2-40B4-BE49-F238E27FC236}">
                  <a16:creationId xmlns:a16="http://schemas.microsoft.com/office/drawing/2014/main" id="{7512B7FB-8685-4458-BAAE-3ADAC73DE131}"/>
                </a:ext>
              </a:extLst>
            </p:cNvPr>
            <p:cNvSpPr/>
            <p:nvPr/>
          </p:nvSpPr>
          <p:spPr>
            <a:xfrm>
              <a:off x="5571179" y="2503144"/>
              <a:ext cx="436005" cy="597338"/>
            </a:xfrm>
            <a:prstGeom prst="rect">
              <a:avLst/>
            </a:prstGeom>
            <a:solidFill>
              <a:schemeClr val="bg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6" name="Straight Connector 45">
              <a:extLst>
                <a:ext uri="{FF2B5EF4-FFF2-40B4-BE49-F238E27FC236}">
                  <a16:creationId xmlns:a16="http://schemas.microsoft.com/office/drawing/2014/main" id="{F0FDE7D6-DEDF-46F4-BB59-A05F40B82AFC}"/>
                </a:ext>
              </a:extLst>
            </p:cNvPr>
            <p:cNvCxnSpPr/>
            <p:nvPr/>
          </p:nvCxnSpPr>
          <p:spPr>
            <a:xfrm flipV="1">
              <a:off x="5335009" y="2495485"/>
              <a:ext cx="944678" cy="311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E3BEB618-C53A-4D67-A9D3-43976345EF49}"/>
                </a:ext>
              </a:extLst>
            </p:cNvPr>
            <p:cNvCxnSpPr/>
            <p:nvPr/>
          </p:nvCxnSpPr>
          <p:spPr>
            <a:xfrm flipV="1">
              <a:off x="5344059" y="3096579"/>
              <a:ext cx="944678" cy="3110"/>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29" name="Group 28">
            <a:extLst>
              <a:ext uri="{FF2B5EF4-FFF2-40B4-BE49-F238E27FC236}">
                <a16:creationId xmlns:a16="http://schemas.microsoft.com/office/drawing/2014/main" id="{521977B6-35DD-4E81-A637-05AB507E83D5}"/>
              </a:ext>
            </a:extLst>
          </p:cNvPr>
          <p:cNvGrpSpPr/>
          <p:nvPr/>
        </p:nvGrpSpPr>
        <p:grpSpPr>
          <a:xfrm>
            <a:off x="5783721" y="648001"/>
            <a:ext cx="356259" cy="449101"/>
            <a:chOff x="4471713" y="4397646"/>
            <a:chExt cx="356259" cy="449101"/>
          </a:xfrm>
        </p:grpSpPr>
        <p:sp>
          <p:nvSpPr>
            <p:cNvPr id="4" name="Oval 3">
              <a:extLst>
                <a:ext uri="{FF2B5EF4-FFF2-40B4-BE49-F238E27FC236}">
                  <a16:creationId xmlns:a16="http://schemas.microsoft.com/office/drawing/2014/main" id="{3DB725C8-3A50-46AB-8F71-C829748BA68A}"/>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Isosceles Triangle 5">
              <a:extLst>
                <a:ext uri="{FF2B5EF4-FFF2-40B4-BE49-F238E27FC236}">
                  <a16:creationId xmlns:a16="http://schemas.microsoft.com/office/drawing/2014/main" id="{C1A110C6-7D13-477D-BA96-F2213B3D5710}"/>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49" name="Connector: Elbow 48">
            <a:extLst>
              <a:ext uri="{FF2B5EF4-FFF2-40B4-BE49-F238E27FC236}">
                <a16:creationId xmlns:a16="http://schemas.microsoft.com/office/drawing/2014/main" id="{9404D04A-D2C5-4DA8-9E4E-6FA00F13CB66}"/>
              </a:ext>
            </a:extLst>
          </p:cNvPr>
          <p:cNvCxnSpPr>
            <a:stCxn id="4" idx="6"/>
            <a:endCxn id="48" idx="0"/>
          </p:cNvCxnSpPr>
          <p:nvPr/>
        </p:nvCxnSpPr>
        <p:spPr>
          <a:xfrm>
            <a:off x="6139979" y="806430"/>
            <a:ext cx="943153" cy="487931"/>
          </a:xfrm>
          <a:prstGeom prst="bentConnector2">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1" name="Connector: Elbow 50">
            <a:extLst>
              <a:ext uri="{FF2B5EF4-FFF2-40B4-BE49-F238E27FC236}">
                <a16:creationId xmlns:a16="http://schemas.microsoft.com/office/drawing/2014/main" id="{AF4F5F82-0DC6-4FA2-AD01-2E27D0C9436C}"/>
              </a:ext>
            </a:extLst>
          </p:cNvPr>
          <p:cNvCxnSpPr>
            <a:cxnSpLocks/>
          </p:cNvCxnSpPr>
          <p:nvPr/>
        </p:nvCxnSpPr>
        <p:spPr>
          <a:xfrm rot="5400000">
            <a:off x="6185753" y="1625681"/>
            <a:ext cx="590650" cy="788390"/>
          </a:xfrm>
          <a:prstGeom prst="bentConnector3">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3" name="Connector: Elbow 52">
            <a:extLst>
              <a:ext uri="{FF2B5EF4-FFF2-40B4-BE49-F238E27FC236}">
                <a16:creationId xmlns:a16="http://schemas.microsoft.com/office/drawing/2014/main" id="{54EDCED4-FDDE-4ACA-B602-AC401CA0AF86}"/>
              </a:ext>
            </a:extLst>
          </p:cNvPr>
          <p:cNvCxnSpPr>
            <a:stCxn id="48" idx="5"/>
            <a:endCxn id="45" idx="0"/>
          </p:cNvCxnSpPr>
          <p:nvPr/>
        </p:nvCxnSpPr>
        <p:spPr>
          <a:xfrm rot="16200000" flipH="1">
            <a:off x="7392530" y="1603506"/>
            <a:ext cx="577802" cy="819891"/>
          </a:xfrm>
          <a:prstGeom prst="bentConnector3">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5" name="Connector: Elbow 54">
            <a:extLst>
              <a:ext uri="{FF2B5EF4-FFF2-40B4-BE49-F238E27FC236}">
                <a16:creationId xmlns:a16="http://schemas.microsoft.com/office/drawing/2014/main" id="{FA06000F-0656-4F98-AADC-12967D995016}"/>
              </a:ext>
            </a:extLst>
          </p:cNvPr>
          <p:cNvCxnSpPr>
            <a:cxnSpLocks/>
            <a:stCxn id="32" idx="2"/>
            <a:endCxn id="8" idx="1"/>
          </p:cNvCxnSpPr>
          <p:nvPr/>
        </p:nvCxnSpPr>
        <p:spPr>
          <a:xfrm rot="16200000" flipH="1">
            <a:off x="6219233" y="2799694"/>
            <a:ext cx="562700" cy="788390"/>
          </a:xfrm>
          <a:prstGeom prst="bentConnector3">
            <a:avLst>
              <a:gd name="adj1" fmla="val 50000"/>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7" name="Connector: Elbow 56">
            <a:extLst>
              <a:ext uri="{FF2B5EF4-FFF2-40B4-BE49-F238E27FC236}">
                <a16:creationId xmlns:a16="http://schemas.microsoft.com/office/drawing/2014/main" id="{2D37E6CD-F5BF-4FFF-B38D-7FFDDD5E3959}"/>
              </a:ext>
            </a:extLst>
          </p:cNvPr>
          <p:cNvCxnSpPr>
            <a:cxnSpLocks/>
            <a:stCxn id="45" idx="2"/>
            <a:endCxn id="8" idx="7"/>
          </p:cNvCxnSpPr>
          <p:nvPr/>
        </p:nvCxnSpPr>
        <p:spPr>
          <a:xfrm rot="5400000">
            <a:off x="7393658" y="2777520"/>
            <a:ext cx="575548" cy="819891"/>
          </a:xfrm>
          <a:prstGeom prst="bentConnector3">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0" name="Connector: Elbow 59">
            <a:extLst>
              <a:ext uri="{FF2B5EF4-FFF2-40B4-BE49-F238E27FC236}">
                <a16:creationId xmlns:a16="http://schemas.microsoft.com/office/drawing/2014/main" id="{075F9F38-4CC5-42BC-9F09-1672DD3DEB95}"/>
              </a:ext>
            </a:extLst>
          </p:cNvPr>
          <p:cNvCxnSpPr>
            <a:stCxn id="8" idx="5"/>
          </p:cNvCxnSpPr>
          <p:nvPr/>
        </p:nvCxnSpPr>
        <p:spPr>
          <a:xfrm rot="16200000" flipH="1">
            <a:off x="7370748" y="3732358"/>
            <a:ext cx="375594" cy="574119"/>
          </a:xfrm>
          <a:prstGeom prst="bentConnector2">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C31843E5-E800-46CF-BB24-6EEDCEAEDB20}"/>
              </a:ext>
            </a:extLst>
          </p:cNvPr>
          <p:cNvCxnSpPr>
            <a:cxnSpLocks/>
            <a:stCxn id="8" idx="3"/>
          </p:cNvCxnSpPr>
          <p:nvPr/>
        </p:nvCxnSpPr>
        <p:spPr>
          <a:xfrm>
            <a:off x="6894778" y="3831621"/>
            <a:ext cx="0" cy="641319"/>
          </a:xfrm>
          <a:prstGeom prst="straightConnector1">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68" name="Group 67">
            <a:extLst>
              <a:ext uri="{FF2B5EF4-FFF2-40B4-BE49-F238E27FC236}">
                <a16:creationId xmlns:a16="http://schemas.microsoft.com/office/drawing/2014/main" id="{BF9AC50B-6AB0-481D-A33C-C5E34913929D}"/>
              </a:ext>
            </a:extLst>
          </p:cNvPr>
          <p:cNvGrpSpPr/>
          <p:nvPr/>
        </p:nvGrpSpPr>
        <p:grpSpPr>
          <a:xfrm>
            <a:off x="6689341" y="4543422"/>
            <a:ext cx="457200" cy="304800"/>
            <a:chOff x="6612318" y="4679156"/>
            <a:chExt cx="457200" cy="304800"/>
          </a:xfrm>
        </p:grpSpPr>
        <p:cxnSp>
          <p:nvCxnSpPr>
            <p:cNvPr id="64" name="Straight Connector 63">
              <a:extLst>
                <a:ext uri="{FF2B5EF4-FFF2-40B4-BE49-F238E27FC236}">
                  <a16:creationId xmlns:a16="http://schemas.microsoft.com/office/drawing/2014/main" id="{68243F1E-3952-43DF-BD13-F9B7EC057E6E}"/>
                </a:ext>
              </a:extLst>
            </p:cNvPr>
            <p:cNvCxnSpPr/>
            <p:nvPr/>
          </p:nvCxnSpPr>
          <p:spPr>
            <a:xfrm>
              <a:off x="6612318" y="4679156"/>
              <a:ext cx="45720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728578B9-3500-44E3-B4BB-7EABD40A0C23}"/>
                </a:ext>
              </a:extLst>
            </p:cNvPr>
            <p:cNvCxnSpPr/>
            <p:nvPr/>
          </p:nvCxnSpPr>
          <p:spPr>
            <a:xfrm>
              <a:off x="6726618" y="4831556"/>
              <a:ext cx="22860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50FDCF15-A690-433C-A783-E4DFA59FBB81}"/>
                </a:ext>
              </a:extLst>
            </p:cNvPr>
            <p:cNvCxnSpPr/>
            <p:nvPr/>
          </p:nvCxnSpPr>
          <p:spPr>
            <a:xfrm>
              <a:off x="6795198" y="4983956"/>
              <a:ext cx="91440" cy="0"/>
            </a:xfrm>
            <a:prstGeom prst="line">
              <a:avLst/>
            </a:prstGeom>
            <a:effectLst/>
          </p:spPr>
          <p:style>
            <a:lnRef idx="2">
              <a:schemeClr val="accent1"/>
            </a:lnRef>
            <a:fillRef idx="0">
              <a:schemeClr val="accent1"/>
            </a:fillRef>
            <a:effectRef idx="1">
              <a:schemeClr val="accent1"/>
            </a:effectRef>
            <a:fontRef idx="minor">
              <a:schemeClr val="tx1"/>
            </a:fontRef>
          </p:style>
        </p:cxnSp>
      </p:grpSp>
      <p:sp>
        <p:nvSpPr>
          <p:cNvPr id="69" name="TextBox 68">
            <a:extLst>
              <a:ext uri="{FF2B5EF4-FFF2-40B4-BE49-F238E27FC236}">
                <a16:creationId xmlns:a16="http://schemas.microsoft.com/office/drawing/2014/main" id="{5DA72DC0-1825-478A-9445-5AF679FFB46C}"/>
              </a:ext>
            </a:extLst>
          </p:cNvPr>
          <p:cNvSpPr txBox="1"/>
          <p:nvPr/>
        </p:nvSpPr>
        <p:spPr>
          <a:xfrm>
            <a:off x="7979569" y="4062732"/>
            <a:ext cx="979755" cy="369332"/>
          </a:xfrm>
          <a:prstGeom prst="rect">
            <a:avLst/>
          </a:prstGeom>
          <a:noFill/>
        </p:spPr>
        <p:txBody>
          <a:bodyPr wrap="none" rtlCol="0">
            <a:spAutoFit/>
          </a:bodyPr>
          <a:lstStyle/>
          <a:p>
            <a:r>
              <a:rPr lang="en-US"/>
              <a:t>Product</a:t>
            </a:r>
          </a:p>
        </p:txBody>
      </p:sp>
      <p:cxnSp>
        <p:nvCxnSpPr>
          <p:cNvPr id="71" name="Connector: Elbow 70">
            <a:extLst>
              <a:ext uri="{FF2B5EF4-FFF2-40B4-BE49-F238E27FC236}">
                <a16:creationId xmlns:a16="http://schemas.microsoft.com/office/drawing/2014/main" id="{149F2181-1408-4C77-BAC4-2D22E37A489E}"/>
              </a:ext>
            </a:extLst>
          </p:cNvPr>
          <p:cNvCxnSpPr>
            <a:cxnSpLocks/>
          </p:cNvCxnSpPr>
          <p:nvPr/>
        </p:nvCxnSpPr>
        <p:spPr>
          <a:xfrm flipV="1">
            <a:off x="3807730" y="1546360"/>
            <a:ext cx="2989524" cy="1282520"/>
          </a:xfrm>
          <a:prstGeom prst="bentConnector3">
            <a:avLst>
              <a:gd name="adj1" fmla="val 50000"/>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76" name="Group 75">
            <a:extLst>
              <a:ext uri="{FF2B5EF4-FFF2-40B4-BE49-F238E27FC236}">
                <a16:creationId xmlns:a16="http://schemas.microsoft.com/office/drawing/2014/main" id="{02947F69-1EDD-4F65-B1D5-ED5098067478}"/>
              </a:ext>
            </a:extLst>
          </p:cNvPr>
          <p:cNvGrpSpPr/>
          <p:nvPr/>
        </p:nvGrpSpPr>
        <p:grpSpPr>
          <a:xfrm>
            <a:off x="3470977" y="2670451"/>
            <a:ext cx="356259" cy="449101"/>
            <a:chOff x="4471713" y="4397646"/>
            <a:chExt cx="356259" cy="449101"/>
          </a:xfrm>
        </p:grpSpPr>
        <p:sp>
          <p:nvSpPr>
            <p:cNvPr id="77" name="Oval 76">
              <a:extLst>
                <a:ext uri="{FF2B5EF4-FFF2-40B4-BE49-F238E27FC236}">
                  <a16:creationId xmlns:a16="http://schemas.microsoft.com/office/drawing/2014/main" id="{DCAB666F-7F02-45C6-AB0A-DADBD30C372C}"/>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8" name="Isosceles Triangle 77">
              <a:extLst>
                <a:ext uri="{FF2B5EF4-FFF2-40B4-BE49-F238E27FC236}">
                  <a16:creationId xmlns:a16="http://schemas.microsoft.com/office/drawing/2014/main" id="{56E20013-5061-415A-92A5-BC3B5DA599B0}"/>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81" name="Group 80">
            <a:extLst>
              <a:ext uri="{FF2B5EF4-FFF2-40B4-BE49-F238E27FC236}">
                <a16:creationId xmlns:a16="http://schemas.microsoft.com/office/drawing/2014/main" id="{C24B0404-57A5-4AB5-BB00-94C16F437F34}"/>
              </a:ext>
            </a:extLst>
          </p:cNvPr>
          <p:cNvGrpSpPr/>
          <p:nvPr/>
        </p:nvGrpSpPr>
        <p:grpSpPr>
          <a:xfrm>
            <a:off x="3644609" y="1996435"/>
            <a:ext cx="356259" cy="449101"/>
            <a:chOff x="4471713" y="4397646"/>
            <a:chExt cx="356259" cy="449101"/>
          </a:xfrm>
        </p:grpSpPr>
        <p:sp>
          <p:nvSpPr>
            <p:cNvPr id="82" name="Oval 81">
              <a:extLst>
                <a:ext uri="{FF2B5EF4-FFF2-40B4-BE49-F238E27FC236}">
                  <a16:creationId xmlns:a16="http://schemas.microsoft.com/office/drawing/2014/main" id="{8CFBADEA-152B-4A3B-9DAD-3B006987311C}"/>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3" name="Isosceles Triangle 82">
              <a:extLst>
                <a:ext uri="{FF2B5EF4-FFF2-40B4-BE49-F238E27FC236}">
                  <a16:creationId xmlns:a16="http://schemas.microsoft.com/office/drawing/2014/main" id="{755AEFAA-A339-4B30-8098-B3B16CCFB83D}"/>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85" name="Connector: Elbow 84">
            <a:extLst>
              <a:ext uri="{FF2B5EF4-FFF2-40B4-BE49-F238E27FC236}">
                <a16:creationId xmlns:a16="http://schemas.microsoft.com/office/drawing/2014/main" id="{24504E13-5E00-4813-8BD0-F96B37182086}"/>
              </a:ext>
            </a:extLst>
          </p:cNvPr>
          <p:cNvCxnSpPr>
            <a:cxnSpLocks/>
            <a:stCxn id="82" idx="6"/>
          </p:cNvCxnSpPr>
          <p:nvPr/>
        </p:nvCxnSpPr>
        <p:spPr>
          <a:xfrm>
            <a:off x="4000867" y="2154863"/>
            <a:ext cx="97840" cy="691615"/>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87" name="Straight Arrow Connector 86">
            <a:extLst>
              <a:ext uri="{FF2B5EF4-FFF2-40B4-BE49-F238E27FC236}">
                <a16:creationId xmlns:a16="http://schemas.microsoft.com/office/drawing/2014/main" id="{D1BF6D2F-BEC2-4218-90C8-3DF3D67912B1}"/>
              </a:ext>
            </a:extLst>
          </p:cNvPr>
          <p:cNvCxnSpPr>
            <a:cxnSpLocks/>
          </p:cNvCxnSpPr>
          <p:nvPr/>
        </p:nvCxnSpPr>
        <p:spPr>
          <a:xfrm>
            <a:off x="3229199" y="2825582"/>
            <a:ext cx="222272" cy="3299"/>
          </a:xfrm>
          <a:prstGeom prst="straightConnector1">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92" name="Connector: Elbow 91">
            <a:extLst>
              <a:ext uri="{FF2B5EF4-FFF2-40B4-BE49-F238E27FC236}">
                <a16:creationId xmlns:a16="http://schemas.microsoft.com/office/drawing/2014/main" id="{2C7BE37F-2AC1-4526-A9E2-438826CA11AC}"/>
              </a:ext>
            </a:extLst>
          </p:cNvPr>
          <p:cNvCxnSpPr>
            <a:cxnSpLocks/>
            <a:stCxn id="16" idx="3"/>
            <a:endCxn id="82" idx="0"/>
          </p:cNvCxnSpPr>
          <p:nvPr/>
        </p:nvCxnSpPr>
        <p:spPr>
          <a:xfrm>
            <a:off x="3537966" y="1209830"/>
            <a:ext cx="284773" cy="786605"/>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00" name="Straight Arrow Connector 99">
            <a:extLst>
              <a:ext uri="{FF2B5EF4-FFF2-40B4-BE49-F238E27FC236}">
                <a16:creationId xmlns:a16="http://schemas.microsoft.com/office/drawing/2014/main" id="{5E830B13-3914-4352-A652-8F2662D81836}"/>
              </a:ext>
            </a:extLst>
          </p:cNvPr>
          <p:cNvCxnSpPr>
            <a:endCxn id="4" idx="2"/>
          </p:cNvCxnSpPr>
          <p:nvPr/>
        </p:nvCxnSpPr>
        <p:spPr>
          <a:xfrm>
            <a:off x="5461000" y="806429"/>
            <a:ext cx="322720" cy="0"/>
          </a:xfrm>
          <a:prstGeom prst="straightConnector1">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25" name="Group 24">
            <a:extLst>
              <a:ext uri="{FF2B5EF4-FFF2-40B4-BE49-F238E27FC236}">
                <a16:creationId xmlns:a16="http://schemas.microsoft.com/office/drawing/2014/main" id="{4E8A546B-FCC1-486E-9F18-4F73DCA1E196}"/>
              </a:ext>
            </a:extLst>
          </p:cNvPr>
          <p:cNvGrpSpPr/>
          <p:nvPr/>
        </p:nvGrpSpPr>
        <p:grpSpPr>
          <a:xfrm>
            <a:off x="6816759" y="1294360"/>
            <a:ext cx="532746" cy="504000"/>
            <a:chOff x="6855769" y="1294360"/>
            <a:chExt cx="532746" cy="504000"/>
          </a:xfrm>
        </p:grpSpPr>
        <p:sp>
          <p:nvSpPr>
            <p:cNvPr id="48" name="Oval 47">
              <a:extLst>
                <a:ext uri="{FF2B5EF4-FFF2-40B4-BE49-F238E27FC236}">
                  <a16:creationId xmlns:a16="http://schemas.microsoft.com/office/drawing/2014/main" id="{56932133-7446-4490-A289-FA9AE43654E3}"/>
                </a:ext>
              </a:extLst>
            </p:cNvPr>
            <p:cNvSpPr/>
            <p:nvPr/>
          </p:nvSpPr>
          <p:spPr>
            <a:xfrm>
              <a:off x="6855769" y="1294360"/>
              <a:ext cx="532746" cy="504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2" name="Straight Connector 101">
              <a:extLst>
                <a:ext uri="{FF2B5EF4-FFF2-40B4-BE49-F238E27FC236}">
                  <a16:creationId xmlns:a16="http://schemas.microsoft.com/office/drawing/2014/main" id="{2A294851-1F19-42E8-8519-E206A5B6EE1C}"/>
                </a:ext>
              </a:extLst>
            </p:cNvPr>
            <p:cNvCxnSpPr>
              <a:cxnSpLocks/>
              <a:stCxn id="48" idx="0"/>
              <a:endCxn id="48" idx="5"/>
            </p:cNvCxnSpPr>
            <p:nvPr/>
          </p:nvCxnSpPr>
          <p:spPr>
            <a:xfrm>
              <a:off x="7122142" y="1294360"/>
              <a:ext cx="188354" cy="430191"/>
            </a:xfrm>
            <a:prstGeom prst="line">
              <a:avLst/>
            </a:prstGeom>
            <a:ln w="38100">
              <a:solidFill>
                <a:schemeClr val="bg2">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04" name="Straight Connector 103">
              <a:extLst>
                <a:ext uri="{FF2B5EF4-FFF2-40B4-BE49-F238E27FC236}">
                  <a16:creationId xmlns:a16="http://schemas.microsoft.com/office/drawing/2014/main" id="{980FBC3F-0004-4B97-9A75-518A2CE71A70}"/>
                </a:ext>
              </a:extLst>
            </p:cNvPr>
            <p:cNvCxnSpPr>
              <a:stCxn id="48" idx="2"/>
              <a:endCxn id="48" idx="3"/>
            </p:cNvCxnSpPr>
            <p:nvPr/>
          </p:nvCxnSpPr>
          <p:spPr>
            <a:xfrm>
              <a:off x="6855769" y="1546360"/>
              <a:ext cx="78019" cy="178191"/>
            </a:xfrm>
            <a:prstGeom prst="line">
              <a:avLst/>
            </a:prstGeom>
            <a:ln w="38100">
              <a:solidFill>
                <a:srgbClr val="00B0F0"/>
              </a:solidFill>
            </a:ln>
            <a:effectLst/>
          </p:spPr>
          <p:style>
            <a:lnRef idx="2">
              <a:schemeClr val="accent1"/>
            </a:lnRef>
            <a:fillRef idx="0">
              <a:schemeClr val="accent1"/>
            </a:fillRef>
            <a:effectRef idx="1">
              <a:schemeClr val="accent1"/>
            </a:effectRef>
            <a:fontRef idx="minor">
              <a:schemeClr val="tx1"/>
            </a:fontRef>
          </p:style>
        </p:cxnSp>
      </p:grpSp>
      <p:grpSp>
        <p:nvGrpSpPr>
          <p:cNvPr id="26" name="Group 25">
            <a:extLst>
              <a:ext uri="{FF2B5EF4-FFF2-40B4-BE49-F238E27FC236}">
                <a16:creationId xmlns:a16="http://schemas.microsoft.com/office/drawing/2014/main" id="{4BA2BB30-1883-44CA-ADB8-D00B2B9232A9}"/>
              </a:ext>
            </a:extLst>
          </p:cNvPr>
          <p:cNvGrpSpPr/>
          <p:nvPr/>
        </p:nvGrpSpPr>
        <p:grpSpPr>
          <a:xfrm>
            <a:off x="6816759" y="3401430"/>
            <a:ext cx="532746" cy="504000"/>
            <a:chOff x="6777749" y="3401430"/>
            <a:chExt cx="532746" cy="504000"/>
          </a:xfrm>
        </p:grpSpPr>
        <p:sp>
          <p:nvSpPr>
            <p:cNvPr id="8" name="Oval 7">
              <a:extLst>
                <a:ext uri="{FF2B5EF4-FFF2-40B4-BE49-F238E27FC236}">
                  <a16:creationId xmlns:a16="http://schemas.microsoft.com/office/drawing/2014/main" id="{F1D8BEC1-6495-456A-8414-3064887B4645}"/>
                </a:ext>
              </a:extLst>
            </p:cNvPr>
            <p:cNvSpPr/>
            <p:nvPr/>
          </p:nvSpPr>
          <p:spPr>
            <a:xfrm>
              <a:off x="6777749" y="3401430"/>
              <a:ext cx="532746" cy="504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8" name="Straight Connector 107">
              <a:extLst>
                <a:ext uri="{FF2B5EF4-FFF2-40B4-BE49-F238E27FC236}">
                  <a16:creationId xmlns:a16="http://schemas.microsoft.com/office/drawing/2014/main" id="{0C011113-BE39-489D-9D3C-0D30DA014070}"/>
                </a:ext>
              </a:extLst>
            </p:cNvPr>
            <p:cNvCxnSpPr>
              <a:cxnSpLocks/>
              <a:stCxn id="8" idx="7"/>
              <a:endCxn id="8" idx="3"/>
            </p:cNvCxnSpPr>
            <p:nvPr/>
          </p:nvCxnSpPr>
          <p:spPr>
            <a:xfrm flipH="1">
              <a:off x="6855768" y="3475239"/>
              <a:ext cx="376708" cy="356382"/>
            </a:xfrm>
            <a:prstGeom prst="line">
              <a:avLst/>
            </a:prstGeom>
            <a:ln w="38100">
              <a:solidFill>
                <a:schemeClr val="bg2">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09" name="Straight Connector 108">
              <a:extLst>
                <a:ext uri="{FF2B5EF4-FFF2-40B4-BE49-F238E27FC236}">
                  <a16:creationId xmlns:a16="http://schemas.microsoft.com/office/drawing/2014/main" id="{125B8686-5EB9-47C0-A71D-BF9D3350F8F4}"/>
                </a:ext>
              </a:extLst>
            </p:cNvPr>
            <p:cNvCxnSpPr>
              <a:cxnSpLocks/>
              <a:stCxn id="8" idx="1"/>
              <a:endCxn id="8" idx="5"/>
            </p:cNvCxnSpPr>
            <p:nvPr/>
          </p:nvCxnSpPr>
          <p:spPr>
            <a:xfrm>
              <a:off x="6855768" y="3475239"/>
              <a:ext cx="376708" cy="356382"/>
            </a:xfrm>
            <a:prstGeom prst="line">
              <a:avLst/>
            </a:prstGeom>
            <a:ln w="38100">
              <a:solidFill>
                <a:srgbClr val="00B0F0"/>
              </a:solidFill>
            </a:ln>
            <a:effectLst/>
          </p:spPr>
          <p:style>
            <a:lnRef idx="2">
              <a:schemeClr val="accent1"/>
            </a:lnRef>
            <a:fillRef idx="0">
              <a:schemeClr val="accent1"/>
            </a:fillRef>
            <a:effectRef idx="1">
              <a:schemeClr val="accent1"/>
            </a:effectRef>
            <a:fontRef idx="minor">
              <a:schemeClr val="tx1"/>
            </a:fontRef>
          </p:style>
        </p:cxnSp>
      </p:grpSp>
      <p:cxnSp>
        <p:nvCxnSpPr>
          <p:cNvPr id="15" name="Straight Arrow Connector 14">
            <a:extLst>
              <a:ext uri="{FF2B5EF4-FFF2-40B4-BE49-F238E27FC236}">
                <a16:creationId xmlns:a16="http://schemas.microsoft.com/office/drawing/2014/main" id="{13AD38FB-941A-4451-92CB-DBE8DA5B6E23}"/>
              </a:ext>
            </a:extLst>
          </p:cNvPr>
          <p:cNvCxnSpPr>
            <a:stCxn id="8" idx="0"/>
            <a:endCxn id="48" idx="4"/>
          </p:cNvCxnSpPr>
          <p:nvPr/>
        </p:nvCxnSpPr>
        <p:spPr>
          <a:xfrm flipV="1">
            <a:off x="7083132" y="1798360"/>
            <a:ext cx="0" cy="160307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13CD1028-E340-4FE7-8CC7-C080D81C766A}"/>
              </a:ext>
            </a:extLst>
          </p:cNvPr>
          <p:cNvSpPr txBox="1"/>
          <p:nvPr/>
        </p:nvSpPr>
        <p:spPr>
          <a:xfrm rot="16200000">
            <a:off x="2078282" y="2597191"/>
            <a:ext cx="1680781" cy="369332"/>
          </a:xfrm>
          <a:prstGeom prst="rect">
            <a:avLst/>
          </a:prstGeom>
          <a:noFill/>
        </p:spPr>
        <p:txBody>
          <a:bodyPr wrap="none" rtlCol="0">
            <a:spAutoFit/>
          </a:bodyPr>
          <a:lstStyle/>
          <a:p>
            <a:r>
              <a:rPr lang="en-US">
                <a:solidFill>
                  <a:schemeClr val="bg1"/>
                </a:solidFill>
              </a:rPr>
              <a:t>Valve Manifold</a:t>
            </a:r>
          </a:p>
        </p:txBody>
      </p:sp>
      <p:grpSp>
        <p:nvGrpSpPr>
          <p:cNvPr id="70" name="Group 69">
            <a:extLst>
              <a:ext uri="{FF2B5EF4-FFF2-40B4-BE49-F238E27FC236}">
                <a16:creationId xmlns:a16="http://schemas.microsoft.com/office/drawing/2014/main" id="{7558E6CD-05C0-4E0C-B3F0-AAB760596B17}"/>
              </a:ext>
            </a:extLst>
          </p:cNvPr>
          <p:cNvGrpSpPr/>
          <p:nvPr/>
        </p:nvGrpSpPr>
        <p:grpSpPr>
          <a:xfrm>
            <a:off x="7583798" y="825843"/>
            <a:ext cx="356259" cy="449101"/>
            <a:chOff x="4471713" y="4397646"/>
            <a:chExt cx="356259" cy="449101"/>
          </a:xfrm>
        </p:grpSpPr>
        <p:sp>
          <p:nvSpPr>
            <p:cNvPr id="72" name="Oval 71">
              <a:extLst>
                <a:ext uri="{FF2B5EF4-FFF2-40B4-BE49-F238E27FC236}">
                  <a16:creationId xmlns:a16="http://schemas.microsoft.com/office/drawing/2014/main" id="{76AD182C-7BE4-4B37-B7FE-EBE4C09B607B}"/>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3" name="Isosceles Triangle 72">
              <a:extLst>
                <a:ext uri="{FF2B5EF4-FFF2-40B4-BE49-F238E27FC236}">
                  <a16:creationId xmlns:a16="http://schemas.microsoft.com/office/drawing/2014/main" id="{A21BB1F2-0791-4ED3-A922-0F4D10435BA4}"/>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30" name="Straight Arrow Connector 29">
            <a:extLst>
              <a:ext uri="{FF2B5EF4-FFF2-40B4-BE49-F238E27FC236}">
                <a16:creationId xmlns:a16="http://schemas.microsoft.com/office/drawing/2014/main" id="{AB4838CF-656C-45DC-B721-F03F4CFE58A9}"/>
              </a:ext>
            </a:extLst>
          </p:cNvPr>
          <p:cNvCxnSpPr>
            <a:cxnSpLocks/>
            <a:stCxn id="72" idx="2"/>
          </p:cNvCxnSpPr>
          <p:nvPr/>
        </p:nvCxnSpPr>
        <p:spPr>
          <a:xfrm flipH="1" flipV="1">
            <a:off x="7118573" y="981704"/>
            <a:ext cx="465225" cy="2568"/>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6CEECA78-1C35-470F-B073-BF8460E09C15}"/>
              </a:ext>
            </a:extLst>
          </p:cNvPr>
          <p:cNvSpPr txBox="1"/>
          <p:nvPr/>
        </p:nvSpPr>
        <p:spPr>
          <a:xfrm>
            <a:off x="7440984" y="168521"/>
            <a:ext cx="1473731" cy="646331"/>
          </a:xfrm>
          <a:prstGeom prst="rect">
            <a:avLst/>
          </a:prstGeom>
          <a:noFill/>
        </p:spPr>
        <p:txBody>
          <a:bodyPr wrap="square" rtlCol="0">
            <a:spAutoFit/>
          </a:bodyPr>
          <a:lstStyle/>
          <a:p>
            <a:pPr algn="ctr"/>
            <a:r>
              <a:rPr lang="en-US"/>
              <a:t>In-line Conditioning</a:t>
            </a:r>
          </a:p>
        </p:txBody>
      </p:sp>
      <p:grpSp>
        <p:nvGrpSpPr>
          <p:cNvPr id="34" name="Group 33">
            <a:extLst>
              <a:ext uri="{FF2B5EF4-FFF2-40B4-BE49-F238E27FC236}">
                <a16:creationId xmlns:a16="http://schemas.microsoft.com/office/drawing/2014/main" id="{F42EF381-A197-4021-AC66-E08F5B815C31}"/>
              </a:ext>
            </a:extLst>
          </p:cNvPr>
          <p:cNvGrpSpPr/>
          <p:nvPr/>
        </p:nvGrpSpPr>
        <p:grpSpPr>
          <a:xfrm>
            <a:off x="6658613" y="3985284"/>
            <a:ext cx="411250" cy="193657"/>
            <a:chOff x="6631843" y="3975912"/>
            <a:chExt cx="411250" cy="193657"/>
          </a:xfrm>
        </p:grpSpPr>
        <p:sp>
          <p:nvSpPr>
            <p:cNvPr id="86" name="Oval 85">
              <a:extLst>
                <a:ext uri="{FF2B5EF4-FFF2-40B4-BE49-F238E27FC236}">
                  <a16:creationId xmlns:a16="http://schemas.microsoft.com/office/drawing/2014/main" id="{9D912130-258F-4687-A036-418A8012F389}"/>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BF838DF2-F3E4-4A42-887A-BA377B75BA17}"/>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BB14E697-DFEC-4BE7-AC60-35A562190E2F}"/>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91" name="Group 90">
            <a:extLst>
              <a:ext uri="{FF2B5EF4-FFF2-40B4-BE49-F238E27FC236}">
                <a16:creationId xmlns:a16="http://schemas.microsoft.com/office/drawing/2014/main" id="{F68CC741-DA92-4806-8EF9-D0A2367188EE}"/>
              </a:ext>
            </a:extLst>
          </p:cNvPr>
          <p:cNvGrpSpPr/>
          <p:nvPr/>
        </p:nvGrpSpPr>
        <p:grpSpPr>
          <a:xfrm>
            <a:off x="7069863" y="3987373"/>
            <a:ext cx="411250" cy="193657"/>
            <a:chOff x="6631843" y="3975912"/>
            <a:chExt cx="411250" cy="193657"/>
          </a:xfrm>
        </p:grpSpPr>
        <p:sp>
          <p:nvSpPr>
            <p:cNvPr id="93" name="Oval 92">
              <a:extLst>
                <a:ext uri="{FF2B5EF4-FFF2-40B4-BE49-F238E27FC236}">
                  <a16:creationId xmlns:a16="http://schemas.microsoft.com/office/drawing/2014/main" id="{5BF9BBCA-551A-4906-9FFA-99406AB43D85}"/>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6059CA63-37EE-4F57-85D1-030E693C5A57}"/>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6C925864-F0AC-4838-9600-DAFE3802BB80}"/>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96" name="Group 95">
            <a:extLst>
              <a:ext uri="{FF2B5EF4-FFF2-40B4-BE49-F238E27FC236}">
                <a16:creationId xmlns:a16="http://schemas.microsoft.com/office/drawing/2014/main" id="{677BDCB5-B4AB-4FD3-97B8-308B64EBCDE2}"/>
              </a:ext>
            </a:extLst>
          </p:cNvPr>
          <p:cNvGrpSpPr/>
          <p:nvPr/>
        </p:nvGrpSpPr>
        <p:grpSpPr>
          <a:xfrm>
            <a:off x="6850808" y="1021648"/>
            <a:ext cx="411250" cy="193657"/>
            <a:chOff x="6631843" y="3975912"/>
            <a:chExt cx="411250" cy="193657"/>
          </a:xfrm>
        </p:grpSpPr>
        <p:sp>
          <p:nvSpPr>
            <p:cNvPr id="97" name="Oval 96">
              <a:extLst>
                <a:ext uri="{FF2B5EF4-FFF2-40B4-BE49-F238E27FC236}">
                  <a16:creationId xmlns:a16="http://schemas.microsoft.com/office/drawing/2014/main" id="{97116B82-D149-41C8-9039-4C7BB4DD4C17}"/>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7C07FACA-7C5F-41BB-A351-609E368889A1}"/>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3FC6FA38-D637-47A8-BCF7-6BB282E7BA4F}"/>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84" name="Group 83">
            <a:extLst>
              <a:ext uri="{FF2B5EF4-FFF2-40B4-BE49-F238E27FC236}">
                <a16:creationId xmlns:a16="http://schemas.microsoft.com/office/drawing/2014/main" id="{1CE69322-1C72-4C9B-85B6-F741BB3CC6B7}"/>
              </a:ext>
            </a:extLst>
          </p:cNvPr>
          <p:cNvGrpSpPr/>
          <p:nvPr/>
        </p:nvGrpSpPr>
        <p:grpSpPr>
          <a:xfrm>
            <a:off x="6277344" y="1458560"/>
            <a:ext cx="411250" cy="193657"/>
            <a:chOff x="6631843" y="3975912"/>
            <a:chExt cx="411250" cy="193657"/>
          </a:xfrm>
        </p:grpSpPr>
        <p:sp>
          <p:nvSpPr>
            <p:cNvPr id="89" name="Oval 88">
              <a:extLst>
                <a:ext uri="{FF2B5EF4-FFF2-40B4-BE49-F238E27FC236}">
                  <a16:creationId xmlns:a16="http://schemas.microsoft.com/office/drawing/2014/main" id="{7A8F2693-6703-4EE2-A11B-5F1057387880}"/>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EBE6E629-0EC6-4129-BB08-DAD2B7BB4693}"/>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2F8FDA26-B426-4439-A998-9B3632A2C1C4}"/>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56B28B3D-C9A9-4472-97BC-4542803B3C12}"/>
              </a:ext>
            </a:extLst>
          </p:cNvPr>
          <p:cNvSpPr txBox="1"/>
          <p:nvPr/>
        </p:nvSpPr>
        <p:spPr>
          <a:xfrm>
            <a:off x="1912574" y="4466431"/>
            <a:ext cx="5143859" cy="646331"/>
          </a:xfrm>
          <a:prstGeom prst="rect">
            <a:avLst/>
          </a:prstGeom>
          <a:noFill/>
        </p:spPr>
        <p:txBody>
          <a:bodyPr wrap="square" rtlCol="0">
            <a:spAutoFit/>
          </a:bodyPr>
          <a:lstStyle/>
          <a:p>
            <a:r>
              <a:rPr lang="en-US"/>
              <a:t>Additional sensors on inlets can allow real-time modelling to assure step operated as intended </a:t>
            </a:r>
          </a:p>
        </p:txBody>
      </p:sp>
      <p:sp>
        <p:nvSpPr>
          <p:cNvPr id="27" name="TextBox 26">
            <a:extLst>
              <a:ext uri="{FF2B5EF4-FFF2-40B4-BE49-F238E27FC236}">
                <a16:creationId xmlns:a16="http://schemas.microsoft.com/office/drawing/2014/main" id="{CEF3472F-1E3D-6B44-A1C5-F7C39E3CDFAD}"/>
              </a:ext>
            </a:extLst>
          </p:cNvPr>
          <p:cNvSpPr txBox="1"/>
          <p:nvPr/>
        </p:nvSpPr>
        <p:spPr>
          <a:xfrm>
            <a:off x="3712719" y="3867978"/>
            <a:ext cx="2881943" cy="646331"/>
          </a:xfrm>
          <a:prstGeom prst="rect">
            <a:avLst/>
          </a:prstGeom>
          <a:noFill/>
        </p:spPr>
        <p:txBody>
          <a:bodyPr wrap="none" rtlCol="0">
            <a:spAutoFit/>
          </a:bodyPr>
          <a:lstStyle/>
          <a:p>
            <a:r>
              <a:rPr lang="en-US" dirty="0"/>
              <a:t>UV: 0.1 &amp; 1mm pathlength</a:t>
            </a:r>
          </a:p>
          <a:p>
            <a:r>
              <a:rPr lang="en-US" dirty="0"/>
              <a:t>Scan 230-320nm</a:t>
            </a:r>
          </a:p>
        </p:txBody>
      </p:sp>
      <p:sp>
        <p:nvSpPr>
          <p:cNvPr id="28" name="TextBox 27">
            <a:extLst>
              <a:ext uri="{FF2B5EF4-FFF2-40B4-BE49-F238E27FC236}">
                <a16:creationId xmlns:a16="http://schemas.microsoft.com/office/drawing/2014/main" id="{4D4EA22F-8791-E149-855F-5A8C7B2B77F6}"/>
              </a:ext>
            </a:extLst>
          </p:cNvPr>
          <p:cNvSpPr txBox="1"/>
          <p:nvPr/>
        </p:nvSpPr>
        <p:spPr>
          <a:xfrm>
            <a:off x="6546444" y="3667910"/>
            <a:ext cx="190461" cy="369332"/>
          </a:xfrm>
          <a:prstGeom prst="rect">
            <a:avLst/>
          </a:prstGeom>
          <a:noFill/>
        </p:spPr>
        <p:txBody>
          <a:bodyPr wrap="square" rtlCol="0">
            <a:spAutoFit/>
          </a:bodyPr>
          <a:lstStyle/>
          <a:p>
            <a:r>
              <a:rPr lang="en-US" dirty="0"/>
              <a:t>1</a:t>
            </a:r>
          </a:p>
        </p:txBody>
      </p:sp>
      <p:sp>
        <p:nvSpPr>
          <p:cNvPr id="103" name="TextBox 102">
            <a:extLst>
              <a:ext uri="{FF2B5EF4-FFF2-40B4-BE49-F238E27FC236}">
                <a16:creationId xmlns:a16="http://schemas.microsoft.com/office/drawing/2014/main" id="{E22278BE-5982-B345-99F4-C67FC288B762}"/>
              </a:ext>
            </a:extLst>
          </p:cNvPr>
          <p:cNvSpPr txBox="1"/>
          <p:nvPr/>
        </p:nvSpPr>
        <p:spPr>
          <a:xfrm>
            <a:off x="7326254" y="3683311"/>
            <a:ext cx="190461" cy="369332"/>
          </a:xfrm>
          <a:prstGeom prst="rect">
            <a:avLst/>
          </a:prstGeom>
          <a:noFill/>
        </p:spPr>
        <p:txBody>
          <a:bodyPr wrap="square" rtlCol="0">
            <a:spAutoFit/>
          </a:bodyPr>
          <a:lstStyle/>
          <a:p>
            <a:r>
              <a:rPr lang="en-US" dirty="0"/>
              <a:t>2</a:t>
            </a:r>
          </a:p>
        </p:txBody>
      </p:sp>
      <p:sp>
        <p:nvSpPr>
          <p:cNvPr id="31" name="TextBox 30">
            <a:extLst>
              <a:ext uri="{FF2B5EF4-FFF2-40B4-BE49-F238E27FC236}">
                <a16:creationId xmlns:a16="http://schemas.microsoft.com/office/drawing/2014/main" id="{BA2B2DBF-EC8D-C34B-87EA-DC6B89D83E89}"/>
              </a:ext>
            </a:extLst>
          </p:cNvPr>
          <p:cNvSpPr txBox="1"/>
          <p:nvPr/>
        </p:nvSpPr>
        <p:spPr>
          <a:xfrm>
            <a:off x="6658613" y="784315"/>
            <a:ext cx="244204" cy="369332"/>
          </a:xfrm>
          <a:prstGeom prst="rect">
            <a:avLst/>
          </a:prstGeom>
          <a:noFill/>
        </p:spPr>
        <p:txBody>
          <a:bodyPr wrap="square" rtlCol="0">
            <a:spAutoFit/>
          </a:bodyPr>
          <a:lstStyle/>
          <a:p>
            <a:r>
              <a:rPr lang="en-US" dirty="0"/>
              <a:t>3</a:t>
            </a:r>
          </a:p>
        </p:txBody>
      </p:sp>
      <p:sp>
        <p:nvSpPr>
          <p:cNvPr id="105" name="TextBox 104">
            <a:extLst>
              <a:ext uri="{FF2B5EF4-FFF2-40B4-BE49-F238E27FC236}">
                <a16:creationId xmlns:a16="http://schemas.microsoft.com/office/drawing/2014/main" id="{EDBF1782-6FDC-FB4B-A8A0-97EBA9001C2F}"/>
              </a:ext>
            </a:extLst>
          </p:cNvPr>
          <p:cNvSpPr txBox="1"/>
          <p:nvPr/>
        </p:nvSpPr>
        <p:spPr>
          <a:xfrm>
            <a:off x="6071082" y="1625548"/>
            <a:ext cx="244204" cy="369332"/>
          </a:xfrm>
          <a:prstGeom prst="rect">
            <a:avLst/>
          </a:prstGeom>
          <a:noFill/>
        </p:spPr>
        <p:txBody>
          <a:bodyPr wrap="square" rtlCol="0">
            <a:spAutoFit/>
          </a:bodyPr>
          <a:lstStyle/>
          <a:p>
            <a:r>
              <a:rPr lang="en-US" dirty="0"/>
              <a:t>4</a:t>
            </a:r>
          </a:p>
        </p:txBody>
      </p:sp>
      <p:sp>
        <p:nvSpPr>
          <p:cNvPr id="106" name="TextBox 105">
            <a:extLst>
              <a:ext uri="{FF2B5EF4-FFF2-40B4-BE49-F238E27FC236}">
                <a16:creationId xmlns:a16="http://schemas.microsoft.com/office/drawing/2014/main" id="{254CE261-C2DF-1544-A539-A59DFD6AF5DC}"/>
              </a:ext>
            </a:extLst>
          </p:cNvPr>
          <p:cNvSpPr txBox="1"/>
          <p:nvPr/>
        </p:nvSpPr>
        <p:spPr>
          <a:xfrm>
            <a:off x="137905" y="1205446"/>
            <a:ext cx="1512539" cy="646331"/>
          </a:xfrm>
          <a:prstGeom prst="rect">
            <a:avLst/>
          </a:prstGeom>
          <a:noFill/>
        </p:spPr>
        <p:txBody>
          <a:bodyPr wrap="square" rtlCol="0">
            <a:spAutoFit/>
          </a:bodyPr>
          <a:lstStyle/>
          <a:p>
            <a:pPr algn="ctr"/>
            <a:r>
              <a:rPr lang="en-US" dirty="0"/>
              <a:t>Buffers</a:t>
            </a:r>
          </a:p>
          <a:p>
            <a:pPr algn="ctr"/>
            <a:r>
              <a:rPr lang="en-US" dirty="0"/>
              <a:t>0.3-3 L/min</a:t>
            </a:r>
          </a:p>
        </p:txBody>
      </p:sp>
    </p:spTree>
    <p:extLst>
      <p:ext uri="{BB962C8B-B14F-4D97-AF65-F5344CB8AC3E}">
        <p14:creationId xmlns:p14="http://schemas.microsoft.com/office/powerpoint/2010/main" val="42569241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964F012-1A28-488F-B3BA-0504F50A3D58}"/>
              </a:ext>
            </a:extLst>
          </p:cNvPr>
          <p:cNvSpPr>
            <a:spLocks noGrp="1"/>
          </p:cNvSpPr>
          <p:nvPr>
            <p:ph type="sldNum" sz="quarter" idx="4"/>
          </p:nvPr>
        </p:nvSpPr>
        <p:spPr/>
        <p:txBody>
          <a:bodyPr/>
          <a:lstStyle/>
          <a:p>
            <a:fld id="{3C4F54F3-C349-4609-AFEE-01462D5C7942}" type="slidenum">
              <a:rPr lang="en-GB" smtClean="0"/>
              <a:pPr/>
              <a:t>5</a:t>
            </a:fld>
            <a:endParaRPr lang="en-GB"/>
          </a:p>
        </p:txBody>
      </p:sp>
      <p:sp>
        <p:nvSpPr>
          <p:cNvPr id="3" name="Title 2">
            <a:extLst>
              <a:ext uri="{FF2B5EF4-FFF2-40B4-BE49-F238E27FC236}">
                <a16:creationId xmlns:a16="http://schemas.microsoft.com/office/drawing/2014/main" id="{11D9BF32-A7F4-4B1B-A6E7-0042391466D0}"/>
              </a:ext>
            </a:extLst>
          </p:cNvPr>
          <p:cNvSpPr>
            <a:spLocks noGrp="1"/>
          </p:cNvSpPr>
          <p:nvPr>
            <p:ph type="title"/>
          </p:nvPr>
        </p:nvSpPr>
        <p:spPr/>
        <p:txBody>
          <a:bodyPr/>
          <a:lstStyle/>
          <a:p>
            <a:r>
              <a:rPr lang="en-US" dirty="0"/>
              <a:t>Figure 4: Virus Inactivation Skid for Batch or Continuous</a:t>
            </a:r>
          </a:p>
        </p:txBody>
      </p:sp>
      <p:sp>
        <p:nvSpPr>
          <p:cNvPr id="4" name="Slide Number Placeholder 2">
            <a:extLst>
              <a:ext uri="{FF2B5EF4-FFF2-40B4-BE49-F238E27FC236}">
                <a16:creationId xmlns:a16="http://schemas.microsoft.com/office/drawing/2014/main" id="{693B1692-97B8-429B-B0A3-AE3B23DBAC3E}"/>
              </a:ext>
            </a:extLst>
          </p:cNvPr>
          <p:cNvSpPr txBox="1">
            <a:spLocks/>
          </p:cNvSpPr>
          <p:nvPr/>
        </p:nvSpPr>
        <p:spPr>
          <a:xfrm>
            <a:off x="318375" y="4846754"/>
            <a:ext cx="396000" cy="162000"/>
          </a:xfrm>
          <a:prstGeom prst="rect">
            <a:avLst/>
          </a:prstGeom>
        </p:spPr>
        <p:txBody>
          <a:bodyPr vert="horz" lIns="0" tIns="0" rIns="0" bIns="0" rtlCol="0" anchor="t" anchorCtr="0"/>
          <a:lstStyle>
            <a:defPPr>
              <a:defRPr lang="en-US"/>
            </a:defPPr>
            <a:lvl1pPr marL="0" algn="l" defTabSz="457200" rtl="0" eaLnBrk="1" latinLnBrk="0" hangingPunct="1">
              <a:defRPr sz="800" b="1"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C4F54F3-C349-4609-AFEE-01462D5C7942}" type="slidenum">
              <a:rPr lang="en-GB"/>
              <a:pPr/>
              <a:t>5</a:t>
            </a:fld>
            <a:endParaRPr lang="en-GB"/>
          </a:p>
        </p:txBody>
      </p:sp>
      <p:cxnSp>
        <p:nvCxnSpPr>
          <p:cNvPr id="7" name="Straight Arrow Connector 6">
            <a:extLst>
              <a:ext uri="{FF2B5EF4-FFF2-40B4-BE49-F238E27FC236}">
                <a16:creationId xmlns:a16="http://schemas.microsoft.com/office/drawing/2014/main" id="{E9FA1958-7AA2-4B8A-AD05-11D6EC33F9D1}"/>
              </a:ext>
            </a:extLst>
          </p:cNvPr>
          <p:cNvCxnSpPr>
            <a:cxnSpLocks/>
          </p:cNvCxnSpPr>
          <p:nvPr/>
        </p:nvCxnSpPr>
        <p:spPr>
          <a:xfrm>
            <a:off x="5563276" y="3854520"/>
            <a:ext cx="354192" cy="6887"/>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648EAA3E-5D69-4670-84DB-5898921F083E}"/>
              </a:ext>
            </a:extLst>
          </p:cNvPr>
          <p:cNvSpPr txBox="1"/>
          <p:nvPr/>
        </p:nvSpPr>
        <p:spPr>
          <a:xfrm>
            <a:off x="3780206" y="3090770"/>
            <a:ext cx="1880187" cy="369332"/>
          </a:xfrm>
          <a:prstGeom prst="rect">
            <a:avLst/>
          </a:prstGeom>
          <a:noFill/>
        </p:spPr>
        <p:txBody>
          <a:bodyPr wrap="square" rtlCol="0">
            <a:spAutoFit/>
          </a:bodyPr>
          <a:lstStyle/>
          <a:p>
            <a:pPr algn="ctr"/>
            <a:r>
              <a:rPr lang="en-US" dirty="0"/>
              <a:t>Water (for PFR)</a:t>
            </a:r>
          </a:p>
        </p:txBody>
      </p:sp>
      <p:sp>
        <p:nvSpPr>
          <p:cNvPr id="13" name="TextBox 12">
            <a:extLst>
              <a:ext uri="{FF2B5EF4-FFF2-40B4-BE49-F238E27FC236}">
                <a16:creationId xmlns:a16="http://schemas.microsoft.com/office/drawing/2014/main" id="{12021B99-D54E-4934-8E73-355B2845D54A}"/>
              </a:ext>
            </a:extLst>
          </p:cNvPr>
          <p:cNvSpPr txBox="1"/>
          <p:nvPr/>
        </p:nvSpPr>
        <p:spPr>
          <a:xfrm>
            <a:off x="4170106" y="1271226"/>
            <a:ext cx="1402948" cy="646331"/>
          </a:xfrm>
          <a:prstGeom prst="rect">
            <a:avLst/>
          </a:prstGeom>
          <a:noFill/>
        </p:spPr>
        <p:txBody>
          <a:bodyPr wrap="none" rtlCol="0">
            <a:spAutoFit/>
          </a:bodyPr>
          <a:lstStyle/>
          <a:p>
            <a:r>
              <a:rPr lang="en-US" dirty="0"/>
              <a:t>Acid</a:t>
            </a:r>
          </a:p>
          <a:p>
            <a:r>
              <a:rPr lang="en-US" dirty="0"/>
              <a:t>0.05-1L/min</a:t>
            </a:r>
          </a:p>
        </p:txBody>
      </p:sp>
      <p:sp>
        <p:nvSpPr>
          <p:cNvPr id="14" name="TextBox 13">
            <a:extLst>
              <a:ext uri="{FF2B5EF4-FFF2-40B4-BE49-F238E27FC236}">
                <a16:creationId xmlns:a16="http://schemas.microsoft.com/office/drawing/2014/main" id="{2DD20626-CA9C-467E-AD3D-1574A1DD1F72}"/>
              </a:ext>
            </a:extLst>
          </p:cNvPr>
          <p:cNvSpPr txBox="1"/>
          <p:nvPr/>
        </p:nvSpPr>
        <p:spPr>
          <a:xfrm>
            <a:off x="4170106" y="3601195"/>
            <a:ext cx="1493895" cy="923330"/>
          </a:xfrm>
          <a:prstGeom prst="rect">
            <a:avLst/>
          </a:prstGeom>
          <a:noFill/>
        </p:spPr>
        <p:txBody>
          <a:bodyPr wrap="square" rtlCol="0">
            <a:spAutoFit/>
          </a:bodyPr>
          <a:lstStyle/>
          <a:p>
            <a:pPr algn="ctr"/>
            <a:r>
              <a:rPr lang="en-US" dirty="0"/>
              <a:t>Base</a:t>
            </a:r>
          </a:p>
          <a:p>
            <a:pPr algn="ctr"/>
            <a:r>
              <a:rPr lang="en-US" dirty="0"/>
              <a:t>0.1-2L/min</a:t>
            </a:r>
          </a:p>
          <a:p>
            <a:pPr algn="ctr"/>
            <a:endParaRPr lang="en-US" dirty="0"/>
          </a:p>
        </p:txBody>
      </p:sp>
      <p:sp>
        <p:nvSpPr>
          <p:cNvPr id="26" name="TextBox 25">
            <a:extLst>
              <a:ext uri="{FF2B5EF4-FFF2-40B4-BE49-F238E27FC236}">
                <a16:creationId xmlns:a16="http://schemas.microsoft.com/office/drawing/2014/main" id="{FF60FCCE-9EF1-4A5F-8016-B137AE651C5A}"/>
              </a:ext>
            </a:extLst>
          </p:cNvPr>
          <p:cNvSpPr txBox="1"/>
          <p:nvPr/>
        </p:nvSpPr>
        <p:spPr>
          <a:xfrm>
            <a:off x="3435224" y="676630"/>
            <a:ext cx="2146806" cy="369332"/>
          </a:xfrm>
          <a:prstGeom prst="rect">
            <a:avLst/>
          </a:prstGeom>
          <a:noFill/>
        </p:spPr>
        <p:txBody>
          <a:bodyPr wrap="none" rtlCol="0">
            <a:spAutoFit/>
          </a:bodyPr>
          <a:lstStyle/>
          <a:p>
            <a:pPr algn="ctr"/>
            <a:r>
              <a:rPr lang="en-US"/>
              <a:t>From </a:t>
            </a:r>
            <a:r>
              <a:rPr lang="en-US" err="1"/>
              <a:t>ProA</a:t>
            </a:r>
            <a:r>
              <a:rPr lang="en-US"/>
              <a:t> Column</a:t>
            </a:r>
          </a:p>
        </p:txBody>
      </p:sp>
      <p:sp>
        <p:nvSpPr>
          <p:cNvPr id="34" name="Oval 33">
            <a:extLst>
              <a:ext uri="{FF2B5EF4-FFF2-40B4-BE49-F238E27FC236}">
                <a16:creationId xmlns:a16="http://schemas.microsoft.com/office/drawing/2014/main" id="{920ED7C8-101B-4D31-8E3D-9B2976A4E8EE}"/>
              </a:ext>
            </a:extLst>
          </p:cNvPr>
          <p:cNvSpPr/>
          <p:nvPr/>
        </p:nvSpPr>
        <p:spPr>
          <a:xfrm>
            <a:off x="6790415" y="3641370"/>
            <a:ext cx="532746" cy="504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63674A88-52E0-450A-B653-18EBE1B976EE}"/>
              </a:ext>
            </a:extLst>
          </p:cNvPr>
          <p:cNvSpPr/>
          <p:nvPr/>
        </p:nvSpPr>
        <p:spPr>
          <a:xfrm>
            <a:off x="6855769" y="1294360"/>
            <a:ext cx="532746" cy="504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6" name="Connector: Elbow 35">
            <a:extLst>
              <a:ext uri="{FF2B5EF4-FFF2-40B4-BE49-F238E27FC236}">
                <a16:creationId xmlns:a16="http://schemas.microsoft.com/office/drawing/2014/main" id="{9A5F6E31-ACFC-4F7E-BFF1-404E67F96DE8}"/>
              </a:ext>
            </a:extLst>
          </p:cNvPr>
          <p:cNvCxnSpPr>
            <a:cxnSpLocks/>
            <a:endCxn id="35" idx="0"/>
          </p:cNvCxnSpPr>
          <p:nvPr/>
        </p:nvCxnSpPr>
        <p:spPr>
          <a:xfrm>
            <a:off x="5918502" y="795174"/>
            <a:ext cx="1203640" cy="499186"/>
          </a:xfrm>
          <a:prstGeom prst="bentConnector2">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7" name="Connector: Elbow 36">
            <a:extLst>
              <a:ext uri="{FF2B5EF4-FFF2-40B4-BE49-F238E27FC236}">
                <a16:creationId xmlns:a16="http://schemas.microsoft.com/office/drawing/2014/main" id="{7ED70ABF-ED5B-417D-AF5C-0B58B1DB11E7}"/>
              </a:ext>
            </a:extLst>
          </p:cNvPr>
          <p:cNvCxnSpPr>
            <a:cxnSpLocks/>
            <a:stCxn id="35" idx="3"/>
            <a:endCxn id="72" idx="0"/>
          </p:cNvCxnSpPr>
          <p:nvPr/>
        </p:nvCxnSpPr>
        <p:spPr>
          <a:xfrm rot="16200000" flipH="1">
            <a:off x="6795026" y="1863313"/>
            <a:ext cx="447738" cy="170214"/>
          </a:xfrm>
          <a:prstGeom prst="bentConnector3">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8" name="Connector: Elbow 37">
            <a:extLst>
              <a:ext uri="{FF2B5EF4-FFF2-40B4-BE49-F238E27FC236}">
                <a16:creationId xmlns:a16="http://schemas.microsoft.com/office/drawing/2014/main" id="{106B194D-0300-41B8-AB97-0BB39B1F59B4}"/>
              </a:ext>
            </a:extLst>
          </p:cNvPr>
          <p:cNvCxnSpPr>
            <a:cxnSpLocks/>
            <a:stCxn id="35" idx="5"/>
          </p:cNvCxnSpPr>
          <p:nvPr/>
        </p:nvCxnSpPr>
        <p:spPr>
          <a:xfrm rot="16200000" flipH="1">
            <a:off x="7412035" y="1623011"/>
            <a:ext cx="577802" cy="780881"/>
          </a:xfrm>
          <a:prstGeom prst="bentConnector3">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9" name="Connector: Elbow 38">
            <a:extLst>
              <a:ext uri="{FF2B5EF4-FFF2-40B4-BE49-F238E27FC236}">
                <a16:creationId xmlns:a16="http://schemas.microsoft.com/office/drawing/2014/main" id="{EC858A54-76E2-4B2C-861B-1F8CA3D0F7D5}"/>
              </a:ext>
            </a:extLst>
          </p:cNvPr>
          <p:cNvCxnSpPr>
            <a:cxnSpLocks/>
            <a:stCxn id="72" idx="2"/>
            <a:endCxn id="34" idx="1"/>
          </p:cNvCxnSpPr>
          <p:nvPr/>
        </p:nvCxnSpPr>
        <p:spPr>
          <a:xfrm rot="5400000">
            <a:off x="6651153" y="3262330"/>
            <a:ext cx="670130" cy="235568"/>
          </a:xfrm>
          <a:prstGeom prst="bentConnector3">
            <a:avLst>
              <a:gd name="adj1" fmla="val 50000"/>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1" name="Connector: Elbow 40">
            <a:extLst>
              <a:ext uri="{FF2B5EF4-FFF2-40B4-BE49-F238E27FC236}">
                <a16:creationId xmlns:a16="http://schemas.microsoft.com/office/drawing/2014/main" id="{9EAE652D-3CF6-40D4-B3FA-BC809D476783}"/>
              </a:ext>
            </a:extLst>
          </p:cNvPr>
          <p:cNvCxnSpPr>
            <a:stCxn id="34" idx="5"/>
          </p:cNvCxnSpPr>
          <p:nvPr/>
        </p:nvCxnSpPr>
        <p:spPr>
          <a:xfrm rot="16200000" flipH="1">
            <a:off x="7363909" y="3952793"/>
            <a:ext cx="375595" cy="613129"/>
          </a:xfrm>
          <a:prstGeom prst="bentConnector2">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B7FE67E2-37CA-4430-9A8C-84EDB0502D6F}"/>
              </a:ext>
            </a:extLst>
          </p:cNvPr>
          <p:cNvCxnSpPr>
            <a:stCxn id="34" idx="3"/>
          </p:cNvCxnSpPr>
          <p:nvPr/>
        </p:nvCxnSpPr>
        <p:spPr>
          <a:xfrm>
            <a:off x="6868434" y="4071561"/>
            <a:ext cx="0" cy="641319"/>
          </a:xfrm>
          <a:prstGeom prst="straightConnector1">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43" name="Group 42">
            <a:extLst>
              <a:ext uri="{FF2B5EF4-FFF2-40B4-BE49-F238E27FC236}">
                <a16:creationId xmlns:a16="http://schemas.microsoft.com/office/drawing/2014/main" id="{E833C816-C995-4380-8156-06260AA5B6C2}"/>
              </a:ext>
            </a:extLst>
          </p:cNvPr>
          <p:cNvGrpSpPr/>
          <p:nvPr/>
        </p:nvGrpSpPr>
        <p:grpSpPr>
          <a:xfrm>
            <a:off x="7935645" y="2368152"/>
            <a:ext cx="457200" cy="304800"/>
            <a:chOff x="6612318" y="4679156"/>
            <a:chExt cx="457200" cy="304800"/>
          </a:xfrm>
        </p:grpSpPr>
        <p:cxnSp>
          <p:nvCxnSpPr>
            <p:cNvPr id="44" name="Straight Connector 43">
              <a:extLst>
                <a:ext uri="{FF2B5EF4-FFF2-40B4-BE49-F238E27FC236}">
                  <a16:creationId xmlns:a16="http://schemas.microsoft.com/office/drawing/2014/main" id="{92D24026-FE1C-422A-9B5B-C8C3BB798CA2}"/>
                </a:ext>
              </a:extLst>
            </p:cNvPr>
            <p:cNvCxnSpPr/>
            <p:nvPr/>
          </p:nvCxnSpPr>
          <p:spPr>
            <a:xfrm>
              <a:off x="6612318" y="4679156"/>
              <a:ext cx="45720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634662A1-F04C-4838-BA14-B8624BF8D4B0}"/>
                </a:ext>
              </a:extLst>
            </p:cNvPr>
            <p:cNvCxnSpPr/>
            <p:nvPr/>
          </p:nvCxnSpPr>
          <p:spPr>
            <a:xfrm>
              <a:off x="6726618" y="4831556"/>
              <a:ext cx="22860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CB78A0DC-6B89-4B7A-80A4-3EEC00170379}"/>
                </a:ext>
              </a:extLst>
            </p:cNvPr>
            <p:cNvCxnSpPr/>
            <p:nvPr/>
          </p:nvCxnSpPr>
          <p:spPr>
            <a:xfrm>
              <a:off x="6795198" y="4983956"/>
              <a:ext cx="91440" cy="0"/>
            </a:xfrm>
            <a:prstGeom prst="line">
              <a:avLst/>
            </a:prstGeom>
            <a:effectLst/>
          </p:spPr>
          <p:style>
            <a:lnRef idx="2">
              <a:schemeClr val="accent1"/>
            </a:lnRef>
            <a:fillRef idx="0">
              <a:schemeClr val="accent1"/>
            </a:fillRef>
            <a:effectRef idx="1">
              <a:schemeClr val="accent1"/>
            </a:effectRef>
            <a:fontRef idx="minor">
              <a:schemeClr val="tx1"/>
            </a:fontRef>
          </p:style>
        </p:cxnSp>
      </p:grpSp>
      <p:sp>
        <p:nvSpPr>
          <p:cNvPr id="47" name="TextBox 46">
            <a:extLst>
              <a:ext uri="{FF2B5EF4-FFF2-40B4-BE49-F238E27FC236}">
                <a16:creationId xmlns:a16="http://schemas.microsoft.com/office/drawing/2014/main" id="{5F89F1F9-F187-4901-AB51-E2DBB8EDC041}"/>
              </a:ext>
            </a:extLst>
          </p:cNvPr>
          <p:cNvSpPr txBox="1"/>
          <p:nvPr/>
        </p:nvSpPr>
        <p:spPr>
          <a:xfrm>
            <a:off x="7948311" y="4262489"/>
            <a:ext cx="979755" cy="369332"/>
          </a:xfrm>
          <a:prstGeom prst="rect">
            <a:avLst/>
          </a:prstGeom>
          <a:noFill/>
        </p:spPr>
        <p:txBody>
          <a:bodyPr wrap="none" rtlCol="0">
            <a:spAutoFit/>
          </a:bodyPr>
          <a:lstStyle/>
          <a:p>
            <a:r>
              <a:rPr lang="en-US"/>
              <a:t>Product</a:t>
            </a:r>
          </a:p>
        </p:txBody>
      </p:sp>
      <p:cxnSp>
        <p:nvCxnSpPr>
          <p:cNvPr id="48" name="Connector: Elbow 47">
            <a:extLst>
              <a:ext uri="{FF2B5EF4-FFF2-40B4-BE49-F238E27FC236}">
                <a16:creationId xmlns:a16="http://schemas.microsoft.com/office/drawing/2014/main" id="{3CE6C91A-E1A2-4D76-9E0F-E6BDE5279BE3}"/>
              </a:ext>
            </a:extLst>
          </p:cNvPr>
          <p:cNvCxnSpPr>
            <a:cxnSpLocks/>
            <a:stCxn id="50" idx="6"/>
          </p:cNvCxnSpPr>
          <p:nvPr/>
        </p:nvCxnSpPr>
        <p:spPr>
          <a:xfrm flipV="1">
            <a:off x="5918503" y="1305844"/>
            <a:ext cx="1206463" cy="155617"/>
          </a:xfrm>
          <a:prstGeom prst="bentConnector3">
            <a:avLst>
              <a:gd name="adj1" fmla="val 50000"/>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49" name="Group 48">
            <a:extLst>
              <a:ext uri="{FF2B5EF4-FFF2-40B4-BE49-F238E27FC236}">
                <a16:creationId xmlns:a16="http://schemas.microsoft.com/office/drawing/2014/main" id="{DE278910-246A-40E9-A068-4B2456D4B5A5}"/>
              </a:ext>
            </a:extLst>
          </p:cNvPr>
          <p:cNvGrpSpPr/>
          <p:nvPr/>
        </p:nvGrpSpPr>
        <p:grpSpPr>
          <a:xfrm>
            <a:off x="5562244" y="1303031"/>
            <a:ext cx="356259" cy="449101"/>
            <a:chOff x="4471713" y="4397646"/>
            <a:chExt cx="356259" cy="449101"/>
          </a:xfrm>
        </p:grpSpPr>
        <p:sp>
          <p:nvSpPr>
            <p:cNvPr id="50" name="Oval 49">
              <a:extLst>
                <a:ext uri="{FF2B5EF4-FFF2-40B4-BE49-F238E27FC236}">
                  <a16:creationId xmlns:a16="http://schemas.microsoft.com/office/drawing/2014/main" id="{A435C811-5099-4462-B5BA-FF4EB35EDDE2}"/>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 name="Isosceles Triangle 50">
              <a:extLst>
                <a:ext uri="{FF2B5EF4-FFF2-40B4-BE49-F238E27FC236}">
                  <a16:creationId xmlns:a16="http://schemas.microsoft.com/office/drawing/2014/main" id="{7AA84154-C330-4748-AADF-849732B4CE72}"/>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52" name="Group 51">
            <a:extLst>
              <a:ext uri="{FF2B5EF4-FFF2-40B4-BE49-F238E27FC236}">
                <a16:creationId xmlns:a16="http://schemas.microsoft.com/office/drawing/2014/main" id="{88C71E47-FC02-49CB-82FC-A2F2DE579AEC}"/>
              </a:ext>
            </a:extLst>
          </p:cNvPr>
          <p:cNvGrpSpPr/>
          <p:nvPr/>
        </p:nvGrpSpPr>
        <p:grpSpPr>
          <a:xfrm>
            <a:off x="5572980" y="3115494"/>
            <a:ext cx="356259" cy="449101"/>
            <a:chOff x="4471713" y="4397646"/>
            <a:chExt cx="356259" cy="449101"/>
          </a:xfrm>
        </p:grpSpPr>
        <p:sp>
          <p:nvSpPr>
            <p:cNvPr id="53" name="Oval 52">
              <a:extLst>
                <a:ext uri="{FF2B5EF4-FFF2-40B4-BE49-F238E27FC236}">
                  <a16:creationId xmlns:a16="http://schemas.microsoft.com/office/drawing/2014/main" id="{A79AD016-A2D3-49DD-9FFF-68949EFCDA3E}"/>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Isosceles Triangle 53">
              <a:extLst>
                <a:ext uri="{FF2B5EF4-FFF2-40B4-BE49-F238E27FC236}">
                  <a16:creationId xmlns:a16="http://schemas.microsoft.com/office/drawing/2014/main" id="{27FF3DDD-FA12-4141-8266-207C9FB3E57A}"/>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59" name="Straight Connector 58">
            <a:extLst>
              <a:ext uri="{FF2B5EF4-FFF2-40B4-BE49-F238E27FC236}">
                <a16:creationId xmlns:a16="http://schemas.microsoft.com/office/drawing/2014/main" id="{8A5C0850-C74B-45E0-9C10-4154D2C0C411}"/>
              </a:ext>
            </a:extLst>
          </p:cNvPr>
          <p:cNvCxnSpPr>
            <a:cxnSpLocks/>
            <a:stCxn id="35" idx="7"/>
            <a:endCxn id="35" idx="5"/>
          </p:cNvCxnSpPr>
          <p:nvPr/>
        </p:nvCxnSpPr>
        <p:spPr>
          <a:xfrm>
            <a:off x="7310496" y="1368169"/>
            <a:ext cx="0" cy="356382"/>
          </a:xfrm>
          <a:prstGeom prst="line">
            <a:avLst/>
          </a:prstGeom>
          <a:ln w="38100">
            <a:solidFill>
              <a:schemeClr val="bg2">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5A16FBC0-6A96-4DE0-967F-0580E303F21E}"/>
              </a:ext>
            </a:extLst>
          </p:cNvPr>
          <p:cNvCxnSpPr>
            <a:cxnSpLocks/>
            <a:stCxn id="35" idx="0"/>
            <a:endCxn id="35" idx="3"/>
          </p:cNvCxnSpPr>
          <p:nvPr/>
        </p:nvCxnSpPr>
        <p:spPr>
          <a:xfrm flipH="1">
            <a:off x="6933788" y="1294360"/>
            <a:ext cx="188354" cy="430191"/>
          </a:xfrm>
          <a:prstGeom prst="line">
            <a:avLst/>
          </a:prstGeom>
          <a:ln w="38100">
            <a:solidFill>
              <a:srgbClr val="00B0F0"/>
            </a:solidFill>
          </a:ln>
          <a:effectLst/>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AB3B8D4A-6175-4CC2-AF91-1B8052CCAFA1}"/>
              </a:ext>
            </a:extLst>
          </p:cNvPr>
          <p:cNvCxnSpPr>
            <a:cxnSpLocks/>
            <a:stCxn id="34" idx="7"/>
            <a:endCxn id="34" idx="3"/>
          </p:cNvCxnSpPr>
          <p:nvPr/>
        </p:nvCxnSpPr>
        <p:spPr>
          <a:xfrm flipH="1">
            <a:off x="6868434" y="3715179"/>
            <a:ext cx="376708" cy="356382"/>
          </a:xfrm>
          <a:prstGeom prst="line">
            <a:avLst/>
          </a:prstGeom>
          <a:ln w="38100">
            <a:solidFill>
              <a:schemeClr val="bg2">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21C6B510-8D22-4295-A28E-94AA5C5E9436}"/>
              </a:ext>
            </a:extLst>
          </p:cNvPr>
          <p:cNvCxnSpPr>
            <a:cxnSpLocks/>
            <a:stCxn id="34" idx="1"/>
            <a:endCxn id="34" idx="5"/>
          </p:cNvCxnSpPr>
          <p:nvPr/>
        </p:nvCxnSpPr>
        <p:spPr>
          <a:xfrm>
            <a:off x="6868434" y="3715179"/>
            <a:ext cx="376708" cy="356382"/>
          </a:xfrm>
          <a:prstGeom prst="line">
            <a:avLst/>
          </a:prstGeom>
          <a:ln w="38100">
            <a:solidFill>
              <a:srgbClr val="00B0F0"/>
            </a:solidFill>
          </a:ln>
          <a:effectLst/>
        </p:spPr>
        <p:style>
          <a:lnRef idx="2">
            <a:schemeClr val="accent1"/>
          </a:lnRef>
          <a:fillRef idx="0">
            <a:schemeClr val="accent1"/>
          </a:fillRef>
          <a:effectRef idx="1">
            <a:schemeClr val="accent1"/>
          </a:effectRef>
          <a:fontRef idx="minor">
            <a:schemeClr val="tx1"/>
          </a:fontRef>
        </p:style>
      </p:cxnSp>
      <p:sp>
        <p:nvSpPr>
          <p:cNvPr id="72" name="Rectangle 71">
            <a:extLst>
              <a:ext uri="{FF2B5EF4-FFF2-40B4-BE49-F238E27FC236}">
                <a16:creationId xmlns:a16="http://schemas.microsoft.com/office/drawing/2014/main" id="{F82FFB03-1486-405D-92C6-B7A3A3B8EA06}"/>
              </a:ext>
            </a:extLst>
          </p:cNvPr>
          <p:cNvSpPr/>
          <p:nvPr/>
        </p:nvSpPr>
        <p:spPr>
          <a:xfrm>
            <a:off x="6362399" y="2172290"/>
            <a:ext cx="1483206" cy="87275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Plug Flow Reactor or Tank</a:t>
            </a:r>
          </a:p>
        </p:txBody>
      </p:sp>
      <p:grpSp>
        <p:nvGrpSpPr>
          <p:cNvPr id="81" name="Group 80">
            <a:extLst>
              <a:ext uri="{FF2B5EF4-FFF2-40B4-BE49-F238E27FC236}">
                <a16:creationId xmlns:a16="http://schemas.microsoft.com/office/drawing/2014/main" id="{C8BC10D5-12FE-4818-AD1F-7249AC5FAA23}"/>
              </a:ext>
            </a:extLst>
          </p:cNvPr>
          <p:cNvGrpSpPr/>
          <p:nvPr/>
        </p:nvGrpSpPr>
        <p:grpSpPr>
          <a:xfrm>
            <a:off x="6599588" y="4735440"/>
            <a:ext cx="457200" cy="304800"/>
            <a:chOff x="6612318" y="4679156"/>
            <a:chExt cx="457200" cy="304800"/>
          </a:xfrm>
        </p:grpSpPr>
        <p:cxnSp>
          <p:nvCxnSpPr>
            <p:cNvPr id="82" name="Straight Connector 81">
              <a:extLst>
                <a:ext uri="{FF2B5EF4-FFF2-40B4-BE49-F238E27FC236}">
                  <a16:creationId xmlns:a16="http://schemas.microsoft.com/office/drawing/2014/main" id="{64236969-0D2F-4B86-9362-BBA03A70E599}"/>
                </a:ext>
              </a:extLst>
            </p:cNvPr>
            <p:cNvCxnSpPr/>
            <p:nvPr/>
          </p:nvCxnSpPr>
          <p:spPr>
            <a:xfrm>
              <a:off x="6612318" y="4679156"/>
              <a:ext cx="45720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1DB86D80-5F5A-445D-959F-C8049D8F0A5B}"/>
                </a:ext>
              </a:extLst>
            </p:cNvPr>
            <p:cNvCxnSpPr/>
            <p:nvPr/>
          </p:nvCxnSpPr>
          <p:spPr>
            <a:xfrm>
              <a:off x="6726618" y="4831556"/>
              <a:ext cx="22860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AFC85468-3232-4FB0-B53D-4E0D9363B487}"/>
                </a:ext>
              </a:extLst>
            </p:cNvPr>
            <p:cNvCxnSpPr/>
            <p:nvPr/>
          </p:nvCxnSpPr>
          <p:spPr>
            <a:xfrm>
              <a:off x="6795198" y="4983956"/>
              <a:ext cx="91440" cy="0"/>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87" name="Group 86">
            <a:extLst>
              <a:ext uri="{FF2B5EF4-FFF2-40B4-BE49-F238E27FC236}">
                <a16:creationId xmlns:a16="http://schemas.microsoft.com/office/drawing/2014/main" id="{1A3879D0-D364-4EFF-934C-DD5947391E51}"/>
              </a:ext>
            </a:extLst>
          </p:cNvPr>
          <p:cNvGrpSpPr/>
          <p:nvPr/>
        </p:nvGrpSpPr>
        <p:grpSpPr>
          <a:xfrm>
            <a:off x="5562244" y="3689859"/>
            <a:ext cx="356259" cy="449101"/>
            <a:chOff x="4471713" y="4397646"/>
            <a:chExt cx="356259" cy="449101"/>
          </a:xfrm>
        </p:grpSpPr>
        <p:sp>
          <p:nvSpPr>
            <p:cNvPr id="88" name="Oval 87">
              <a:extLst>
                <a:ext uri="{FF2B5EF4-FFF2-40B4-BE49-F238E27FC236}">
                  <a16:creationId xmlns:a16="http://schemas.microsoft.com/office/drawing/2014/main" id="{032CEDCC-8940-4DE8-9218-87968977F4C1}"/>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9" name="Isosceles Triangle 88">
              <a:extLst>
                <a:ext uri="{FF2B5EF4-FFF2-40B4-BE49-F238E27FC236}">
                  <a16:creationId xmlns:a16="http://schemas.microsoft.com/office/drawing/2014/main" id="{B4BBA95A-8A22-4FF8-B1FC-C786C1D0E9A8}"/>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92" name="Straight Arrow Connector 91">
            <a:extLst>
              <a:ext uri="{FF2B5EF4-FFF2-40B4-BE49-F238E27FC236}">
                <a16:creationId xmlns:a16="http://schemas.microsoft.com/office/drawing/2014/main" id="{2291C33A-9A77-4731-A761-C2C53F9DF3D7}"/>
              </a:ext>
            </a:extLst>
          </p:cNvPr>
          <p:cNvCxnSpPr>
            <a:cxnSpLocks/>
            <a:stCxn id="88" idx="6"/>
          </p:cNvCxnSpPr>
          <p:nvPr/>
        </p:nvCxnSpPr>
        <p:spPr>
          <a:xfrm>
            <a:off x="5918502" y="3848288"/>
            <a:ext cx="762700" cy="10552"/>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7A43990C-F407-435B-92E2-991B80EB5CA6}"/>
                  </a:ext>
                </a:extLst>
              </p:cNvPr>
              <p:cNvSpPr txBox="1"/>
              <p:nvPr/>
            </p:nvSpPr>
            <p:spPr>
              <a:xfrm>
                <a:off x="792129" y="1739308"/>
                <a:ext cx="1757425" cy="369332"/>
              </a:xfrm>
              <a:prstGeom prst="rect">
                <a:avLst/>
              </a:prstGeom>
              <a:noFill/>
            </p:spPr>
            <p:txBody>
              <a:bodyPr wrap="square" rtlCol="0">
                <a:spAutoFit/>
              </a:bodyPr>
              <a:lstStyle/>
              <a:p>
                <a:pPr algn="ctr"/>
                <a:r>
                  <a:rPr lang="en-US" dirty="0" err="1"/>
                  <a:t>Q</a:t>
                </a:r>
                <a:r>
                  <a:rPr lang="en-US" baseline="-25000" dirty="0" err="1"/>
                  <a:t>acid</a:t>
                </a:r>
                <a:r>
                  <a:rPr lang="en-US" baseline="-25000" dirty="0"/>
                  <a:t> </a:t>
                </a:r>
                <a14:m>
                  <m:oMath xmlns:m="http://schemas.openxmlformats.org/officeDocument/2006/math">
                    <m:r>
                      <a:rPr lang="en-US" i="1">
                        <a:latin typeface="Cambria Math" panose="02040503050406030204" pitchFamily="18" charset="0"/>
                        <a:ea typeface="Cambria Math" panose="02040503050406030204" pitchFamily="18" charset="0"/>
                      </a:rPr>
                      <m:t>∝</m:t>
                    </m:r>
                    <m:r>
                      <m:rPr>
                        <m:nor/>
                      </m:rPr>
                      <a:rPr lang="en-US" dirty="0"/>
                      <m:t>UV</m:t>
                    </m:r>
                  </m:oMath>
                </a14:m>
                <a:endParaRPr lang="en-US" dirty="0"/>
              </a:p>
            </p:txBody>
          </p:sp>
        </mc:Choice>
        <mc:Fallback xmlns="">
          <p:sp>
            <p:nvSpPr>
              <p:cNvPr id="63" name="TextBox 62">
                <a:extLst>
                  <a:ext uri="{FF2B5EF4-FFF2-40B4-BE49-F238E27FC236}">
                    <a16:creationId xmlns:a16="http://schemas.microsoft.com/office/drawing/2014/main" id="{7A43990C-F407-435B-92E2-991B80EB5CA6}"/>
                  </a:ext>
                </a:extLst>
              </p:cNvPr>
              <p:cNvSpPr txBox="1">
                <a:spLocks noRot="1" noChangeAspect="1" noMove="1" noResize="1" noEditPoints="1" noAdjustHandles="1" noChangeArrowheads="1" noChangeShapeType="1" noTextEdit="1"/>
              </p:cNvSpPr>
              <p:nvPr/>
            </p:nvSpPr>
            <p:spPr>
              <a:xfrm>
                <a:off x="792129" y="1739308"/>
                <a:ext cx="1757425" cy="369332"/>
              </a:xfrm>
              <a:prstGeom prst="rect">
                <a:avLst/>
              </a:prstGeom>
              <a:blipFill>
                <a:blip r:embed="rId2"/>
                <a:stretch>
                  <a:fillRect t="-6667" b="-2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1F9438AB-2866-40E3-878C-FC15A4DF3053}"/>
                  </a:ext>
                </a:extLst>
              </p:cNvPr>
              <p:cNvSpPr txBox="1"/>
              <p:nvPr/>
            </p:nvSpPr>
            <p:spPr>
              <a:xfrm>
                <a:off x="877427" y="2114559"/>
                <a:ext cx="1586829" cy="369332"/>
              </a:xfrm>
              <a:prstGeom prst="rect">
                <a:avLst/>
              </a:prstGeom>
              <a:noFill/>
            </p:spPr>
            <p:txBody>
              <a:bodyPr wrap="square" rtlCol="0">
                <a:spAutoFit/>
              </a:bodyPr>
              <a:lstStyle/>
              <a:p>
                <a:pPr algn="ctr"/>
                <a:r>
                  <a:rPr lang="en-US" dirty="0" err="1"/>
                  <a:t>Q</a:t>
                </a:r>
                <a:r>
                  <a:rPr lang="en-US" baseline="-25000" dirty="0" err="1"/>
                  <a:t>base</a:t>
                </a:r>
                <a:r>
                  <a:rPr lang="en-US" baseline="-25000" dirty="0"/>
                  <a:t> </a:t>
                </a:r>
                <a14:m>
                  <m:oMath xmlns:m="http://schemas.openxmlformats.org/officeDocument/2006/math">
                    <m:r>
                      <a:rPr lang="en-US" i="1">
                        <a:latin typeface="Cambria Math" panose="02040503050406030204" pitchFamily="18" charset="0"/>
                        <a:ea typeface="Cambria Math" panose="02040503050406030204" pitchFamily="18" charset="0"/>
                      </a:rPr>
                      <m:t>∝</m:t>
                    </m:r>
                    <m:r>
                      <m:rPr>
                        <m:nor/>
                      </m:rPr>
                      <a:rPr lang="en-US" dirty="0"/>
                      <m:t>UV</m:t>
                    </m:r>
                  </m:oMath>
                </a14:m>
                <a:endParaRPr lang="en-US" dirty="0"/>
              </a:p>
            </p:txBody>
          </p:sp>
        </mc:Choice>
        <mc:Fallback xmlns="">
          <p:sp>
            <p:nvSpPr>
              <p:cNvPr id="64" name="TextBox 63">
                <a:extLst>
                  <a:ext uri="{FF2B5EF4-FFF2-40B4-BE49-F238E27FC236}">
                    <a16:creationId xmlns:a16="http://schemas.microsoft.com/office/drawing/2014/main" id="{1F9438AB-2866-40E3-878C-FC15A4DF3053}"/>
                  </a:ext>
                </a:extLst>
              </p:cNvPr>
              <p:cNvSpPr txBox="1">
                <a:spLocks noRot="1" noChangeAspect="1" noMove="1" noResize="1" noEditPoints="1" noAdjustHandles="1" noChangeArrowheads="1" noChangeShapeType="1" noTextEdit="1"/>
              </p:cNvSpPr>
              <p:nvPr/>
            </p:nvSpPr>
            <p:spPr>
              <a:xfrm>
                <a:off x="877427" y="2114559"/>
                <a:ext cx="1586829" cy="369332"/>
              </a:xfrm>
              <a:prstGeom prst="rect">
                <a:avLst/>
              </a:prstGeom>
              <a:blipFill>
                <a:blip r:embed="rId3"/>
                <a:stretch>
                  <a:fillRect t="-6897" b="-275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0444CA6C-ED79-4356-89B3-87D9D3914C62}"/>
                  </a:ext>
                </a:extLst>
              </p:cNvPr>
              <p:cNvSpPr txBox="1"/>
              <p:nvPr/>
            </p:nvSpPr>
            <p:spPr>
              <a:xfrm>
                <a:off x="-157723" y="3185268"/>
                <a:ext cx="3622292" cy="923330"/>
              </a:xfrm>
              <a:prstGeom prst="rect">
                <a:avLst/>
              </a:prstGeom>
              <a:noFill/>
            </p:spPr>
            <p:txBody>
              <a:bodyPr wrap="square" rtlCol="0">
                <a:spAutoFit/>
              </a:bodyPr>
              <a:lstStyle/>
              <a:p>
                <a:pPr algn="ctr"/>
                <a:r>
                  <a:rPr lang="en-US" dirty="0" err="1"/>
                  <a:t>Q</a:t>
                </a:r>
                <a:r>
                  <a:rPr lang="en-US" baseline="-25000" dirty="0" err="1"/>
                  <a:t>water</a:t>
                </a:r>
                <a:r>
                  <a:rPr lang="en-US" baseline="-25000" dirty="0"/>
                  <a:t> </a:t>
                </a:r>
                <a14:m>
                  <m:oMath xmlns:m="http://schemas.openxmlformats.org/officeDocument/2006/math">
                    <m:r>
                      <a:rPr lang="en-US" i="1">
                        <a:latin typeface="Cambria Math" panose="02040503050406030204" pitchFamily="18" charset="0"/>
                        <a:ea typeface="Cambria Math" panose="02040503050406030204" pitchFamily="18" charset="0"/>
                      </a:rPr>
                      <m:t>∝</m:t>
                    </m:r>
                    <m:r>
                      <m:rPr>
                        <m:nor/>
                      </m:rPr>
                      <a:rPr lang="en-US" dirty="0"/>
                      <m:t>UV</m:t>
                    </m:r>
                  </m:oMath>
                </a14:m>
                <a:r>
                  <a:rPr lang="en-US" dirty="0"/>
                  <a:t> </a:t>
                </a:r>
              </a:p>
              <a:p>
                <a:pPr algn="ctr"/>
                <a:r>
                  <a:rPr lang="en-US" dirty="0"/>
                  <a:t>(to maintain constant ionic strength)</a:t>
                </a:r>
              </a:p>
            </p:txBody>
          </p:sp>
        </mc:Choice>
        <mc:Fallback xmlns="">
          <p:sp>
            <p:nvSpPr>
              <p:cNvPr id="65" name="TextBox 64">
                <a:extLst>
                  <a:ext uri="{FF2B5EF4-FFF2-40B4-BE49-F238E27FC236}">
                    <a16:creationId xmlns:a16="http://schemas.microsoft.com/office/drawing/2014/main" id="{0444CA6C-ED79-4356-89B3-87D9D3914C62}"/>
                  </a:ext>
                </a:extLst>
              </p:cNvPr>
              <p:cNvSpPr txBox="1">
                <a:spLocks noRot="1" noChangeAspect="1" noMove="1" noResize="1" noEditPoints="1" noAdjustHandles="1" noChangeArrowheads="1" noChangeShapeType="1" noTextEdit="1"/>
              </p:cNvSpPr>
              <p:nvPr/>
            </p:nvSpPr>
            <p:spPr>
              <a:xfrm>
                <a:off x="-157723" y="3185268"/>
                <a:ext cx="3622292" cy="923330"/>
              </a:xfrm>
              <a:prstGeom prst="rect">
                <a:avLst/>
              </a:prstGeom>
              <a:blipFill>
                <a:blip r:embed="rId4"/>
                <a:stretch>
                  <a:fillRect t="-4167" b="-9722"/>
                </a:stretch>
              </a:blipFill>
            </p:spPr>
            <p:txBody>
              <a:bodyPr/>
              <a:lstStyle/>
              <a:p>
                <a:r>
                  <a:rPr lang="en-US">
                    <a:noFill/>
                  </a:rPr>
                  <a:t> </a:t>
                </a:r>
              </a:p>
            </p:txBody>
          </p:sp>
        </mc:Fallback>
      </mc:AlternateContent>
      <p:cxnSp>
        <p:nvCxnSpPr>
          <p:cNvPr id="9" name="Straight Arrow Connector 8">
            <a:extLst>
              <a:ext uri="{FF2B5EF4-FFF2-40B4-BE49-F238E27FC236}">
                <a16:creationId xmlns:a16="http://schemas.microsoft.com/office/drawing/2014/main" id="{A23B81B7-B5AE-42F2-B0E1-96A0DA7990A8}"/>
              </a:ext>
            </a:extLst>
          </p:cNvPr>
          <p:cNvCxnSpPr>
            <a:stCxn id="53" idx="6"/>
          </p:cNvCxnSpPr>
          <p:nvPr/>
        </p:nvCxnSpPr>
        <p:spPr>
          <a:xfrm flipV="1">
            <a:off x="5929238" y="3271355"/>
            <a:ext cx="670350" cy="2568"/>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55" name="Group 54">
            <a:extLst>
              <a:ext uri="{FF2B5EF4-FFF2-40B4-BE49-F238E27FC236}">
                <a16:creationId xmlns:a16="http://schemas.microsoft.com/office/drawing/2014/main" id="{CC2B8BE1-9F71-4BCA-939F-B3C0B13FC573}"/>
              </a:ext>
            </a:extLst>
          </p:cNvPr>
          <p:cNvGrpSpPr/>
          <p:nvPr/>
        </p:nvGrpSpPr>
        <p:grpSpPr>
          <a:xfrm>
            <a:off x="6686804" y="1820893"/>
            <a:ext cx="411250" cy="193657"/>
            <a:chOff x="6631843" y="3975912"/>
            <a:chExt cx="411250" cy="193657"/>
          </a:xfrm>
        </p:grpSpPr>
        <p:sp>
          <p:nvSpPr>
            <p:cNvPr id="56" name="Oval 55">
              <a:extLst>
                <a:ext uri="{FF2B5EF4-FFF2-40B4-BE49-F238E27FC236}">
                  <a16:creationId xmlns:a16="http://schemas.microsoft.com/office/drawing/2014/main" id="{1E196522-007C-48A2-8982-1828F60650C3}"/>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73F15EBB-9366-4DB8-B16C-4172A72CD234}"/>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52DF6F89-D771-4003-AEC7-8E8F9D317DFC}"/>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68" name="Group 67">
            <a:extLst>
              <a:ext uri="{FF2B5EF4-FFF2-40B4-BE49-F238E27FC236}">
                <a16:creationId xmlns:a16="http://schemas.microsoft.com/office/drawing/2014/main" id="{63223AF8-7CF6-4F9D-9EF8-BFB4DCD772AF}"/>
              </a:ext>
            </a:extLst>
          </p:cNvPr>
          <p:cNvGrpSpPr/>
          <p:nvPr/>
        </p:nvGrpSpPr>
        <p:grpSpPr>
          <a:xfrm>
            <a:off x="7018895" y="4156922"/>
            <a:ext cx="411250" cy="193657"/>
            <a:chOff x="6631843" y="3975912"/>
            <a:chExt cx="411250" cy="193657"/>
          </a:xfrm>
        </p:grpSpPr>
        <p:sp>
          <p:nvSpPr>
            <p:cNvPr id="69" name="Oval 68">
              <a:extLst>
                <a:ext uri="{FF2B5EF4-FFF2-40B4-BE49-F238E27FC236}">
                  <a16:creationId xmlns:a16="http://schemas.microsoft.com/office/drawing/2014/main" id="{B467195E-BA0E-4B87-84BC-40C5626C2F21}"/>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ECCA925E-B32B-4938-9BF4-81C1439929B9}"/>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1DD30D41-99BE-455C-821A-D145F4F2621A}"/>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73" name="Group 72">
            <a:extLst>
              <a:ext uri="{FF2B5EF4-FFF2-40B4-BE49-F238E27FC236}">
                <a16:creationId xmlns:a16="http://schemas.microsoft.com/office/drawing/2014/main" id="{9452BF51-F12A-48D9-B86D-5DB3196D2227}"/>
              </a:ext>
            </a:extLst>
          </p:cNvPr>
          <p:cNvGrpSpPr/>
          <p:nvPr/>
        </p:nvGrpSpPr>
        <p:grpSpPr>
          <a:xfrm>
            <a:off x="1607558" y="4636433"/>
            <a:ext cx="411250" cy="193657"/>
            <a:chOff x="6631843" y="3975912"/>
            <a:chExt cx="411250" cy="193657"/>
          </a:xfrm>
        </p:grpSpPr>
        <p:sp>
          <p:nvSpPr>
            <p:cNvPr id="74" name="Oval 73">
              <a:extLst>
                <a:ext uri="{FF2B5EF4-FFF2-40B4-BE49-F238E27FC236}">
                  <a16:creationId xmlns:a16="http://schemas.microsoft.com/office/drawing/2014/main" id="{F54F6FC2-F73B-495A-BD11-1E0AF9508593}"/>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43151613-CFD9-4909-BA32-A566C72C5916}"/>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1679BFA0-DCDD-4672-9A76-80C1D2301395}"/>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77" name="TextBox 76">
            <a:extLst>
              <a:ext uri="{FF2B5EF4-FFF2-40B4-BE49-F238E27FC236}">
                <a16:creationId xmlns:a16="http://schemas.microsoft.com/office/drawing/2014/main" id="{B0FAA2E9-F246-49E7-8DC0-519415ED528D}"/>
              </a:ext>
            </a:extLst>
          </p:cNvPr>
          <p:cNvSpPr txBox="1"/>
          <p:nvPr/>
        </p:nvSpPr>
        <p:spPr>
          <a:xfrm>
            <a:off x="2027970" y="4539722"/>
            <a:ext cx="710451" cy="369332"/>
          </a:xfrm>
          <a:prstGeom prst="rect">
            <a:avLst/>
          </a:prstGeom>
          <a:noFill/>
        </p:spPr>
        <p:txBody>
          <a:bodyPr wrap="square" rtlCol="0">
            <a:spAutoFit/>
          </a:bodyPr>
          <a:lstStyle/>
          <a:p>
            <a:r>
              <a:rPr lang="en-US"/>
              <a:t>pH</a:t>
            </a:r>
          </a:p>
        </p:txBody>
      </p:sp>
      <p:grpSp>
        <p:nvGrpSpPr>
          <p:cNvPr id="78" name="Group 77">
            <a:extLst>
              <a:ext uri="{FF2B5EF4-FFF2-40B4-BE49-F238E27FC236}">
                <a16:creationId xmlns:a16="http://schemas.microsoft.com/office/drawing/2014/main" id="{66B7166E-CD1D-B44A-B2C0-F12F64860B61}"/>
              </a:ext>
            </a:extLst>
          </p:cNvPr>
          <p:cNvGrpSpPr/>
          <p:nvPr/>
        </p:nvGrpSpPr>
        <p:grpSpPr>
          <a:xfrm>
            <a:off x="6993681" y="3164783"/>
            <a:ext cx="356259" cy="449101"/>
            <a:chOff x="4471713" y="4397646"/>
            <a:chExt cx="356259" cy="449101"/>
          </a:xfrm>
        </p:grpSpPr>
        <p:sp>
          <p:nvSpPr>
            <p:cNvPr id="96" name="Oval 95">
              <a:extLst>
                <a:ext uri="{FF2B5EF4-FFF2-40B4-BE49-F238E27FC236}">
                  <a16:creationId xmlns:a16="http://schemas.microsoft.com/office/drawing/2014/main" id="{4451EFA1-62C7-3A47-8453-81B9A0DD5091}"/>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7" name="Isosceles Triangle 53">
              <a:extLst>
                <a:ext uri="{FF2B5EF4-FFF2-40B4-BE49-F238E27FC236}">
                  <a16:creationId xmlns:a16="http://schemas.microsoft.com/office/drawing/2014/main" id="{6AE6A946-342C-1A46-A079-E47B5745EA0C}"/>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43946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F4E8502-A5B2-2A49-9456-87CDEBE95C5F}"/>
              </a:ext>
            </a:extLst>
          </p:cNvPr>
          <p:cNvSpPr>
            <a:spLocks noGrp="1"/>
          </p:cNvSpPr>
          <p:nvPr>
            <p:ph type="sldNum" sz="quarter" idx="4"/>
          </p:nvPr>
        </p:nvSpPr>
        <p:spPr>
          <a:xfrm>
            <a:off x="-681085" y="4738610"/>
            <a:ext cx="396000" cy="162000"/>
          </a:xfrm>
        </p:spPr>
        <p:txBody>
          <a:bodyPr/>
          <a:lstStyle/>
          <a:p>
            <a:fld id="{3C4F54F3-C349-4609-AFEE-01462D5C7942}" type="slidenum">
              <a:rPr lang="en-GB" smtClean="0"/>
              <a:pPr/>
              <a:t>6</a:t>
            </a:fld>
            <a:endParaRPr lang="en-GB"/>
          </a:p>
        </p:txBody>
      </p:sp>
      <p:sp>
        <p:nvSpPr>
          <p:cNvPr id="3" name="Title 2">
            <a:extLst>
              <a:ext uri="{FF2B5EF4-FFF2-40B4-BE49-F238E27FC236}">
                <a16:creationId xmlns:a16="http://schemas.microsoft.com/office/drawing/2014/main" id="{649B7E96-2E75-F64B-AD03-0B4926C03917}"/>
              </a:ext>
            </a:extLst>
          </p:cNvPr>
          <p:cNvSpPr>
            <a:spLocks noGrp="1"/>
          </p:cNvSpPr>
          <p:nvPr>
            <p:ph type="title"/>
          </p:nvPr>
        </p:nvSpPr>
        <p:spPr/>
        <p:txBody>
          <a:bodyPr/>
          <a:lstStyle/>
          <a:p>
            <a:r>
              <a:rPr lang="en-US" dirty="0"/>
              <a:t>Figure 5A</a:t>
            </a:r>
          </a:p>
        </p:txBody>
      </p:sp>
      <p:sp>
        <p:nvSpPr>
          <p:cNvPr id="5" name="Rounded Rectangle 4">
            <a:extLst>
              <a:ext uri="{FF2B5EF4-FFF2-40B4-BE49-F238E27FC236}">
                <a16:creationId xmlns:a16="http://schemas.microsoft.com/office/drawing/2014/main" id="{C8118E87-F5B1-F945-B73B-1717169D120C}"/>
              </a:ext>
            </a:extLst>
          </p:cNvPr>
          <p:cNvSpPr/>
          <p:nvPr/>
        </p:nvSpPr>
        <p:spPr>
          <a:xfrm>
            <a:off x="1541124" y="2555224"/>
            <a:ext cx="819292" cy="88904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Conc 1 tank</a:t>
            </a:r>
          </a:p>
        </p:txBody>
      </p:sp>
      <p:grpSp>
        <p:nvGrpSpPr>
          <p:cNvPr id="9" name="Group 8">
            <a:extLst>
              <a:ext uri="{FF2B5EF4-FFF2-40B4-BE49-F238E27FC236}">
                <a16:creationId xmlns:a16="http://schemas.microsoft.com/office/drawing/2014/main" id="{E43D9FEF-B700-CB40-B07F-0883DA0289B7}"/>
              </a:ext>
            </a:extLst>
          </p:cNvPr>
          <p:cNvGrpSpPr/>
          <p:nvPr/>
        </p:nvGrpSpPr>
        <p:grpSpPr>
          <a:xfrm>
            <a:off x="964196" y="3295659"/>
            <a:ext cx="217967" cy="281762"/>
            <a:chOff x="1578937" y="3827721"/>
            <a:chExt cx="217967" cy="281762"/>
          </a:xfrm>
        </p:grpSpPr>
        <p:sp>
          <p:nvSpPr>
            <p:cNvPr id="7" name="Oval 6">
              <a:extLst>
                <a:ext uri="{FF2B5EF4-FFF2-40B4-BE49-F238E27FC236}">
                  <a16:creationId xmlns:a16="http://schemas.microsoft.com/office/drawing/2014/main" id="{E9EC243E-8EEE-EB41-8E89-7AD19D798571}"/>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30475570-29DC-8C45-9A3E-D5A106C19DCC}"/>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A4FBAF67-26F3-004E-9040-9573F7980DAB}"/>
              </a:ext>
            </a:extLst>
          </p:cNvPr>
          <p:cNvGrpSpPr/>
          <p:nvPr/>
        </p:nvGrpSpPr>
        <p:grpSpPr>
          <a:xfrm rot="16200000">
            <a:off x="456779" y="3263585"/>
            <a:ext cx="215904" cy="244900"/>
            <a:chOff x="5475212" y="3011672"/>
            <a:chExt cx="1012728" cy="1137683"/>
          </a:xfrm>
        </p:grpSpPr>
        <p:sp>
          <p:nvSpPr>
            <p:cNvPr id="6" name="Rectangle 5">
              <a:extLst>
                <a:ext uri="{FF2B5EF4-FFF2-40B4-BE49-F238E27FC236}">
                  <a16:creationId xmlns:a16="http://schemas.microsoft.com/office/drawing/2014/main" id="{ED2D860A-385C-2D45-AAF4-07CAE79B1655}"/>
                </a:ext>
              </a:extLst>
            </p:cNvPr>
            <p:cNvSpPr/>
            <p:nvPr/>
          </p:nvSpPr>
          <p:spPr>
            <a:xfrm>
              <a:off x="5475212" y="3011672"/>
              <a:ext cx="1012728" cy="1137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064FDD32-5390-8044-AB9A-52AB72696A00}"/>
                </a:ext>
              </a:extLst>
            </p:cNvPr>
            <p:cNvCxnSpPr>
              <a:cxnSpLocks/>
            </p:cNvCxnSpPr>
            <p:nvPr/>
          </p:nvCxnSpPr>
          <p:spPr>
            <a:xfrm flipH="1">
              <a:off x="5475212" y="3011672"/>
              <a:ext cx="1012728" cy="1137683"/>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32" name="Group 31">
            <a:extLst>
              <a:ext uri="{FF2B5EF4-FFF2-40B4-BE49-F238E27FC236}">
                <a16:creationId xmlns:a16="http://schemas.microsoft.com/office/drawing/2014/main" id="{0AA19441-9F0B-CE46-B3CA-721FC3912A98}"/>
              </a:ext>
            </a:extLst>
          </p:cNvPr>
          <p:cNvGrpSpPr/>
          <p:nvPr/>
        </p:nvGrpSpPr>
        <p:grpSpPr>
          <a:xfrm>
            <a:off x="401947" y="3845391"/>
            <a:ext cx="336645" cy="118280"/>
            <a:chOff x="1183488" y="4417325"/>
            <a:chExt cx="336645" cy="118280"/>
          </a:xfrm>
        </p:grpSpPr>
        <p:cxnSp>
          <p:nvCxnSpPr>
            <p:cNvPr id="27" name="Straight Connector 26">
              <a:extLst>
                <a:ext uri="{FF2B5EF4-FFF2-40B4-BE49-F238E27FC236}">
                  <a16:creationId xmlns:a16="http://schemas.microsoft.com/office/drawing/2014/main" id="{9F7B7BE9-893D-4646-B904-245B9AF2CD0F}"/>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154CE74D-04EC-DF4B-9DDE-DE4A18B879F7}"/>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043274DA-370E-714D-AFF4-BE391B4B8237}"/>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cxnSp>
        <p:nvCxnSpPr>
          <p:cNvPr id="52" name="Elbow Connector 51">
            <a:extLst>
              <a:ext uri="{FF2B5EF4-FFF2-40B4-BE49-F238E27FC236}">
                <a16:creationId xmlns:a16="http://schemas.microsoft.com/office/drawing/2014/main" id="{5DEE531C-A1F7-7542-A7C2-EEFB2A30F85C}"/>
              </a:ext>
            </a:extLst>
          </p:cNvPr>
          <p:cNvCxnSpPr>
            <a:cxnSpLocks/>
            <a:stCxn id="6" idx="1"/>
          </p:cNvCxnSpPr>
          <p:nvPr/>
        </p:nvCxnSpPr>
        <p:spPr>
          <a:xfrm rot="16200000" flipH="1">
            <a:off x="407823" y="3650895"/>
            <a:ext cx="342306" cy="28490"/>
          </a:xfrm>
          <a:prstGeom prst="bentConnector3">
            <a:avLst>
              <a:gd name="adj1" fmla="val 50000"/>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3E8859D6-D493-F34B-B98C-86B4E0519FE5}"/>
              </a:ext>
            </a:extLst>
          </p:cNvPr>
          <p:cNvSpPr txBox="1"/>
          <p:nvPr/>
        </p:nvSpPr>
        <p:spPr>
          <a:xfrm>
            <a:off x="0" y="4491150"/>
            <a:ext cx="4251311" cy="646331"/>
          </a:xfrm>
          <a:prstGeom prst="rect">
            <a:avLst/>
          </a:prstGeom>
          <a:noFill/>
        </p:spPr>
        <p:txBody>
          <a:bodyPr wrap="square" rtlCol="0">
            <a:spAutoFit/>
          </a:bodyPr>
          <a:lstStyle/>
          <a:p>
            <a:r>
              <a:rPr lang="en-US" dirty="0"/>
              <a:t>Small UF for end-to-end daily concentration</a:t>
            </a:r>
          </a:p>
        </p:txBody>
      </p:sp>
      <p:grpSp>
        <p:nvGrpSpPr>
          <p:cNvPr id="55" name="Group 54">
            <a:extLst>
              <a:ext uri="{FF2B5EF4-FFF2-40B4-BE49-F238E27FC236}">
                <a16:creationId xmlns:a16="http://schemas.microsoft.com/office/drawing/2014/main" id="{FF91412D-92B6-174F-B775-CF5219A771F7}"/>
              </a:ext>
            </a:extLst>
          </p:cNvPr>
          <p:cNvGrpSpPr/>
          <p:nvPr/>
        </p:nvGrpSpPr>
        <p:grpSpPr>
          <a:xfrm>
            <a:off x="2677420" y="1728247"/>
            <a:ext cx="217967" cy="281762"/>
            <a:chOff x="1578937" y="3827721"/>
            <a:chExt cx="217967" cy="281762"/>
          </a:xfrm>
        </p:grpSpPr>
        <p:sp>
          <p:nvSpPr>
            <p:cNvPr id="56" name="Oval 55">
              <a:extLst>
                <a:ext uri="{FF2B5EF4-FFF2-40B4-BE49-F238E27FC236}">
                  <a16:creationId xmlns:a16="http://schemas.microsoft.com/office/drawing/2014/main" id="{A33B6D6A-09C6-5B4F-BE90-87B5927C487A}"/>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Triangle 56">
              <a:extLst>
                <a:ext uri="{FF2B5EF4-FFF2-40B4-BE49-F238E27FC236}">
                  <a16:creationId xmlns:a16="http://schemas.microsoft.com/office/drawing/2014/main" id="{E3583B44-7BC3-DD48-9B28-32DCC192D5BC}"/>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365DF414-4EDB-D342-957C-1C7AC37A2671}"/>
              </a:ext>
            </a:extLst>
          </p:cNvPr>
          <p:cNvGrpSpPr/>
          <p:nvPr/>
        </p:nvGrpSpPr>
        <p:grpSpPr>
          <a:xfrm rot="5400000">
            <a:off x="3665596" y="3221402"/>
            <a:ext cx="215904" cy="244900"/>
            <a:chOff x="5475212" y="3011672"/>
            <a:chExt cx="1012728" cy="1137683"/>
          </a:xfrm>
        </p:grpSpPr>
        <p:sp>
          <p:nvSpPr>
            <p:cNvPr id="62" name="Rectangle 61">
              <a:extLst>
                <a:ext uri="{FF2B5EF4-FFF2-40B4-BE49-F238E27FC236}">
                  <a16:creationId xmlns:a16="http://schemas.microsoft.com/office/drawing/2014/main" id="{6A5CC2A0-DA0B-DD40-A61C-6D56938BC3F7}"/>
                </a:ext>
              </a:extLst>
            </p:cNvPr>
            <p:cNvSpPr/>
            <p:nvPr/>
          </p:nvSpPr>
          <p:spPr>
            <a:xfrm>
              <a:off x="5475212" y="3011672"/>
              <a:ext cx="1012728" cy="1137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3" name="Straight Connector 62">
              <a:extLst>
                <a:ext uri="{FF2B5EF4-FFF2-40B4-BE49-F238E27FC236}">
                  <a16:creationId xmlns:a16="http://schemas.microsoft.com/office/drawing/2014/main" id="{15F1AED3-719E-884C-9ABC-CBE9CB95B53B}"/>
                </a:ext>
              </a:extLst>
            </p:cNvPr>
            <p:cNvCxnSpPr>
              <a:cxnSpLocks/>
            </p:cNvCxnSpPr>
            <p:nvPr/>
          </p:nvCxnSpPr>
          <p:spPr>
            <a:xfrm flipH="1">
              <a:off x="5475212" y="3011672"/>
              <a:ext cx="1012728" cy="1137683"/>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79" name="Group 78">
            <a:extLst>
              <a:ext uri="{FF2B5EF4-FFF2-40B4-BE49-F238E27FC236}">
                <a16:creationId xmlns:a16="http://schemas.microsoft.com/office/drawing/2014/main" id="{46F3DAE9-1EE2-894E-A271-451B4C9F627D}"/>
              </a:ext>
            </a:extLst>
          </p:cNvPr>
          <p:cNvGrpSpPr/>
          <p:nvPr/>
        </p:nvGrpSpPr>
        <p:grpSpPr>
          <a:xfrm>
            <a:off x="2956362" y="3730395"/>
            <a:ext cx="217967" cy="281762"/>
            <a:chOff x="1578937" y="3827721"/>
            <a:chExt cx="217967" cy="281762"/>
          </a:xfrm>
          <a:solidFill>
            <a:schemeClr val="accent2">
              <a:lumMod val="75000"/>
              <a:lumOff val="25000"/>
            </a:schemeClr>
          </a:solidFill>
        </p:grpSpPr>
        <p:sp>
          <p:nvSpPr>
            <p:cNvPr id="80" name="Oval 79">
              <a:extLst>
                <a:ext uri="{FF2B5EF4-FFF2-40B4-BE49-F238E27FC236}">
                  <a16:creationId xmlns:a16="http://schemas.microsoft.com/office/drawing/2014/main" id="{75B759C4-0F2C-214D-8412-8EFF445B8802}"/>
                </a:ext>
              </a:extLst>
            </p:cNvPr>
            <p:cNvSpPr/>
            <p:nvPr/>
          </p:nvSpPr>
          <p:spPr>
            <a:xfrm>
              <a:off x="1618809" y="3827721"/>
              <a:ext cx="138223" cy="180753"/>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1" name="Triangle 80">
              <a:extLst>
                <a:ext uri="{FF2B5EF4-FFF2-40B4-BE49-F238E27FC236}">
                  <a16:creationId xmlns:a16="http://schemas.microsoft.com/office/drawing/2014/main" id="{4F4D4036-FDD7-484B-AF05-C15252337D85}"/>
                </a:ext>
              </a:extLst>
            </p:cNvPr>
            <p:cNvSpPr/>
            <p:nvPr/>
          </p:nvSpPr>
          <p:spPr>
            <a:xfrm>
              <a:off x="1578937" y="3907464"/>
              <a:ext cx="217967" cy="202019"/>
            </a:xfrm>
            <a:prstGeom prst="triangl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88" name="Rounded Rectangle 87">
            <a:extLst>
              <a:ext uri="{FF2B5EF4-FFF2-40B4-BE49-F238E27FC236}">
                <a16:creationId xmlns:a16="http://schemas.microsoft.com/office/drawing/2014/main" id="{97F73698-4A86-9340-9E91-875DCD64D6BC}"/>
              </a:ext>
            </a:extLst>
          </p:cNvPr>
          <p:cNvSpPr/>
          <p:nvPr/>
        </p:nvSpPr>
        <p:spPr>
          <a:xfrm>
            <a:off x="2657300" y="2574162"/>
            <a:ext cx="819292" cy="88904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DF tank</a:t>
            </a:r>
          </a:p>
        </p:txBody>
      </p:sp>
      <p:cxnSp>
        <p:nvCxnSpPr>
          <p:cNvPr id="24" name="Elbow Connector 23">
            <a:extLst>
              <a:ext uri="{FF2B5EF4-FFF2-40B4-BE49-F238E27FC236}">
                <a16:creationId xmlns:a16="http://schemas.microsoft.com/office/drawing/2014/main" id="{6CA754FF-3248-5D47-A53A-6537D42F3F5E}"/>
              </a:ext>
            </a:extLst>
          </p:cNvPr>
          <p:cNvCxnSpPr>
            <a:cxnSpLocks/>
            <a:stCxn id="62" idx="2"/>
            <a:endCxn id="88" idx="0"/>
          </p:cNvCxnSpPr>
          <p:nvPr/>
        </p:nvCxnSpPr>
        <p:spPr>
          <a:xfrm rot="10800000">
            <a:off x="3066946" y="2574162"/>
            <a:ext cx="584152" cy="769690"/>
          </a:xfrm>
          <a:prstGeom prst="bentConnector4">
            <a:avLst>
              <a:gd name="adj1" fmla="val 16178"/>
              <a:gd name="adj2" fmla="val 129700"/>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41" name="Rounded Rectangle 40">
            <a:extLst>
              <a:ext uri="{FF2B5EF4-FFF2-40B4-BE49-F238E27FC236}">
                <a16:creationId xmlns:a16="http://schemas.microsoft.com/office/drawing/2014/main" id="{0AB53DFE-C1EA-F741-9516-5185BD37230D}"/>
              </a:ext>
            </a:extLst>
          </p:cNvPr>
          <p:cNvSpPr/>
          <p:nvPr/>
        </p:nvSpPr>
        <p:spPr>
          <a:xfrm>
            <a:off x="4831160" y="1016485"/>
            <a:ext cx="1547207" cy="224710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Lot Pool Tank</a:t>
            </a:r>
          </a:p>
        </p:txBody>
      </p:sp>
      <p:cxnSp>
        <p:nvCxnSpPr>
          <p:cNvPr id="49" name="Elbow Connector 48">
            <a:extLst>
              <a:ext uri="{FF2B5EF4-FFF2-40B4-BE49-F238E27FC236}">
                <a16:creationId xmlns:a16="http://schemas.microsoft.com/office/drawing/2014/main" id="{71B2DD3D-476E-9E42-B88D-D82FF2AA9983}"/>
              </a:ext>
            </a:extLst>
          </p:cNvPr>
          <p:cNvCxnSpPr>
            <a:stCxn id="56" idx="6"/>
            <a:endCxn id="88" idx="0"/>
          </p:cNvCxnSpPr>
          <p:nvPr/>
        </p:nvCxnSpPr>
        <p:spPr>
          <a:xfrm>
            <a:off x="2855515" y="1818624"/>
            <a:ext cx="211431" cy="755538"/>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EAB48597-0736-4448-91CC-B3EF1AE2420F}"/>
              </a:ext>
            </a:extLst>
          </p:cNvPr>
          <p:cNvCxnSpPr>
            <a:endCxn id="56" idx="2"/>
          </p:cNvCxnSpPr>
          <p:nvPr/>
        </p:nvCxnSpPr>
        <p:spPr>
          <a:xfrm>
            <a:off x="2387942" y="1816946"/>
            <a:ext cx="329350" cy="1678"/>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93" name="TextBox 92">
            <a:extLst>
              <a:ext uri="{FF2B5EF4-FFF2-40B4-BE49-F238E27FC236}">
                <a16:creationId xmlns:a16="http://schemas.microsoft.com/office/drawing/2014/main" id="{3ECE4313-5368-5349-A964-2B9BCE2284F7}"/>
              </a:ext>
            </a:extLst>
          </p:cNvPr>
          <p:cNvSpPr txBox="1"/>
          <p:nvPr/>
        </p:nvSpPr>
        <p:spPr>
          <a:xfrm>
            <a:off x="1112974" y="1614236"/>
            <a:ext cx="1392887" cy="369332"/>
          </a:xfrm>
          <a:prstGeom prst="rect">
            <a:avLst/>
          </a:prstGeom>
          <a:noFill/>
        </p:spPr>
        <p:txBody>
          <a:bodyPr wrap="square" rtlCol="0">
            <a:spAutoFit/>
          </a:bodyPr>
          <a:lstStyle/>
          <a:p>
            <a:r>
              <a:rPr lang="en-US" dirty="0"/>
              <a:t>DF solution</a:t>
            </a:r>
          </a:p>
        </p:txBody>
      </p:sp>
      <p:grpSp>
        <p:nvGrpSpPr>
          <p:cNvPr id="103" name="Group 102">
            <a:extLst>
              <a:ext uri="{FF2B5EF4-FFF2-40B4-BE49-F238E27FC236}">
                <a16:creationId xmlns:a16="http://schemas.microsoft.com/office/drawing/2014/main" id="{D6B292DD-701A-AE41-817E-383A6722451A}"/>
              </a:ext>
            </a:extLst>
          </p:cNvPr>
          <p:cNvGrpSpPr/>
          <p:nvPr/>
        </p:nvGrpSpPr>
        <p:grpSpPr>
          <a:xfrm rot="5400000">
            <a:off x="6671884" y="2254932"/>
            <a:ext cx="215904" cy="244900"/>
            <a:chOff x="5475212" y="3011672"/>
            <a:chExt cx="1012728" cy="1137683"/>
          </a:xfrm>
        </p:grpSpPr>
        <p:sp>
          <p:nvSpPr>
            <p:cNvPr id="104" name="Rectangle 103">
              <a:extLst>
                <a:ext uri="{FF2B5EF4-FFF2-40B4-BE49-F238E27FC236}">
                  <a16:creationId xmlns:a16="http://schemas.microsoft.com/office/drawing/2014/main" id="{D20C8CC8-1AB6-1148-982F-A90AFA12ECB0}"/>
                </a:ext>
              </a:extLst>
            </p:cNvPr>
            <p:cNvSpPr/>
            <p:nvPr/>
          </p:nvSpPr>
          <p:spPr>
            <a:xfrm>
              <a:off x="5475212" y="3011672"/>
              <a:ext cx="1012728" cy="1137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5" name="Straight Connector 104">
              <a:extLst>
                <a:ext uri="{FF2B5EF4-FFF2-40B4-BE49-F238E27FC236}">
                  <a16:creationId xmlns:a16="http://schemas.microsoft.com/office/drawing/2014/main" id="{C9393A55-07AB-3E45-8455-DEF6B64C365D}"/>
                </a:ext>
              </a:extLst>
            </p:cNvPr>
            <p:cNvCxnSpPr>
              <a:cxnSpLocks/>
            </p:cNvCxnSpPr>
            <p:nvPr/>
          </p:nvCxnSpPr>
          <p:spPr>
            <a:xfrm flipH="1">
              <a:off x="5475212" y="3011672"/>
              <a:ext cx="1012728" cy="1137683"/>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106" name="Group 105">
            <a:extLst>
              <a:ext uri="{FF2B5EF4-FFF2-40B4-BE49-F238E27FC236}">
                <a16:creationId xmlns:a16="http://schemas.microsoft.com/office/drawing/2014/main" id="{5E3118E6-4E39-E749-AE39-4036423D84AC}"/>
              </a:ext>
            </a:extLst>
          </p:cNvPr>
          <p:cNvGrpSpPr/>
          <p:nvPr/>
        </p:nvGrpSpPr>
        <p:grpSpPr>
          <a:xfrm>
            <a:off x="6684319" y="2889570"/>
            <a:ext cx="217967" cy="281762"/>
            <a:chOff x="1578937" y="3827721"/>
            <a:chExt cx="217967" cy="281762"/>
          </a:xfrm>
        </p:grpSpPr>
        <p:sp>
          <p:nvSpPr>
            <p:cNvPr id="107" name="Oval 106">
              <a:extLst>
                <a:ext uri="{FF2B5EF4-FFF2-40B4-BE49-F238E27FC236}">
                  <a16:creationId xmlns:a16="http://schemas.microsoft.com/office/drawing/2014/main" id="{F00A2F16-2AFB-6149-A027-92B686643DEC}"/>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8" name="Triangle 107">
              <a:extLst>
                <a:ext uri="{FF2B5EF4-FFF2-40B4-BE49-F238E27FC236}">
                  <a16:creationId xmlns:a16="http://schemas.microsoft.com/office/drawing/2014/main" id="{DBC83BBC-EBA6-0D44-AABD-1925E83FCD8F}"/>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109" name="Straight Arrow Connector 108">
            <a:extLst>
              <a:ext uri="{FF2B5EF4-FFF2-40B4-BE49-F238E27FC236}">
                <a16:creationId xmlns:a16="http://schemas.microsoft.com/office/drawing/2014/main" id="{FBD0C724-7FFB-5C41-8C8B-508AC6E90097}"/>
              </a:ext>
            </a:extLst>
          </p:cNvPr>
          <p:cNvCxnSpPr>
            <a:endCxn id="107" idx="2"/>
          </p:cNvCxnSpPr>
          <p:nvPr/>
        </p:nvCxnSpPr>
        <p:spPr>
          <a:xfrm>
            <a:off x="6398767" y="2970747"/>
            <a:ext cx="325423" cy="920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5" name="Elbow Connector 14">
            <a:extLst>
              <a:ext uri="{FF2B5EF4-FFF2-40B4-BE49-F238E27FC236}">
                <a16:creationId xmlns:a16="http://schemas.microsoft.com/office/drawing/2014/main" id="{1C069723-DCD9-AA4F-B71E-2B0CC12794E8}"/>
              </a:ext>
            </a:extLst>
          </p:cNvPr>
          <p:cNvCxnSpPr>
            <a:cxnSpLocks/>
            <a:stCxn id="104" idx="2"/>
          </p:cNvCxnSpPr>
          <p:nvPr/>
        </p:nvCxnSpPr>
        <p:spPr>
          <a:xfrm rot="10800000" flipV="1">
            <a:off x="6316644" y="2377382"/>
            <a:ext cx="340743" cy="193510"/>
          </a:xfrm>
          <a:prstGeom prst="bentConnector3">
            <a:avLst>
              <a:gd name="adj1" fmla="val 50000"/>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111" name="Group 110">
            <a:extLst>
              <a:ext uri="{FF2B5EF4-FFF2-40B4-BE49-F238E27FC236}">
                <a16:creationId xmlns:a16="http://schemas.microsoft.com/office/drawing/2014/main" id="{EF8613A7-04D6-754E-A09D-33BF736D845D}"/>
              </a:ext>
            </a:extLst>
          </p:cNvPr>
          <p:cNvGrpSpPr/>
          <p:nvPr/>
        </p:nvGrpSpPr>
        <p:grpSpPr>
          <a:xfrm>
            <a:off x="7489294" y="3390407"/>
            <a:ext cx="336645" cy="118280"/>
            <a:chOff x="1183488" y="4417325"/>
            <a:chExt cx="336645" cy="118280"/>
          </a:xfrm>
        </p:grpSpPr>
        <p:cxnSp>
          <p:nvCxnSpPr>
            <p:cNvPr id="112" name="Straight Connector 111">
              <a:extLst>
                <a:ext uri="{FF2B5EF4-FFF2-40B4-BE49-F238E27FC236}">
                  <a16:creationId xmlns:a16="http://schemas.microsoft.com/office/drawing/2014/main" id="{6548E74D-D8C2-0746-A0D3-22A8A333D329}"/>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113" name="Straight Connector 112">
              <a:extLst>
                <a:ext uri="{FF2B5EF4-FFF2-40B4-BE49-F238E27FC236}">
                  <a16:creationId xmlns:a16="http://schemas.microsoft.com/office/drawing/2014/main" id="{21920E67-5235-E543-A5DD-689DF87B79CD}"/>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114" name="Straight Connector 113">
              <a:extLst>
                <a:ext uri="{FF2B5EF4-FFF2-40B4-BE49-F238E27FC236}">
                  <a16:creationId xmlns:a16="http://schemas.microsoft.com/office/drawing/2014/main" id="{534874A9-70FC-3047-9AE1-AEBB543229A4}"/>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cxnSp>
        <p:nvCxnSpPr>
          <p:cNvPr id="11" name="Elbow Connector 10">
            <a:extLst>
              <a:ext uri="{FF2B5EF4-FFF2-40B4-BE49-F238E27FC236}">
                <a16:creationId xmlns:a16="http://schemas.microsoft.com/office/drawing/2014/main" id="{373E1BCE-CE78-2045-B810-4041AA835377}"/>
              </a:ext>
            </a:extLst>
          </p:cNvPr>
          <p:cNvCxnSpPr>
            <a:endCxn id="5" idx="0"/>
          </p:cNvCxnSpPr>
          <p:nvPr/>
        </p:nvCxnSpPr>
        <p:spPr>
          <a:xfrm>
            <a:off x="978614" y="2327536"/>
            <a:ext cx="972156" cy="227688"/>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495E74D1-5136-564E-B93F-4EFF6CDC94BD}"/>
              </a:ext>
            </a:extLst>
          </p:cNvPr>
          <p:cNvSpPr txBox="1"/>
          <p:nvPr/>
        </p:nvSpPr>
        <p:spPr>
          <a:xfrm>
            <a:off x="341924" y="2134712"/>
            <a:ext cx="692558" cy="369332"/>
          </a:xfrm>
          <a:prstGeom prst="rect">
            <a:avLst/>
          </a:prstGeom>
          <a:noFill/>
        </p:spPr>
        <p:txBody>
          <a:bodyPr wrap="square" rtlCol="0">
            <a:spAutoFit/>
          </a:bodyPr>
          <a:lstStyle/>
          <a:p>
            <a:r>
              <a:rPr lang="en-US" dirty="0"/>
              <a:t>VRF</a:t>
            </a:r>
          </a:p>
        </p:txBody>
      </p:sp>
      <p:cxnSp>
        <p:nvCxnSpPr>
          <p:cNvPr id="12" name="Elbow Connector 11">
            <a:extLst>
              <a:ext uri="{FF2B5EF4-FFF2-40B4-BE49-F238E27FC236}">
                <a16:creationId xmlns:a16="http://schemas.microsoft.com/office/drawing/2014/main" id="{1B4D7D29-C700-0B4A-A236-54F580401C28}"/>
              </a:ext>
            </a:extLst>
          </p:cNvPr>
          <p:cNvCxnSpPr>
            <a:cxnSpLocks/>
            <a:stCxn id="62" idx="0"/>
            <a:endCxn id="69" idx="0"/>
          </p:cNvCxnSpPr>
          <p:nvPr/>
        </p:nvCxnSpPr>
        <p:spPr>
          <a:xfrm>
            <a:off x="3895998" y="3343852"/>
            <a:ext cx="506280" cy="321621"/>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59" name="Group 58">
            <a:extLst>
              <a:ext uri="{FF2B5EF4-FFF2-40B4-BE49-F238E27FC236}">
                <a16:creationId xmlns:a16="http://schemas.microsoft.com/office/drawing/2014/main" id="{F57DF2E3-CECD-3A45-AF94-BDE436DE4CFA}"/>
              </a:ext>
            </a:extLst>
          </p:cNvPr>
          <p:cNvGrpSpPr/>
          <p:nvPr/>
        </p:nvGrpSpPr>
        <p:grpSpPr>
          <a:xfrm>
            <a:off x="4149953" y="4021259"/>
            <a:ext cx="336645" cy="118280"/>
            <a:chOff x="1183488" y="4417325"/>
            <a:chExt cx="336645" cy="118280"/>
          </a:xfrm>
        </p:grpSpPr>
        <p:cxnSp>
          <p:nvCxnSpPr>
            <p:cNvPr id="60" name="Straight Connector 59">
              <a:extLst>
                <a:ext uri="{FF2B5EF4-FFF2-40B4-BE49-F238E27FC236}">
                  <a16:creationId xmlns:a16="http://schemas.microsoft.com/office/drawing/2014/main" id="{76C26BD3-AA09-684F-8EF5-1ACDCA58714E}"/>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4E81AB5C-7934-964F-9CC8-96CCC3310E15}"/>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C6296A82-F39F-C847-AE3E-3689F2205B66}"/>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sp>
        <p:nvSpPr>
          <p:cNvPr id="66" name="TextBox 65">
            <a:extLst>
              <a:ext uri="{FF2B5EF4-FFF2-40B4-BE49-F238E27FC236}">
                <a16:creationId xmlns:a16="http://schemas.microsoft.com/office/drawing/2014/main" id="{621A2E61-7B35-3A4F-88B7-5CA0EC698188}"/>
              </a:ext>
            </a:extLst>
          </p:cNvPr>
          <p:cNvSpPr txBox="1"/>
          <p:nvPr/>
        </p:nvSpPr>
        <p:spPr>
          <a:xfrm>
            <a:off x="850470" y="2450316"/>
            <a:ext cx="787395" cy="400110"/>
          </a:xfrm>
          <a:prstGeom prst="rect">
            <a:avLst/>
          </a:prstGeom>
          <a:noFill/>
        </p:spPr>
        <p:txBody>
          <a:bodyPr wrap="none" rtlCol="0">
            <a:spAutoFit/>
          </a:bodyPr>
          <a:lstStyle/>
          <a:p>
            <a:pPr algn="ctr"/>
            <a:r>
              <a:rPr lang="en-US" sz="1000" dirty="0"/>
              <a:t>0.1-3L/min</a:t>
            </a:r>
          </a:p>
          <a:p>
            <a:pPr algn="ctr"/>
            <a:endParaRPr lang="en-US" sz="1000" dirty="0"/>
          </a:p>
        </p:txBody>
      </p:sp>
      <p:sp>
        <p:nvSpPr>
          <p:cNvPr id="67" name="TextBox 66">
            <a:extLst>
              <a:ext uri="{FF2B5EF4-FFF2-40B4-BE49-F238E27FC236}">
                <a16:creationId xmlns:a16="http://schemas.microsoft.com/office/drawing/2014/main" id="{3B25FBFF-AC4F-3640-BC8A-BD670AD71B68}"/>
              </a:ext>
            </a:extLst>
          </p:cNvPr>
          <p:cNvSpPr txBox="1"/>
          <p:nvPr/>
        </p:nvSpPr>
        <p:spPr>
          <a:xfrm>
            <a:off x="699238" y="3099017"/>
            <a:ext cx="787395" cy="400110"/>
          </a:xfrm>
          <a:prstGeom prst="rect">
            <a:avLst/>
          </a:prstGeom>
          <a:noFill/>
        </p:spPr>
        <p:txBody>
          <a:bodyPr wrap="none" rtlCol="0">
            <a:spAutoFit/>
          </a:bodyPr>
          <a:lstStyle/>
          <a:p>
            <a:pPr algn="ctr"/>
            <a:r>
              <a:rPr lang="en-US" sz="1000" dirty="0"/>
              <a:t>0.1-3L/min</a:t>
            </a:r>
          </a:p>
          <a:p>
            <a:pPr algn="ctr"/>
            <a:endParaRPr lang="en-US" sz="1000" dirty="0"/>
          </a:p>
        </p:txBody>
      </p:sp>
      <p:sp>
        <p:nvSpPr>
          <p:cNvPr id="68" name="TextBox 67">
            <a:extLst>
              <a:ext uri="{FF2B5EF4-FFF2-40B4-BE49-F238E27FC236}">
                <a16:creationId xmlns:a16="http://schemas.microsoft.com/office/drawing/2014/main" id="{ED959B48-2414-4C43-9ECF-306AD8817DF3}"/>
              </a:ext>
            </a:extLst>
          </p:cNvPr>
          <p:cNvSpPr txBox="1"/>
          <p:nvPr/>
        </p:nvSpPr>
        <p:spPr>
          <a:xfrm>
            <a:off x="-40095" y="3714328"/>
            <a:ext cx="565095" cy="707886"/>
          </a:xfrm>
          <a:prstGeom prst="rect">
            <a:avLst/>
          </a:prstGeom>
          <a:noFill/>
        </p:spPr>
        <p:txBody>
          <a:bodyPr wrap="square" rtlCol="0">
            <a:spAutoFit/>
          </a:bodyPr>
          <a:lstStyle/>
          <a:p>
            <a:pPr algn="ctr"/>
            <a:r>
              <a:rPr lang="en-US" sz="1000" dirty="0"/>
              <a:t>0.1-0.5L/min</a:t>
            </a:r>
          </a:p>
          <a:p>
            <a:pPr algn="ctr"/>
            <a:endParaRPr lang="en-US" sz="1000" dirty="0"/>
          </a:p>
        </p:txBody>
      </p:sp>
      <p:sp>
        <p:nvSpPr>
          <p:cNvPr id="69" name="TextBox 68">
            <a:extLst>
              <a:ext uri="{FF2B5EF4-FFF2-40B4-BE49-F238E27FC236}">
                <a16:creationId xmlns:a16="http://schemas.microsoft.com/office/drawing/2014/main" id="{C1D48C00-F4D4-5B4C-8340-58A68480D6F3}"/>
              </a:ext>
            </a:extLst>
          </p:cNvPr>
          <p:cNvSpPr txBox="1"/>
          <p:nvPr/>
        </p:nvSpPr>
        <p:spPr>
          <a:xfrm>
            <a:off x="4008580" y="3665473"/>
            <a:ext cx="787395" cy="400110"/>
          </a:xfrm>
          <a:prstGeom prst="rect">
            <a:avLst/>
          </a:prstGeom>
          <a:noFill/>
        </p:spPr>
        <p:txBody>
          <a:bodyPr wrap="none" rtlCol="0">
            <a:spAutoFit/>
          </a:bodyPr>
          <a:lstStyle/>
          <a:p>
            <a:pPr algn="ctr"/>
            <a:r>
              <a:rPr lang="en-US" sz="1000" dirty="0"/>
              <a:t>0.1-3L/min</a:t>
            </a:r>
          </a:p>
          <a:p>
            <a:pPr algn="ctr"/>
            <a:endParaRPr lang="en-US" sz="1000" dirty="0"/>
          </a:p>
        </p:txBody>
      </p:sp>
      <p:sp>
        <p:nvSpPr>
          <p:cNvPr id="70" name="TextBox 69">
            <a:extLst>
              <a:ext uri="{FF2B5EF4-FFF2-40B4-BE49-F238E27FC236}">
                <a16:creationId xmlns:a16="http://schemas.microsoft.com/office/drawing/2014/main" id="{57B6535F-B689-B949-A6B6-63B8DD0AD53F}"/>
              </a:ext>
            </a:extLst>
          </p:cNvPr>
          <p:cNvSpPr txBox="1"/>
          <p:nvPr/>
        </p:nvSpPr>
        <p:spPr>
          <a:xfrm>
            <a:off x="2742156" y="3978866"/>
            <a:ext cx="752129" cy="400110"/>
          </a:xfrm>
          <a:prstGeom prst="rect">
            <a:avLst/>
          </a:prstGeom>
          <a:noFill/>
        </p:spPr>
        <p:txBody>
          <a:bodyPr wrap="none" rtlCol="0">
            <a:spAutoFit/>
          </a:bodyPr>
          <a:lstStyle/>
          <a:p>
            <a:pPr algn="ctr"/>
            <a:r>
              <a:rPr lang="en-US" sz="1000" dirty="0"/>
              <a:t>3-30L/min</a:t>
            </a:r>
          </a:p>
          <a:p>
            <a:pPr algn="ctr"/>
            <a:endParaRPr lang="en-US" sz="1000" dirty="0"/>
          </a:p>
        </p:txBody>
      </p:sp>
      <p:sp>
        <p:nvSpPr>
          <p:cNvPr id="71" name="TextBox 70">
            <a:extLst>
              <a:ext uri="{FF2B5EF4-FFF2-40B4-BE49-F238E27FC236}">
                <a16:creationId xmlns:a16="http://schemas.microsoft.com/office/drawing/2014/main" id="{72ACC6E5-B8BF-4744-A82C-C211305360D0}"/>
              </a:ext>
            </a:extLst>
          </p:cNvPr>
          <p:cNvSpPr txBox="1"/>
          <p:nvPr/>
        </p:nvSpPr>
        <p:spPr>
          <a:xfrm>
            <a:off x="6445774" y="3140186"/>
            <a:ext cx="787395" cy="400110"/>
          </a:xfrm>
          <a:prstGeom prst="rect">
            <a:avLst/>
          </a:prstGeom>
          <a:noFill/>
        </p:spPr>
        <p:txBody>
          <a:bodyPr wrap="none" rtlCol="0">
            <a:spAutoFit/>
          </a:bodyPr>
          <a:lstStyle/>
          <a:p>
            <a:pPr algn="ctr"/>
            <a:r>
              <a:rPr lang="en-US" sz="1000" dirty="0"/>
              <a:t>0.1-3L/min</a:t>
            </a:r>
          </a:p>
          <a:p>
            <a:pPr algn="ctr"/>
            <a:endParaRPr lang="en-US" sz="1000" dirty="0"/>
          </a:p>
        </p:txBody>
      </p:sp>
      <p:cxnSp>
        <p:nvCxnSpPr>
          <p:cNvPr id="72" name="Elbow Connector 71">
            <a:extLst>
              <a:ext uri="{FF2B5EF4-FFF2-40B4-BE49-F238E27FC236}">
                <a16:creationId xmlns:a16="http://schemas.microsoft.com/office/drawing/2014/main" id="{AD150E87-C91D-3549-B0C3-1213A304B630}"/>
              </a:ext>
            </a:extLst>
          </p:cNvPr>
          <p:cNvCxnSpPr>
            <a:cxnSpLocks/>
            <a:stCxn id="107" idx="0"/>
            <a:endCxn id="104" idx="3"/>
          </p:cNvCxnSpPr>
          <p:nvPr/>
        </p:nvCxnSpPr>
        <p:spPr>
          <a:xfrm rot="16200000" flipV="1">
            <a:off x="6584452" y="2680718"/>
            <a:ext cx="404236" cy="13467"/>
          </a:xfrm>
          <a:prstGeom prst="bentConnector3">
            <a:avLst>
              <a:gd name="adj1" fmla="val 50000"/>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77" name="Elbow Connector 76">
            <a:extLst>
              <a:ext uri="{FF2B5EF4-FFF2-40B4-BE49-F238E27FC236}">
                <a16:creationId xmlns:a16="http://schemas.microsoft.com/office/drawing/2014/main" id="{B9B8586D-8300-1949-90D0-BC8715F4D8EB}"/>
              </a:ext>
            </a:extLst>
          </p:cNvPr>
          <p:cNvCxnSpPr>
            <a:cxnSpLocks/>
            <a:stCxn id="104" idx="0"/>
          </p:cNvCxnSpPr>
          <p:nvPr/>
        </p:nvCxnSpPr>
        <p:spPr>
          <a:xfrm>
            <a:off x="6902286" y="2377382"/>
            <a:ext cx="738968" cy="782475"/>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82" name="Elbow Connector 81">
            <a:extLst>
              <a:ext uri="{FF2B5EF4-FFF2-40B4-BE49-F238E27FC236}">
                <a16:creationId xmlns:a16="http://schemas.microsoft.com/office/drawing/2014/main" id="{8BA52B8B-772A-7541-A224-0240268C3DD6}"/>
              </a:ext>
            </a:extLst>
          </p:cNvPr>
          <p:cNvCxnSpPr>
            <a:cxnSpLocks/>
            <a:stCxn id="7" idx="2"/>
            <a:endCxn id="6" idx="2"/>
          </p:cNvCxnSpPr>
          <p:nvPr/>
        </p:nvCxnSpPr>
        <p:spPr>
          <a:xfrm rot="10800000">
            <a:off x="687182" y="3386036"/>
            <a:ext cx="316887" cy="1"/>
          </a:xfrm>
          <a:prstGeom prst="bentConnector3">
            <a:avLst>
              <a:gd name="adj1" fmla="val 50000"/>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86" name="Elbow Connector 85">
            <a:extLst>
              <a:ext uri="{FF2B5EF4-FFF2-40B4-BE49-F238E27FC236}">
                <a16:creationId xmlns:a16="http://schemas.microsoft.com/office/drawing/2014/main" id="{C873D72B-155A-A14D-937A-BAB856F38916}"/>
              </a:ext>
            </a:extLst>
          </p:cNvPr>
          <p:cNvCxnSpPr>
            <a:cxnSpLocks/>
            <a:stCxn id="6" idx="3"/>
            <a:endCxn id="5" idx="1"/>
          </p:cNvCxnSpPr>
          <p:nvPr/>
        </p:nvCxnSpPr>
        <p:spPr>
          <a:xfrm rot="5400000" flipH="1" flipV="1">
            <a:off x="913759" y="2650719"/>
            <a:ext cx="278336" cy="976393"/>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94" name="TextBox 93">
            <a:extLst>
              <a:ext uri="{FF2B5EF4-FFF2-40B4-BE49-F238E27FC236}">
                <a16:creationId xmlns:a16="http://schemas.microsoft.com/office/drawing/2014/main" id="{5CD516F6-B925-AB4F-8478-821ADFBFFE2A}"/>
              </a:ext>
            </a:extLst>
          </p:cNvPr>
          <p:cNvSpPr txBox="1"/>
          <p:nvPr/>
        </p:nvSpPr>
        <p:spPr>
          <a:xfrm>
            <a:off x="2366804" y="2002395"/>
            <a:ext cx="787395" cy="246221"/>
          </a:xfrm>
          <a:prstGeom prst="rect">
            <a:avLst/>
          </a:prstGeom>
          <a:noFill/>
        </p:spPr>
        <p:txBody>
          <a:bodyPr wrap="none" rtlCol="0">
            <a:spAutoFit/>
          </a:bodyPr>
          <a:lstStyle/>
          <a:p>
            <a:pPr algn="ctr"/>
            <a:r>
              <a:rPr lang="en-US" sz="1000" dirty="0"/>
              <a:t>0.1-3L/min</a:t>
            </a:r>
          </a:p>
        </p:txBody>
      </p:sp>
      <p:cxnSp>
        <p:nvCxnSpPr>
          <p:cNvPr id="10" name="Elbow Connector 9">
            <a:extLst>
              <a:ext uri="{FF2B5EF4-FFF2-40B4-BE49-F238E27FC236}">
                <a16:creationId xmlns:a16="http://schemas.microsoft.com/office/drawing/2014/main" id="{E10EB228-A6C3-F54A-94B6-E618E0BF9BF1}"/>
              </a:ext>
            </a:extLst>
          </p:cNvPr>
          <p:cNvCxnSpPr>
            <a:stCxn id="5" idx="2"/>
            <a:endCxn id="7" idx="6"/>
          </p:cNvCxnSpPr>
          <p:nvPr/>
        </p:nvCxnSpPr>
        <p:spPr>
          <a:xfrm rot="5400000" flipH="1">
            <a:off x="1517414" y="3010914"/>
            <a:ext cx="58233" cy="808479"/>
          </a:xfrm>
          <a:prstGeom prst="bentConnector4">
            <a:avLst>
              <a:gd name="adj1" fmla="val -392561"/>
              <a:gd name="adj2" fmla="val 75334"/>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74" name="Group 73">
            <a:extLst>
              <a:ext uri="{FF2B5EF4-FFF2-40B4-BE49-F238E27FC236}">
                <a16:creationId xmlns:a16="http://schemas.microsoft.com/office/drawing/2014/main" id="{2DC1D42B-C9E8-C948-92F6-6D2F702FA28B}"/>
              </a:ext>
            </a:extLst>
          </p:cNvPr>
          <p:cNvGrpSpPr/>
          <p:nvPr/>
        </p:nvGrpSpPr>
        <p:grpSpPr>
          <a:xfrm>
            <a:off x="1126245" y="2206538"/>
            <a:ext cx="217967" cy="281762"/>
            <a:chOff x="1578937" y="3827721"/>
            <a:chExt cx="217967" cy="281762"/>
          </a:xfrm>
        </p:grpSpPr>
        <p:sp>
          <p:nvSpPr>
            <p:cNvPr id="75" name="Oval 74">
              <a:extLst>
                <a:ext uri="{FF2B5EF4-FFF2-40B4-BE49-F238E27FC236}">
                  <a16:creationId xmlns:a16="http://schemas.microsoft.com/office/drawing/2014/main" id="{5DAC5778-58BA-0142-B823-35638B6BB635}"/>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6" name="Triangle 75">
              <a:extLst>
                <a:ext uri="{FF2B5EF4-FFF2-40B4-BE49-F238E27FC236}">
                  <a16:creationId xmlns:a16="http://schemas.microsoft.com/office/drawing/2014/main" id="{8E084E40-2DE2-4E46-81FD-EB9DB1078F69}"/>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25" name="Elbow Connector 24">
            <a:extLst>
              <a:ext uri="{FF2B5EF4-FFF2-40B4-BE49-F238E27FC236}">
                <a16:creationId xmlns:a16="http://schemas.microsoft.com/office/drawing/2014/main" id="{45472980-F1F9-3942-A19F-9D05D6FAEBC8}"/>
              </a:ext>
            </a:extLst>
          </p:cNvPr>
          <p:cNvCxnSpPr>
            <a:cxnSpLocks/>
            <a:stCxn id="88" idx="2"/>
            <a:endCxn id="80" idx="0"/>
          </p:cNvCxnSpPr>
          <p:nvPr/>
        </p:nvCxnSpPr>
        <p:spPr>
          <a:xfrm rot="5400000">
            <a:off x="2932552" y="3596001"/>
            <a:ext cx="267188" cy="1600"/>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31" name="Elbow Connector 30">
            <a:extLst>
              <a:ext uri="{FF2B5EF4-FFF2-40B4-BE49-F238E27FC236}">
                <a16:creationId xmlns:a16="http://schemas.microsoft.com/office/drawing/2014/main" id="{7E198415-3925-2B4C-B9DD-63918620C8AC}"/>
              </a:ext>
            </a:extLst>
          </p:cNvPr>
          <p:cNvCxnSpPr>
            <a:stCxn id="80" idx="6"/>
            <a:endCxn id="62" idx="3"/>
          </p:cNvCxnSpPr>
          <p:nvPr/>
        </p:nvCxnSpPr>
        <p:spPr>
          <a:xfrm flipV="1">
            <a:off x="3134457" y="3451804"/>
            <a:ext cx="639091" cy="368968"/>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96" name="TextBox 95">
            <a:extLst>
              <a:ext uri="{FF2B5EF4-FFF2-40B4-BE49-F238E27FC236}">
                <a16:creationId xmlns:a16="http://schemas.microsoft.com/office/drawing/2014/main" id="{4A168ED7-3BB0-E941-8380-92C0E2BB1B03}"/>
              </a:ext>
            </a:extLst>
          </p:cNvPr>
          <p:cNvSpPr txBox="1"/>
          <p:nvPr/>
        </p:nvSpPr>
        <p:spPr>
          <a:xfrm>
            <a:off x="7268642" y="3688831"/>
            <a:ext cx="787395" cy="400110"/>
          </a:xfrm>
          <a:prstGeom prst="rect">
            <a:avLst/>
          </a:prstGeom>
          <a:noFill/>
        </p:spPr>
        <p:txBody>
          <a:bodyPr wrap="none" rtlCol="0">
            <a:spAutoFit/>
          </a:bodyPr>
          <a:lstStyle/>
          <a:p>
            <a:pPr algn="ctr"/>
            <a:r>
              <a:rPr lang="en-US" sz="1000" dirty="0"/>
              <a:t>0.3-3L/min</a:t>
            </a:r>
          </a:p>
          <a:p>
            <a:pPr algn="ctr"/>
            <a:endParaRPr lang="en-US" sz="1000" dirty="0"/>
          </a:p>
        </p:txBody>
      </p:sp>
      <p:sp>
        <p:nvSpPr>
          <p:cNvPr id="73" name="TextBox 72">
            <a:extLst>
              <a:ext uri="{FF2B5EF4-FFF2-40B4-BE49-F238E27FC236}">
                <a16:creationId xmlns:a16="http://schemas.microsoft.com/office/drawing/2014/main" id="{7725BA86-680E-244C-89B3-9DC01428C4E5}"/>
              </a:ext>
            </a:extLst>
          </p:cNvPr>
          <p:cNvSpPr txBox="1"/>
          <p:nvPr/>
        </p:nvSpPr>
        <p:spPr>
          <a:xfrm>
            <a:off x="985124" y="-10059"/>
            <a:ext cx="2387780" cy="261610"/>
          </a:xfrm>
          <a:prstGeom prst="rect">
            <a:avLst/>
          </a:prstGeom>
          <a:solidFill>
            <a:schemeClr val="accent5">
              <a:lumMod val="20000"/>
              <a:lumOff val="80000"/>
            </a:schemeClr>
          </a:solidFill>
        </p:spPr>
        <p:txBody>
          <a:bodyPr wrap="square" rtlCol="0">
            <a:spAutoFit/>
          </a:bodyPr>
          <a:lstStyle/>
          <a:p>
            <a:r>
              <a:rPr lang="en-US" sz="1100" dirty="0"/>
              <a:t>Will be more professionally drawn</a:t>
            </a:r>
          </a:p>
        </p:txBody>
      </p:sp>
      <p:grpSp>
        <p:nvGrpSpPr>
          <p:cNvPr id="78" name="Group 77">
            <a:extLst>
              <a:ext uri="{FF2B5EF4-FFF2-40B4-BE49-F238E27FC236}">
                <a16:creationId xmlns:a16="http://schemas.microsoft.com/office/drawing/2014/main" id="{F8D94057-FA39-E849-947A-1FFF42996820}"/>
              </a:ext>
            </a:extLst>
          </p:cNvPr>
          <p:cNvGrpSpPr/>
          <p:nvPr/>
        </p:nvGrpSpPr>
        <p:grpSpPr>
          <a:xfrm>
            <a:off x="6580945" y="2653856"/>
            <a:ext cx="411250" cy="193657"/>
            <a:chOff x="6631843" y="3975912"/>
            <a:chExt cx="411250" cy="193657"/>
          </a:xfrm>
        </p:grpSpPr>
        <p:sp>
          <p:nvSpPr>
            <p:cNvPr id="83" name="Oval 82">
              <a:extLst>
                <a:ext uri="{FF2B5EF4-FFF2-40B4-BE49-F238E27FC236}">
                  <a16:creationId xmlns:a16="http://schemas.microsoft.com/office/drawing/2014/main" id="{D40E7847-4020-4E4F-A600-8C3115CEEEAF}"/>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C6F5594B-684E-A14C-8747-331481ACC303}"/>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104471CA-A7E0-6C43-A94D-1E302EC7EC31}"/>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87" name="Group 86">
            <a:extLst>
              <a:ext uri="{FF2B5EF4-FFF2-40B4-BE49-F238E27FC236}">
                <a16:creationId xmlns:a16="http://schemas.microsoft.com/office/drawing/2014/main" id="{E35B592C-6CAA-2E45-B18E-CC42B87E4D2D}"/>
              </a:ext>
            </a:extLst>
          </p:cNvPr>
          <p:cNvGrpSpPr/>
          <p:nvPr/>
        </p:nvGrpSpPr>
        <p:grpSpPr>
          <a:xfrm>
            <a:off x="1724659" y="3521900"/>
            <a:ext cx="411250" cy="193657"/>
            <a:chOff x="6631843" y="3975912"/>
            <a:chExt cx="411250" cy="193657"/>
          </a:xfrm>
        </p:grpSpPr>
        <p:sp>
          <p:nvSpPr>
            <p:cNvPr id="89" name="Oval 88">
              <a:extLst>
                <a:ext uri="{FF2B5EF4-FFF2-40B4-BE49-F238E27FC236}">
                  <a16:creationId xmlns:a16="http://schemas.microsoft.com/office/drawing/2014/main" id="{72E8FC11-A654-F842-A946-9DE36471C9BF}"/>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728A1CAA-955F-0D4E-9B69-8F94365589CD}"/>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CF90BE31-C0D2-4043-ACC3-7A639F6B539C}"/>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4" name="Group 3">
            <a:extLst>
              <a:ext uri="{FF2B5EF4-FFF2-40B4-BE49-F238E27FC236}">
                <a16:creationId xmlns:a16="http://schemas.microsoft.com/office/drawing/2014/main" id="{171F88A2-7BD4-3A4B-83C1-B9A289039D43}"/>
              </a:ext>
            </a:extLst>
          </p:cNvPr>
          <p:cNvGrpSpPr/>
          <p:nvPr/>
        </p:nvGrpSpPr>
        <p:grpSpPr>
          <a:xfrm>
            <a:off x="713253" y="3517299"/>
            <a:ext cx="279493" cy="169377"/>
            <a:chOff x="3651098" y="1146959"/>
            <a:chExt cx="279493" cy="169377"/>
          </a:xfrm>
        </p:grpSpPr>
        <p:sp>
          <p:nvSpPr>
            <p:cNvPr id="92" name="Triangle 91">
              <a:extLst>
                <a:ext uri="{FF2B5EF4-FFF2-40B4-BE49-F238E27FC236}">
                  <a16:creationId xmlns:a16="http://schemas.microsoft.com/office/drawing/2014/main" id="{7231FCBB-9602-B044-97EF-11E5ADB7D761}"/>
                </a:ext>
              </a:extLst>
            </p:cNvPr>
            <p:cNvSpPr/>
            <p:nvPr/>
          </p:nvSpPr>
          <p:spPr>
            <a:xfrm>
              <a:off x="3771965" y="1146959"/>
              <a:ext cx="158626" cy="145153"/>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P</a:t>
              </a:r>
            </a:p>
          </p:txBody>
        </p:sp>
        <p:sp>
          <p:nvSpPr>
            <p:cNvPr id="95" name="Oval 94">
              <a:extLst>
                <a:ext uri="{FF2B5EF4-FFF2-40B4-BE49-F238E27FC236}">
                  <a16:creationId xmlns:a16="http://schemas.microsoft.com/office/drawing/2014/main" id="{DCEB8C6F-C067-5A4D-940A-1660E7998BFC}"/>
                </a:ext>
              </a:extLst>
            </p:cNvPr>
            <p:cNvSpPr/>
            <p:nvPr/>
          </p:nvSpPr>
          <p:spPr>
            <a:xfrm>
              <a:off x="3651098" y="1162842"/>
              <a:ext cx="137160" cy="15349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F</a:t>
              </a:r>
            </a:p>
          </p:txBody>
        </p:sp>
      </p:grpSp>
      <p:grpSp>
        <p:nvGrpSpPr>
          <p:cNvPr id="98" name="Group 97">
            <a:extLst>
              <a:ext uri="{FF2B5EF4-FFF2-40B4-BE49-F238E27FC236}">
                <a16:creationId xmlns:a16="http://schemas.microsoft.com/office/drawing/2014/main" id="{8D70272A-DE4E-624A-BF35-DFCBBEF75CB7}"/>
              </a:ext>
            </a:extLst>
          </p:cNvPr>
          <p:cNvGrpSpPr/>
          <p:nvPr/>
        </p:nvGrpSpPr>
        <p:grpSpPr>
          <a:xfrm>
            <a:off x="3340310" y="3635639"/>
            <a:ext cx="279493" cy="169377"/>
            <a:chOff x="3651098" y="1146959"/>
            <a:chExt cx="279493" cy="169377"/>
          </a:xfrm>
        </p:grpSpPr>
        <p:sp>
          <p:nvSpPr>
            <p:cNvPr id="99" name="Triangle 98">
              <a:extLst>
                <a:ext uri="{FF2B5EF4-FFF2-40B4-BE49-F238E27FC236}">
                  <a16:creationId xmlns:a16="http://schemas.microsoft.com/office/drawing/2014/main" id="{E3ABC083-A277-6342-93D1-5DBC0C9A121E}"/>
                </a:ext>
              </a:extLst>
            </p:cNvPr>
            <p:cNvSpPr/>
            <p:nvPr/>
          </p:nvSpPr>
          <p:spPr>
            <a:xfrm>
              <a:off x="3771965" y="1146959"/>
              <a:ext cx="158626" cy="145153"/>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P</a:t>
              </a:r>
            </a:p>
          </p:txBody>
        </p:sp>
        <p:sp>
          <p:nvSpPr>
            <p:cNvPr id="100" name="Oval 99">
              <a:extLst>
                <a:ext uri="{FF2B5EF4-FFF2-40B4-BE49-F238E27FC236}">
                  <a16:creationId xmlns:a16="http://schemas.microsoft.com/office/drawing/2014/main" id="{C1A144D5-D31B-764D-ADA2-810167A2D301}"/>
                </a:ext>
              </a:extLst>
            </p:cNvPr>
            <p:cNvSpPr/>
            <p:nvPr/>
          </p:nvSpPr>
          <p:spPr>
            <a:xfrm>
              <a:off x="3651098" y="1162842"/>
              <a:ext cx="137160" cy="15349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F</a:t>
              </a:r>
            </a:p>
          </p:txBody>
        </p:sp>
      </p:grpSp>
      <p:grpSp>
        <p:nvGrpSpPr>
          <p:cNvPr id="101" name="Group 100">
            <a:extLst>
              <a:ext uri="{FF2B5EF4-FFF2-40B4-BE49-F238E27FC236}">
                <a16:creationId xmlns:a16="http://schemas.microsoft.com/office/drawing/2014/main" id="{5292C6F4-E2AA-114C-884A-719CE67A9ACC}"/>
              </a:ext>
            </a:extLst>
          </p:cNvPr>
          <p:cNvGrpSpPr/>
          <p:nvPr/>
        </p:nvGrpSpPr>
        <p:grpSpPr>
          <a:xfrm>
            <a:off x="7057468" y="2705458"/>
            <a:ext cx="279493" cy="169377"/>
            <a:chOff x="3651098" y="1146959"/>
            <a:chExt cx="279493" cy="169377"/>
          </a:xfrm>
        </p:grpSpPr>
        <p:sp>
          <p:nvSpPr>
            <p:cNvPr id="102" name="Triangle 101">
              <a:extLst>
                <a:ext uri="{FF2B5EF4-FFF2-40B4-BE49-F238E27FC236}">
                  <a16:creationId xmlns:a16="http://schemas.microsoft.com/office/drawing/2014/main" id="{5B577664-E2F8-EA43-BB8D-D14BC329E1C9}"/>
                </a:ext>
              </a:extLst>
            </p:cNvPr>
            <p:cNvSpPr/>
            <p:nvPr/>
          </p:nvSpPr>
          <p:spPr>
            <a:xfrm>
              <a:off x="3771965" y="1146959"/>
              <a:ext cx="158626" cy="145153"/>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P</a:t>
              </a:r>
            </a:p>
          </p:txBody>
        </p:sp>
        <p:sp>
          <p:nvSpPr>
            <p:cNvPr id="110" name="Oval 109">
              <a:extLst>
                <a:ext uri="{FF2B5EF4-FFF2-40B4-BE49-F238E27FC236}">
                  <a16:creationId xmlns:a16="http://schemas.microsoft.com/office/drawing/2014/main" id="{503FB2F6-6FFD-F24F-B5DD-1B0C79A7AB6A}"/>
                </a:ext>
              </a:extLst>
            </p:cNvPr>
            <p:cNvSpPr/>
            <p:nvPr/>
          </p:nvSpPr>
          <p:spPr>
            <a:xfrm>
              <a:off x="3651098" y="1162842"/>
              <a:ext cx="137160" cy="15349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F</a:t>
              </a:r>
            </a:p>
          </p:txBody>
        </p:sp>
      </p:grpSp>
      <p:sp>
        <p:nvSpPr>
          <p:cNvPr id="115" name="Triangle 114">
            <a:extLst>
              <a:ext uri="{FF2B5EF4-FFF2-40B4-BE49-F238E27FC236}">
                <a16:creationId xmlns:a16="http://schemas.microsoft.com/office/drawing/2014/main" id="{EE67698B-B439-FE4F-A388-9D48BFD9D05F}"/>
              </a:ext>
            </a:extLst>
          </p:cNvPr>
          <p:cNvSpPr/>
          <p:nvPr/>
        </p:nvSpPr>
        <p:spPr>
          <a:xfrm>
            <a:off x="7297808" y="784121"/>
            <a:ext cx="158626" cy="145153"/>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P</a:t>
            </a:r>
          </a:p>
        </p:txBody>
      </p:sp>
      <p:sp>
        <p:nvSpPr>
          <p:cNvPr id="116" name="Oval 115">
            <a:extLst>
              <a:ext uri="{FF2B5EF4-FFF2-40B4-BE49-F238E27FC236}">
                <a16:creationId xmlns:a16="http://schemas.microsoft.com/office/drawing/2014/main" id="{DF93289C-D589-7743-AD37-953FEB3991FE}"/>
              </a:ext>
            </a:extLst>
          </p:cNvPr>
          <p:cNvSpPr/>
          <p:nvPr/>
        </p:nvSpPr>
        <p:spPr>
          <a:xfrm>
            <a:off x="7263093" y="583089"/>
            <a:ext cx="137160" cy="15349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F</a:t>
            </a:r>
          </a:p>
        </p:txBody>
      </p:sp>
      <p:grpSp>
        <p:nvGrpSpPr>
          <p:cNvPr id="117" name="Group 116">
            <a:extLst>
              <a:ext uri="{FF2B5EF4-FFF2-40B4-BE49-F238E27FC236}">
                <a16:creationId xmlns:a16="http://schemas.microsoft.com/office/drawing/2014/main" id="{A3F07D49-1E94-F648-A8FD-E81D31AE31D8}"/>
              </a:ext>
            </a:extLst>
          </p:cNvPr>
          <p:cNvGrpSpPr/>
          <p:nvPr/>
        </p:nvGrpSpPr>
        <p:grpSpPr>
          <a:xfrm>
            <a:off x="7194628" y="1040551"/>
            <a:ext cx="411250" cy="193657"/>
            <a:chOff x="6631843" y="3975912"/>
            <a:chExt cx="411250" cy="193657"/>
          </a:xfrm>
        </p:grpSpPr>
        <p:sp>
          <p:nvSpPr>
            <p:cNvPr id="118" name="Oval 117">
              <a:extLst>
                <a:ext uri="{FF2B5EF4-FFF2-40B4-BE49-F238E27FC236}">
                  <a16:creationId xmlns:a16="http://schemas.microsoft.com/office/drawing/2014/main" id="{549D26B2-C107-6249-B156-7F629C585BEA}"/>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9" name="Oval 118">
              <a:extLst>
                <a:ext uri="{FF2B5EF4-FFF2-40B4-BE49-F238E27FC236}">
                  <a16:creationId xmlns:a16="http://schemas.microsoft.com/office/drawing/2014/main" id="{AF7E099D-4D9D-B743-947F-226D42C94A62}"/>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0" name="Oval 119">
              <a:extLst>
                <a:ext uri="{FF2B5EF4-FFF2-40B4-BE49-F238E27FC236}">
                  <a16:creationId xmlns:a16="http://schemas.microsoft.com/office/drawing/2014/main" id="{C9A728DE-18EC-B34B-AF21-51A4DC7D5200}"/>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21" name="TextBox 120">
            <a:extLst>
              <a:ext uri="{FF2B5EF4-FFF2-40B4-BE49-F238E27FC236}">
                <a16:creationId xmlns:a16="http://schemas.microsoft.com/office/drawing/2014/main" id="{3754D13F-3313-0A4D-93D9-03D0EF517C5E}"/>
              </a:ext>
            </a:extLst>
          </p:cNvPr>
          <p:cNvSpPr txBox="1"/>
          <p:nvPr/>
        </p:nvSpPr>
        <p:spPr>
          <a:xfrm>
            <a:off x="7456433" y="483022"/>
            <a:ext cx="1533302" cy="246221"/>
          </a:xfrm>
          <a:prstGeom prst="rect">
            <a:avLst/>
          </a:prstGeom>
          <a:noFill/>
        </p:spPr>
        <p:txBody>
          <a:bodyPr wrap="square" rtlCol="0">
            <a:spAutoFit/>
          </a:bodyPr>
          <a:lstStyle/>
          <a:p>
            <a:r>
              <a:rPr lang="en-US" sz="1000" dirty="0"/>
              <a:t>Flow meter</a:t>
            </a:r>
          </a:p>
        </p:txBody>
      </p:sp>
      <p:sp>
        <p:nvSpPr>
          <p:cNvPr id="122" name="TextBox 121">
            <a:extLst>
              <a:ext uri="{FF2B5EF4-FFF2-40B4-BE49-F238E27FC236}">
                <a16:creationId xmlns:a16="http://schemas.microsoft.com/office/drawing/2014/main" id="{6219BFA8-80C7-0F45-99EE-7732B6CC524D}"/>
              </a:ext>
            </a:extLst>
          </p:cNvPr>
          <p:cNvSpPr txBox="1"/>
          <p:nvPr/>
        </p:nvSpPr>
        <p:spPr>
          <a:xfrm>
            <a:off x="7456434" y="753471"/>
            <a:ext cx="1840278" cy="246221"/>
          </a:xfrm>
          <a:prstGeom prst="rect">
            <a:avLst/>
          </a:prstGeom>
          <a:noFill/>
        </p:spPr>
        <p:txBody>
          <a:bodyPr wrap="square" rtlCol="0">
            <a:spAutoFit/>
          </a:bodyPr>
          <a:lstStyle/>
          <a:p>
            <a:r>
              <a:rPr lang="en-US" sz="1000" dirty="0"/>
              <a:t>Pressure meter</a:t>
            </a:r>
          </a:p>
        </p:txBody>
      </p:sp>
      <p:sp>
        <p:nvSpPr>
          <p:cNvPr id="123" name="TextBox 122">
            <a:extLst>
              <a:ext uri="{FF2B5EF4-FFF2-40B4-BE49-F238E27FC236}">
                <a16:creationId xmlns:a16="http://schemas.microsoft.com/office/drawing/2014/main" id="{DB0C3FF0-CF6C-3743-87C7-8AD80D54BEF4}"/>
              </a:ext>
            </a:extLst>
          </p:cNvPr>
          <p:cNvSpPr txBox="1"/>
          <p:nvPr/>
        </p:nvSpPr>
        <p:spPr>
          <a:xfrm>
            <a:off x="7550327" y="1040551"/>
            <a:ext cx="1840278" cy="246221"/>
          </a:xfrm>
          <a:prstGeom prst="rect">
            <a:avLst/>
          </a:prstGeom>
          <a:noFill/>
        </p:spPr>
        <p:txBody>
          <a:bodyPr wrap="square" rtlCol="0">
            <a:spAutoFit/>
          </a:bodyPr>
          <a:lstStyle/>
          <a:p>
            <a:r>
              <a:rPr lang="en-US" sz="1000" dirty="0"/>
              <a:t>Concentration measure</a:t>
            </a:r>
          </a:p>
        </p:txBody>
      </p:sp>
      <p:grpSp>
        <p:nvGrpSpPr>
          <p:cNvPr id="124" name="Group 123">
            <a:extLst>
              <a:ext uri="{FF2B5EF4-FFF2-40B4-BE49-F238E27FC236}">
                <a16:creationId xmlns:a16="http://schemas.microsoft.com/office/drawing/2014/main" id="{960F09E8-7A2C-8043-96A4-E5EDA04BB068}"/>
              </a:ext>
            </a:extLst>
          </p:cNvPr>
          <p:cNvGrpSpPr/>
          <p:nvPr/>
        </p:nvGrpSpPr>
        <p:grpSpPr>
          <a:xfrm>
            <a:off x="1435913" y="2145502"/>
            <a:ext cx="279493" cy="169377"/>
            <a:chOff x="3651098" y="1146959"/>
            <a:chExt cx="279493" cy="169377"/>
          </a:xfrm>
        </p:grpSpPr>
        <p:sp>
          <p:nvSpPr>
            <p:cNvPr id="125" name="Triangle 124">
              <a:extLst>
                <a:ext uri="{FF2B5EF4-FFF2-40B4-BE49-F238E27FC236}">
                  <a16:creationId xmlns:a16="http://schemas.microsoft.com/office/drawing/2014/main" id="{44468545-CE5E-1E40-8815-DA245492C742}"/>
                </a:ext>
              </a:extLst>
            </p:cNvPr>
            <p:cNvSpPr/>
            <p:nvPr/>
          </p:nvSpPr>
          <p:spPr>
            <a:xfrm>
              <a:off x="3771965" y="1146959"/>
              <a:ext cx="158626" cy="145153"/>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P</a:t>
              </a:r>
            </a:p>
          </p:txBody>
        </p:sp>
        <p:sp>
          <p:nvSpPr>
            <p:cNvPr id="126" name="Oval 125">
              <a:extLst>
                <a:ext uri="{FF2B5EF4-FFF2-40B4-BE49-F238E27FC236}">
                  <a16:creationId xmlns:a16="http://schemas.microsoft.com/office/drawing/2014/main" id="{2450E46A-3DDC-864C-8CDE-1E9BC3F7AFCF}"/>
                </a:ext>
              </a:extLst>
            </p:cNvPr>
            <p:cNvSpPr/>
            <p:nvPr/>
          </p:nvSpPr>
          <p:spPr>
            <a:xfrm>
              <a:off x="3651098" y="1162842"/>
              <a:ext cx="137160" cy="15349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F</a:t>
              </a:r>
            </a:p>
          </p:txBody>
        </p:sp>
      </p:grpSp>
      <p:grpSp>
        <p:nvGrpSpPr>
          <p:cNvPr id="127" name="Group 126">
            <a:extLst>
              <a:ext uri="{FF2B5EF4-FFF2-40B4-BE49-F238E27FC236}">
                <a16:creationId xmlns:a16="http://schemas.microsoft.com/office/drawing/2014/main" id="{5960E5FA-7F2C-0E4C-8DE6-4E72600DDCA5}"/>
              </a:ext>
            </a:extLst>
          </p:cNvPr>
          <p:cNvGrpSpPr/>
          <p:nvPr/>
        </p:nvGrpSpPr>
        <p:grpSpPr>
          <a:xfrm>
            <a:off x="3129397" y="2042749"/>
            <a:ext cx="279493" cy="169377"/>
            <a:chOff x="3651098" y="1146959"/>
            <a:chExt cx="279493" cy="169377"/>
          </a:xfrm>
        </p:grpSpPr>
        <p:sp>
          <p:nvSpPr>
            <p:cNvPr id="128" name="Triangle 127">
              <a:extLst>
                <a:ext uri="{FF2B5EF4-FFF2-40B4-BE49-F238E27FC236}">
                  <a16:creationId xmlns:a16="http://schemas.microsoft.com/office/drawing/2014/main" id="{EFACB47F-74CB-F74F-9103-6019B4FC3F1E}"/>
                </a:ext>
              </a:extLst>
            </p:cNvPr>
            <p:cNvSpPr/>
            <p:nvPr/>
          </p:nvSpPr>
          <p:spPr>
            <a:xfrm>
              <a:off x="3771965" y="1146959"/>
              <a:ext cx="158626" cy="145153"/>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P</a:t>
              </a:r>
            </a:p>
          </p:txBody>
        </p:sp>
        <p:sp>
          <p:nvSpPr>
            <p:cNvPr id="129" name="Oval 128">
              <a:extLst>
                <a:ext uri="{FF2B5EF4-FFF2-40B4-BE49-F238E27FC236}">
                  <a16:creationId xmlns:a16="http://schemas.microsoft.com/office/drawing/2014/main" id="{EEE43FB5-304F-8541-901D-97C72CC3744A}"/>
                </a:ext>
              </a:extLst>
            </p:cNvPr>
            <p:cNvSpPr/>
            <p:nvPr/>
          </p:nvSpPr>
          <p:spPr>
            <a:xfrm>
              <a:off x="3651098" y="1162842"/>
              <a:ext cx="137160" cy="15349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F</a:t>
              </a:r>
            </a:p>
          </p:txBody>
        </p:sp>
      </p:grpSp>
    </p:spTree>
    <p:extLst>
      <p:ext uri="{BB962C8B-B14F-4D97-AF65-F5344CB8AC3E}">
        <p14:creationId xmlns:p14="http://schemas.microsoft.com/office/powerpoint/2010/main" val="21186599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BD4C7DA-8C4A-D345-AB7C-9EA6F81D5E11}"/>
              </a:ext>
            </a:extLst>
          </p:cNvPr>
          <p:cNvSpPr>
            <a:spLocks noGrp="1"/>
          </p:cNvSpPr>
          <p:nvPr>
            <p:ph type="sldNum" sz="quarter" idx="4"/>
          </p:nvPr>
        </p:nvSpPr>
        <p:spPr/>
        <p:txBody>
          <a:bodyPr/>
          <a:lstStyle/>
          <a:p>
            <a:fld id="{3C4F54F3-C349-4609-AFEE-01462D5C7942}" type="slidenum">
              <a:rPr lang="en-GB" smtClean="0"/>
              <a:pPr/>
              <a:t>7</a:t>
            </a:fld>
            <a:endParaRPr lang="en-GB"/>
          </a:p>
        </p:txBody>
      </p:sp>
      <p:sp>
        <p:nvSpPr>
          <p:cNvPr id="3" name="Title 2">
            <a:extLst>
              <a:ext uri="{FF2B5EF4-FFF2-40B4-BE49-F238E27FC236}">
                <a16:creationId xmlns:a16="http://schemas.microsoft.com/office/drawing/2014/main" id="{C5182F47-92DB-314B-8F1B-F471CE3E99E6}"/>
              </a:ext>
            </a:extLst>
          </p:cNvPr>
          <p:cNvSpPr>
            <a:spLocks noGrp="1"/>
          </p:cNvSpPr>
          <p:nvPr>
            <p:ph type="title"/>
          </p:nvPr>
        </p:nvSpPr>
        <p:spPr/>
        <p:txBody>
          <a:bodyPr/>
          <a:lstStyle/>
          <a:p>
            <a:r>
              <a:rPr lang="en-US" dirty="0"/>
              <a:t>Figure 5B: SPTFF, ILDF</a:t>
            </a:r>
          </a:p>
        </p:txBody>
      </p:sp>
      <p:sp>
        <p:nvSpPr>
          <p:cNvPr id="5" name="Rectangle 4">
            <a:extLst>
              <a:ext uri="{FF2B5EF4-FFF2-40B4-BE49-F238E27FC236}">
                <a16:creationId xmlns:a16="http://schemas.microsoft.com/office/drawing/2014/main" id="{ECDBB7A7-8A40-8C4A-81BE-A5FE5B9C2815}"/>
              </a:ext>
            </a:extLst>
          </p:cNvPr>
          <p:cNvSpPr/>
          <p:nvPr/>
        </p:nvSpPr>
        <p:spPr>
          <a:xfrm>
            <a:off x="1540332" y="3480002"/>
            <a:ext cx="215904" cy="2449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E8A02B6E-A1D2-8548-8626-311180E0C619}"/>
              </a:ext>
            </a:extLst>
          </p:cNvPr>
          <p:cNvCxnSpPr>
            <a:cxnSpLocks/>
          </p:cNvCxnSpPr>
          <p:nvPr/>
        </p:nvCxnSpPr>
        <p:spPr>
          <a:xfrm flipH="1" flipV="1">
            <a:off x="1533189" y="3487147"/>
            <a:ext cx="210796" cy="237755"/>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5DCBF606-BCE7-434C-B926-4DF8A9C8A204}"/>
              </a:ext>
            </a:extLst>
          </p:cNvPr>
          <p:cNvSpPr txBox="1"/>
          <p:nvPr/>
        </p:nvSpPr>
        <p:spPr>
          <a:xfrm>
            <a:off x="0" y="1621252"/>
            <a:ext cx="2476260" cy="646331"/>
          </a:xfrm>
          <a:prstGeom prst="rect">
            <a:avLst/>
          </a:prstGeom>
          <a:noFill/>
        </p:spPr>
        <p:txBody>
          <a:bodyPr wrap="square" rtlCol="0">
            <a:spAutoFit/>
          </a:bodyPr>
          <a:lstStyle/>
          <a:p>
            <a:pPr algn="ctr"/>
            <a:r>
              <a:rPr lang="en-US" dirty="0"/>
              <a:t>Single pass concentration</a:t>
            </a:r>
          </a:p>
        </p:txBody>
      </p:sp>
      <p:sp>
        <p:nvSpPr>
          <p:cNvPr id="18" name="TextBox 17">
            <a:extLst>
              <a:ext uri="{FF2B5EF4-FFF2-40B4-BE49-F238E27FC236}">
                <a16:creationId xmlns:a16="http://schemas.microsoft.com/office/drawing/2014/main" id="{B4F0D9C0-995A-2745-9EB2-54AE0079DADD}"/>
              </a:ext>
            </a:extLst>
          </p:cNvPr>
          <p:cNvSpPr txBox="1"/>
          <p:nvPr/>
        </p:nvSpPr>
        <p:spPr>
          <a:xfrm>
            <a:off x="6276123" y="4300475"/>
            <a:ext cx="2476260" cy="646331"/>
          </a:xfrm>
          <a:prstGeom prst="rect">
            <a:avLst/>
          </a:prstGeom>
          <a:noFill/>
        </p:spPr>
        <p:txBody>
          <a:bodyPr wrap="square" rtlCol="0">
            <a:spAutoFit/>
          </a:bodyPr>
          <a:lstStyle/>
          <a:p>
            <a:pPr algn="ctr"/>
            <a:r>
              <a:rPr lang="en-US" dirty="0"/>
              <a:t>Single pass final  concentration</a:t>
            </a:r>
          </a:p>
        </p:txBody>
      </p:sp>
      <p:grpSp>
        <p:nvGrpSpPr>
          <p:cNvPr id="22" name="Group 21">
            <a:extLst>
              <a:ext uri="{FF2B5EF4-FFF2-40B4-BE49-F238E27FC236}">
                <a16:creationId xmlns:a16="http://schemas.microsoft.com/office/drawing/2014/main" id="{6E4857C0-E800-104D-9748-2AFA4E6418C2}"/>
              </a:ext>
            </a:extLst>
          </p:cNvPr>
          <p:cNvGrpSpPr/>
          <p:nvPr/>
        </p:nvGrpSpPr>
        <p:grpSpPr>
          <a:xfrm>
            <a:off x="4301517" y="3918661"/>
            <a:ext cx="217967" cy="281762"/>
            <a:chOff x="1578937" y="3827721"/>
            <a:chExt cx="217967" cy="281762"/>
          </a:xfrm>
        </p:grpSpPr>
        <p:sp>
          <p:nvSpPr>
            <p:cNvPr id="23" name="Oval 22">
              <a:extLst>
                <a:ext uri="{FF2B5EF4-FFF2-40B4-BE49-F238E27FC236}">
                  <a16:creationId xmlns:a16="http://schemas.microsoft.com/office/drawing/2014/main" id="{E38CC428-9687-D646-94DD-6894C44FD07F}"/>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Triangle 23">
              <a:extLst>
                <a:ext uri="{FF2B5EF4-FFF2-40B4-BE49-F238E27FC236}">
                  <a16:creationId xmlns:a16="http://schemas.microsoft.com/office/drawing/2014/main" id="{16F612AA-6864-B647-AAC7-034C88A3EF8A}"/>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5" name="Group 24">
            <a:extLst>
              <a:ext uri="{FF2B5EF4-FFF2-40B4-BE49-F238E27FC236}">
                <a16:creationId xmlns:a16="http://schemas.microsoft.com/office/drawing/2014/main" id="{CD0A27CD-90A5-0E44-9DFC-352335C13362}"/>
              </a:ext>
            </a:extLst>
          </p:cNvPr>
          <p:cNvGrpSpPr/>
          <p:nvPr/>
        </p:nvGrpSpPr>
        <p:grpSpPr>
          <a:xfrm>
            <a:off x="3596964" y="2891638"/>
            <a:ext cx="217967" cy="281762"/>
            <a:chOff x="1578937" y="3827721"/>
            <a:chExt cx="217967" cy="281762"/>
          </a:xfrm>
        </p:grpSpPr>
        <p:sp>
          <p:nvSpPr>
            <p:cNvPr id="26" name="Oval 25">
              <a:extLst>
                <a:ext uri="{FF2B5EF4-FFF2-40B4-BE49-F238E27FC236}">
                  <a16:creationId xmlns:a16="http://schemas.microsoft.com/office/drawing/2014/main" id="{1B6B028B-6EF1-5E47-85A2-08E0A2D5957E}"/>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Triangle 26">
              <a:extLst>
                <a:ext uri="{FF2B5EF4-FFF2-40B4-BE49-F238E27FC236}">
                  <a16:creationId xmlns:a16="http://schemas.microsoft.com/office/drawing/2014/main" id="{B4613235-EED9-BE40-B939-2E43788A1B7F}"/>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9D49F71A-1568-7243-B0B5-6C32885A7AA9}"/>
              </a:ext>
            </a:extLst>
          </p:cNvPr>
          <p:cNvGrpSpPr/>
          <p:nvPr/>
        </p:nvGrpSpPr>
        <p:grpSpPr>
          <a:xfrm>
            <a:off x="1166260" y="3512610"/>
            <a:ext cx="217967" cy="281762"/>
            <a:chOff x="1578937" y="3827721"/>
            <a:chExt cx="217967" cy="281762"/>
          </a:xfrm>
        </p:grpSpPr>
        <p:sp>
          <p:nvSpPr>
            <p:cNvPr id="29" name="Oval 28">
              <a:extLst>
                <a:ext uri="{FF2B5EF4-FFF2-40B4-BE49-F238E27FC236}">
                  <a16:creationId xmlns:a16="http://schemas.microsoft.com/office/drawing/2014/main" id="{24470681-DD06-ED4B-A631-41E34E9095F2}"/>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Triangle 29">
              <a:extLst>
                <a:ext uri="{FF2B5EF4-FFF2-40B4-BE49-F238E27FC236}">
                  <a16:creationId xmlns:a16="http://schemas.microsoft.com/office/drawing/2014/main" id="{6CF19251-2A42-4844-ADCA-7BFCCE56DE9B}"/>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56" name="Group 55">
            <a:extLst>
              <a:ext uri="{FF2B5EF4-FFF2-40B4-BE49-F238E27FC236}">
                <a16:creationId xmlns:a16="http://schemas.microsoft.com/office/drawing/2014/main" id="{208C0076-1141-944B-812D-7497EFD3D62B}"/>
              </a:ext>
            </a:extLst>
          </p:cNvPr>
          <p:cNvGrpSpPr/>
          <p:nvPr/>
        </p:nvGrpSpPr>
        <p:grpSpPr>
          <a:xfrm>
            <a:off x="2820494" y="3487146"/>
            <a:ext cx="230817" cy="244901"/>
            <a:chOff x="2820494" y="3487146"/>
            <a:chExt cx="230817" cy="244901"/>
          </a:xfrm>
        </p:grpSpPr>
        <p:sp>
          <p:nvSpPr>
            <p:cNvPr id="32" name="Rectangle 31">
              <a:extLst>
                <a:ext uri="{FF2B5EF4-FFF2-40B4-BE49-F238E27FC236}">
                  <a16:creationId xmlns:a16="http://schemas.microsoft.com/office/drawing/2014/main" id="{E3346678-BBB2-5F4B-AFE9-2D80E7809D48}"/>
                </a:ext>
              </a:extLst>
            </p:cNvPr>
            <p:cNvSpPr/>
            <p:nvPr/>
          </p:nvSpPr>
          <p:spPr>
            <a:xfrm>
              <a:off x="2821525" y="3487146"/>
              <a:ext cx="215904" cy="2449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3" name="Straight Connector 32">
              <a:extLst>
                <a:ext uri="{FF2B5EF4-FFF2-40B4-BE49-F238E27FC236}">
                  <a16:creationId xmlns:a16="http://schemas.microsoft.com/office/drawing/2014/main" id="{92982F33-D7A9-4F4D-A0D7-246791FD5D00}"/>
                </a:ext>
              </a:extLst>
            </p:cNvPr>
            <p:cNvCxnSpPr>
              <a:cxnSpLocks/>
            </p:cNvCxnSpPr>
            <p:nvPr/>
          </p:nvCxnSpPr>
          <p:spPr>
            <a:xfrm flipH="1" flipV="1">
              <a:off x="2820494" y="3487147"/>
              <a:ext cx="230817" cy="244900"/>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34" name="Group 33">
            <a:extLst>
              <a:ext uri="{FF2B5EF4-FFF2-40B4-BE49-F238E27FC236}">
                <a16:creationId xmlns:a16="http://schemas.microsoft.com/office/drawing/2014/main" id="{982008E4-E35D-F541-82BC-4233CF187335}"/>
              </a:ext>
            </a:extLst>
          </p:cNvPr>
          <p:cNvGrpSpPr/>
          <p:nvPr/>
        </p:nvGrpSpPr>
        <p:grpSpPr>
          <a:xfrm>
            <a:off x="2820494" y="3825613"/>
            <a:ext cx="217967" cy="281762"/>
            <a:chOff x="1578937" y="3827721"/>
            <a:chExt cx="217967" cy="281762"/>
          </a:xfrm>
        </p:grpSpPr>
        <p:sp>
          <p:nvSpPr>
            <p:cNvPr id="35" name="Oval 34">
              <a:extLst>
                <a:ext uri="{FF2B5EF4-FFF2-40B4-BE49-F238E27FC236}">
                  <a16:creationId xmlns:a16="http://schemas.microsoft.com/office/drawing/2014/main" id="{8D9CDD34-FDE6-3245-B664-C9C9F0D7D39F}"/>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Triangle 35">
              <a:extLst>
                <a:ext uri="{FF2B5EF4-FFF2-40B4-BE49-F238E27FC236}">
                  <a16:creationId xmlns:a16="http://schemas.microsoft.com/office/drawing/2014/main" id="{28DCC413-DC0B-C542-B096-E09A1A04CE64}"/>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40" name="Straight Arrow Connector 39">
            <a:extLst>
              <a:ext uri="{FF2B5EF4-FFF2-40B4-BE49-F238E27FC236}">
                <a16:creationId xmlns:a16="http://schemas.microsoft.com/office/drawing/2014/main" id="{F6A65596-8184-E540-ACB4-D6083534CD95}"/>
              </a:ext>
            </a:extLst>
          </p:cNvPr>
          <p:cNvCxnSpPr>
            <a:cxnSpLocks/>
          </p:cNvCxnSpPr>
          <p:nvPr/>
        </p:nvCxnSpPr>
        <p:spPr>
          <a:xfrm>
            <a:off x="4517421" y="3627740"/>
            <a:ext cx="1178355" cy="454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73CC98B6-349A-6940-8CDE-3EC4F1815EBD}"/>
              </a:ext>
            </a:extLst>
          </p:cNvPr>
          <p:cNvCxnSpPr>
            <a:stCxn id="5" idx="2"/>
          </p:cNvCxnSpPr>
          <p:nvPr/>
        </p:nvCxnSpPr>
        <p:spPr>
          <a:xfrm>
            <a:off x="1648284" y="3724902"/>
            <a:ext cx="0" cy="28037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52" name="Elbow Connector 51">
            <a:extLst>
              <a:ext uri="{FF2B5EF4-FFF2-40B4-BE49-F238E27FC236}">
                <a16:creationId xmlns:a16="http://schemas.microsoft.com/office/drawing/2014/main" id="{221B4210-B79C-9D46-A7AC-53B4D568683F}"/>
              </a:ext>
            </a:extLst>
          </p:cNvPr>
          <p:cNvCxnSpPr>
            <a:cxnSpLocks/>
            <a:stCxn id="23" idx="2"/>
            <a:endCxn id="53" idx="3"/>
          </p:cNvCxnSpPr>
          <p:nvPr/>
        </p:nvCxnSpPr>
        <p:spPr>
          <a:xfrm rot="10800000">
            <a:off x="3709567" y="3853846"/>
            <a:ext cx="631822" cy="155193"/>
          </a:xfrm>
          <a:prstGeom prst="bentConnector3">
            <a:avLst>
              <a:gd name="adj1" fmla="val 50000"/>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53" name="Rectangle 52">
            <a:extLst>
              <a:ext uri="{FF2B5EF4-FFF2-40B4-BE49-F238E27FC236}">
                <a16:creationId xmlns:a16="http://schemas.microsoft.com/office/drawing/2014/main" id="{2184E205-A6E7-974A-9270-C213B3BF43C0}"/>
              </a:ext>
            </a:extLst>
          </p:cNvPr>
          <p:cNvSpPr/>
          <p:nvPr/>
        </p:nvSpPr>
        <p:spPr>
          <a:xfrm>
            <a:off x="3538555" y="3762051"/>
            <a:ext cx="171012" cy="1835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27398C9C-B806-164E-87BB-443DA91B58D7}"/>
              </a:ext>
            </a:extLst>
          </p:cNvPr>
          <p:cNvSpPr/>
          <p:nvPr/>
        </p:nvSpPr>
        <p:spPr>
          <a:xfrm>
            <a:off x="2734988" y="3262804"/>
            <a:ext cx="171012" cy="1835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1" name="Straight Arrow Connector 60">
            <a:extLst>
              <a:ext uri="{FF2B5EF4-FFF2-40B4-BE49-F238E27FC236}">
                <a16:creationId xmlns:a16="http://schemas.microsoft.com/office/drawing/2014/main" id="{54255041-2B13-264F-87D2-072E61224658}"/>
              </a:ext>
            </a:extLst>
          </p:cNvPr>
          <p:cNvCxnSpPr>
            <a:cxnSpLocks/>
            <a:endCxn id="23" idx="0"/>
          </p:cNvCxnSpPr>
          <p:nvPr/>
        </p:nvCxnSpPr>
        <p:spPr>
          <a:xfrm flipH="1">
            <a:off x="4410501" y="3739898"/>
            <a:ext cx="6593" cy="178763"/>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64" name="Group 63">
            <a:extLst>
              <a:ext uri="{FF2B5EF4-FFF2-40B4-BE49-F238E27FC236}">
                <a16:creationId xmlns:a16="http://schemas.microsoft.com/office/drawing/2014/main" id="{EF37456A-2016-8842-8276-4DF112D4CE3D}"/>
              </a:ext>
            </a:extLst>
          </p:cNvPr>
          <p:cNvGrpSpPr/>
          <p:nvPr/>
        </p:nvGrpSpPr>
        <p:grpSpPr>
          <a:xfrm>
            <a:off x="4059467" y="2820135"/>
            <a:ext cx="217967" cy="281762"/>
            <a:chOff x="1578937" y="3827721"/>
            <a:chExt cx="217967" cy="281762"/>
          </a:xfrm>
        </p:grpSpPr>
        <p:sp>
          <p:nvSpPr>
            <p:cNvPr id="65" name="Oval 64">
              <a:extLst>
                <a:ext uri="{FF2B5EF4-FFF2-40B4-BE49-F238E27FC236}">
                  <a16:creationId xmlns:a16="http://schemas.microsoft.com/office/drawing/2014/main" id="{71BC069A-829A-8647-A849-755D071CD647}"/>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 name="Triangle 65">
              <a:extLst>
                <a:ext uri="{FF2B5EF4-FFF2-40B4-BE49-F238E27FC236}">
                  <a16:creationId xmlns:a16="http://schemas.microsoft.com/office/drawing/2014/main" id="{BBD9A7E6-F91D-0C4F-AC04-459DF76DD32C}"/>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68" name="Straight Arrow Connector 67">
            <a:extLst>
              <a:ext uri="{FF2B5EF4-FFF2-40B4-BE49-F238E27FC236}">
                <a16:creationId xmlns:a16="http://schemas.microsoft.com/office/drawing/2014/main" id="{1F829CA5-5A75-EF44-A44E-D496EAE6166F}"/>
              </a:ext>
            </a:extLst>
          </p:cNvPr>
          <p:cNvCxnSpPr>
            <a:cxnSpLocks/>
          </p:cNvCxnSpPr>
          <p:nvPr/>
        </p:nvCxnSpPr>
        <p:spPr>
          <a:xfrm flipH="1">
            <a:off x="4236046" y="2919947"/>
            <a:ext cx="487131"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69" name="TextBox 68">
            <a:extLst>
              <a:ext uri="{FF2B5EF4-FFF2-40B4-BE49-F238E27FC236}">
                <a16:creationId xmlns:a16="http://schemas.microsoft.com/office/drawing/2014/main" id="{636D06BD-5B28-1C47-B460-22CD7D9E7C17}"/>
              </a:ext>
            </a:extLst>
          </p:cNvPr>
          <p:cNvSpPr txBox="1"/>
          <p:nvPr/>
        </p:nvSpPr>
        <p:spPr>
          <a:xfrm>
            <a:off x="4767735" y="2809994"/>
            <a:ext cx="893193" cy="553998"/>
          </a:xfrm>
          <a:prstGeom prst="rect">
            <a:avLst/>
          </a:prstGeom>
          <a:noFill/>
        </p:spPr>
        <p:txBody>
          <a:bodyPr wrap="none" rtlCol="0">
            <a:spAutoFit/>
          </a:bodyPr>
          <a:lstStyle/>
          <a:p>
            <a:pPr algn="ctr"/>
            <a:r>
              <a:rPr lang="en-US" sz="1000" dirty="0"/>
              <a:t>DF Solution </a:t>
            </a:r>
          </a:p>
          <a:p>
            <a:pPr algn="ctr"/>
            <a:r>
              <a:rPr lang="en-US" sz="1000" dirty="0"/>
              <a:t>0.1-3L/min</a:t>
            </a:r>
          </a:p>
          <a:p>
            <a:pPr algn="ctr"/>
            <a:endParaRPr lang="en-US" sz="1000" dirty="0"/>
          </a:p>
        </p:txBody>
      </p:sp>
      <p:cxnSp>
        <p:nvCxnSpPr>
          <p:cNvPr id="72" name="Straight Arrow Connector 71">
            <a:extLst>
              <a:ext uri="{FF2B5EF4-FFF2-40B4-BE49-F238E27FC236}">
                <a16:creationId xmlns:a16="http://schemas.microsoft.com/office/drawing/2014/main" id="{A18EC30A-6895-524D-8BBA-B34AE6237AA2}"/>
              </a:ext>
            </a:extLst>
          </p:cNvPr>
          <p:cNvCxnSpPr>
            <a:cxnSpLocks/>
            <a:endCxn id="27" idx="3"/>
          </p:cNvCxnSpPr>
          <p:nvPr/>
        </p:nvCxnSpPr>
        <p:spPr>
          <a:xfrm flipH="1" flipV="1">
            <a:off x="3705948" y="3173400"/>
            <a:ext cx="1031" cy="306602"/>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74" name="Elbow Connector 73">
            <a:extLst>
              <a:ext uri="{FF2B5EF4-FFF2-40B4-BE49-F238E27FC236}">
                <a16:creationId xmlns:a16="http://schemas.microsoft.com/office/drawing/2014/main" id="{D85FE24A-B41A-BD40-858C-859062942D5D}"/>
              </a:ext>
            </a:extLst>
          </p:cNvPr>
          <p:cNvCxnSpPr>
            <a:cxnSpLocks/>
            <a:stCxn id="26" idx="2"/>
            <a:endCxn id="59" idx="0"/>
          </p:cNvCxnSpPr>
          <p:nvPr/>
        </p:nvCxnSpPr>
        <p:spPr>
          <a:xfrm rot="10800000" flipV="1">
            <a:off x="2820494" y="2982014"/>
            <a:ext cx="816342" cy="280789"/>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76" name="Straight Arrow Connector 75">
            <a:extLst>
              <a:ext uri="{FF2B5EF4-FFF2-40B4-BE49-F238E27FC236}">
                <a16:creationId xmlns:a16="http://schemas.microsoft.com/office/drawing/2014/main" id="{6B5F3D1E-541B-2545-90C2-F6D2196B6A01}"/>
              </a:ext>
            </a:extLst>
          </p:cNvPr>
          <p:cNvCxnSpPr>
            <a:cxnSpLocks/>
          </p:cNvCxnSpPr>
          <p:nvPr/>
        </p:nvCxnSpPr>
        <p:spPr>
          <a:xfrm>
            <a:off x="2923844" y="4107375"/>
            <a:ext cx="313" cy="306602"/>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4706E80B-99B7-9743-8687-38AB1DB1C941}"/>
              </a:ext>
            </a:extLst>
          </p:cNvPr>
          <p:cNvCxnSpPr>
            <a:cxnSpLocks/>
          </p:cNvCxnSpPr>
          <p:nvPr/>
        </p:nvCxnSpPr>
        <p:spPr>
          <a:xfrm>
            <a:off x="2917382" y="3724902"/>
            <a:ext cx="1" cy="100711"/>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79" name="Group 78">
            <a:extLst>
              <a:ext uri="{FF2B5EF4-FFF2-40B4-BE49-F238E27FC236}">
                <a16:creationId xmlns:a16="http://schemas.microsoft.com/office/drawing/2014/main" id="{9F488D80-6E14-3E47-B272-FD8092F03A0E}"/>
              </a:ext>
            </a:extLst>
          </p:cNvPr>
          <p:cNvGrpSpPr/>
          <p:nvPr/>
        </p:nvGrpSpPr>
        <p:grpSpPr>
          <a:xfrm>
            <a:off x="1479961" y="4099413"/>
            <a:ext cx="336645" cy="118280"/>
            <a:chOff x="1183488" y="4417325"/>
            <a:chExt cx="336645" cy="118280"/>
          </a:xfrm>
        </p:grpSpPr>
        <p:cxnSp>
          <p:nvCxnSpPr>
            <p:cNvPr id="80" name="Straight Connector 79">
              <a:extLst>
                <a:ext uri="{FF2B5EF4-FFF2-40B4-BE49-F238E27FC236}">
                  <a16:creationId xmlns:a16="http://schemas.microsoft.com/office/drawing/2014/main" id="{A23DA752-B902-8F46-B299-665E40883DA5}"/>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B86C525D-5195-FF40-9D82-8E708CED7726}"/>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AD54F1AD-AC3E-1A4B-A005-5A6F7D3E794C}"/>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83" name="Group 82">
            <a:extLst>
              <a:ext uri="{FF2B5EF4-FFF2-40B4-BE49-F238E27FC236}">
                <a16:creationId xmlns:a16="http://schemas.microsoft.com/office/drawing/2014/main" id="{078354F2-C21A-5448-80D4-CF96EACF79EA}"/>
              </a:ext>
            </a:extLst>
          </p:cNvPr>
          <p:cNvGrpSpPr/>
          <p:nvPr/>
        </p:nvGrpSpPr>
        <p:grpSpPr>
          <a:xfrm>
            <a:off x="2749059" y="4505361"/>
            <a:ext cx="336645" cy="118280"/>
            <a:chOff x="1183488" y="4417325"/>
            <a:chExt cx="336645" cy="118280"/>
          </a:xfrm>
        </p:grpSpPr>
        <p:cxnSp>
          <p:nvCxnSpPr>
            <p:cNvPr id="84" name="Straight Connector 83">
              <a:extLst>
                <a:ext uri="{FF2B5EF4-FFF2-40B4-BE49-F238E27FC236}">
                  <a16:creationId xmlns:a16="http://schemas.microsoft.com/office/drawing/2014/main" id="{9DA0185D-51EF-9D42-9C86-D4B6779714E5}"/>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5" name="Straight Connector 84">
              <a:extLst>
                <a:ext uri="{FF2B5EF4-FFF2-40B4-BE49-F238E27FC236}">
                  <a16:creationId xmlns:a16="http://schemas.microsoft.com/office/drawing/2014/main" id="{93603D0D-6183-9A4B-895F-04BAE8F2BC7E}"/>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22E8A9B4-80E1-E749-A6D6-47297E9E7B87}"/>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87" name="Group 86">
            <a:extLst>
              <a:ext uri="{FF2B5EF4-FFF2-40B4-BE49-F238E27FC236}">
                <a16:creationId xmlns:a16="http://schemas.microsoft.com/office/drawing/2014/main" id="{7A934930-C435-9D42-8D90-01EC6DD91532}"/>
              </a:ext>
            </a:extLst>
          </p:cNvPr>
          <p:cNvGrpSpPr/>
          <p:nvPr/>
        </p:nvGrpSpPr>
        <p:grpSpPr>
          <a:xfrm>
            <a:off x="5614217" y="4109763"/>
            <a:ext cx="336645" cy="118280"/>
            <a:chOff x="1183488" y="4417325"/>
            <a:chExt cx="336645" cy="118280"/>
          </a:xfrm>
        </p:grpSpPr>
        <p:cxnSp>
          <p:nvCxnSpPr>
            <p:cNvPr id="88" name="Straight Connector 87">
              <a:extLst>
                <a:ext uri="{FF2B5EF4-FFF2-40B4-BE49-F238E27FC236}">
                  <a16:creationId xmlns:a16="http://schemas.microsoft.com/office/drawing/2014/main" id="{82F5358D-EAB4-9D47-B107-38260BB61405}"/>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EB05AA25-0278-584D-A8D1-77525C24E01E}"/>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90" name="Straight Connector 89">
              <a:extLst>
                <a:ext uri="{FF2B5EF4-FFF2-40B4-BE49-F238E27FC236}">
                  <a16:creationId xmlns:a16="http://schemas.microsoft.com/office/drawing/2014/main" id="{1A27A5B9-3E3A-3440-A0DE-743D047A2BEE}"/>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cxnSp>
        <p:nvCxnSpPr>
          <p:cNvPr id="91" name="Straight Arrow Connector 90">
            <a:extLst>
              <a:ext uri="{FF2B5EF4-FFF2-40B4-BE49-F238E27FC236}">
                <a16:creationId xmlns:a16="http://schemas.microsoft.com/office/drawing/2014/main" id="{2AFFE192-54B9-6547-B79C-4C13B1BC6F87}"/>
              </a:ext>
            </a:extLst>
          </p:cNvPr>
          <p:cNvCxnSpPr>
            <a:cxnSpLocks/>
          </p:cNvCxnSpPr>
          <p:nvPr/>
        </p:nvCxnSpPr>
        <p:spPr>
          <a:xfrm>
            <a:off x="5803728" y="3754730"/>
            <a:ext cx="0" cy="33881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73" name="TextBox 72">
            <a:extLst>
              <a:ext uri="{FF2B5EF4-FFF2-40B4-BE49-F238E27FC236}">
                <a16:creationId xmlns:a16="http://schemas.microsoft.com/office/drawing/2014/main" id="{5717730C-25E6-554D-BC0B-CA5FE72B0D9D}"/>
              </a:ext>
            </a:extLst>
          </p:cNvPr>
          <p:cNvSpPr txBox="1"/>
          <p:nvPr/>
        </p:nvSpPr>
        <p:spPr>
          <a:xfrm>
            <a:off x="3927441" y="4262483"/>
            <a:ext cx="787395" cy="400110"/>
          </a:xfrm>
          <a:prstGeom prst="rect">
            <a:avLst/>
          </a:prstGeom>
          <a:noFill/>
        </p:spPr>
        <p:txBody>
          <a:bodyPr wrap="none" rtlCol="0">
            <a:spAutoFit/>
          </a:bodyPr>
          <a:lstStyle/>
          <a:p>
            <a:pPr algn="ctr"/>
            <a:r>
              <a:rPr lang="en-US" sz="1000" dirty="0"/>
              <a:t>0.1-3L/min</a:t>
            </a:r>
          </a:p>
          <a:p>
            <a:pPr algn="ctr"/>
            <a:endParaRPr lang="en-US" sz="1000" dirty="0"/>
          </a:p>
        </p:txBody>
      </p:sp>
      <p:sp>
        <p:nvSpPr>
          <p:cNvPr id="75" name="TextBox 74">
            <a:extLst>
              <a:ext uri="{FF2B5EF4-FFF2-40B4-BE49-F238E27FC236}">
                <a16:creationId xmlns:a16="http://schemas.microsoft.com/office/drawing/2014/main" id="{C6EF92B3-348D-E849-9973-10D61CEF8ACB}"/>
              </a:ext>
            </a:extLst>
          </p:cNvPr>
          <p:cNvSpPr txBox="1"/>
          <p:nvPr/>
        </p:nvSpPr>
        <p:spPr>
          <a:xfrm>
            <a:off x="3243138" y="2567468"/>
            <a:ext cx="787395" cy="400110"/>
          </a:xfrm>
          <a:prstGeom prst="rect">
            <a:avLst/>
          </a:prstGeom>
          <a:noFill/>
        </p:spPr>
        <p:txBody>
          <a:bodyPr wrap="none" rtlCol="0">
            <a:spAutoFit/>
          </a:bodyPr>
          <a:lstStyle/>
          <a:p>
            <a:pPr algn="ctr"/>
            <a:r>
              <a:rPr lang="en-US" sz="1000" dirty="0"/>
              <a:t>0.1-3L/min</a:t>
            </a:r>
          </a:p>
          <a:p>
            <a:pPr algn="ctr"/>
            <a:endParaRPr lang="en-US" sz="1000" dirty="0"/>
          </a:p>
        </p:txBody>
      </p:sp>
      <p:sp>
        <p:nvSpPr>
          <p:cNvPr id="77" name="TextBox 76">
            <a:extLst>
              <a:ext uri="{FF2B5EF4-FFF2-40B4-BE49-F238E27FC236}">
                <a16:creationId xmlns:a16="http://schemas.microsoft.com/office/drawing/2014/main" id="{7CC6FF13-866C-3144-8FCC-A99599A47126}"/>
              </a:ext>
            </a:extLst>
          </p:cNvPr>
          <p:cNvSpPr txBox="1"/>
          <p:nvPr/>
        </p:nvSpPr>
        <p:spPr>
          <a:xfrm>
            <a:off x="153149" y="3398698"/>
            <a:ext cx="1058303" cy="553998"/>
          </a:xfrm>
          <a:prstGeom prst="rect">
            <a:avLst/>
          </a:prstGeom>
          <a:noFill/>
        </p:spPr>
        <p:txBody>
          <a:bodyPr wrap="none" rtlCol="0">
            <a:spAutoFit/>
          </a:bodyPr>
          <a:lstStyle/>
          <a:p>
            <a:pPr algn="ctr"/>
            <a:r>
              <a:rPr lang="en-US" sz="1000" dirty="0"/>
              <a:t>Feed from VRF</a:t>
            </a:r>
          </a:p>
          <a:p>
            <a:pPr algn="ctr"/>
            <a:r>
              <a:rPr lang="en-US" sz="1000" dirty="0"/>
              <a:t>0.1-3L/min</a:t>
            </a:r>
          </a:p>
          <a:p>
            <a:pPr algn="ctr"/>
            <a:endParaRPr lang="en-US" sz="1000" dirty="0"/>
          </a:p>
        </p:txBody>
      </p:sp>
      <p:sp>
        <p:nvSpPr>
          <p:cNvPr id="92" name="TextBox 91">
            <a:extLst>
              <a:ext uri="{FF2B5EF4-FFF2-40B4-BE49-F238E27FC236}">
                <a16:creationId xmlns:a16="http://schemas.microsoft.com/office/drawing/2014/main" id="{371003A6-82D4-3F47-BE5F-373A7FA6D56E}"/>
              </a:ext>
            </a:extLst>
          </p:cNvPr>
          <p:cNvSpPr txBox="1"/>
          <p:nvPr/>
        </p:nvSpPr>
        <p:spPr>
          <a:xfrm>
            <a:off x="1736934" y="3646425"/>
            <a:ext cx="1058302" cy="553998"/>
          </a:xfrm>
          <a:prstGeom prst="rect">
            <a:avLst/>
          </a:prstGeom>
          <a:noFill/>
        </p:spPr>
        <p:txBody>
          <a:bodyPr wrap="none" rtlCol="0">
            <a:spAutoFit/>
          </a:bodyPr>
          <a:lstStyle/>
          <a:p>
            <a:pPr algn="ctr"/>
            <a:r>
              <a:rPr lang="en-US" sz="1000" dirty="0"/>
              <a:t>Product Flow</a:t>
            </a:r>
          </a:p>
          <a:p>
            <a:pPr algn="ctr"/>
            <a:r>
              <a:rPr lang="en-US" sz="1000" dirty="0"/>
              <a:t>33-133 mL/min</a:t>
            </a:r>
          </a:p>
          <a:p>
            <a:pPr algn="ctr"/>
            <a:endParaRPr lang="en-US" sz="1000" dirty="0"/>
          </a:p>
        </p:txBody>
      </p:sp>
      <p:sp>
        <p:nvSpPr>
          <p:cNvPr id="93" name="TextBox 92">
            <a:extLst>
              <a:ext uri="{FF2B5EF4-FFF2-40B4-BE49-F238E27FC236}">
                <a16:creationId xmlns:a16="http://schemas.microsoft.com/office/drawing/2014/main" id="{32089029-1565-2247-ABC8-1373B217D784}"/>
              </a:ext>
            </a:extLst>
          </p:cNvPr>
          <p:cNvSpPr txBox="1"/>
          <p:nvPr/>
        </p:nvSpPr>
        <p:spPr>
          <a:xfrm>
            <a:off x="4723177" y="3794785"/>
            <a:ext cx="1058302" cy="553998"/>
          </a:xfrm>
          <a:prstGeom prst="rect">
            <a:avLst/>
          </a:prstGeom>
          <a:noFill/>
        </p:spPr>
        <p:txBody>
          <a:bodyPr wrap="none" rtlCol="0">
            <a:spAutoFit/>
          </a:bodyPr>
          <a:lstStyle/>
          <a:p>
            <a:pPr algn="ctr"/>
            <a:r>
              <a:rPr lang="en-US" sz="1000" dirty="0"/>
              <a:t>Product Flow</a:t>
            </a:r>
          </a:p>
          <a:p>
            <a:pPr algn="ctr"/>
            <a:r>
              <a:rPr lang="en-US" sz="1000" dirty="0"/>
              <a:t>33-133 mL/min</a:t>
            </a:r>
          </a:p>
          <a:p>
            <a:pPr algn="ctr"/>
            <a:endParaRPr lang="en-US" sz="1000" dirty="0"/>
          </a:p>
        </p:txBody>
      </p:sp>
      <p:cxnSp>
        <p:nvCxnSpPr>
          <p:cNvPr id="12" name="Elbow Connector 11">
            <a:extLst>
              <a:ext uri="{FF2B5EF4-FFF2-40B4-BE49-F238E27FC236}">
                <a16:creationId xmlns:a16="http://schemas.microsoft.com/office/drawing/2014/main" id="{6AD3E0CB-C27D-844F-8CCF-E1E87EAAD95A}"/>
              </a:ext>
            </a:extLst>
          </p:cNvPr>
          <p:cNvCxnSpPr>
            <a:stCxn id="29" idx="6"/>
            <a:endCxn id="5" idx="0"/>
          </p:cNvCxnSpPr>
          <p:nvPr/>
        </p:nvCxnSpPr>
        <p:spPr>
          <a:xfrm flipV="1">
            <a:off x="1344355" y="3480002"/>
            <a:ext cx="303929" cy="122985"/>
          </a:xfrm>
          <a:prstGeom prst="bentConnector4">
            <a:avLst>
              <a:gd name="adj1" fmla="val 32240"/>
              <a:gd name="adj2" fmla="val 285876"/>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37" name="Elbow Connector 36">
            <a:extLst>
              <a:ext uri="{FF2B5EF4-FFF2-40B4-BE49-F238E27FC236}">
                <a16:creationId xmlns:a16="http://schemas.microsoft.com/office/drawing/2014/main" id="{5B39733C-D0EC-044A-B37F-BA5CBB967F5A}"/>
              </a:ext>
            </a:extLst>
          </p:cNvPr>
          <p:cNvCxnSpPr>
            <a:cxnSpLocks/>
            <a:endCxn id="32" idx="0"/>
          </p:cNvCxnSpPr>
          <p:nvPr/>
        </p:nvCxnSpPr>
        <p:spPr>
          <a:xfrm flipV="1">
            <a:off x="1756236" y="3487146"/>
            <a:ext cx="1173241" cy="105208"/>
          </a:xfrm>
          <a:prstGeom prst="bentConnector4">
            <a:avLst>
              <a:gd name="adj1" fmla="val 45399"/>
              <a:gd name="adj2" fmla="val 317284"/>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97" name="Group 96">
            <a:extLst>
              <a:ext uri="{FF2B5EF4-FFF2-40B4-BE49-F238E27FC236}">
                <a16:creationId xmlns:a16="http://schemas.microsoft.com/office/drawing/2014/main" id="{5C5E8093-B4D4-A347-A066-7C38FB98A631}"/>
              </a:ext>
            </a:extLst>
          </p:cNvPr>
          <p:cNvGrpSpPr/>
          <p:nvPr/>
        </p:nvGrpSpPr>
        <p:grpSpPr>
          <a:xfrm rot="5400000">
            <a:off x="3587708" y="3487373"/>
            <a:ext cx="230817" cy="244901"/>
            <a:chOff x="2820494" y="3487146"/>
            <a:chExt cx="230817" cy="244901"/>
          </a:xfrm>
        </p:grpSpPr>
        <p:sp>
          <p:nvSpPr>
            <p:cNvPr id="98" name="Rectangle 97">
              <a:extLst>
                <a:ext uri="{FF2B5EF4-FFF2-40B4-BE49-F238E27FC236}">
                  <a16:creationId xmlns:a16="http://schemas.microsoft.com/office/drawing/2014/main" id="{FE6A255D-9FF9-A94E-9D74-8AEF07DEA4BC}"/>
                </a:ext>
              </a:extLst>
            </p:cNvPr>
            <p:cNvSpPr/>
            <p:nvPr/>
          </p:nvSpPr>
          <p:spPr>
            <a:xfrm>
              <a:off x="2821525" y="3487146"/>
              <a:ext cx="215904" cy="2449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9" name="Straight Connector 98">
              <a:extLst>
                <a:ext uri="{FF2B5EF4-FFF2-40B4-BE49-F238E27FC236}">
                  <a16:creationId xmlns:a16="http://schemas.microsoft.com/office/drawing/2014/main" id="{6CE74547-D755-9043-905D-CDCF37D2F756}"/>
                </a:ext>
              </a:extLst>
            </p:cNvPr>
            <p:cNvCxnSpPr>
              <a:cxnSpLocks/>
            </p:cNvCxnSpPr>
            <p:nvPr/>
          </p:nvCxnSpPr>
          <p:spPr>
            <a:xfrm flipH="1" flipV="1">
              <a:off x="2820494" y="3487147"/>
              <a:ext cx="230817" cy="244900"/>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100" name="Group 99">
            <a:extLst>
              <a:ext uri="{FF2B5EF4-FFF2-40B4-BE49-F238E27FC236}">
                <a16:creationId xmlns:a16="http://schemas.microsoft.com/office/drawing/2014/main" id="{2A008A1C-A630-D041-A9D1-44076597EAC5}"/>
              </a:ext>
            </a:extLst>
          </p:cNvPr>
          <p:cNvGrpSpPr/>
          <p:nvPr/>
        </p:nvGrpSpPr>
        <p:grpSpPr>
          <a:xfrm>
            <a:off x="4295317" y="3483908"/>
            <a:ext cx="230817" cy="244901"/>
            <a:chOff x="2820494" y="3487146"/>
            <a:chExt cx="230817" cy="244901"/>
          </a:xfrm>
        </p:grpSpPr>
        <p:sp>
          <p:nvSpPr>
            <p:cNvPr id="101" name="Rectangle 100">
              <a:extLst>
                <a:ext uri="{FF2B5EF4-FFF2-40B4-BE49-F238E27FC236}">
                  <a16:creationId xmlns:a16="http://schemas.microsoft.com/office/drawing/2014/main" id="{CA19CFA8-E06B-F840-93AC-28F8B5EEB0EC}"/>
                </a:ext>
              </a:extLst>
            </p:cNvPr>
            <p:cNvSpPr/>
            <p:nvPr/>
          </p:nvSpPr>
          <p:spPr>
            <a:xfrm>
              <a:off x="2821525" y="3487146"/>
              <a:ext cx="215904" cy="2449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2" name="Straight Connector 101">
              <a:extLst>
                <a:ext uri="{FF2B5EF4-FFF2-40B4-BE49-F238E27FC236}">
                  <a16:creationId xmlns:a16="http://schemas.microsoft.com/office/drawing/2014/main" id="{04F088D7-BDDC-2D46-AA39-088C09D284D5}"/>
                </a:ext>
              </a:extLst>
            </p:cNvPr>
            <p:cNvCxnSpPr>
              <a:cxnSpLocks/>
            </p:cNvCxnSpPr>
            <p:nvPr/>
          </p:nvCxnSpPr>
          <p:spPr>
            <a:xfrm flipH="1" flipV="1">
              <a:off x="2820494" y="3487147"/>
              <a:ext cx="230817" cy="244900"/>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103" name="Group 102">
            <a:extLst>
              <a:ext uri="{FF2B5EF4-FFF2-40B4-BE49-F238E27FC236}">
                <a16:creationId xmlns:a16="http://schemas.microsoft.com/office/drawing/2014/main" id="{4D5BDDC4-2196-9542-A14E-71B3956CD008}"/>
              </a:ext>
            </a:extLst>
          </p:cNvPr>
          <p:cNvGrpSpPr/>
          <p:nvPr/>
        </p:nvGrpSpPr>
        <p:grpSpPr>
          <a:xfrm rot="5400000">
            <a:off x="5688319" y="3509209"/>
            <a:ext cx="230817" cy="244901"/>
            <a:chOff x="2820494" y="3487146"/>
            <a:chExt cx="230817" cy="244901"/>
          </a:xfrm>
        </p:grpSpPr>
        <p:sp>
          <p:nvSpPr>
            <p:cNvPr id="104" name="Rectangle 103">
              <a:extLst>
                <a:ext uri="{FF2B5EF4-FFF2-40B4-BE49-F238E27FC236}">
                  <a16:creationId xmlns:a16="http://schemas.microsoft.com/office/drawing/2014/main" id="{489BD01B-3EFC-4942-9F5F-A242C2D9732A}"/>
                </a:ext>
              </a:extLst>
            </p:cNvPr>
            <p:cNvSpPr/>
            <p:nvPr/>
          </p:nvSpPr>
          <p:spPr>
            <a:xfrm>
              <a:off x="2821525" y="3487146"/>
              <a:ext cx="215904" cy="2449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5" name="Straight Connector 104">
              <a:extLst>
                <a:ext uri="{FF2B5EF4-FFF2-40B4-BE49-F238E27FC236}">
                  <a16:creationId xmlns:a16="http://schemas.microsoft.com/office/drawing/2014/main" id="{77A395A1-6790-0B46-B7D9-417CA7342490}"/>
                </a:ext>
              </a:extLst>
            </p:cNvPr>
            <p:cNvCxnSpPr>
              <a:cxnSpLocks/>
            </p:cNvCxnSpPr>
            <p:nvPr/>
          </p:nvCxnSpPr>
          <p:spPr>
            <a:xfrm flipH="1" flipV="1">
              <a:off x="2820494" y="3487147"/>
              <a:ext cx="230817" cy="244900"/>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cxnSp>
        <p:nvCxnSpPr>
          <p:cNvPr id="62" name="Elbow Connector 61">
            <a:extLst>
              <a:ext uri="{FF2B5EF4-FFF2-40B4-BE49-F238E27FC236}">
                <a16:creationId xmlns:a16="http://schemas.microsoft.com/office/drawing/2014/main" id="{4F8007E6-2CC4-4440-B90A-688EC67FDC8D}"/>
              </a:ext>
            </a:extLst>
          </p:cNvPr>
          <p:cNvCxnSpPr>
            <a:stCxn id="32" idx="3"/>
            <a:endCxn id="98" idx="3"/>
          </p:cNvCxnSpPr>
          <p:nvPr/>
        </p:nvCxnSpPr>
        <p:spPr>
          <a:xfrm>
            <a:off x="3037429" y="3609596"/>
            <a:ext cx="665688" cy="101754"/>
          </a:xfrm>
          <a:prstGeom prst="bentConnector4">
            <a:avLst>
              <a:gd name="adj1" fmla="val 41892"/>
              <a:gd name="adj2" fmla="val 324659"/>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06" name="Elbow Connector 105">
            <a:extLst>
              <a:ext uri="{FF2B5EF4-FFF2-40B4-BE49-F238E27FC236}">
                <a16:creationId xmlns:a16="http://schemas.microsoft.com/office/drawing/2014/main" id="{5CDC18D0-3A61-1C4F-AD10-CE9D4D821F42}"/>
              </a:ext>
            </a:extLst>
          </p:cNvPr>
          <p:cNvCxnSpPr>
            <a:stCxn id="98" idx="0"/>
            <a:endCxn id="101" idx="0"/>
          </p:cNvCxnSpPr>
          <p:nvPr/>
        </p:nvCxnSpPr>
        <p:spPr>
          <a:xfrm flipV="1">
            <a:off x="3825567" y="3483908"/>
            <a:ext cx="578733" cy="119490"/>
          </a:xfrm>
          <a:prstGeom prst="bentConnector4">
            <a:avLst>
              <a:gd name="adj1" fmla="val 41926"/>
              <a:gd name="adj2" fmla="val 293790"/>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08" name="Elbow Connector 107">
            <a:extLst>
              <a:ext uri="{FF2B5EF4-FFF2-40B4-BE49-F238E27FC236}">
                <a16:creationId xmlns:a16="http://schemas.microsoft.com/office/drawing/2014/main" id="{AFA2ED4E-0EE0-F34A-9515-E3DCB40A3C6C}"/>
              </a:ext>
            </a:extLst>
          </p:cNvPr>
          <p:cNvCxnSpPr>
            <a:stCxn id="66" idx="3"/>
          </p:cNvCxnSpPr>
          <p:nvPr/>
        </p:nvCxnSpPr>
        <p:spPr>
          <a:xfrm rot="16200000" flipH="1">
            <a:off x="4094441" y="3175906"/>
            <a:ext cx="152434" cy="4415"/>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10" name="Elbow Connector 109">
            <a:extLst>
              <a:ext uri="{FF2B5EF4-FFF2-40B4-BE49-F238E27FC236}">
                <a16:creationId xmlns:a16="http://schemas.microsoft.com/office/drawing/2014/main" id="{476A2879-938B-6E4B-94CA-A68E6080D67D}"/>
              </a:ext>
            </a:extLst>
          </p:cNvPr>
          <p:cNvCxnSpPr>
            <a:stCxn id="104" idx="1"/>
          </p:cNvCxnSpPr>
          <p:nvPr/>
        </p:nvCxnSpPr>
        <p:spPr>
          <a:xfrm rot="5400000" flipH="1" flipV="1">
            <a:off x="5999372" y="3240532"/>
            <a:ext cx="81106" cy="472395"/>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94" name="TextBox 93">
            <a:extLst>
              <a:ext uri="{FF2B5EF4-FFF2-40B4-BE49-F238E27FC236}">
                <a16:creationId xmlns:a16="http://schemas.microsoft.com/office/drawing/2014/main" id="{7EFC78D3-09DA-ED47-9CBA-7EEEF038D0B0}"/>
              </a:ext>
            </a:extLst>
          </p:cNvPr>
          <p:cNvSpPr txBox="1"/>
          <p:nvPr/>
        </p:nvSpPr>
        <p:spPr>
          <a:xfrm>
            <a:off x="985124" y="-10059"/>
            <a:ext cx="2387780" cy="261610"/>
          </a:xfrm>
          <a:prstGeom prst="rect">
            <a:avLst/>
          </a:prstGeom>
          <a:solidFill>
            <a:schemeClr val="accent5">
              <a:lumMod val="20000"/>
              <a:lumOff val="80000"/>
            </a:schemeClr>
          </a:solidFill>
        </p:spPr>
        <p:txBody>
          <a:bodyPr wrap="square" rtlCol="0">
            <a:spAutoFit/>
          </a:bodyPr>
          <a:lstStyle/>
          <a:p>
            <a:r>
              <a:rPr lang="en-US" sz="1100" dirty="0"/>
              <a:t>Will be more professionally drawn</a:t>
            </a:r>
          </a:p>
        </p:txBody>
      </p:sp>
      <p:sp>
        <p:nvSpPr>
          <p:cNvPr id="95" name="Triangle 94">
            <a:extLst>
              <a:ext uri="{FF2B5EF4-FFF2-40B4-BE49-F238E27FC236}">
                <a16:creationId xmlns:a16="http://schemas.microsoft.com/office/drawing/2014/main" id="{EEDDC8D8-A3F8-904D-80F8-9F964DC360B4}"/>
              </a:ext>
            </a:extLst>
          </p:cNvPr>
          <p:cNvSpPr/>
          <p:nvPr/>
        </p:nvSpPr>
        <p:spPr>
          <a:xfrm>
            <a:off x="1489657" y="3061624"/>
            <a:ext cx="158626" cy="145153"/>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P</a:t>
            </a:r>
          </a:p>
        </p:txBody>
      </p:sp>
      <p:sp>
        <p:nvSpPr>
          <p:cNvPr id="96" name="Triangle 95">
            <a:extLst>
              <a:ext uri="{FF2B5EF4-FFF2-40B4-BE49-F238E27FC236}">
                <a16:creationId xmlns:a16="http://schemas.microsoft.com/office/drawing/2014/main" id="{F6B415D5-FE75-4D4C-AF1F-5723E1F926B1}"/>
              </a:ext>
            </a:extLst>
          </p:cNvPr>
          <p:cNvSpPr/>
          <p:nvPr/>
        </p:nvSpPr>
        <p:spPr>
          <a:xfrm>
            <a:off x="3499950" y="3336350"/>
            <a:ext cx="158626" cy="145153"/>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P</a:t>
            </a:r>
          </a:p>
        </p:txBody>
      </p:sp>
      <p:sp>
        <p:nvSpPr>
          <p:cNvPr id="107" name="Triangle 106">
            <a:extLst>
              <a:ext uri="{FF2B5EF4-FFF2-40B4-BE49-F238E27FC236}">
                <a16:creationId xmlns:a16="http://schemas.microsoft.com/office/drawing/2014/main" id="{743376F0-4626-2146-AC94-153FC05F750F}"/>
              </a:ext>
            </a:extLst>
          </p:cNvPr>
          <p:cNvSpPr/>
          <p:nvPr/>
        </p:nvSpPr>
        <p:spPr>
          <a:xfrm>
            <a:off x="4193387" y="3337738"/>
            <a:ext cx="158626" cy="145153"/>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P</a:t>
            </a:r>
          </a:p>
        </p:txBody>
      </p:sp>
      <p:sp>
        <p:nvSpPr>
          <p:cNvPr id="109" name="Oval 108">
            <a:extLst>
              <a:ext uri="{FF2B5EF4-FFF2-40B4-BE49-F238E27FC236}">
                <a16:creationId xmlns:a16="http://schemas.microsoft.com/office/drawing/2014/main" id="{30CA63BF-0E30-D748-B693-06A10709AC30}"/>
              </a:ext>
            </a:extLst>
          </p:cNvPr>
          <p:cNvSpPr/>
          <p:nvPr/>
        </p:nvSpPr>
        <p:spPr>
          <a:xfrm>
            <a:off x="1660567" y="3051004"/>
            <a:ext cx="137160" cy="15349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F</a:t>
            </a:r>
          </a:p>
        </p:txBody>
      </p:sp>
      <p:sp>
        <p:nvSpPr>
          <p:cNvPr id="111" name="Oval 110">
            <a:extLst>
              <a:ext uri="{FF2B5EF4-FFF2-40B4-BE49-F238E27FC236}">
                <a16:creationId xmlns:a16="http://schemas.microsoft.com/office/drawing/2014/main" id="{DDDB721E-2CE3-AB45-8A55-DA65FA3F21F5}"/>
              </a:ext>
            </a:extLst>
          </p:cNvPr>
          <p:cNvSpPr/>
          <p:nvPr/>
        </p:nvSpPr>
        <p:spPr>
          <a:xfrm>
            <a:off x="3379083" y="3352233"/>
            <a:ext cx="137160" cy="15349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F</a:t>
            </a:r>
          </a:p>
        </p:txBody>
      </p:sp>
      <p:sp>
        <p:nvSpPr>
          <p:cNvPr id="112" name="Oval 111">
            <a:extLst>
              <a:ext uri="{FF2B5EF4-FFF2-40B4-BE49-F238E27FC236}">
                <a16:creationId xmlns:a16="http://schemas.microsoft.com/office/drawing/2014/main" id="{7050A1E5-0814-4140-A476-3DA74C0E8145}"/>
              </a:ext>
            </a:extLst>
          </p:cNvPr>
          <p:cNvSpPr/>
          <p:nvPr/>
        </p:nvSpPr>
        <p:spPr>
          <a:xfrm>
            <a:off x="4090093" y="3383887"/>
            <a:ext cx="137160" cy="15349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F</a:t>
            </a:r>
          </a:p>
        </p:txBody>
      </p:sp>
      <p:sp>
        <p:nvSpPr>
          <p:cNvPr id="113" name="Triangle 112">
            <a:extLst>
              <a:ext uri="{FF2B5EF4-FFF2-40B4-BE49-F238E27FC236}">
                <a16:creationId xmlns:a16="http://schemas.microsoft.com/office/drawing/2014/main" id="{53E44739-3104-8645-A88B-B67C380F36E8}"/>
              </a:ext>
            </a:extLst>
          </p:cNvPr>
          <p:cNvSpPr/>
          <p:nvPr/>
        </p:nvSpPr>
        <p:spPr>
          <a:xfrm>
            <a:off x="7394071" y="1683202"/>
            <a:ext cx="158626" cy="145153"/>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P</a:t>
            </a:r>
          </a:p>
        </p:txBody>
      </p:sp>
      <p:sp>
        <p:nvSpPr>
          <p:cNvPr id="114" name="Oval 113">
            <a:extLst>
              <a:ext uri="{FF2B5EF4-FFF2-40B4-BE49-F238E27FC236}">
                <a16:creationId xmlns:a16="http://schemas.microsoft.com/office/drawing/2014/main" id="{9821E615-95E4-B645-BC6A-721B630014E0}"/>
              </a:ext>
            </a:extLst>
          </p:cNvPr>
          <p:cNvSpPr/>
          <p:nvPr/>
        </p:nvSpPr>
        <p:spPr>
          <a:xfrm>
            <a:off x="7359356" y="1482170"/>
            <a:ext cx="137160" cy="15349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F</a:t>
            </a:r>
          </a:p>
        </p:txBody>
      </p:sp>
      <p:grpSp>
        <p:nvGrpSpPr>
          <p:cNvPr id="115" name="Group 114">
            <a:extLst>
              <a:ext uri="{FF2B5EF4-FFF2-40B4-BE49-F238E27FC236}">
                <a16:creationId xmlns:a16="http://schemas.microsoft.com/office/drawing/2014/main" id="{C7BFBAF9-3C69-A845-9A40-E5A4D7872719}"/>
              </a:ext>
            </a:extLst>
          </p:cNvPr>
          <p:cNvGrpSpPr/>
          <p:nvPr/>
        </p:nvGrpSpPr>
        <p:grpSpPr>
          <a:xfrm>
            <a:off x="2465109" y="3329164"/>
            <a:ext cx="411250" cy="193657"/>
            <a:chOff x="6631843" y="3975912"/>
            <a:chExt cx="411250" cy="193657"/>
          </a:xfrm>
        </p:grpSpPr>
        <p:sp>
          <p:nvSpPr>
            <p:cNvPr id="116" name="Oval 115">
              <a:extLst>
                <a:ext uri="{FF2B5EF4-FFF2-40B4-BE49-F238E27FC236}">
                  <a16:creationId xmlns:a16="http://schemas.microsoft.com/office/drawing/2014/main" id="{BFF0BC6F-3F87-994C-9A79-27952D9BEE0E}"/>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7" name="Oval 116">
              <a:extLst>
                <a:ext uri="{FF2B5EF4-FFF2-40B4-BE49-F238E27FC236}">
                  <a16:creationId xmlns:a16="http://schemas.microsoft.com/office/drawing/2014/main" id="{AC309DB3-3B26-9F4F-BDC2-856509BC8679}"/>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8" name="Oval 117">
              <a:extLst>
                <a:ext uri="{FF2B5EF4-FFF2-40B4-BE49-F238E27FC236}">
                  <a16:creationId xmlns:a16="http://schemas.microsoft.com/office/drawing/2014/main" id="{9A48C5EA-F111-5741-A803-068B19561CAA}"/>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19" name="Group 118">
            <a:extLst>
              <a:ext uri="{FF2B5EF4-FFF2-40B4-BE49-F238E27FC236}">
                <a16:creationId xmlns:a16="http://schemas.microsoft.com/office/drawing/2014/main" id="{0DB6A9F9-4DEC-6B42-8034-B93D176FAFCD}"/>
              </a:ext>
            </a:extLst>
          </p:cNvPr>
          <p:cNvGrpSpPr/>
          <p:nvPr/>
        </p:nvGrpSpPr>
        <p:grpSpPr>
          <a:xfrm>
            <a:off x="7290891" y="1939632"/>
            <a:ext cx="411250" cy="193657"/>
            <a:chOff x="6631843" y="3975912"/>
            <a:chExt cx="411250" cy="193657"/>
          </a:xfrm>
        </p:grpSpPr>
        <p:sp>
          <p:nvSpPr>
            <p:cNvPr id="120" name="Oval 119">
              <a:extLst>
                <a:ext uri="{FF2B5EF4-FFF2-40B4-BE49-F238E27FC236}">
                  <a16:creationId xmlns:a16="http://schemas.microsoft.com/office/drawing/2014/main" id="{22DC8B3C-BA3C-3440-B4F8-812F61FFFB7E}"/>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1" name="Oval 120">
              <a:extLst>
                <a:ext uri="{FF2B5EF4-FFF2-40B4-BE49-F238E27FC236}">
                  <a16:creationId xmlns:a16="http://schemas.microsoft.com/office/drawing/2014/main" id="{150BA883-E6BB-4B46-BD4C-29A75E2AFFD2}"/>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2" name="Oval 121">
              <a:extLst>
                <a:ext uri="{FF2B5EF4-FFF2-40B4-BE49-F238E27FC236}">
                  <a16:creationId xmlns:a16="http://schemas.microsoft.com/office/drawing/2014/main" id="{D9935A19-5827-9848-85CA-42E9A7A9B44A}"/>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23" name="TextBox 122">
            <a:extLst>
              <a:ext uri="{FF2B5EF4-FFF2-40B4-BE49-F238E27FC236}">
                <a16:creationId xmlns:a16="http://schemas.microsoft.com/office/drawing/2014/main" id="{B1600B62-20B7-914A-8445-09441F680497}"/>
              </a:ext>
            </a:extLst>
          </p:cNvPr>
          <p:cNvSpPr txBox="1"/>
          <p:nvPr/>
        </p:nvSpPr>
        <p:spPr>
          <a:xfrm>
            <a:off x="7552696" y="1382103"/>
            <a:ext cx="1533302" cy="246221"/>
          </a:xfrm>
          <a:prstGeom prst="rect">
            <a:avLst/>
          </a:prstGeom>
          <a:noFill/>
        </p:spPr>
        <p:txBody>
          <a:bodyPr wrap="square" rtlCol="0">
            <a:spAutoFit/>
          </a:bodyPr>
          <a:lstStyle/>
          <a:p>
            <a:r>
              <a:rPr lang="en-US" sz="1000" dirty="0"/>
              <a:t>Flow meter</a:t>
            </a:r>
          </a:p>
        </p:txBody>
      </p:sp>
      <p:sp>
        <p:nvSpPr>
          <p:cNvPr id="124" name="Triangle 123">
            <a:extLst>
              <a:ext uri="{FF2B5EF4-FFF2-40B4-BE49-F238E27FC236}">
                <a16:creationId xmlns:a16="http://schemas.microsoft.com/office/drawing/2014/main" id="{AD9E0840-1710-384E-B6EB-4165B850DA51}"/>
              </a:ext>
            </a:extLst>
          </p:cNvPr>
          <p:cNvSpPr/>
          <p:nvPr/>
        </p:nvSpPr>
        <p:spPr>
          <a:xfrm>
            <a:off x="5564739" y="3330949"/>
            <a:ext cx="158626" cy="145153"/>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P</a:t>
            </a:r>
          </a:p>
        </p:txBody>
      </p:sp>
      <p:sp>
        <p:nvSpPr>
          <p:cNvPr id="125" name="Oval 124">
            <a:extLst>
              <a:ext uri="{FF2B5EF4-FFF2-40B4-BE49-F238E27FC236}">
                <a16:creationId xmlns:a16="http://schemas.microsoft.com/office/drawing/2014/main" id="{48F7B5F3-3CB9-7D4A-9947-BD5024078F81}"/>
              </a:ext>
            </a:extLst>
          </p:cNvPr>
          <p:cNvSpPr/>
          <p:nvPr/>
        </p:nvSpPr>
        <p:spPr>
          <a:xfrm>
            <a:off x="5440855" y="3337790"/>
            <a:ext cx="137160" cy="15349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F</a:t>
            </a:r>
          </a:p>
        </p:txBody>
      </p:sp>
      <p:sp>
        <p:nvSpPr>
          <p:cNvPr id="126" name="TextBox 125">
            <a:extLst>
              <a:ext uri="{FF2B5EF4-FFF2-40B4-BE49-F238E27FC236}">
                <a16:creationId xmlns:a16="http://schemas.microsoft.com/office/drawing/2014/main" id="{BBA4A3B1-F394-5743-B3D8-6AC3BFE6D463}"/>
              </a:ext>
            </a:extLst>
          </p:cNvPr>
          <p:cNvSpPr txBox="1"/>
          <p:nvPr/>
        </p:nvSpPr>
        <p:spPr>
          <a:xfrm>
            <a:off x="7552697" y="1652552"/>
            <a:ext cx="1840278" cy="246221"/>
          </a:xfrm>
          <a:prstGeom prst="rect">
            <a:avLst/>
          </a:prstGeom>
          <a:noFill/>
        </p:spPr>
        <p:txBody>
          <a:bodyPr wrap="square" rtlCol="0">
            <a:spAutoFit/>
          </a:bodyPr>
          <a:lstStyle/>
          <a:p>
            <a:r>
              <a:rPr lang="en-US" sz="1000" dirty="0"/>
              <a:t>Pressure meter</a:t>
            </a:r>
          </a:p>
        </p:txBody>
      </p:sp>
      <p:sp>
        <p:nvSpPr>
          <p:cNvPr id="127" name="TextBox 126">
            <a:extLst>
              <a:ext uri="{FF2B5EF4-FFF2-40B4-BE49-F238E27FC236}">
                <a16:creationId xmlns:a16="http://schemas.microsoft.com/office/drawing/2014/main" id="{81E5F130-BC2A-2649-97FC-52DF7A47DF76}"/>
              </a:ext>
            </a:extLst>
          </p:cNvPr>
          <p:cNvSpPr txBox="1"/>
          <p:nvPr/>
        </p:nvSpPr>
        <p:spPr>
          <a:xfrm>
            <a:off x="7646590" y="1939632"/>
            <a:ext cx="1840278" cy="246221"/>
          </a:xfrm>
          <a:prstGeom prst="rect">
            <a:avLst/>
          </a:prstGeom>
          <a:noFill/>
        </p:spPr>
        <p:txBody>
          <a:bodyPr wrap="square" rtlCol="0">
            <a:spAutoFit/>
          </a:bodyPr>
          <a:lstStyle/>
          <a:p>
            <a:r>
              <a:rPr lang="en-US" sz="1000" dirty="0"/>
              <a:t>Concentration measure</a:t>
            </a:r>
          </a:p>
        </p:txBody>
      </p:sp>
      <p:sp>
        <p:nvSpPr>
          <p:cNvPr id="128" name="Oval 127">
            <a:extLst>
              <a:ext uri="{FF2B5EF4-FFF2-40B4-BE49-F238E27FC236}">
                <a16:creationId xmlns:a16="http://schemas.microsoft.com/office/drawing/2014/main" id="{358E94B7-B46D-2F42-9140-47721566D90E}"/>
              </a:ext>
            </a:extLst>
          </p:cNvPr>
          <p:cNvSpPr/>
          <p:nvPr/>
        </p:nvSpPr>
        <p:spPr>
          <a:xfrm>
            <a:off x="5841632" y="3815276"/>
            <a:ext cx="137160" cy="15349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F</a:t>
            </a:r>
          </a:p>
        </p:txBody>
      </p:sp>
      <p:sp>
        <p:nvSpPr>
          <p:cNvPr id="129" name="Triangle 128">
            <a:extLst>
              <a:ext uri="{FF2B5EF4-FFF2-40B4-BE49-F238E27FC236}">
                <a16:creationId xmlns:a16="http://schemas.microsoft.com/office/drawing/2014/main" id="{EFB8F096-AFAB-EC40-BA96-C5A14C4E6B6E}"/>
              </a:ext>
            </a:extLst>
          </p:cNvPr>
          <p:cNvSpPr/>
          <p:nvPr/>
        </p:nvSpPr>
        <p:spPr>
          <a:xfrm>
            <a:off x="2644075" y="3500463"/>
            <a:ext cx="158626" cy="145153"/>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P</a:t>
            </a:r>
          </a:p>
        </p:txBody>
      </p:sp>
      <p:sp>
        <p:nvSpPr>
          <p:cNvPr id="130" name="Oval 129">
            <a:extLst>
              <a:ext uri="{FF2B5EF4-FFF2-40B4-BE49-F238E27FC236}">
                <a16:creationId xmlns:a16="http://schemas.microsoft.com/office/drawing/2014/main" id="{97BD3B38-3B2B-584D-A828-664F05BBBC23}"/>
              </a:ext>
            </a:extLst>
          </p:cNvPr>
          <p:cNvSpPr/>
          <p:nvPr/>
        </p:nvSpPr>
        <p:spPr>
          <a:xfrm>
            <a:off x="2523208" y="3516346"/>
            <a:ext cx="137160" cy="15349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F</a:t>
            </a:r>
          </a:p>
        </p:txBody>
      </p:sp>
    </p:spTree>
    <p:extLst>
      <p:ext uri="{BB962C8B-B14F-4D97-AF65-F5344CB8AC3E}">
        <p14:creationId xmlns:p14="http://schemas.microsoft.com/office/powerpoint/2010/main" val="1227997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BD4C7DA-8C4A-D345-AB7C-9EA6F81D5E11}"/>
              </a:ext>
            </a:extLst>
          </p:cNvPr>
          <p:cNvSpPr>
            <a:spLocks noGrp="1"/>
          </p:cNvSpPr>
          <p:nvPr>
            <p:ph type="sldNum" sz="quarter" idx="4"/>
          </p:nvPr>
        </p:nvSpPr>
        <p:spPr/>
        <p:txBody>
          <a:bodyPr/>
          <a:lstStyle/>
          <a:p>
            <a:fld id="{3C4F54F3-C349-4609-AFEE-01462D5C7942}" type="slidenum">
              <a:rPr lang="en-GB" smtClean="0"/>
              <a:pPr/>
              <a:t>8</a:t>
            </a:fld>
            <a:endParaRPr lang="en-GB"/>
          </a:p>
        </p:txBody>
      </p:sp>
      <p:sp>
        <p:nvSpPr>
          <p:cNvPr id="3" name="Title 2">
            <a:extLst>
              <a:ext uri="{FF2B5EF4-FFF2-40B4-BE49-F238E27FC236}">
                <a16:creationId xmlns:a16="http://schemas.microsoft.com/office/drawing/2014/main" id="{C5182F47-92DB-314B-8F1B-F471CE3E99E6}"/>
              </a:ext>
            </a:extLst>
          </p:cNvPr>
          <p:cNvSpPr>
            <a:spLocks noGrp="1"/>
          </p:cNvSpPr>
          <p:nvPr>
            <p:ph type="title"/>
          </p:nvPr>
        </p:nvSpPr>
        <p:spPr/>
        <p:txBody>
          <a:bodyPr/>
          <a:lstStyle/>
          <a:p>
            <a:r>
              <a:rPr lang="en-US" dirty="0"/>
              <a:t>Figure 5B: SPTFF, ILDF for NIIMBL Test Bed</a:t>
            </a:r>
          </a:p>
        </p:txBody>
      </p:sp>
      <p:sp>
        <p:nvSpPr>
          <p:cNvPr id="5" name="Rectangle 4">
            <a:extLst>
              <a:ext uri="{FF2B5EF4-FFF2-40B4-BE49-F238E27FC236}">
                <a16:creationId xmlns:a16="http://schemas.microsoft.com/office/drawing/2014/main" id="{ECDBB7A7-8A40-8C4A-81BE-A5FE5B9C2815}"/>
              </a:ext>
            </a:extLst>
          </p:cNvPr>
          <p:cNvSpPr/>
          <p:nvPr/>
        </p:nvSpPr>
        <p:spPr>
          <a:xfrm>
            <a:off x="1540332" y="3480002"/>
            <a:ext cx="215904" cy="2449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E8A02B6E-A1D2-8548-8626-311180E0C619}"/>
              </a:ext>
            </a:extLst>
          </p:cNvPr>
          <p:cNvCxnSpPr>
            <a:cxnSpLocks/>
          </p:cNvCxnSpPr>
          <p:nvPr/>
        </p:nvCxnSpPr>
        <p:spPr>
          <a:xfrm flipH="1" flipV="1">
            <a:off x="1533189" y="3487147"/>
            <a:ext cx="210796" cy="237755"/>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5DCBF606-BCE7-434C-B926-4DF8A9C8A204}"/>
              </a:ext>
            </a:extLst>
          </p:cNvPr>
          <p:cNvSpPr txBox="1"/>
          <p:nvPr/>
        </p:nvSpPr>
        <p:spPr>
          <a:xfrm>
            <a:off x="0" y="1621252"/>
            <a:ext cx="2476260" cy="646331"/>
          </a:xfrm>
          <a:prstGeom prst="rect">
            <a:avLst/>
          </a:prstGeom>
          <a:noFill/>
        </p:spPr>
        <p:txBody>
          <a:bodyPr wrap="square" rtlCol="0">
            <a:spAutoFit/>
          </a:bodyPr>
          <a:lstStyle/>
          <a:p>
            <a:pPr algn="ctr"/>
            <a:r>
              <a:rPr lang="en-US" dirty="0"/>
              <a:t>Single pass concentration</a:t>
            </a:r>
          </a:p>
        </p:txBody>
      </p:sp>
      <p:sp>
        <p:nvSpPr>
          <p:cNvPr id="17" name="TextBox 16">
            <a:extLst>
              <a:ext uri="{FF2B5EF4-FFF2-40B4-BE49-F238E27FC236}">
                <a16:creationId xmlns:a16="http://schemas.microsoft.com/office/drawing/2014/main" id="{81670202-DBAD-DC47-AC37-36095A34723A}"/>
              </a:ext>
            </a:extLst>
          </p:cNvPr>
          <p:cNvSpPr txBox="1"/>
          <p:nvPr/>
        </p:nvSpPr>
        <p:spPr>
          <a:xfrm>
            <a:off x="2290960" y="1625507"/>
            <a:ext cx="2476260" cy="646331"/>
          </a:xfrm>
          <a:prstGeom prst="rect">
            <a:avLst/>
          </a:prstGeom>
          <a:noFill/>
        </p:spPr>
        <p:txBody>
          <a:bodyPr wrap="square" rtlCol="0">
            <a:spAutoFit/>
          </a:bodyPr>
          <a:lstStyle/>
          <a:p>
            <a:pPr algn="ctr"/>
            <a:r>
              <a:rPr lang="en-US" dirty="0"/>
              <a:t>Multi-stage in-line diafiltration</a:t>
            </a:r>
          </a:p>
        </p:txBody>
      </p:sp>
      <p:sp>
        <p:nvSpPr>
          <p:cNvPr id="18" name="TextBox 17">
            <a:extLst>
              <a:ext uri="{FF2B5EF4-FFF2-40B4-BE49-F238E27FC236}">
                <a16:creationId xmlns:a16="http://schemas.microsoft.com/office/drawing/2014/main" id="{B4F0D9C0-995A-2745-9EB2-54AE0079DADD}"/>
              </a:ext>
            </a:extLst>
          </p:cNvPr>
          <p:cNvSpPr txBox="1"/>
          <p:nvPr/>
        </p:nvSpPr>
        <p:spPr>
          <a:xfrm>
            <a:off x="4801795" y="1642940"/>
            <a:ext cx="2476260" cy="646331"/>
          </a:xfrm>
          <a:prstGeom prst="rect">
            <a:avLst/>
          </a:prstGeom>
          <a:noFill/>
        </p:spPr>
        <p:txBody>
          <a:bodyPr wrap="square" rtlCol="0">
            <a:spAutoFit/>
          </a:bodyPr>
          <a:lstStyle/>
          <a:p>
            <a:pPr algn="ctr"/>
            <a:r>
              <a:rPr lang="en-US" dirty="0"/>
              <a:t>Single pass final  concentration</a:t>
            </a:r>
          </a:p>
        </p:txBody>
      </p:sp>
      <p:grpSp>
        <p:nvGrpSpPr>
          <p:cNvPr id="22" name="Group 21">
            <a:extLst>
              <a:ext uri="{FF2B5EF4-FFF2-40B4-BE49-F238E27FC236}">
                <a16:creationId xmlns:a16="http://schemas.microsoft.com/office/drawing/2014/main" id="{6E4857C0-E800-104D-9748-2AFA4E6418C2}"/>
              </a:ext>
            </a:extLst>
          </p:cNvPr>
          <p:cNvGrpSpPr/>
          <p:nvPr/>
        </p:nvGrpSpPr>
        <p:grpSpPr>
          <a:xfrm>
            <a:off x="4301517" y="3918661"/>
            <a:ext cx="217967" cy="281762"/>
            <a:chOff x="1578937" y="3827721"/>
            <a:chExt cx="217967" cy="281762"/>
          </a:xfrm>
        </p:grpSpPr>
        <p:sp>
          <p:nvSpPr>
            <p:cNvPr id="23" name="Oval 22">
              <a:extLst>
                <a:ext uri="{FF2B5EF4-FFF2-40B4-BE49-F238E27FC236}">
                  <a16:creationId xmlns:a16="http://schemas.microsoft.com/office/drawing/2014/main" id="{E38CC428-9687-D646-94DD-6894C44FD07F}"/>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Triangle 23">
              <a:extLst>
                <a:ext uri="{FF2B5EF4-FFF2-40B4-BE49-F238E27FC236}">
                  <a16:creationId xmlns:a16="http://schemas.microsoft.com/office/drawing/2014/main" id="{16F612AA-6864-B647-AAC7-034C88A3EF8A}"/>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5" name="Group 24">
            <a:extLst>
              <a:ext uri="{FF2B5EF4-FFF2-40B4-BE49-F238E27FC236}">
                <a16:creationId xmlns:a16="http://schemas.microsoft.com/office/drawing/2014/main" id="{CD0A27CD-90A5-0E44-9DFC-352335C13362}"/>
              </a:ext>
            </a:extLst>
          </p:cNvPr>
          <p:cNvGrpSpPr/>
          <p:nvPr/>
        </p:nvGrpSpPr>
        <p:grpSpPr>
          <a:xfrm>
            <a:off x="3596964" y="2891638"/>
            <a:ext cx="217967" cy="281762"/>
            <a:chOff x="1578937" y="3827721"/>
            <a:chExt cx="217967" cy="281762"/>
          </a:xfrm>
        </p:grpSpPr>
        <p:sp>
          <p:nvSpPr>
            <p:cNvPr id="26" name="Oval 25">
              <a:extLst>
                <a:ext uri="{FF2B5EF4-FFF2-40B4-BE49-F238E27FC236}">
                  <a16:creationId xmlns:a16="http://schemas.microsoft.com/office/drawing/2014/main" id="{1B6B028B-6EF1-5E47-85A2-08E0A2D5957E}"/>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Triangle 26">
              <a:extLst>
                <a:ext uri="{FF2B5EF4-FFF2-40B4-BE49-F238E27FC236}">
                  <a16:creationId xmlns:a16="http://schemas.microsoft.com/office/drawing/2014/main" id="{B4613235-EED9-BE40-B939-2E43788A1B7F}"/>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9D49F71A-1568-7243-B0B5-6C32885A7AA9}"/>
              </a:ext>
            </a:extLst>
          </p:cNvPr>
          <p:cNvGrpSpPr/>
          <p:nvPr/>
        </p:nvGrpSpPr>
        <p:grpSpPr>
          <a:xfrm>
            <a:off x="1166260" y="3512610"/>
            <a:ext cx="217967" cy="281762"/>
            <a:chOff x="1578937" y="3827721"/>
            <a:chExt cx="217967" cy="281762"/>
          </a:xfrm>
        </p:grpSpPr>
        <p:sp>
          <p:nvSpPr>
            <p:cNvPr id="29" name="Oval 28">
              <a:extLst>
                <a:ext uri="{FF2B5EF4-FFF2-40B4-BE49-F238E27FC236}">
                  <a16:creationId xmlns:a16="http://schemas.microsoft.com/office/drawing/2014/main" id="{24470681-DD06-ED4B-A631-41E34E9095F2}"/>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Triangle 29">
              <a:extLst>
                <a:ext uri="{FF2B5EF4-FFF2-40B4-BE49-F238E27FC236}">
                  <a16:creationId xmlns:a16="http://schemas.microsoft.com/office/drawing/2014/main" id="{6CF19251-2A42-4844-ADCA-7BFCCE56DE9B}"/>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56" name="Group 55">
            <a:extLst>
              <a:ext uri="{FF2B5EF4-FFF2-40B4-BE49-F238E27FC236}">
                <a16:creationId xmlns:a16="http://schemas.microsoft.com/office/drawing/2014/main" id="{208C0076-1141-944B-812D-7497EFD3D62B}"/>
              </a:ext>
            </a:extLst>
          </p:cNvPr>
          <p:cNvGrpSpPr/>
          <p:nvPr/>
        </p:nvGrpSpPr>
        <p:grpSpPr>
          <a:xfrm>
            <a:off x="2820494" y="3487146"/>
            <a:ext cx="230817" cy="244901"/>
            <a:chOff x="2820494" y="3487146"/>
            <a:chExt cx="230817" cy="244901"/>
          </a:xfrm>
        </p:grpSpPr>
        <p:sp>
          <p:nvSpPr>
            <p:cNvPr id="32" name="Rectangle 31">
              <a:extLst>
                <a:ext uri="{FF2B5EF4-FFF2-40B4-BE49-F238E27FC236}">
                  <a16:creationId xmlns:a16="http://schemas.microsoft.com/office/drawing/2014/main" id="{E3346678-BBB2-5F4B-AFE9-2D80E7809D48}"/>
                </a:ext>
              </a:extLst>
            </p:cNvPr>
            <p:cNvSpPr/>
            <p:nvPr/>
          </p:nvSpPr>
          <p:spPr>
            <a:xfrm>
              <a:off x="2821525" y="3487146"/>
              <a:ext cx="215904" cy="2449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3" name="Straight Connector 32">
              <a:extLst>
                <a:ext uri="{FF2B5EF4-FFF2-40B4-BE49-F238E27FC236}">
                  <a16:creationId xmlns:a16="http://schemas.microsoft.com/office/drawing/2014/main" id="{92982F33-D7A9-4F4D-A0D7-246791FD5D00}"/>
                </a:ext>
              </a:extLst>
            </p:cNvPr>
            <p:cNvCxnSpPr>
              <a:cxnSpLocks/>
            </p:cNvCxnSpPr>
            <p:nvPr/>
          </p:nvCxnSpPr>
          <p:spPr>
            <a:xfrm flipH="1" flipV="1">
              <a:off x="2820494" y="3487147"/>
              <a:ext cx="230817" cy="244900"/>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34" name="Group 33">
            <a:extLst>
              <a:ext uri="{FF2B5EF4-FFF2-40B4-BE49-F238E27FC236}">
                <a16:creationId xmlns:a16="http://schemas.microsoft.com/office/drawing/2014/main" id="{982008E4-E35D-F541-82BC-4233CF187335}"/>
              </a:ext>
            </a:extLst>
          </p:cNvPr>
          <p:cNvGrpSpPr/>
          <p:nvPr/>
        </p:nvGrpSpPr>
        <p:grpSpPr>
          <a:xfrm>
            <a:off x="2820494" y="3825613"/>
            <a:ext cx="217967" cy="281762"/>
            <a:chOff x="1578937" y="3827721"/>
            <a:chExt cx="217967" cy="281762"/>
          </a:xfrm>
        </p:grpSpPr>
        <p:sp>
          <p:nvSpPr>
            <p:cNvPr id="35" name="Oval 34">
              <a:extLst>
                <a:ext uri="{FF2B5EF4-FFF2-40B4-BE49-F238E27FC236}">
                  <a16:creationId xmlns:a16="http://schemas.microsoft.com/office/drawing/2014/main" id="{8D9CDD34-FDE6-3245-B664-C9C9F0D7D39F}"/>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Triangle 35">
              <a:extLst>
                <a:ext uri="{FF2B5EF4-FFF2-40B4-BE49-F238E27FC236}">
                  <a16:creationId xmlns:a16="http://schemas.microsoft.com/office/drawing/2014/main" id="{28DCC413-DC0B-C542-B096-E09A1A04CE64}"/>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40" name="Straight Arrow Connector 39">
            <a:extLst>
              <a:ext uri="{FF2B5EF4-FFF2-40B4-BE49-F238E27FC236}">
                <a16:creationId xmlns:a16="http://schemas.microsoft.com/office/drawing/2014/main" id="{F6A65596-8184-E540-ACB4-D6083534CD95}"/>
              </a:ext>
            </a:extLst>
          </p:cNvPr>
          <p:cNvCxnSpPr>
            <a:cxnSpLocks/>
          </p:cNvCxnSpPr>
          <p:nvPr/>
        </p:nvCxnSpPr>
        <p:spPr>
          <a:xfrm>
            <a:off x="4517421" y="3627740"/>
            <a:ext cx="1178355" cy="454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73CC98B6-349A-6940-8CDE-3EC4F1815EBD}"/>
              </a:ext>
            </a:extLst>
          </p:cNvPr>
          <p:cNvCxnSpPr>
            <a:stCxn id="5" idx="2"/>
          </p:cNvCxnSpPr>
          <p:nvPr/>
        </p:nvCxnSpPr>
        <p:spPr>
          <a:xfrm>
            <a:off x="1648284" y="3724902"/>
            <a:ext cx="0" cy="28037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52" name="Elbow Connector 51">
            <a:extLst>
              <a:ext uri="{FF2B5EF4-FFF2-40B4-BE49-F238E27FC236}">
                <a16:creationId xmlns:a16="http://schemas.microsoft.com/office/drawing/2014/main" id="{221B4210-B79C-9D46-A7AC-53B4D568683F}"/>
              </a:ext>
            </a:extLst>
          </p:cNvPr>
          <p:cNvCxnSpPr>
            <a:cxnSpLocks/>
            <a:stCxn id="23" idx="2"/>
            <a:endCxn id="53" idx="3"/>
          </p:cNvCxnSpPr>
          <p:nvPr/>
        </p:nvCxnSpPr>
        <p:spPr>
          <a:xfrm rot="10800000">
            <a:off x="3709567" y="3853846"/>
            <a:ext cx="631822" cy="155193"/>
          </a:xfrm>
          <a:prstGeom prst="bentConnector3">
            <a:avLst>
              <a:gd name="adj1" fmla="val 50000"/>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53" name="Rectangle 52">
            <a:extLst>
              <a:ext uri="{FF2B5EF4-FFF2-40B4-BE49-F238E27FC236}">
                <a16:creationId xmlns:a16="http://schemas.microsoft.com/office/drawing/2014/main" id="{2184E205-A6E7-974A-9270-C213B3BF43C0}"/>
              </a:ext>
            </a:extLst>
          </p:cNvPr>
          <p:cNvSpPr/>
          <p:nvPr/>
        </p:nvSpPr>
        <p:spPr>
          <a:xfrm>
            <a:off x="3538555" y="3762051"/>
            <a:ext cx="171012" cy="1835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27398C9C-B806-164E-87BB-443DA91B58D7}"/>
              </a:ext>
            </a:extLst>
          </p:cNvPr>
          <p:cNvSpPr/>
          <p:nvPr/>
        </p:nvSpPr>
        <p:spPr>
          <a:xfrm>
            <a:off x="2734988" y="3262804"/>
            <a:ext cx="171012" cy="1835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1" name="Straight Arrow Connector 60">
            <a:extLst>
              <a:ext uri="{FF2B5EF4-FFF2-40B4-BE49-F238E27FC236}">
                <a16:creationId xmlns:a16="http://schemas.microsoft.com/office/drawing/2014/main" id="{54255041-2B13-264F-87D2-072E61224658}"/>
              </a:ext>
            </a:extLst>
          </p:cNvPr>
          <p:cNvCxnSpPr>
            <a:cxnSpLocks/>
            <a:endCxn id="23" idx="0"/>
          </p:cNvCxnSpPr>
          <p:nvPr/>
        </p:nvCxnSpPr>
        <p:spPr>
          <a:xfrm flipH="1">
            <a:off x="4410501" y="3739898"/>
            <a:ext cx="6593" cy="178763"/>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64" name="Group 63">
            <a:extLst>
              <a:ext uri="{FF2B5EF4-FFF2-40B4-BE49-F238E27FC236}">
                <a16:creationId xmlns:a16="http://schemas.microsoft.com/office/drawing/2014/main" id="{EF37456A-2016-8842-8276-4DF112D4CE3D}"/>
              </a:ext>
            </a:extLst>
          </p:cNvPr>
          <p:cNvGrpSpPr/>
          <p:nvPr/>
        </p:nvGrpSpPr>
        <p:grpSpPr>
          <a:xfrm>
            <a:off x="4059467" y="2820135"/>
            <a:ext cx="217967" cy="281762"/>
            <a:chOff x="1578937" y="3827721"/>
            <a:chExt cx="217967" cy="281762"/>
          </a:xfrm>
        </p:grpSpPr>
        <p:sp>
          <p:nvSpPr>
            <p:cNvPr id="65" name="Oval 64">
              <a:extLst>
                <a:ext uri="{FF2B5EF4-FFF2-40B4-BE49-F238E27FC236}">
                  <a16:creationId xmlns:a16="http://schemas.microsoft.com/office/drawing/2014/main" id="{71BC069A-829A-8647-A849-755D071CD647}"/>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 name="Triangle 65">
              <a:extLst>
                <a:ext uri="{FF2B5EF4-FFF2-40B4-BE49-F238E27FC236}">
                  <a16:creationId xmlns:a16="http://schemas.microsoft.com/office/drawing/2014/main" id="{BBD9A7E6-F91D-0C4F-AC04-459DF76DD32C}"/>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68" name="Straight Arrow Connector 67">
            <a:extLst>
              <a:ext uri="{FF2B5EF4-FFF2-40B4-BE49-F238E27FC236}">
                <a16:creationId xmlns:a16="http://schemas.microsoft.com/office/drawing/2014/main" id="{1F829CA5-5A75-EF44-A44E-D496EAE6166F}"/>
              </a:ext>
            </a:extLst>
          </p:cNvPr>
          <p:cNvCxnSpPr>
            <a:cxnSpLocks/>
          </p:cNvCxnSpPr>
          <p:nvPr/>
        </p:nvCxnSpPr>
        <p:spPr>
          <a:xfrm flipH="1">
            <a:off x="4236046" y="2919947"/>
            <a:ext cx="487131"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69" name="TextBox 68">
            <a:extLst>
              <a:ext uri="{FF2B5EF4-FFF2-40B4-BE49-F238E27FC236}">
                <a16:creationId xmlns:a16="http://schemas.microsoft.com/office/drawing/2014/main" id="{636D06BD-5B28-1C47-B460-22CD7D9E7C17}"/>
              </a:ext>
            </a:extLst>
          </p:cNvPr>
          <p:cNvSpPr txBox="1"/>
          <p:nvPr/>
        </p:nvSpPr>
        <p:spPr>
          <a:xfrm>
            <a:off x="4651612" y="2615380"/>
            <a:ext cx="1078563" cy="707886"/>
          </a:xfrm>
          <a:prstGeom prst="rect">
            <a:avLst/>
          </a:prstGeom>
          <a:noFill/>
        </p:spPr>
        <p:txBody>
          <a:bodyPr wrap="square" rtlCol="0">
            <a:spAutoFit/>
          </a:bodyPr>
          <a:lstStyle/>
          <a:p>
            <a:pPr algn="ctr"/>
            <a:r>
              <a:rPr lang="en-US" sz="1000" dirty="0"/>
              <a:t>DF Solution </a:t>
            </a:r>
          </a:p>
          <a:p>
            <a:pPr algn="ctr"/>
            <a:r>
              <a:rPr lang="en-US" sz="1000" dirty="0"/>
              <a:t>4-30mL/min</a:t>
            </a:r>
          </a:p>
          <a:p>
            <a:pPr algn="ctr"/>
            <a:r>
              <a:rPr lang="en-US" sz="1000" dirty="0"/>
              <a:t>10x DF</a:t>
            </a:r>
          </a:p>
          <a:p>
            <a:pPr algn="ctr"/>
            <a:endParaRPr lang="en-US" sz="1000" dirty="0"/>
          </a:p>
        </p:txBody>
      </p:sp>
      <p:cxnSp>
        <p:nvCxnSpPr>
          <p:cNvPr id="72" name="Straight Arrow Connector 71">
            <a:extLst>
              <a:ext uri="{FF2B5EF4-FFF2-40B4-BE49-F238E27FC236}">
                <a16:creationId xmlns:a16="http://schemas.microsoft.com/office/drawing/2014/main" id="{A18EC30A-6895-524D-8BBA-B34AE6237AA2}"/>
              </a:ext>
            </a:extLst>
          </p:cNvPr>
          <p:cNvCxnSpPr>
            <a:cxnSpLocks/>
            <a:endCxn id="27" idx="3"/>
          </p:cNvCxnSpPr>
          <p:nvPr/>
        </p:nvCxnSpPr>
        <p:spPr>
          <a:xfrm flipH="1" flipV="1">
            <a:off x="3705948" y="3173400"/>
            <a:ext cx="1031" cy="306602"/>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74" name="Elbow Connector 73">
            <a:extLst>
              <a:ext uri="{FF2B5EF4-FFF2-40B4-BE49-F238E27FC236}">
                <a16:creationId xmlns:a16="http://schemas.microsoft.com/office/drawing/2014/main" id="{D85FE24A-B41A-BD40-858C-859062942D5D}"/>
              </a:ext>
            </a:extLst>
          </p:cNvPr>
          <p:cNvCxnSpPr>
            <a:cxnSpLocks/>
            <a:stCxn id="26" idx="2"/>
            <a:endCxn id="59" idx="0"/>
          </p:cNvCxnSpPr>
          <p:nvPr/>
        </p:nvCxnSpPr>
        <p:spPr>
          <a:xfrm rot="10800000" flipV="1">
            <a:off x="2820494" y="2982014"/>
            <a:ext cx="816342" cy="280789"/>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76" name="Straight Arrow Connector 75">
            <a:extLst>
              <a:ext uri="{FF2B5EF4-FFF2-40B4-BE49-F238E27FC236}">
                <a16:creationId xmlns:a16="http://schemas.microsoft.com/office/drawing/2014/main" id="{6B5F3D1E-541B-2545-90C2-F6D2196B6A01}"/>
              </a:ext>
            </a:extLst>
          </p:cNvPr>
          <p:cNvCxnSpPr>
            <a:cxnSpLocks/>
          </p:cNvCxnSpPr>
          <p:nvPr/>
        </p:nvCxnSpPr>
        <p:spPr>
          <a:xfrm>
            <a:off x="2923844" y="4107375"/>
            <a:ext cx="313" cy="306602"/>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4706E80B-99B7-9743-8687-38AB1DB1C941}"/>
              </a:ext>
            </a:extLst>
          </p:cNvPr>
          <p:cNvCxnSpPr>
            <a:cxnSpLocks/>
          </p:cNvCxnSpPr>
          <p:nvPr/>
        </p:nvCxnSpPr>
        <p:spPr>
          <a:xfrm>
            <a:off x="2917382" y="3724902"/>
            <a:ext cx="1" cy="100711"/>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79" name="Group 78">
            <a:extLst>
              <a:ext uri="{FF2B5EF4-FFF2-40B4-BE49-F238E27FC236}">
                <a16:creationId xmlns:a16="http://schemas.microsoft.com/office/drawing/2014/main" id="{9F488D80-6E14-3E47-B272-FD8092F03A0E}"/>
              </a:ext>
            </a:extLst>
          </p:cNvPr>
          <p:cNvGrpSpPr/>
          <p:nvPr/>
        </p:nvGrpSpPr>
        <p:grpSpPr>
          <a:xfrm>
            <a:off x="1479961" y="4099413"/>
            <a:ext cx="336645" cy="118280"/>
            <a:chOff x="1183488" y="4417325"/>
            <a:chExt cx="336645" cy="118280"/>
          </a:xfrm>
        </p:grpSpPr>
        <p:cxnSp>
          <p:nvCxnSpPr>
            <p:cNvPr id="80" name="Straight Connector 79">
              <a:extLst>
                <a:ext uri="{FF2B5EF4-FFF2-40B4-BE49-F238E27FC236}">
                  <a16:creationId xmlns:a16="http://schemas.microsoft.com/office/drawing/2014/main" id="{A23DA752-B902-8F46-B299-665E40883DA5}"/>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B86C525D-5195-FF40-9D82-8E708CED7726}"/>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AD54F1AD-AC3E-1A4B-A005-5A6F7D3E794C}"/>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83" name="Group 82">
            <a:extLst>
              <a:ext uri="{FF2B5EF4-FFF2-40B4-BE49-F238E27FC236}">
                <a16:creationId xmlns:a16="http://schemas.microsoft.com/office/drawing/2014/main" id="{078354F2-C21A-5448-80D4-CF96EACF79EA}"/>
              </a:ext>
            </a:extLst>
          </p:cNvPr>
          <p:cNvGrpSpPr/>
          <p:nvPr/>
        </p:nvGrpSpPr>
        <p:grpSpPr>
          <a:xfrm>
            <a:off x="2749059" y="4505361"/>
            <a:ext cx="336645" cy="118280"/>
            <a:chOff x="1183488" y="4417325"/>
            <a:chExt cx="336645" cy="118280"/>
          </a:xfrm>
        </p:grpSpPr>
        <p:cxnSp>
          <p:nvCxnSpPr>
            <p:cNvPr id="84" name="Straight Connector 83">
              <a:extLst>
                <a:ext uri="{FF2B5EF4-FFF2-40B4-BE49-F238E27FC236}">
                  <a16:creationId xmlns:a16="http://schemas.microsoft.com/office/drawing/2014/main" id="{9DA0185D-51EF-9D42-9C86-D4B6779714E5}"/>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5" name="Straight Connector 84">
              <a:extLst>
                <a:ext uri="{FF2B5EF4-FFF2-40B4-BE49-F238E27FC236}">
                  <a16:creationId xmlns:a16="http://schemas.microsoft.com/office/drawing/2014/main" id="{93603D0D-6183-9A4B-895F-04BAE8F2BC7E}"/>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22E8A9B4-80E1-E749-A6D6-47297E9E7B87}"/>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87" name="Group 86">
            <a:extLst>
              <a:ext uri="{FF2B5EF4-FFF2-40B4-BE49-F238E27FC236}">
                <a16:creationId xmlns:a16="http://schemas.microsoft.com/office/drawing/2014/main" id="{7A934930-C435-9D42-8D90-01EC6DD91532}"/>
              </a:ext>
            </a:extLst>
          </p:cNvPr>
          <p:cNvGrpSpPr/>
          <p:nvPr/>
        </p:nvGrpSpPr>
        <p:grpSpPr>
          <a:xfrm>
            <a:off x="5614217" y="4109763"/>
            <a:ext cx="336645" cy="118280"/>
            <a:chOff x="1183488" y="4417325"/>
            <a:chExt cx="336645" cy="118280"/>
          </a:xfrm>
        </p:grpSpPr>
        <p:cxnSp>
          <p:nvCxnSpPr>
            <p:cNvPr id="88" name="Straight Connector 87">
              <a:extLst>
                <a:ext uri="{FF2B5EF4-FFF2-40B4-BE49-F238E27FC236}">
                  <a16:creationId xmlns:a16="http://schemas.microsoft.com/office/drawing/2014/main" id="{82F5358D-EAB4-9D47-B107-38260BB61405}"/>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EB05AA25-0278-584D-A8D1-77525C24E01E}"/>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90" name="Straight Connector 89">
              <a:extLst>
                <a:ext uri="{FF2B5EF4-FFF2-40B4-BE49-F238E27FC236}">
                  <a16:creationId xmlns:a16="http://schemas.microsoft.com/office/drawing/2014/main" id="{1A27A5B9-3E3A-3440-A0DE-743D047A2BEE}"/>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cxnSp>
        <p:nvCxnSpPr>
          <p:cNvPr id="91" name="Straight Arrow Connector 90">
            <a:extLst>
              <a:ext uri="{FF2B5EF4-FFF2-40B4-BE49-F238E27FC236}">
                <a16:creationId xmlns:a16="http://schemas.microsoft.com/office/drawing/2014/main" id="{2AFFE192-54B9-6547-B79C-4C13B1BC6F87}"/>
              </a:ext>
            </a:extLst>
          </p:cNvPr>
          <p:cNvCxnSpPr>
            <a:cxnSpLocks/>
          </p:cNvCxnSpPr>
          <p:nvPr/>
        </p:nvCxnSpPr>
        <p:spPr>
          <a:xfrm>
            <a:off x="5803728" y="3754730"/>
            <a:ext cx="0" cy="33881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73" name="TextBox 72">
            <a:extLst>
              <a:ext uri="{FF2B5EF4-FFF2-40B4-BE49-F238E27FC236}">
                <a16:creationId xmlns:a16="http://schemas.microsoft.com/office/drawing/2014/main" id="{5717730C-25E6-554D-BC0B-CA5FE72B0D9D}"/>
              </a:ext>
            </a:extLst>
          </p:cNvPr>
          <p:cNvSpPr txBox="1"/>
          <p:nvPr/>
        </p:nvSpPr>
        <p:spPr>
          <a:xfrm>
            <a:off x="3853509" y="4256451"/>
            <a:ext cx="1101584" cy="400110"/>
          </a:xfrm>
          <a:prstGeom prst="rect">
            <a:avLst/>
          </a:prstGeom>
          <a:noFill/>
        </p:spPr>
        <p:txBody>
          <a:bodyPr wrap="none" rtlCol="0">
            <a:spAutoFit/>
          </a:bodyPr>
          <a:lstStyle/>
          <a:p>
            <a:pPr algn="ctr"/>
            <a:r>
              <a:rPr lang="en-US" sz="1000" dirty="0"/>
              <a:t>DF: 4-30mL/min</a:t>
            </a:r>
          </a:p>
          <a:p>
            <a:pPr algn="ctr"/>
            <a:endParaRPr lang="en-US" sz="1000" dirty="0"/>
          </a:p>
        </p:txBody>
      </p:sp>
      <p:sp>
        <p:nvSpPr>
          <p:cNvPr id="75" name="TextBox 74">
            <a:extLst>
              <a:ext uri="{FF2B5EF4-FFF2-40B4-BE49-F238E27FC236}">
                <a16:creationId xmlns:a16="http://schemas.microsoft.com/office/drawing/2014/main" id="{C6EF92B3-348D-E849-9973-10D61CEF8ACB}"/>
              </a:ext>
            </a:extLst>
          </p:cNvPr>
          <p:cNvSpPr txBox="1"/>
          <p:nvPr/>
        </p:nvSpPr>
        <p:spPr>
          <a:xfrm>
            <a:off x="2960665" y="2691365"/>
            <a:ext cx="1136850" cy="400110"/>
          </a:xfrm>
          <a:prstGeom prst="rect">
            <a:avLst/>
          </a:prstGeom>
          <a:noFill/>
        </p:spPr>
        <p:txBody>
          <a:bodyPr wrap="none" rtlCol="0">
            <a:spAutoFit/>
          </a:bodyPr>
          <a:lstStyle/>
          <a:p>
            <a:pPr algn="ctr"/>
            <a:r>
              <a:rPr lang="en-US" sz="1000" dirty="0"/>
              <a:t> DF: 4-30mL/min</a:t>
            </a:r>
          </a:p>
          <a:p>
            <a:pPr algn="ctr"/>
            <a:endParaRPr lang="en-US" sz="1000" dirty="0"/>
          </a:p>
        </p:txBody>
      </p:sp>
      <p:sp>
        <p:nvSpPr>
          <p:cNvPr id="77" name="TextBox 76">
            <a:extLst>
              <a:ext uri="{FF2B5EF4-FFF2-40B4-BE49-F238E27FC236}">
                <a16:creationId xmlns:a16="http://schemas.microsoft.com/office/drawing/2014/main" id="{7CC6FF13-866C-3144-8FCC-A99599A47126}"/>
              </a:ext>
            </a:extLst>
          </p:cNvPr>
          <p:cNvSpPr txBox="1"/>
          <p:nvPr/>
        </p:nvSpPr>
        <p:spPr>
          <a:xfrm>
            <a:off x="153149" y="3398698"/>
            <a:ext cx="1058303" cy="553998"/>
          </a:xfrm>
          <a:prstGeom prst="rect">
            <a:avLst/>
          </a:prstGeom>
          <a:noFill/>
        </p:spPr>
        <p:txBody>
          <a:bodyPr wrap="none" rtlCol="0">
            <a:spAutoFit/>
          </a:bodyPr>
          <a:lstStyle/>
          <a:p>
            <a:pPr algn="ctr"/>
            <a:r>
              <a:rPr lang="en-US" sz="1000" dirty="0"/>
              <a:t>Feed from VRF</a:t>
            </a:r>
          </a:p>
          <a:p>
            <a:pPr algn="ctr"/>
            <a:r>
              <a:rPr lang="en-US" sz="1000" dirty="0"/>
              <a:t>2-15mL/min</a:t>
            </a:r>
          </a:p>
          <a:p>
            <a:pPr algn="ctr"/>
            <a:endParaRPr lang="en-US" sz="1000" dirty="0"/>
          </a:p>
        </p:txBody>
      </p:sp>
      <p:sp>
        <p:nvSpPr>
          <p:cNvPr id="92" name="TextBox 91">
            <a:extLst>
              <a:ext uri="{FF2B5EF4-FFF2-40B4-BE49-F238E27FC236}">
                <a16:creationId xmlns:a16="http://schemas.microsoft.com/office/drawing/2014/main" id="{371003A6-82D4-3F47-BE5F-373A7FA6D56E}"/>
              </a:ext>
            </a:extLst>
          </p:cNvPr>
          <p:cNvSpPr txBox="1"/>
          <p:nvPr/>
        </p:nvSpPr>
        <p:spPr>
          <a:xfrm>
            <a:off x="1755455" y="3711350"/>
            <a:ext cx="930063" cy="707886"/>
          </a:xfrm>
          <a:prstGeom prst="rect">
            <a:avLst/>
          </a:prstGeom>
          <a:noFill/>
        </p:spPr>
        <p:txBody>
          <a:bodyPr wrap="none" rtlCol="0">
            <a:spAutoFit/>
          </a:bodyPr>
          <a:lstStyle/>
          <a:p>
            <a:pPr algn="ctr"/>
            <a:r>
              <a:rPr lang="en-US" sz="1000" dirty="0"/>
              <a:t>Product Flow</a:t>
            </a:r>
          </a:p>
          <a:p>
            <a:pPr algn="ctr"/>
            <a:r>
              <a:rPr lang="en-US" sz="1000" dirty="0"/>
              <a:t>(~5x conc)</a:t>
            </a:r>
          </a:p>
          <a:p>
            <a:pPr algn="ctr"/>
            <a:r>
              <a:rPr lang="en-US" sz="1000" dirty="0"/>
              <a:t>0.4-3 mL/min</a:t>
            </a:r>
          </a:p>
          <a:p>
            <a:pPr algn="ctr"/>
            <a:endParaRPr lang="en-US" sz="1000" dirty="0"/>
          </a:p>
        </p:txBody>
      </p:sp>
      <p:sp>
        <p:nvSpPr>
          <p:cNvPr id="93" name="TextBox 92">
            <a:extLst>
              <a:ext uri="{FF2B5EF4-FFF2-40B4-BE49-F238E27FC236}">
                <a16:creationId xmlns:a16="http://schemas.microsoft.com/office/drawing/2014/main" id="{32089029-1565-2247-ABC8-1373B217D784}"/>
              </a:ext>
            </a:extLst>
          </p:cNvPr>
          <p:cNvSpPr txBox="1"/>
          <p:nvPr/>
        </p:nvSpPr>
        <p:spPr>
          <a:xfrm>
            <a:off x="4921443" y="3777015"/>
            <a:ext cx="930062" cy="553998"/>
          </a:xfrm>
          <a:prstGeom prst="rect">
            <a:avLst/>
          </a:prstGeom>
          <a:noFill/>
        </p:spPr>
        <p:txBody>
          <a:bodyPr wrap="none" rtlCol="0">
            <a:spAutoFit/>
          </a:bodyPr>
          <a:lstStyle/>
          <a:p>
            <a:pPr algn="ctr"/>
            <a:r>
              <a:rPr lang="en-US" sz="1000" dirty="0"/>
              <a:t>Product Flow</a:t>
            </a:r>
          </a:p>
          <a:p>
            <a:pPr algn="ctr"/>
            <a:r>
              <a:rPr lang="en-US" sz="1000" dirty="0"/>
              <a:t>0.4-3 mL/min</a:t>
            </a:r>
          </a:p>
          <a:p>
            <a:pPr algn="ctr"/>
            <a:endParaRPr lang="en-US" sz="1000" dirty="0"/>
          </a:p>
        </p:txBody>
      </p:sp>
      <p:cxnSp>
        <p:nvCxnSpPr>
          <p:cNvPr id="12" name="Elbow Connector 11">
            <a:extLst>
              <a:ext uri="{FF2B5EF4-FFF2-40B4-BE49-F238E27FC236}">
                <a16:creationId xmlns:a16="http://schemas.microsoft.com/office/drawing/2014/main" id="{6AD3E0CB-C27D-844F-8CCF-E1E87EAAD95A}"/>
              </a:ext>
            </a:extLst>
          </p:cNvPr>
          <p:cNvCxnSpPr>
            <a:stCxn id="29" idx="6"/>
            <a:endCxn id="5" idx="0"/>
          </p:cNvCxnSpPr>
          <p:nvPr/>
        </p:nvCxnSpPr>
        <p:spPr>
          <a:xfrm flipV="1">
            <a:off x="1344355" y="3480002"/>
            <a:ext cx="303929" cy="122985"/>
          </a:xfrm>
          <a:prstGeom prst="bentConnector4">
            <a:avLst>
              <a:gd name="adj1" fmla="val 32240"/>
              <a:gd name="adj2" fmla="val 285876"/>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37" name="Elbow Connector 36">
            <a:extLst>
              <a:ext uri="{FF2B5EF4-FFF2-40B4-BE49-F238E27FC236}">
                <a16:creationId xmlns:a16="http://schemas.microsoft.com/office/drawing/2014/main" id="{5B39733C-D0EC-044A-B37F-BA5CBB967F5A}"/>
              </a:ext>
            </a:extLst>
          </p:cNvPr>
          <p:cNvCxnSpPr>
            <a:cxnSpLocks/>
            <a:endCxn id="32" idx="0"/>
          </p:cNvCxnSpPr>
          <p:nvPr/>
        </p:nvCxnSpPr>
        <p:spPr>
          <a:xfrm flipV="1">
            <a:off x="1756236" y="3487146"/>
            <a:ext cx="1173241" cy="105208"/>
          </a:xfrm>
          <a:prstGeom prst="bentConnector4">
            <a:avLst>
              <a:gd name="adj1" fmla="val 45399"/>
              <a:gd name="adj2" fmla="val 317284"/>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97" name="Group 96">
            <a:extLst>
              <a:ext uri="{FF2B5EF4-FFF2-40B4-BE49-F238E27FC236}">
                <a16:creationId xmlns:a16="http://schemas.microsoft.com/office/drawing/2014/main" id="{5C5E8093-B4D4-A347-A066-7C38FB98A631}"/>
              </a:ext>
            </a:extLst>
          </p:cNvPr>
          <p:cNvGrpSpPr/>
          <p:nvPr/>
        </p:nvGrpSpPr>
        <p:grpSpPr>
          <a:xfrm rot="5400000">
            <a:off x="3587708" y="3487373"/>
            <a:ext cx="230817" cy="244901"/>
            <a:chOff x="2820494" y="3487146"/>
            <a:chExt cx="230817" cy="244901"/>
          </a:xfrm>
        </p:grpSpPr>
        <p:sp>
          <p:nvSpPr>
            <p:cNvPr id="98" name="Rectangle 97">
              <a:extLst>
                <a:ext uri="{FF2B5EF4-FFF2-40B4-BE49-F238E27FC236}">
                  <a16:creationId xmlns:a16="http://schemas.microsoft.com/office/drawing/2014/main" id="{FE6A255D-9FF9-A94E-9D74-8AEF07DEA4BC}"/>
                </a:ext>
              </a:extLst>
            </p:cNvPr>
            <p:cNvSpPr/>
            <p:nvPr/>
          </p:nvSpPr>
          <p:spPr>
            <a:xfrm>
              <a:off x="2821525" y="3487146"/>
              <a:ext cx="215904" cy="2449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9" name="Straight Connector 98">
              <a:extLst>
                <a:ext uri="{FF2B5EF4-FFF2-40B4-BE49-F238E27FC236}">
                  <a16:creationId xmlns:a16="http://schemas.microsoft.com/office/drawing/2014/main" id="{6CE74547-D755-9043-905D-CDCF37D2F756}"/>
                </a:ext>
              </a:extLst>
            </p:cNvPr>
            <p:cNvCxnSpPr>
              <a:cxnSpLocks/>
            </p:cNvCxnSpPr>
            <p:nvPr/>
          </p:nvCxnSpPr>
          <p:spPr>
            <a:xfrm flipH="1" flipV="1">
              <a:off x="2820494" y="3487147"/>
              <a:ext cx="230817" cy="244900"/>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100" name="Group 99">
            <a:extLst>
              <a:ext uri="{FF2B5EF4-FFF2-40B4-BE49-F238E27FC236}">
                <a16:creationId xmlns:a16="http://schemas.microsoft.com/office/drawing/2014/main" id="{2A008A1C-A630-D041-A9D1-44076597EAC5}"/>
              </a:ext>
            </a:extLst>
          </p:cNvPr>
          <p:cNvGrpSpPr/>
          <p:nvPr/>
        </p:nvGrpSpPr>
        <p:grpSpPr>
          <a:xfrm>
            <a:off x="4295317" y="3483908"/>
            <a:ext cx="230817" cy="244901"/>
            <a:chOff x="2820494" y="3487146"/>
            <a:chExt cx="230817" cy="244901"/>
          </a:xfrm>
        </p:grpSpPr>
        <p:sp>
          <p:nvSpPr>
            <p:cNvPr id="101" name="Rectangle 100">
              <a:extLst>
                <a:ext uri="{FF2B5EF4-FFF2-40B4-BE49-F238E27FC236}">
                  <a16:creationId xmlns:a16="http://schemas.microsoft.com/office/drawing/2014/main" id="{CA19CFA8-E06B-F840-93AC-28F8B5EEB0EC}"/>
                </a:ext>
              </a:extLst>
            </p:cNvPr>
            <p:cNvSpPr/>
            <p:nvPr/>
          </p:nvSpPr>
          <p:spPr>
            <a:xfrm>
              <a:off x="2821525" y="3487146"/>
              <a:ext cx="215904" cy="2449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2" name="Straight Connector 101">
              <a:extLst>
                <a:ext uri="{FF2B5EF4-FFF2-40B4-BE49-F238E27FC236}">
                  <a16:creationId xmlns:a16="http://schemas.microsoft.com/office/drawing/2014/main" id="{04F088D7-BDDC-2D46-AA39-088C09D284D5}"/>
                </a:ext>
              </a:extLst>
            </p:cNvPr>
            <p:cNvCxnSpPr>
              <a:cxnSpLocks/>
            </p:cNvCxnSpPr>
            <p:nvPr/>
          </p:nvCxnSpPr>
          <p:spPr>
            <a:xfrm flipH="1" flipV="1">
              <a:off x="2820494" y="3487147"/>
              <a:ext cx="230817" cy="244900"/>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103" name="Group 102">
            <a:extLst>
              <a:ext uri="{FF2B5EF4-FFF2-40B4-BE49-F238E27FC236}">
                <a16:creationId xmlns:a16="http://schemas.microsoft.com/office/drawing/2014/main" id="{4D5BDDC4-2196-9542-A14E-71B3956CD008}"/>
              </a:ext>
            </a:extLst>
          </p:cNvPr>
          <p:cNvGrpSpPr/>
          <p:nvPr/>
        </p:nvGrpSpPr>
        <p:grpSpPr>
          <a:xfrm rot="5400000">
            <a:off x="5688319" y="3509209"/>
            <a:ext cx="230817" cy="244901"/>
            <a:chOff x="2820494" y="3487146"/>
            <a:chExt cx="230817" cy="244901"/>
          </a:xfrm>
        </p:grpSpPr>
        <p:sp>
          <p:nvSpPr>
            <p:cNvPr id="104" name="Rectangle 103">
              <a:extLst>
                <a:ext uri="{FF2B5EF4-FFF2-40B4-BE49-F238E27FC236}">
                  <a16:creationId xmlns:a16="http://schemas.microsoft.com/office/drawing/2014/main" id="{489BD01B-3EFC-4942-9F5F-A242C2D9732A}"/>
                </a:ext>
              </a:extLst>
            </p:cNvPr>
            <p:cNvSpPr/>
            <p:nvPr/>
          </p:nvSpPr>
          <p:spPr>
            <a:xfrm>
              <a:off x="2821525" y="3487146"/>
              <a:ext cx="215904" cy="2449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5" name="Straight Connector 104">
              <a:extLst>
                <a:ext uri="{FF2B5EF4-FFF2-40B4-BE49-F238E27FC236}">
                  <a16:creationId xmlns:a16="http://schemas.microsoft.com/office/drawing/2014/main" id="{77A395A1-6790-0B46-B7D9-417CA7342490}"/>
                </a:ext>
              </a:extLst>
            </p:cNvPr>
            <p:cNvCxnSpPr>
              <a:cxnSpLocks/>
            </p:cNvCxnSpPr>
            <p:nvPr/>
          </p:nvCxnSpPr>
          <p:spPr>
            <a:xfrm flipH="1" flipV="1">
              <a:off x="2820494" y="3487147"/>
              <a:ext cx="230817" cy="244900"/>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cxnSp>
        <p:nvCxnSpPr>
          <p:cNvPr id="62" name="Elbow Connector 61">
            <a:extLst>
              <a:ext uri="{FF2B5EF4-FFF2-40B4-BE49-F238E27FC236}">
                <a16:creationId xmlns:a16="http://schemas.microsoft.com/office/drawing/2014/main" id="{4F8007E6-2CC4-4440-B90A-688EC67FDC8D}"/>
              </a:ext>
            </a:extLst>
          </p:cNvPr>
          <p:cNvCxnSpPr>
            <a:stCxn id="32" idx="3"/>
            <a:endCxn id="98" idx="3"/>
          </p:cNvCxnSpPr>
          <p:nvPr/>
        </p:nvCxnSpPr>
        <p:spPr>
          <a:xfrm>
            <a:off x="3037429" y="3609596"/>
            <a:ext cx="665688" cy="101754"/>
          </a:xfrm>
          <a:prstGeom prst="bentConnector4">
            <a:avLst>
              <a:gd name="adj1" fmla="val 41892"/>
              <a:gd name="adj2" fmla="val 324659"/>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06" name="Elbow Connector 105">
            <a:extLst>
              <a:ext uri="{FF2B5EF4-FFF2-40B4-BE49-F238E27FC236}">
                <a16:creationId xmlns:a16="http://schemas.microsoft.com/office/drawing/2014/main" id="{5CDC18D0-3A61-1C4F-AD10-CE9D4D821F42}"/>
              </a:ext>
            </a:extLst>
          </p:cNvPr>
          <p:cNvCxnSpPr>
            <a:stCxn id="98" idx="0"/>
            <a:endCxn id="101" idx="0"/>
          </p:cNvCxnSpPr>
          <p:nvPr/>
        </p:nvCxnSpPr>
        <p:spPr>
          <a:xfrm flipV="1">
            <a:off x="3825567" y="3483908"/>
            <a:ext cx="578733" cy="119490"/>
          </a:xfrm>
          <a:prstGeom prst="bentConnector4">
            <a:avLst>
              <a:gd name="adj1" fmla="val 41926"/>
              <a:gd name="adj2" fmla="val 293790"/>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08" name="Elbow Connector 107">
            <a:extLst>
              <a:ext uri="{FF2B5EF4-FFF2-40B4-BE49-F238E27FC236}">
                <a16:creationId xmlns:a16="http://schemas.microsoft.com/office/drawing/2014/main" id="{AFA2ED4E-0EE0-F34A-9515-E3DCB40A3C6C}"/>
              </a:ext>
            </a:extLst>
          </p:cNvPr>
          <p:cNvCxnSpPr>
            <a:stCxn id="66" idx="3"/>
          </p:cNvCxnSpPr>
          <p:nvPr/>
        </p:nvCxnSpPr>
        <p:spPr>
          <a:xfrm rot="16200000" flipH="1">
            <a:off x="4094441" y="3175906"/>
            <a:ext cx="152434" cy="4415"/>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10" name="Elbow Connector 109">
            <a:extLst>
              <a:ext uri="{FF2B5EF4-FFF2-40B4-BE49-F238E27FC236}">
                <a16:creationId xmlns:a16="http://schemas.microsoft.com/office/drawing/2014/main" id="{476A2879-938B-6E4B-94CA-A68E6080D67D}"/>
              </a:ext>
            </a:extLst>
          </p:cNvPr>
          <p:cNvCxnSpPr>
            <a:stCxn id="104" idx="1"/>
          </p:cNvCxnSpPr>
          <p:nvPr/>
        </p:nvCxnSpPr>
        <p:spPr>
          <a:xfrm rot="5400000" flipH="1" flipV="1">
            <a:off x="5999372" y="3240532"/>
            <a:ext cx="81106" cy="472395"/>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94" name="TextBox 93">
            <a:extLst>
              <a:ext uri="{FF2B5EF4-FFF2-40B4-BE49-F238E27FC236}">
                <a16:creationId xmlns:a16="http://schemas.microsoft.com/office/drawing/2014/main" id="{7EFC78D3-09DA-ED47-9CBA-7EEEF038D0B0}"/>
              </a:ext>
            </a:extLst>
          </p:cNvPr>
          <p:cNvSpPr txBox="1"/>
          <p:nvPr/>
        </p:nvSpPr>
        <p:spPr>
          <a:xfrm>
            <a:off x="985124" y="-10059"/>
            <a:ext cx="2387780" cy="261610"/>
          </a:xfrm>
          <a:prstGeom prst="rect">
            <a:avLst/>
          </a:prstGeom>
          <a:solidFill>
            <a:schemeClr val="accent5">
              <a:lumMod val="20000"/>
              <a:lumOff val="80000"/>
            </a:schemeClr>
          </a:solidFill>
        </p:spPr>
        <p:txBody>
          <a:bodyPr wrap="square" rtlCol="0">
            <a:spAutoFit/>
          </a:bodyPr>
          <a:lstStyle/>
          <a:p>
            <a:r>
              <a:rPr lang="en-US" sz="1100" dirty="0"/>
              <a:t>Will be more professionally drawn</a:t>
            </a:r>
          </a:p>
        </p:txBody>
      </p:sp>
      <p:sp>
        <p:nvSpPr>
          <p:cNvPr id="95" name="TextBox 94">
            <a:extLst>
              <a:ext uri="{FF2B5EF4-FFF2-40B4-BE49-F238E27FC236}">
                <a16:creationId xmlns:a16="http://schemas.microsoft.com/office/drawing/2014/main" id="{6CF4575A-37A6-F64B-A233-F0C1275AED92}"/>
              </a:ext>
            </a:extLst>
          </p:cNvPr>
          <p:cNvSpPr txBox="1"/>
          <p:nvPr/>
        </p:nvSpPr>
        <p:spPr>
          <a:xfrm>
            <a:off x="548581" y="2854221"/>
            <a:ext cx="1146469" cy="400110"/>
          </a:xfrm>
          <a:prstGeom prst="rect">
            <a:avLst/>
          </a:prstGeom>
          <a:noFill/>
        </p:spPr>
        <p:txBody>
          <a:bodyPr wrap="none" rtlCol="0">
            <a:spAutoFit/>
          </a:bodyPr>
          <a:lstStyle/>
          <a:p>
            <a:pPr algn="ctr"/>
            <a:r>
              <a:rPr lang="en-US" sz="1000" dirty="0"/>
              <a:t>Pressure: &lt;2 Bar</a:t>
            </a:r>
          </a:p>
          <a:p>
            <a:pPr algn="ctr"/>
            <a:endParaRPr lang="en-US" sz="1000" dirty="0"/>
          </a:p>
        </p:txBody>
      </p:sp>
      <p:sp>
        <p:nvSpPr>
          <p:cNvPr id="96" name="TextBox 95">
            <a:extLst>
              <a:ext uri="{FF2B5EF4-FFF2-40B4-BE49-F238E27FC236}">
                <a16:creationId xmlns:a16="http://schemas.microsoft.com/office/drawing/2014/main" id="{27EFE32F-DAFA-0144-9544-F11A4DF69524}"/>
              </a:ext>
            </a:extLst>
          </p:cNvPr>
          <p:cNvSpPr txBox="1"/>
          <p:nvPr/>
        </p:nvSpPr>
        <p:spPr>
          <a:xfrm>
            <a:off x="3034919" y="3919088"/>
            <a:ext cx="930062" cy="553998"/>
          </a:xfrm>
          <a:prstGeom prst="rect">
            <a:avLst/>
          </a:prstGeom>
          <a:noFill/>
        </p:spPr>
        <p:txBody>
          <a:bodyPr wrap="none" rtlCol="0">
            <a:spAutoFit/>
          </a:bodyPr>
          <a:lstStyle/>
          <a:p>
            <a:pPr algn="ctr"/>
            <a:r>
              <a:rPr lang="en-US" sz="1000" dirty="0"/>
              <a:t>Product Flow</a:t>
            </a:r>
          </a:p>
          <a:p>
            <a:pPr algn="ctr"/>
            <a:r>
              <a:rPr lang="en-US" sz="1000" dirty="0"/>
              <a:t>0.4-3 mL/min</a:t>
            </a:r>
          </a:p>
          <a:p>
            <a:pPr algn="ctr"/>
            <a:endParaRPr lang="en-US" sz="1000" dirty="0"/>
          </a:p>
        </p:txBody>
      </p:sp>
      <p:grpSp>
        <p:nvGrpSpPr>
          <p:cNvPr id="109" name="Group 108">
            <a:extLst>
              <a:ext uri="{FF2B5EF4-FFF2-40B4-BE49-F238E27FC236}">
                <a16:creationId xmlns:a16="http://schemas.microsoft.com/office/drawing/2014/main" id="{9F8F45D1-6BAC-9340-97DA-7023BA267181}"/>
              </a:ext>
            </a:extLst>
          </p:cNvPr>
          <p:cNvGrpSpPr/>
          <p:nvPr/>
        </p:nvGrpSpPr>
        <p:grpSpPr>
          <a:xfrm>
            <a:off x="5346602" y="3483908"/>
            <a:ext cx="217967" cy="281762"/>
            <a:chOff x="1578937" y="3827721"/>
            <a:chExt cx="217967" cy="281762"/>
          </a:xfrm>
        </p:grpSpPr>
        <p:sp>
          <p:nvSpPr>
            <p:cNvPr id="111" name="Oval 110">
              <a:extLst>
                <a:ext uri="{FF2B5EF4-FFF2-40B4-BE49-F238E27FC236}">
                  <a16:creationId xmlns:a16="http://schemas.microsoft.com/office/drawing/2014/main" id="{90A3BC4B-B074-6443-880E-BEA6402665C2}"/>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2" name="Triangle 111">
              <a:extLst>
                <a:ext uri="{FF2B5EF4-FFF2-40B4-BE49-F238E27FC236}">
                  <a16:creationId xmlns:a16="http://schemas.microsoft.com/office/drawing/2014/main" id="{E506ADBE-3501-544C-86F6-B399EADBEB7E}"/>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13" name="TextBox 112">
            <a:extLst>
              <a:ext uri="{FF2B5EF4-FFF2-40B4-BE49-F238E27FC236}">
                <a16:creationId xmlns:a16="http://schemas.microsoft.com/office/drawing/2014/main" id="{0EC59305-57A6-B54A-949D-F076E4179E00}"/>
              </a:ext>
            </a:extLst>
          </p:cNvPr>
          <p:cNvSpPr txBox="1"/>
          <p:nvPr/>
        </p:nvSpPr>
        <p:spPr>
          <a:xfrm>
            <a:off x="6264571" y="3169274"/>
            <a:ext cx="930063" cy="707886"/>
          </a:xfrm>
          <a:prstGeom prst="rect">
            <a:avLst/>
          </a:prstGeom>
          <a:noFill/>
        </p:spPr>
        <p:txBody>
          <a:bodyPr wrap="none" rtlCol="0">
            <a:spAutoFit/>
          </a:bodyPr>
          <a:lstStyle/>
          <a:p>
            <a:pPr algn="ctr"/>
            <a:r>
              <a:rPr lang="en-US" sz="1000" dirty="0"/>
              <a:t>Product Flow</a:t>
            </a:r>
          </a:p>
          <a:p>
            <a:pPr algn="ctr"/>
            <a:r>
              <a:rPr lang="en-US" sz="1000" dirty="0"/>
              <a:t>(3-7x conc)</a:t>
            </a:r>
          </a:p>
          <a:p>
            <a:pPr algn="ctr"/>
            <a:r>
              <a:rPr lang="en-US" sz="1000" dirty="0"/>
              <a:t>0.1-1 mL/min</a:t>
            </a:r>
          </a:p>
          <a:p>
            <a:pPr algn="ctr"/>
            <a:endParaRPr lang="en-US" sz="1000" dirty="0"/>
          </a:p>
        </p:txBody>
      </p:sp>
      <p:sp>
        <p:nvSpPr>
          <p:cNvPr id="4" name="TextBox 3">
            <a:extLst>
              <a:ext uri="{FF2B5EF4-FFF2-40B4-BE49-F238E27FC236}">
                <a16:creationId xmlns:a16="http://schemas.microsoft.com/office/drawing/2014/main" id="{C60C8A16-CC96-F142-A24A-337E90FD7E92}"/>
              </a:ext>
            </a:extLst>
          </p:cNvPr>
          <p:cNvSpPr txBox="1"/>
          <p:nvPr/>
        </p:nvSpPr>
        <p:spPr>
          <a:xfrm>
            <a:off x="3500681" y="4587198"/>
            <a:ext cx="4249841" cy="646331"/>
          </a:xfrm>
          <a:prstGeom prst="rect">
            <a:avLst/>
          </a:prstGeom>
          <a:noFill/>
        </p:spPr>
        <p:txBody>
          <a:bodyPr wrap="square" rtlCol="0">
            <a:spAutoFit/>
          </a:bodyPr>
          <a:lstStyle/>
          <a:p>
            <a:r>
              <a:rPr lang="en-US" dirty="0"/>
              <a:t>DF solutions are driven by one multi-head peristaltic pump</a:t>
            </a:r>
          </a:p>
        </p:txBody>
      </p:sp>
      <p:sp>
        <p:nvSpPr>
          <p:cNvPr id="7" name="Triangle 6">
            <a:extLst>
              <a:ext uri="{FF2B5EF4-FFF2-40B4-BE49-F238E27FC236}">
                <a16:creationId xmlns:a16="http://schemas.microsoft.com/office/drawing/2014/main" id="{54A9002B-F739-6749-87F8-AF2066830062}"/>
              </a:ext>
            </a:extLst>
          </p:cNvPr>
          <p:cNvSpPr/>
          <p:nvPr/>
        </p:nvSpPr>
        <p:spPr>
          <a:xfrm>
            <a:off x="1489657" y="3061624"/>
            <a:ext cx="158626" cy="145153"/>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P</a:t>
            </a:r>
          </a:p>
        </p:txBody>
      </p:sp>
      <p:sp>
        <p:nvSpPr>
          <p:cNvPr id="116" name="Triangle 115">
            <a:extLst>
              <a:ext uri="{FF2B5EF4-FFF2-40B4-BE49-F238E27FC236}">
                <a16:creationId xmlns:a16="http://schemas.microsoft.com/office/drawing/2014/main" id="{081F5B05-681B-5E4F-A3DF-E78C1A0C0930}"/>
              </a:ext>
            </a:extLst>
          </p:cNvPr>
          <p:cNvSpPr/>
          <p:nvPr/>
        </p:nvSpPr>
        <p:spPr>
          <a:xfrm>
            <a:off x="3499950" y="3336350"/>
            <a:ext cx="158626" cy="145153"/>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P</a:t>
            </a:r>
          </a:p>
        </p:txBody>
      </p:sp>
      <p:sp>
        <p:nvSpPr>
          <p:cNvPr id="117" name="Triangle 116">
            <a:extLst>
              <a:ext uri="{FF2B5EF4-FFF2-40B4-BE49-F238E27FC236}">
                <a16:creationId xmlns:a16="http://schemas.microsoft.com/office/drawing/2014/main" id="{BB8115EA-782A-4C47-A693-71505C857D7B}"/>
              </a:ext>
            </a:extLst>
          </p:cNvPr>
          <p:cNvSpPr/>
          <p:nvPr/>
        </p:nvSpPr>
        <p:spPr>
          <a:xfrm>
            <a:off x="4193387" y="3337738"/>
            <a:ext cx="158626" cy="145153"/>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P</a:t>
            </a:r>
          </a:p>
        </p:txBody>
      </p:sp>
      <p:sp>
        <p:nvSpPr>
          <p:cNvPr id="8" name="Oval 7">
            <a:extLst>
              <a:ext uri="{FF2B5EF4-FFF2-40B4-BE49-F238E27FC236}">
                <a16:creationId xmlns:a16="http://schemas.microsoft.com/office/drawing/2014/main" id="{4B98A9B1-55A8-4B4D-A921-4D9BCBF80990}"/>
              </a:ext>
            </a:extLst>
          </p:cNvPr>
          <p:cNvSpPr/>
          <p:nvPr/>
        </p:nvSpPr>
        <p:spPr>
          <a:xfrm>
            <a:off x="1660567" y="3051004"/>
            <a:ext cx="137160" cy="15349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F</a:t>
            </a:r>
          </a:p>
        </p:txBody>
      </p:sp>
      <p:sp>
        <p:nvSpPr>
          <p:cNvPr id="120" name="Oval 119">
            <a:extLst>
              <a:ext uri="{FF2B5EF4-FFF2-40B4-BE49-F238E27FC236}">
                <a16:creationId xmlns:a16="http://schemas.microsoft.com/office/drawing/2014/main" id="{947A0EA6-6B70-F74B-8167-C51716E07BEC}"/>
              </a:ext>
            </a:extLst>
          </p:cNvPr>
          <p:cNvSpPr/>
          <p:nvPr/>
        </p:nvSpPr>
        <p:spPr>
          <a:xfrm>
            <a:off x="3379083" y="3352233"/>
            <a:ext cx="137160" cy="15349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F</a:t>
            </a:r>
          </a:p>
        </p:txBody>
      </p:sp>
      <p:sp>
        <p:nvSpPr>
          <p:cNvPr id="121" name="Oval 120">
            <a:extLst>
              <a:ext uri="{FF2B5EF4-FFF2-40B4-BE49-F238E27FC236}">
                <a16:creationId xmlns:a16="http://schemas.microsoft.com/office/drawing/2014/main" id="{B83AD15C-4266-2C41-B30E-7A04997426D1}"/>
              </a:ext>
            </a:extLst>
          </p:cNvPr>
          <p:cNvSpPr/>
          <p:nvPr/>
        </p:nvSpPr>
        <p:spPr>
          <a:xfrm>
            <a:off x="4090093" y="3383887"/>
            <a:ext cx="137160" cy="15349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F</a:t>
            </a:r>
          </a:p>
        </p:txBody>
      </p:sp>
      <p:sp>
        <p:nvSpPr>
          <p:cNvPr id="124" name="Triangle 123">
            <a:extLst>
              <a:ext uri="{FF2B5EF4-FFF2-40B4-BE49-F238E27FC236}">
                <a16:creationId xmlns:a16="http://schemas.microsoft.com/office/drawing/2014/main" id="{C45C0D0B-2711-7F49-BA9E-430C1D1FDDA2}"/>
              </a:ext>
            </a:extLst>
          </p:cNvPr>
          <p:cNvSpPr/>
          <p:nvPr/>
        </p:nvSpPr>
        <p:spPr>
          <a:xfrm>
            <a:off x="7394071" y="1683202"/>
            <a:ext cx="158626" cy="145153"/>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P</a:t>
            </a:r>
          </a:p>
        </p:txBody>
      </p:sp>
      <p:sp>
        <p:nvSpPr>
          <p:cNvPr id="125" name="Oval 124">
            <a:extLst>
              <a:ext uri="{FF2B5EF4-FFF2-40B4-BE49-F238E27FC236}">
                <a16:creationId xmlns:a16="http://schemas.microsoft.com/office/drawing/2014/main" id="{1A1FCB2B-91B5-1749-91B6-8A9E55226D9B}"/>
              </a:ext>
            </a:extLst>
          </p:cNvPr>
          <p:cNvSpPr/>
          <p:nvPr/>
        </p:nvSpPr>
        <p:spPr>
          <a:xfrm>
            <a:off x="7359356" y="1482170"/>
            <a:ext cx="137160" cy="15349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F</a:t>
            </a:r>
          </a:p>
        </p:txBody>
      </p:sp>
      <p:grpSp>
        <p:nvGrpSpPr>
          <p:cNvPr id="126" name="Group 125">
            <a:extLst>
              <a:ext uri="{FF2B5EF4-FFF2-40B4-BE49-F238E27FC236}">
                <a16:creationId xmlns:a16="http://schemas.microsoft.com/office/drawing/2014/main" id="{C567B137-69B7-C140-88AE-57BB2E5631AC}"/>
              </a:ext>
            </a:extLst>
          </p:cNvPr>
          <p:cNvGrpSpPr/>
          <p:nvPr/>
        </p:nvGrpSpPr>
        <p:grpSpPr>
          <a:xfrm>
            <a:off x="2465109" y="3329164"/>
            <a:ext cx="411250" cy="193657"/>
            <a:chOff x="6631843" y="3975912"/>
            <a:chExt cx="411250" cy="193657"/>
          </a:xfrm>
        </p:grpSpPr>
        <p:sp>
          <p:nvSpPr>
            <p:cNvPr id="127" name="Oval 126">
              <a:extLst>
                <a:ext uri="{FF2B5EF4-FFF2-40B4-BE49-F238E27FC236}">
                  <a16:creationId xmlns:a16="http://schemas.microsoft.com/office/drawing/2014/main" id="{3BC7CEA3-BA5A-4D4F-A379-56716C07B144}"/>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8" name="Oval 127">
              <a:extLst>
                <a:ext uri="{FF2B5EF4-FFF2-40B4-BE49-F238E27FC236}">
                  <a16:creationId xmlns:a16="http://schemas.microsoft.com/office/drawing/2014/main" id="{AA77386B-17F2-0241-A0E0-3BEC98B6D918}"/>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9" name="Oval 128">
              <a:extLst>
                <a:ext uri="{FF2B5EF4-FFF2-40B4-BE49-F238E27FC236}">
                  <a16:creationId xmlns:a16="http://schemas.microsoft.com/office/drawing/2014/main" id="{5D07441B-F3B3-1640-ABEF-45F7305E2033}"/>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30" name="Group 129">
            <a:extLst>
              <a:ext uri="{FF2B5EF4-FFF2-40B4-BE49-F238E27FC236}">
                <a16:creationId xmlns:a16="http://schemas.microsoft.com/office/drawing/2014/main" id="{66FD41A6-7A8A-9948-A58C-285D2A2ABF6E}"/>
              </a:ext>
            </a:extLst>
          </p:cNvPr>
          <p:cNvGrpSpPr/>
          <p:nvPr/>
        </p:nvGrpSpPr>
        <p:grpSpPr>
          <a:xfrm>
            <a:off x="7290891" y="1939632"/>
            <a:ext cx="411250" cy="193657"/>
            <a:chOff x="6631843" y="3975912"/>
            <a:chExt cx="411250" cy="193657"/>
          </a:xfrm>
        </p:grpSpPr>
        <p:sp>
          <p:nvSpPr>
            <p:cNvPr id="131" name="Oval 130">
              <a:extLst>
                <a:ext uri="{FF2B5EF4-FFF2-40B4-BE49-F238E27FC236}">
                  <a16:creationId xmlns:a16="http://schemas.microsoft.com/office/drawing/2014/main" id="{2F980C8D-0ED7-2244-840B-2D2854F014C9}"/>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2" name="Oval 131">
              <a:extLst>
                <a:ext uri="{FF2B5EF4-FFF2-40B4-BE49-F238E27FC236}">
                  <a16:creationId xmlns:a16="http://schemas.microsoft.com/office/drawing/2014/main" id="{A257FE4A-0AB4-3F4C-9422-E25434F542B5}"/>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3" name="Oval 132">
              <a:extLst>
                <a:ext uri="{FF2B5EF4-FFF2-40B4-BE49-F238E27FC236}">
                  <a16:creationId xmlns:a16="http://schemas.microsoft.com/office/drawing/2014/main" id="{C1777841-06E3-924F-9D37-13CE933B5C90}"/>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34" name="Group 133">
            <a:extLst>
              <a:ext uri="{FF2B5EF4-FFF2-40B4-BE49-F238E27FC236}">
                <a16:creationId xmlns:a16="http://schemas.microsoft.com/office/drawing/2014/main" id="{A4A07D92-4EF4-7640-B213-7D87FD4902C7}"/>
              </a:ext>
            </a:extLst>
          </p:cNvPr>
          <p:cNvGrpSpPr/>
          <p:nvPr/>
        </p:nvGrpSpPr>
        <p:grpSpPr>
          <a:xfrm>
            <a:off x="5873022" y="3080894"/>
            <a:ext cx="411250" cy="193657"/>
            <a:chOff x="6631843" y="3975912"/>
            <a:chExt cx="411250" cy="193657"/>
          </a:xfrm>
        </p:grpSpPr>
        <p:sp>
          <p:nvSpPr>
            <p:cNvPr id="135" name="Oval 134">
              <a:extLst>
                <a:ext uri="{FF2B5EF4-FFF2-40B4-BE49-F238E27FC236}">
                  <a16:creationId xmlns:a16="http://schemas.microsoft.com/office/drawing/2014/main" id="{8120C2EE-3FBC-3649-98D5-FCCFC2C007D4}"/>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6" name="Oval 135">
              <a:extLst>
                <a:ext uri="{FF2B5EF4-FFF2-40B4-BE49-F238E27FC236}">
                  <a16:creationId xmlns:a16="http://schemas.microsoft.com/office/drawing/2014/main" id="{A2675FA3-1142-3243-9B00-B8BAF4CA8B48}"/>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7" name="Oval 136">
              <a:extLst>
                <a:ext uri="{FF2B5EF4-FFF2-40B4-BE49-F238E27FC236}">
                  <a16:creationId xmlns:a16="http://schemas.microsoft.com/office/drawing/2014/main" id="{4D05F741-C8DC-634B-880D-12A77338CEDF}"/>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9" name="TextBox 8">
            <a:extLst>
              <a:ext uri="{FF2B5EF4-FFF2-40B4-BE49-F238E27FC236}">
                <a16:creationId xmlns:a16="http://schemas.microsoft.com/office/drawing/2014/main" id="{47C311FC-B6B7-7C49-AC40-817B6F2949EC}"/>
              </a:ext>
            </a:extLst>
          </p:cNvPr>
          <p:cNvSpPr txBox="1"/>
          <p:nvPr/>
        </p:nvSpPr>
        <p:spPr>
          <a:xfrm>
            <a:off x="7552696" y="1382103"/>
            <a:ext cx="1533302" cy="246221"/>
          </a:xfrm>
          <a:prstGeom prst="rect">
            <a:avLst/>
          </a:prstGeom>
          <a:noFill/>
        </p:spPr>
        <p:txBody>
          <a:bodyPr wrap="square" rtlCol="0">
            <a:spAutoFit/>
          </a:bodyPr>
          <a:lstStyle/>
          <a:p>
            <a:r>
              <a:rPr lang="en-US" sz="1000" dirty="0"/>
              <a:t>Flow meter</a:t>
            </a:r>
          </a:p>
        </p:txBody>
      </p:sp>
      <p:sp>
        <p:nvSpPr>
          <p:cNvPr id="138" name="Triangle 137">
            <a:extLst>
              <a:ext uri="{FF2B5EF4-FFF2-40B4-BE49-F238E27FC236}">
                <a16:creationId xmlns:a16="http://schemas.microsoft.com/office/drawing/2014/main" id="{5E2298D4-4A69-7243-B10B-2820853956E8}"/>
              </a:ext>
            </a:extLst>
          </p:cNvPr>
          <p:cNvSpPr/>
          <p:nvPr/>
        </p:nvSpPr>
        <p:spPr>
          <a:xfrm>
            <a:off x="5564739" y="3330949"/>
            <a:ext cx="158626" cy="145153"/>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P</a:t>
            </a:r>
          </a:p>
        </p:txBody>
      </p:sp>
      <p:sp>
        <p:nvSpPr>
          <p:cNvPr id="139" name="Oval 138">
            <a:extLst>
              <a:ext uri="{FF2B5EF4-FFF2-40B4-BE49-F238E27FC236}">
                <a16:creationId xmlns:a16="http://schemas.microsoft.com/office/drawing/2014/main" id="{11C1BB9C-C0AB-5B4C-A48F-8BCC31590DE7}"/>
              </a:ext>
            </a:extLst>
          </p:cNvPr>
          <p:cNvSpPr/>
          <p:nvPr/>
        </p:nvSpPr>
        <p:spPr>
          <a:xfrm>
            <a:off x="5440855" y="3337790"/>
            <a:ext cx="137160" cy="15349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F</a:t>
            </a:r>
          </a:p>
        </p:txBody>
      </p:sp>
      <p:sp>
        <p:nvSpPr>
          <p:cNvPr id="140" name="TextBox 139">
            <a:extLst>
              <a:ext uri="{FF2B5EF4-FFF2-40B4-BE49-F238E27FC236}">
                <a16:creationId xmlns:a16="http://schemas.microsoft.com/office/drawing/2014/main" id="{7A65F6A3-8E23-554B-BEF6-BB79C33EA2DD}"/>
              </a:ext>
            </a:extLst>
          </p:cNvPr>
          <p:cNvSpPr txBox="1"/>
          <p:nvPr/>
        </p:nvSpPr>
        <p:spPr>
          <a:xfrm>
            <a:off x="7552697" y="1652552"/>
            <a:ext cx="1840278" cy="246221"/>
          </a:xfrm>
          <a:prstGeom prst="rect">
            <a:avLst/>
          </a:prstGeom>
          <a:noFill/>
        </p:spPr>
        <p:txBody>
          <a:bodyPr wrap="square" rtlCol="0">
            <a:spAutoFit/>
          </a:bodyPr>
          <a:lstStyle/>
          <a:p>
            <a:r>
              <a:rPr lang="en-US" sz="1000" dirty="0"/>
              <a:t>Pressure meter</a:t>
            </a:r>
          </a:p>
        </p:txBody>
      </p:sp>
      <p:sp>
        <p:nvSpPr>
          <p:cNvPr id="141" name="TextBox 140">
            <a:extLst>
              <a:ext uri="{FF2B5EF4-FFF2-40B4-BE49-F238E27FC236}">
                <a16:creationId xmlns:a16="http://schemas.microsoft.com/office/drawing/2014/main" id="{793C5D3F-BC3F-2741-B0DC-DBEF57BAF018}"/>
              </a:ext>
            </a:extLst>
          </p:cNvPr>
          <p:cNvSpPr txBox="1"/>
          <p:nvPr/>
        </p:nvSpPr>
        <p:spPr>
          <a:xfrm>
            <a:off x="7646590" y="1939632"/>
            <a:ext cx="1840278" cy="246221"/>
          </a:xfrm>
          <a:prstGeom prst="rect">
            <a:avLst/>
          </a:prstGeom>
          <a:noFill/>
        </p:spPr>
        <p:txBody>
          <a:bodyPr wrap="square" rtlCol="0">
            <a:spAutoFit/>
          </a:bodyPr>
          <a:lstStyle/>
          <a:p>
            <a:r>
              <a:rPr lang="en-US" sz="1000" dirty="0"/>
              <a:t>Concentration measure</a:t>
            </a:r>
          </a:p>
        </p:txBody>
      </p:sp>
      <p:sp>
        <p:nvSpPr>
          <p:cNvPr id="142" name="Oval 141">
            <a:extLst>
              <a:ext uri="{FF2B5EF4-FFF2-40B4-BE49-F238E27FC236}">
                <a16:creationId xmlns:a16="http://schemas.microsoft.com/office/drawing/2014/main" id="{3F73E549-5322-4448-BF1A-585141CCB98B}"/>
              </a:ext>
            </a:extLst>
          </p:cNvPr>
          <p:cNvSpPr/>
          <p:nvPr/>
        </p:nvSpPr>
        <p:spPr>
          <a:xfrm>
            <a:off x="5841632" y="3815276"/>
            <a:ext cx="137160" cy="15349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F</a:t>
            </a:r>
          </a:p>
        </p:txBody>
      </p:sp>
      <p:sp>
        <p:nvSpPr>
          <p:cNvPr id="143" name="Triangle 142">
            <a:extLst>
              <a:ext uri="{FF2B5EF4-FFF2-40B4-BE49-F238E27FC236}">
                <a16:creationId xmlns:a16="http://schemas.microsoft.com/office/drawing/2014/main" id="{661B510E-FEF8-254C-ABCC-9F613D82B416}"/>
              </a:ext>
            </a:extLst>
          </p:cNvPr>
          <p:cNvSpPr/>
          <p:nvPr/>
        </p:nvSpPr>
        <p:spPr>
          <a:xfrm>
            <a:off x="2644075" y="3500463"/>
            <a:ext cx="158626" cy="145153"/>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P</a:t>
            </a:r>
          </a:p>
        </p:txBody>
      </p:sp>
      <p:sp>
        <p:nvSpPr>
          <p:cNvPr id="144" name="Oval 143">
            <a:extLst>
              <a:ext uri="{FF2B5EF4-FFF2-40B4-BE49-F238E27FC236}">
                <a16:creationId xmlns:a16="http://schemas.microsoft.com/office/drawing/2014/main" id="{D8213EC0-27E1-E147-AA23-14F876CE2014}"/>
              </a:ext>
            </a:extLst>
          </p:cNvPr>
          <p:cNvSpPr/>
          <p:nvPr/>
        </p:nvSpPr>
        <p:spPr>
          <a:xfrm>
            <a:off x="2523208" y="3516346"/>
            <a:ext cx="137160" cy="15349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F</a:t>
            </a:r>
          </a:p>
        </p:txBody>
      </p:sp>
      <p:grpSp>
        <p:nvGrpSpPr>
          <p:cNvPr id="145" name="Group 144">
            <a:extLst>
              <a:ext uri="{FF2B5EF4-FFF2-40B4-BE49-F238E27FC236}">
                <a16:creationId xmlns:a16="http://schemas.microsoft.com/office/drawing/2014/main" id="{F55F74E1-854E-754D-8FD5-DB4448830927}"/>
              </a:ext>
            </a:extLst>
          </p:cNvPr>
          <p:cNvGrpSpPr/>
          <p:nvPr/>
        </p:nvGrpSpPr>
        <p:grpSpPr>
          <a:xfrm>
            <a:off x="4955093" y="3387355"/>
            <a:ext cx="411250" cy="193657"/>
            <a:chOff x="6631843" y="3975912"/>
            <a:chExt cx="411250" cy="193657"/>
          </a:xfrm>
        </p:grpSpPr>
        <p:sp>
          <p:nvSpPr>
            <p:cNvPr id="146" name="Oval 145">
              <a:extLst>
                <a:ext uri="{FF2B5EF4-FFF2-40B4-BE49-F238E27FC236}">
                  <a16:creationId xmlns:a16="http://schemas.microsoft.com/office/drawing/2014/main" id="{390AF3E3-8409-D448-8F39-6C2991B8C896}"/>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7" name="Oval 146">
              <a:extLst>
                <a:ext uri="{FF2B5EF4-FFF2-40B4-BE49-F238E27FC236}">
                  <a16:creationId xmlns:a16="http://schemas.microsoft.com/office/drawing/2014/main" id="{3F583CB5-861F-8D42-8333-64B3C4127A16}"/>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8" name="Oval 147">
              <a:extLst>
                <a:ext uri="{FF2B5EF4-FFF2-40B4-BE49-F238E27FC236}">
                  <a16:creationId xmlns:a16="http://schemas.microsoft.com/office/drawing/2014/main" id="{81710A20-6A08-5D4B-BB31-D6CDDCCDE3CD}"/>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49" name="Group 148">
            <a:extLst>
              <a:ext uri="{FF2B5EF4-FFF2-40B4-BE49-F238E27FC236}">
                <a16:creationId xmlns:a16="http://schemas.microsoft.com/office/drawing/2014/main" id="{66FDDC02-8375-D842-9E46-27BB6340D24C}"/>
              </a:ext>
            </a:extLst>
          </p:cNvPr>
          <p:cNvGrpSpPr/>
          <p:nvPr/>
        </p:nvGrpSpPr>
        <p:grpSpPr>
          <a:xfrm>
            <a:off x="1871331" y="3480289"/>
            <a:ext cx="217967" cy="281762"/>
            <a:chOff x="1578937" y="3827721"/>
            <a:chExt cx="217967" cy="281762"/>
          </a:xfrm>
          <a:solidFill>
            <a:schemeClr val="accent2">
              <a:lumMod val="50000"/>
              <a:lumOff val="50000"/>
            </a:schemeClr>
          </a:solidFill>
        </p:grpSpPr>
        <p:sp>
          <p:nvSpPr>
            <p:cNvPr id="150" name="Oval 149">
              <a:extLst>
                <a:ext uri="{FF2B5EF4-FFF2-40B4-BE49-F238E27FC236}">
                  <a16:creationId xmlns:a16="http://schemas.microsoft.com/office/drawing/2014/main" id="{1933338A-A685-8E49-B823-9F96BEE5F973}"/>
                </a:ext>
              </a:extLst>
            </p:cNvPr>
            <p:cNvSpPr/>
            <p:nvPr/>
          </p:nvSpPr>
          <p:spPr>
            <a:xfrm>
              <a:off x="1618809" y="3827721"/>
              <a:ext cx="138223" cy="180753"/>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1" name="Triangle 150">
              <a:extLst>
                <a:ext uri="{FF2B5EF4-FFF2-40B4-BE49-F238E27FC236}">
                  <a16:creationId xmlns:a16="http://schemas.microsoft.com/office/drawing/2014/main" id="{C9CDDAC5-74B5-4347-9960-CC843FE5DC7A}"/>
                </a:ext>
              </a:extLst>
            </p:cNvPr>
            <p:cNvSpPr/>
            <p:nvPr/>
          </p:nvSpPr>
          <p:spPr>
            <a:xfrm>
              <a:off x="1578937" y="3907464"/>
              <a:ext cx="217967" cy="202019"/>
            </a:xfrm>
            <a:prstGeom prst="triangl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52" name="Group 151">
            <a:extLst>
              <a:ext uri="{FF2B5EF4-FFF2-40B4-BE49-F238E27FC236}">
                <a16:creationId xmlns:a16="http://schemas.microsoft.com/office/drawing/2014/main" id="{E4D0D950-971E-F643-AC99-669900C6029F}"/>
              </a:ext>
            </a:extLst>
          </p:cNvPr>
          <p:cNvGrpSpPr/>
          <p:nvPr/>
        </p:nvGrpSpPr>
        <p:grpSpPr>
          <a:xfrm>
            <a:off x="7292625" y="2314674"/>
            <a:ext cx="217967" cy="281762"/>
            <a:chOff x="1578937" y="3827721"/>
            <a:chExt cx="217967" cy="281762"/>
          </a:xfrm>
          <a:solidFill>
            <a:schemeClr val="accent2">
              <a:lumMod val="50000"/>
              <a:lumOff val="50000"/>
            </a:schemeClr>
          </a:solidFill>
        </p:grpSpPr>
        <p:sp>
          <p:nvSpPr>
            <p:cNvPr id="153" name="Oval 152">
              <a:extLst>
                <a:ext uri="{FF2B5EF4-FFF2-40B4-BE49-F238E27FC236}">
                  <a16:creationId xmlns:a16="http://schemas.microsoft.com/office/drawing/2014/main" id="{79057B56-71B5-8E46-854C-BB3F4708DC2E}"/>
                </a:ext>
              </a:extLst>
            </p:cNvPr>
            <p:cNvSpPr/>
            <p:nvPr/>
          </p:nvSpPr>
          <p:spPr>
            <a:xfrm>
              <a:off x="1618809" y="3827721"/>
              <a:ext cx="138223" cy="180753"/>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4" name="Triangle 153">
              <a:extLst>
                <a:ext uri="{FF2B5EF4-FFF2-40B4-BE49-F238E27FC236}">
                  <a16:creationId xmlns:a16="http://schemas.microsoft.com/office/drawing/2014/main" id="{C3D0F67E-6CEA-DB4D-AF64-D54C07245E30}"/>
                </a:ext>
              </a:extLst>
            </p:cNvPr>
            <p:cNvSpPr/>
            <p:nvPr/>
          </p:nvSpPr>
          <p:spPr>
            <a:xfrm>
              <a:off x="1578937" y="3907464"/>
              <a:ext cx="217967" cy="202019"/>
            </a:xfrm>
            <a:prstGeom prst="triangl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55" name="TextBox 154">
            <a:extLst>
              <a:ext uri="{FF2B5EF4-FFF2-40B4-BE49-F238E27FC236}">
                <a16:creationId xmlns:a16="http://schemas.microsoft.com/office/drawing/2014/main" id="{45808AF8-5A51-2443-BBEA-CA3C3745691D}"/>
              </a:ext>
            </a:extLst>
          </p:cNvPr>
          <p:cNvSpPr txBox="1"/>
          <p:nvPr/>
        </p:nvSpPr>
        <p:spPr>
          <a:xfrm>
            <a:off x="7535300" y="2279267"/>
            <a:ext cx="1605306" cy="400110"/>
          </a:xfrm>
          <a:prstGeom prst="rect">
            <a:avLst/>
          </a:prstGeom>
          <a:noFill/>
        </p:spPr>
        <p:txBody>
          <a:bodyPr wrap="square" rtlCol="0">
            <a:spAutoFit/>
          </a:bodyPr>
          <a:lstStyle/>
          <a:p>
            <a:r>
              <a:rPr lang="en-US" sz="1000" dirty="0"/>
              <a:t>Optional pump (or back pressure regulator)</a:t>
            </a:r>
          </a:p>
        </p:txBody>
      </p:sp>
      <p:grpSp>
        <p:nvGrpSpPr>
          <p:cNvPr id="156" name="Group 155">
            <a:extLst>
              <a:ext uri="{FF2B5EF4-FFF2-40B4-BE49-F238E27FC236}">
                <a16:creationId xmlns:a16="http://schemas.microsoft.com/office/drawing/2014/main" id="{1306F56D-2A66-914B-96DA-550853069039}"/>
              </a:ext>
            </a:extLst>
          </p:cNvPr>
          <p:cNvGrpSpPr/>
          <p:nvPr/>
        </p:nvGrpSpPr>
        <p:grpSpPr>
          <a:xfrm>
            <a:off x="6020018" y="3319391"/>
            <a:ext cx="217967" cy="281762"/>
            <a:chOff x="1578937" y="3827721"/>
            <a:chExt cx="217967" cy="281762"/>
          </a:xfrm>
          <a:solidFill>
            <a:schemeClr val="accent2">
              <a:lumMod val="50000"/>
              <a:lumOff val="50000"/>
            </a:schemeClr>
          </a:solidFill>
        </p:grpSpPr>
        <p:sp>
          <p:nvSpPr>
            <p:cNvPr id="157" name="Oval 156">
              <a:extLst>
                <a:ext uri="{FF2B5EF4-FFF2-40B4-BE49-F238E27FC236}">
                  <a16:creationId xmlns:a16="http://schemas.microsoft.com/office/drawing/2014/main" id="{3F040143-ADFB-4248-8F1C-F82337566C67}"/>
                </a:ext>
              </a:extLst>
            </p:cNvPr>
            <p:cNvSpPr/>
            <p:nvPr/>
          </p:nvSpPr>
          <p:spPr>
            <a:xfrm>
              <a:off x="1618809" y="3827721"/>
              <a:ext cx="138223" cy="180753"/>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8" name="Triangle 157">
              <a:extLst>
                <a:ext uri="{FF2B5EF4-FFF2-40B4-BE49-F238E27FC236}">
                  <a16:creationId xmlns:a16="http://schemas.microsoft.com/office/drawing/2014/main" id="{B409598E-17C5-0D46-A374-1275CB7457BA}"/>
                </a:ext>
              </a:extLst>
            </p:cNvPr>
            <p:cNvSpPr/>
            <p:nvPr/>
          </p:nvSpPr>
          <p:spPr>
            <a:xfrm>
              <a:off x="1578937" y="3907464"/>
              <a:ext cx="217967" cy="202019"/>
            </a:xfrm>
            <a:prstGeom prst="triangl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7655671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TRAZENECA" val="TEMPLATE04"/>
</p:tagLst>
</file>

<file path=ppt/tags/tag2.xml><?xml version="1.0" encoding="utf-8"?>
<p:tagLst xmlns:a="http://schemas.openxmlformats.org/drawingml/2006/main" xmlns:r="http://schemas.openxmlformats.org/officeDocument/2006/relationships" xmlns:p="http://schemas.openxmlformats.org/presentationml/2006/main">
  <p:tag name="ASTRAZENECA" val="SMARTART"/>
</p:tagLst>
</file>

<file path=ppt/theme/theme1.xml><?xml version="1.0" encoding="utf-8"?>
<a:theme xmlns:a="http://schemas.openxmlformats.org/drawingml/2006/main" name="AZ Cover Slide Options">
  <a:themeElements>
    <a:clrScheme name="Custom 239">
      <a:dk1>
        <a:srgbClr val="000000"/>
      </a:dk1>
      <a:lt1>
        <a:srgbClr val="FFFFFF"/>
      </a:lt1>
      <a:dk2>
        <a:srgbClr val="830051"/>
      </a:dk2>
      <a:lt2>
        <a:srgbClr val="F0AB00"/>
      </a:lt2>
      <a:accent1>
        <a:srgbClr val="830051"/>
      </a:accent1>
      <a:accent2>
        <a:srgbClr val="003865"/>
      </a:accent2>
      <a:accent3>
        <a:srgbClr val="68D2DF"/>
      </a:accent3>
      <a:accent4>
        <a:srgbClr val="3C1053"/>
      </a:accent4>
      <a:accent5>
        <a:srgbClr val="C4D600"/>
      </a:accent5>
      <a:accent6>
        <a:srgbClr val="3F4444"/>
      </a:accent6>
      <a:hlink>
        <a:srgbClr val="003865"/>
      </a:hlink>
      <a:folHlink>
        <a:srgbClr val="9DB0A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Z_External_16x9_AUG2019" id="{4E3592B0-A59B-4142-96CE-79C493DDFC41}" vid="{2E14A555-39E0-6043-81F6-2A1020966FF9}"/>
    </a:ext>
  </a:extLst>
</a:theme>
</file>

<file path=ppt/theme/theme2.xml><?xml version="1.0" encoding="utf-8"?>
<a:theme xmlns:a="http://schemas.openxmlformats.org/drawingml/2006/main" name="AZ Divider Slide Options">
  <a:themeElements>
    <a:clrScheme name="Custom 203">
      <a:dk1>
        <a:srgbClr val="000000"/>
      </a:dk1>
      <a:lt1>
        <a:srgbClr val="FFFFFF"/>
      </a:lt1>
      <a:dk2>
        <a:srgbClr val="830051"/>
      </a:dk2>
      <a:lt2>
        <a:srgbClr val="F0AB00"/>
      </a:lt2>
      <a:accent1>
        <a:srgbClr val="830051"/>
      </a:accent1>
      <a:accent2>
        <a:srgbClr val="003865"/>
      </a:accent2>
      <a:accent3>
        <a:srgbClr val="68D2DF"/>
      </a:accent3>
      <a:accent4>
        <a:srgbClr val="3C1053"/>
      </a:accent4>
      <a:accent5>
        <a:srgbClr val="C4D600"/>
      </a:accent5>
      <a:accent6>
        <a:srgbClr val="3F4444"/>
      </a:accent6>
      <a:hlink>
        <a:srgbClr val="003865"/>
      </a:hlink>
      <a:folHlink>
        <a:srgbClr val="9DA7A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Z_External_16x9_AUG2019" id="{4E3592B0-A59B-4142-96CE-79C493DDFC41}" vid="{548DD855-D4F5-C140-8E62-5E9C7E83AC73}"/>
    </a:ext>
  </a:extLst>
</a:theme>
</file>

<file path=ppt/theme/theme3.xml><?xml version="1.0" encoding="utf-8"?>
<a:theme xmlns:a="http://schemas.openxmlformats.org/drawingml/2006/main" name="AZ Divider Slide Options - Colours">
  <a:themeElements>
    <a:clrScheme name="Custom 203">
      <a:dk1>
        <a:srgbClr val="000000"/>
      </a:dk1>
      <a:lt1>
        <a:srgbClr val="FFFFFF"/>
      </a:lt1>
      <a:dk2>
        <a:srgbClr val="830051"/>
      </a:dk2>
      <a:lt2>
        <a:srgbClr val="F0AB00"/>
      </a:lt2>
      <a:accent1>
        <a:srgbClr val="830051"/>
      </a:accent1>
      <a:accent2>
        <a:srgbClr val="003865"/>
      </a:accent2>
      <a:accent3>
        <a:srgbClr val="68D2DF"/>
      </a:accent3>
      <a:accent4>
        <a:srgbClr val="3C1053"/>
      </a:accent4>
      <a:accent5>
        <a:srgbClr val="C4D600"/>
      </a:accent5>
      <a:accent6>
        <a:srgbClr val="3F4444"/>
      </a:accent6>
      <a:hlink>
        <a:srgbClr val="003865"/>
      </a:hlink>
      <a:folHlink>
        <a:srgbClr val="9DA7A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Z_External_16x9_AUG2019" id="{4E3592B0-A59B-4142-96CE-79C493DDFC41}" vid="{F859A2E0-7DA1-7646-9600-5BD0D29A3DDD}"/>
    </a:ext>
  </a:extLst>
</a:theme>
</file>

<file path=ppt/theme/theme4.xml><?xml version="1.0" encoding="utf-8"?>
<a:theme xmlns:a="http://schemas.openxmlformats.org/drawingml/2006/main" name="AZ General Master Slide Options">
  <a:themeElements>
    <a:clrScheme name="Custom 203">
      <a:dk1>
        <a:srgbClr val="000000"/>
      </a:dk1>
      <a:lt1>
        <a:srgbClr val="FFFFFF"/>
      </a:lt1>
      <a:dk2>
        <a:srgbClr val="830051"/>
      </a:dk2>
      <a:lt2>
        <a:srgbClr val="F0AB00"/>
      </a:lt2>
      <a:accent1>
        <a:srgbClr val="830051"/>
      </a:accent1>
      <a:accent2>
        <a:srgbClr val="003865"/>
      </a:accent2>
      <a:accent3>
        <a:srgbClr val="68D2DF"/>
      </a:accent3>
      <a:accent4>
        <a:srgbClr val="3C1053"/>
      </a:accent4>
      <a:accent5>
        <a:srgbClr val="C4D600"/>
      </a:accent5>
      <a:accent6>
        <a:srgbClr val="3F4444"/>
      </a:accent6>
      <a:hlink>
        <a:srgbClr val="003865"/>
      </a:hlink>
      <a:folHlink>
        <a:srgbClr val="9DA7A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Z_External_16x9_AUG2019" id="{4E3592B0-A59B-4142-96CE-79C493DDFC41}" vid="{615A65BA-BBA0-B148-8D15-74EA144B5FAF}"/>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E4329FE6390EC4D9AB60D638A227011" ma:contentTypeVersion="15" ma:contentTypeDescription="Create a new document." ma:contentTypeScope="" ma:versionID="6354fcf785cd4d256487ef7121ecdf3c">
  <xsd:schema xmlns:xsd="http://www.w3.org/2001/XMLSchema" xmlns:xs="http://www.w3.org/2001/XMLSchema" xmlns:p="http://schemas.microsoft.com/office/2006/metadata/properties" xmlns:ns3="44a56295-c29e-4898-8136-a54736c65b82" xmlns:ns4="d300a0bd-4cfc-466d-8c27-3f3e3db5e0e2" xmlns:ns5="894b19df-7688-4a9a-9e07-15ee5fcc5493" targetNamespace="http://schemas.microsoft.com/office/2006/metadata/properties" ma:root="true" ma:fieldsID="f9230649aa7be120af05e038d1b41c48" ns3:_="" ns4:_="" ns5:_="">
    <xsd:import namespace="44a56295-c29e-4898-8136-a54736c65b82"/>
    <xsd:import namespace="d300a0bd-4cfc-466d-8c27-3f3e3db5e0e2"/>
    <xsd:import namespace="894b19df-7688-4a9a-9e07-15ee5fcc5493"/>
    <xsd:element name="properties">
      <xsd:complexType>
        <xsd:sequence>
          <xsd:element name="documentManagement">
            <xsd:complexType>
              <xsd:all>
                <xsd:element ref="ns3:Descriptions" minOccurs="0"/>
                <xsd:element ref="ns3:Keyword"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5:SharedWithUsers" minOccurs="0"/>
                <xsd:element ref="ns5:SharedWithDetails" minOccurs="0"/>
                <xsd:element ref="ns5:SharingHintHash" minOccurs="0"/>
                <xsd:element ref="ns4:MediaServiceLocation" minOccurs="0"/>
                <xsd:element ref="ns4:MediaServiceOCR"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a56295-c29e-4898-8136-a54736c65b82" elementFormDefault="qualified">
    <xsd:import namespace="http://schemas.microsoft.com/office/2006/documentManagement/types"/>
    <xsd:import namespace="http://schemas.microsoft.com/office/infopath/2007/PartnerControls"/>
    <xsd:element name="Descriptions" ma:index="8" nillable="true" ma:displayName="Descriptions" ma:description="Describe your document to make it appear at the top of search results" ma:internalName="Descriptions">
      <xsd:simpleType>
        <xsd:restriction base="dms:Note">
          <xsd:maxLength value="255"/>
        </xsd:restriction>
      </xsd:simpleType>
    </xsd:element>
    <xsd:element name="Keyword" ma:index="9" nillable="true" ma:displayName="Keyword" ma:description="Enter list of terms separated by semi-colon(;)" ma:internalName="Keyword">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300a0bd-4cfc-466d-8c27-3f3e3db5e0e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94b19df-7688-4a9a-9e07-15ee5fcc5493"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Keyword xmlns="44a56295-c29e-4898-8136-a54736c65b82" xsi:nil="true"/>
    <Descriptions xmlns="44a56295-c29e-4898-8136-a54736c65b82" xsi:nil="true"/>
  </documentManagement>
</p:properties>
</file>

<file path=customXml/item3.xml><?xml version="1.0" encoding="utf-8"?>
<?mso-contentType ?>
<SharedContentType xmlns="Microsoft.SharePoint.Taxonomy.ContentTypeSync" SourceId="1ee89e71-04cd-405e-9ca3-99e020c1694d" ContentTypeId="0x0101" PreviousValue="false"/>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9741D3B-E56D-4055-9E4C-7BA144C065F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a56295-c29e-4898-8136-a54736c65b82"/>
    <ds:schemaRef ds:uri="d300a0bd-4cfc-466d-8c27-3f3e3db5e0e2"/>
    <ds:schemaRef ds:uri="894b19df-7688-4a9a-9e07-15ee5fcc549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6C4B194-6AED-4EB9-AAF8-3EA879A21719}">
  <ds:schemaRefs>
    <ds:schemaRef ds:uri="http://schemas.openxmlformats.org/package/2006/metadata/core-properties"/>
    <ds:schemaRef ds:uri="d300a0bd-4cfc-466d-8c27-3f3e3db5e0e2"/>
    <ds:schemaRef ds:uri="894b19df-7688-4a9a-9e07-15ee5fcc5493"/>
    <ds:schemaRef ds:uri="http://purl.org/dc/elements/1.1/"/>
    <ds:schemaRef ds:uri="http://purl.org/dc/terms/"/>
    <ds:schemaRef ds:uri="http://schemas.microsoft.com/office/2006/documentManagement/types"/>
    <ds:schemaRef ds:uri="http://schemas.microsoft.com/office/2006/metadata/properties"/>
    <ds:schemaRef ds:uri="http://www.w3.org/XML/1998/namespace"/>
    <ds:schemaRef ds:uri="http://purl.org/dc/dcmitype/"/>
    <ds:schemaRef ds:uri="http://schemas.microsoft.com/office/infopath/2007/PartnerControls"/>
    <ds:schemaRef ds:uri="44a56295-c29e-4898-8136-a54736c65b82"/>
  </ds:schemaRefs>
</ds:datastoreItem>
</file>

<file path=customXml/itemProps3.xml><?xml version="1.0" encoding="utf-8"?>
<ds:datastoreItem xmlns:ds="http://schemas.openxmlformats.org/officeDocument/2006/customXml" ds:itemID="{0806EBE9-B777-486F-91C5-BDD76DC6B095}">
  <ds:schemaRefs>
    <ds:schemaRef ds:uri="Microsoft.SharePoint.Taxonomy.ContentTypeSync"/>
  </ds:schemaRefs>
</ds:datastoreItem>
</file>

<file path=customXml/itemProps4.xml><?xml version="1.0" encoding="utf-8"?>
<ds:datastoreItem xmlns:ds="http://schemas.openxmlformats.org/officeDocument/2006/customXml" ds:itemID="{97A329C4-3ADB-4121-86BB-24F2FFE9F81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AZ External Template 16x9</Template>
  <TotalTime>26045</TotalTime>
  <Words>545</Words>
  <Application>Microsoft Macintosh PowerPoint</Application>
  <PresentationFormat>On-screen Show (16:9)</PresentationFormat>
  <Paragraphs>213</Paragraphs>
  <Slides>8</Slides>
  <Notes>6</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8</vt:i4>
      </vt:variant>
    </vt:vector>
  </HeadingPairs>
  <TitlesOfParts>
    <vt:vector size="15" baseType="lpstr">
      <vt:lpstr>Arial</vt:lpstr>
      <vt:lpstr>Calibri</vt:lpstr>
      <vt:lpstr>Cambria Math</vt:lpstr>
      <vt:lpstr>AZ Cover Slide Options</vt:lpstr>
      <vt:lpstr>AZ Divider Slide Options</vt:lpstr>
      <vt:lpstr>AZ Divider Slide Options - Colours</vt:lpstr>
      <vt:lpstr>AZ General Master Slide Options</vt:lpstr>
      <vt:lpstr>Figures and tables for Design Basis for Common Framework</vt:lpstr>
      <vt:lpstr>Figure 1: Design basis for ICB for 0.5-40kg/day </vt:lpstr>
      <vt:lpstr>Figure 2: TFF Design</vt:lpstr>
      <vt:lpstr>Figure 3: Two Column Skid</vt:lpstr>
      <vt:lpstr>Figure 4: Virus Inactivation Skid for Batch or Continuous</vt:lpstr>
      <vt:lpstr>Figure 5A</vt:lpstr>
      <vt:lpstr>Figure 5B: SPTFF, ILDF</vt:lpstr>
      <vt:lpstr>Figure 5B: SPTFF, ILDF for NIIMBL Test Bed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Industry Consensus Next Generation Manufacturing Framework: from entry level to advanced processing</dc:title>
  <dc:creator>Coffman, Jon</dc:creator>
  <cp:keywords>16:9</cp:keywords>
  <dc:description>v1.0</dc:description>
  <cp:lastModifiedBy>Coffman, Jon</cp:lastModifiedBy>
  <cp:revision>223</cp:revision>
  <cp:lastPrinted>2018-03-07T14:46:57Z</cp:lastPrinted>
  <dcterms:created xsi:type="dcterms:W3CDTF">2020-02-25T13:25:27Z</dcterms:created>
  <dcterms:modified xsi:type="dcterms:W3CDTF">2020-09-22T21:41:29Z</dcterms:modified>
  <cp:category>Template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ient">
    <vt:lpwstr>AstraZeneca</vt:lpwstr>
  </property>
  <property fmtid="{D5CDD505-2E9C-101B-9397-08002B2CF9AE}" pid="3" name="Language">
    <vt:lpwstr>English (UK)</vt:lpwstr>
  </property>
  <property fmtid="{D5CDD505-2E9C-101B-9397-08002B2CF9AE}" pid="4" name="Owner">
    <vt:lpwstr>P L Kessler</vt:lpwstr>
  </property>
  <property fmtid="{D5CDD505-2E9C-101B-9397-08002B2CF9AE}" pid="5" name="Project">
    <vt:lpwstr>The Chase</vt:lpwstr>
  </property>
  <property fmtid="{D5CDD505-2E9C-101B-9397-08002B2CF9AE}" pid="6" name="Publisher">
    <vt:lpwstr>Kessler Associates</vt:lpwstr>
  </property>
  <property fmtid="{D5CDD505-2E9C-101B-9397-08002B2CF9AE}" pid="7" name="ContentTypeId">
    <vt:lpwstr>0x0101003E4329FE6390EC4D9AB60D638A227011</vt:lpwstr>
  </property>
</Properties>
</file>