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5"/>
  </p:sldMasterIdLst>
  <p:sldIdLst>
    <p:sldId id="256" r:id="rId6"/>
  </p:sldIdLst>
  <p:sldSz cx="21945600" cy="32918400"/>
  <p:notesSz cx="6858000" cy="9144000"/>
  <p:defaultTextStyle>
    <a:defPPr>
      <a:defRPr lang="en-US"/>
    </a:defPPr>
    <a:lvl1pPr marL="0" algn="l" defTabSz="2633472" rtl="0" eaLnBrk="1" latinLnBrk="0" hangingPunct="1">
      <a:defRPr sz="5184" kern="1200">
        <a:solidFill>
          <a:schemeClr val="tx1"/>
        </a:solidFill>
        <a:latin typeface="+mn-lt"/>
        <a:ea typeface="+mn-ea"/>
        <a:cs typeface="+mn-cs"/>
      </a:defRPr>
    </a:lvl1pPr>
    <a:lvl2pPr marL="1316736" algn="l" defTabSz="2633472" rtl="0" eaLnBrk="1" latinLnBrk="0" hangingPunct="1">
      <a:defRPr sz="5184" kern="1200">
        <a:solidFill>
          <a:schemeClr val="tx1"/>
        </a:solidFill>
        <a:latin typeface="+mn-lt"/>
        <a:ea typeface="+mn-ea"/>
        <a:cs typeface="+mn-cs"/>
      </a:defRPr>
    </a:lvl2pPr>
    <a:lvl3pPr marL="2633472" algn="l" defTabSz="2633472" rtl="0" eaLnBrk="1" latinLnBrk="0" hangingPunct="1">
      <a:defRPr sz="5184" kern="1200">
        <a:solidFill>
          <a:schemeClr val="tx1"/>
        </a:solidFill>
        <a:latin typeface="+mn-lt"/>
        <a:ea typeface="+mn-ea"/>
        <a:cs typeface="+mn-cs"/>
      </a:defRPr>
    </a:lvl3pPr>
    <a:lvl4pPr marL="3950208" algn="l" defTabSz="2633472" rtl="0" eaLnBrk="1" latinLnBrk="0" hangingPunct="1">
      <a:defRPr sz="5184" kern="1200">
        <a:solidFill>
          <a:schemeClr val="tx1"/>
        </a:solidFill>
        <a:latin typeface="+mn-lt"/>
        <a:ea typeface="+mn-ea"/>
        <a:cs typeface="+mn-cs"/>
      </a:defRPr>
    </a:lvl4pPr>
    <a:lvl5pPr marL="5266944" algn="l" defTabSz="2633472" rtl="0" eaLnBrk="1" latinLnBrk="0" hangingPunct="1">
      <a:defRPr sz="5184" kern="1200">
        <a:solidFill>
          <a:schemeClr val="tx1"/>
        </a:solidFill>
        <a:latin typeface="+mn-lt"/>
        <a:ea typeface="+mn-ea"/>
        <a:cs typeface="+mn-cs"/>
      </a:defRPr>
    </a:lvl5pPr>
    <a:lvl6pPr marL="6583680" algn="l" defTabSz="2633472" rtl="0" eaLnBrk="1" latinLnBrk="0" hangingPunct="1">
      <a:defRPr sz="5184" kern="1200">
        <a:solidFill>
          <a:schemeClr val="tx1"/>
        </a:solidFill>
        <a:latin typeface="+mn-lt"/>
        <a:ea typeface="+mn-ea"/>
        <a:cs typeface="+mn-cs"/>
      </a:defRPr>
    </a:lvl6pPr>
    <a:lvl7pPr marL="7900416" algn="l" defTabSz="2633472" rtl="0" eaLnBrk="1" latinLnBrk="0" hangingPunct="1">
      <a:defRPr sz="5184" kern="1200">
        <a:solidFill>
          <a:schemeClr val="tx1"/>
        </a:solidFill>
        <a:latin typeface="+mn-lt"/>
        <a:ea typeface="+mn-ea"/>
        <a:cs typeface="+mn-cs"/>
      </a:defRPr>
    </a:lvl7pPr>
    <a:lvl8pPr marL="9217152" algn="l" defTabSz="2633472" rtl="0" eaLnBrk="1" latinLnBrk="0" hangingPunct="1">
      <a:defRPr sz="5184" kern="1200">
        <a:solidFill>
          <a:schemeClr val="tx1"/>
        </a:solidFill>
        <a:latin typeface="+mn-lt"/>
        <a:ea typeface="+mn-ea"/>
        <a:cs typeface="+mn-cs"/>
      </a:defRPr>
    </a:lvl8pPr>
    <a:lvl9pPr marL="10533888" algn="l" defTabSz="2633472" rtl="0" eaLnBrk="1" latinLnBrk="0" hangingPunct="1">
      <a:defRPr sz="5184"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92" autoAdjust="0"/>
    <p:restoredTop sz="94660"/>
  </p:normalViewPr>
  <p:slideViewPr>
    <p:cSldViewPr snapToGrid="0">
      <p:cViewPr>
        <p:scale>
          <a:sx n="50" d="100"/>
          <a:sy n="50" d="100"/>
        </p:scale>
        <p:origin x="1522" y="2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5" Type="http://schemas.openxmlformats.org/officeDocument/2006/relationships/slideMaster" Target="slideMasters/slideMaster1.xml"/><Relationship Id="rId10"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arnoldl\Desktop\SamplingPlan_2016DemoRun1_2.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1" Type="http://schemas.openxmlformats.org/officeDocument/2006/relationships/oleObject" Target="file:///\\USMD1Home\arnoldl\CAP%20Lab\201611_Data\pH%20Trends%2029Nov16.xls"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cap="all" spc="120" normalizeH="0" baseline="0">
                <a:solidFill>
                  <a:schemeClr val="tx1">
                    <a:lumMod val="65000"/>
                    <a:lumOff val="35000"/>
                  </a:schemeClr>
                </a:solidFill>
                <a:latin typeface="+mn-lt"/>
                <a:ea typeface="+mn-ea"/>
                <a:cs typeface="+mn-cs"/>
              </a:defRPr>
            </a:pPr>
            <a:r>
              <a:rPr lang="en-US" dirty="0"/>
              <a:t>Titer over</a:t>
            </a:r>
            <a:r>
              <a:rPr lang="en-US" baseline="0" dirty="0"/>
              <a:t> Time</a:t>
            </a:r>
            <a:endParaRPr lang="en-US" dirty="0"/>
          </a:p>
        </c:rich>
      </c:tx>
      <c:layout>
        <c:manualLayout>
          <c:xMode val="edge"/>
          <c:yMode val="edge"/>
          <c:x val="0.59048010293104081"/>
          <c:y val="3.6640142232993077E-2"/>
        </c:manualLayout>
      </c:layout>
      <c:overlay val="1"/>
      <c:spPr>
        <a:noFill/>
        <a:ln>
          <a:noFill/>
        </a:ln>
        <a:effectLst/>
      </c:spPr>
      <c:txPr>
        <a:bodyPr rot="0" spcFirstLastPara="1" vertOverflow="ellipsis" vert="horz" wrap="square" anchor="ctr" anchorCtr="1"/>
        <a:lstStyle/>
        <a:p>
          <a:pPr>
            <a:defRPr sz="1600" b="1" i="0" u="none" strike="noStrike" kern="1200" cap="all" spc="120" normalizeH="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spPr>
            <a:ln w="22225" cap="rnd">
              <a:solidFill>
                <a:schemeClr val="accent1"/>
              </a:solidFill>
              <a:round/>
            </a:ln>
            <a:effectLst/>
          </c:spPr>
          <c:marker>
            <c:symbol val="diamond"/>
            <c:size val="6"/>
            <c:spPr>
              <a:solidFill>
                <a:schemeClr val="accent1"/>
              </a:solidFill>
              <a:ln w="9525">
                <a:solidFill>
                  <a:schemeClr val="accent1"/>
                </a:solidFill>
                <a:round/>
              </a:ln>
              <a:effectLst/>
            </c:spPr>
          </c:marker>
          <c:xVal>
            <c:numRef>
              <c:f>Sheet1!$F$7:$F$18</c:f>
              <c:numCache>
                <c:formatCode>General</c:formatCode>
                <c:ptCount val="12"/>
                <c:pt idx="0">
                  <c:v>5.698611111</c:v>
                </c:pt>
                <c:pt idx="1">
                  <c:v>6.6979166670000003</c:v>
                </c:pt>
                <c:pt idx="2">
                  <c:v>7.7090277780000003</c:v>
                </c:pt>
                <c:pt idx="3">
                  <c:v>8.6812500000000004</c:v>
                </c:pt>
                <c:pt idx="4">
                  <c:v>9.7152777780000008</c:v>
                </c:pt>
                <c:pt idx="5">
                  <c:v>10.695833329999999</c:v>
                </c:pt>
                <c:pt idx="6">
                  <c:v>11.69444444</c:v>
                </c:pt>
                <c:pt idx="7">
                  <c:v>12.69166667</c:v>
                </c:pt>
                <c:pt idx="8">
                  <c:v>13.69236111</c:v>
                </c:pt>
                <c:pt idx="9">
                  <c:v>14.835416670000001</c:v>
                </c:pt>
                <c:pt idx="10">
                  <c:v>16</c:v>
                </c:pt>
                <c:pt idx="11">
                  <c:v>17</c:v>
                </c:pt>
              </c:numCache>
            </c:numRef>
          </c:xVal>
          <c:yVal>
            <c:numRef>
              <c:f>Sheet1!$G$7:$G$18</c:f>
              <c:numCache>
                <c:formatCode>General</c:formatCode>
                <c:ptCount val="12"/>
                <c:pt idx="0">
                  <c:v>1012.614</c:v>
                </c:pt>
                <c:pt idx="1">
                  <c:v>1025.153</c:v>
                </c:pt>
                <c:pt idx="2">
                  <c:v>1232.7049999999999</c:v>
                </c:pt>
                <c:pt idx="3">
                  <c:v>1280.5840000000001</c:v>
                </c:pt>
                <c:pt idx="4">
                  <c:v>1154.752</c:v>
                </c:pt>
                <c:pt idx="5">
                  <c:v>1160.6030000000001</c:v>
                </c:pt>
                <c:pt idx="6">
                  <c:v>1358.588</c:v>
                </c:pt>
                <c:pt idx="7">
                  <c:v>1457.67</c:v>
                </c:pt>
                <c:pt idx="8">
                  <c:v>1466.9780000000001</c:v>
                </c:pt>
                <c:pt idx="9">
                  <c:v>1531.981</c:v>
                </c:pt>
                <c:pt idx="10">
                  <c:v>1550</c:v>
                </c:pt>
                <c:pt idx="11">
                  <c:v>1590</c:v>
                </c:pt>
              </c:numCache>
            </c:numRef>
          </c:yVal>
          <c:smooth val="0"/>
          <c:extLst>
            <c:ext xmlns:c16="http://schemas.microsoft.com/office/drawing/2014/chart" uri="{C3380CC4-5D6E-409C-BE32-E72D297353CC}">
              <c16:uniqueId val="{00000000-868E-4B5F-8585-C6DEA2E137E0}"/>
            </c:ext>
          </c:extLst>
        </c:ser>
        <c:dLbls>
          <c:showLegendKey val="0"/>
          <c:showVal val="0"/>
          <c:showCatName val="0"/>
          <c:showSerName val="0"/>
          <c:showPercent val="0"/>
          <c:showBubbleSize val="0"/>
        </c:dLbls>
        <c:axId val="176364008"/>
        <c:axId val="176433024"/>
      </c:scatterChart>
      <c:valAx>
        <c:axId val="176364008"/>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600" b="0" i="0" u="none" strike="noStrike" kern="1200" cap="all" baseline="0">
                    <a:solidFill>
                      <a:schemeClr val="tx1">
                        <a:lumMod val="65000"/>
                        <a:lumOff val="35000"/>
                      </a:schemeClr>
                    </a:solidFill>
                    <a:latin typeface="+mn-lt"/>
                    <a:ea typeface="+mn-ea"/>
                    <a:cs typeface="+mn-cs"/>
                  </a:defRPr>
                </a:pPr>
                <a:r>
                  <a:rPr lang="en-US" sz="1600"/>
                  <a:t>Elapsed Culture Time (Days)</a:t>
                </a:r>
              </a:p>
            </c:rich>
          </c:tx>
          <c:overlay val="0"/>
          <c:spPr>
            <a:noFill/>
            <a:ln>
              <a:noFill/>
            </a:ln>
            <a:effectLst/>
          </c:spPr>
          <c:txPr>
            <a:bodyPr rot="0" spcFirstLastPara="1" vertOverflow="ellipsis" vert="horz" wrap="square" anchor="ctr" anchorCtr="1"/>
            <a:lstStyle/>
            <a:p>
              <a:pPr>
                <a:defRPr sz="1600" b="0" i="0" u="none" strike="noStrike" kern="1200" cap="all"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cap="all" spc="120" normalizeH="0" baseline="0">
                <a:solidFill>
                  <a:schemeClr val="tx1">
                    <a:lumMod val="65000"/>
                    <a:lumOff val="35000"/>
                  </a:schemeClr>
                </a:solidFill>
                <a:latin typeface="+mn-lt"/>
                <a:ea typeface="+mn-ea"/>
                <a:cs typeface="+mn-cs"/>
              </a:defRPr>
            </a:pPr>
            <a:endParaRPr lang="en-US"/>
          </a:p>
        </c:txPr>
        <c:crossAx val="176433024"/>
        <c:crosses val="autoZero"/>
        <c:crossBetween val="midCat"/>
      </c:valAx>
      <c:valAx>
        <c:axId val="176433024"/>
        <c:scaling>
          <c:orientation val="minMax"/>
          <c:max val="2000"/>
        </c:scaling>
        <c:delete val="0"/>
        <c:axPos val="l"/>
        <c:title>
          <c:tx>
            <c:rich>
              <a:bodyPr rot="-5400000" spcFirstLastPara="1" vertOverflow="ellipsis" vert="horz" wrap="square" anchor="ctr" anchorCtr="1"/>
              <a:lstStyle/>
              <a:p>
                <a:pPr>
                  <a:defRPr sz="1400" b="0" i="0" u="none" strike="noStrike" kern="1200" cap="all" baseline="0">
                    <a:solidFill>
                      <a:schemeClr val="tx1">
                        <a:lumMod val="65000"/>
                        <a:lumOff val="35000"/>
                      </a:schemeClr>
                    </a:solidFill>
                    <a:latin typeface="+mn-lt"/>
                    <a:ea typeface="+mn-ea"/>
                    <a:cs typeface="+mn-cs"/>
                  </a:defRPr>
                </a:pPr>
                <a:r>
                  <a:rPr lang="en-US" sz="1400"/>
                  <a:t>mAb Concentration (mg/L)</a:t>
                </a:r>
              </a:p>
            </c:rich>
          </c:tx>
          <c:overlay val="0"/>
          <c:spPr>
            <a:noFill/>
            <a:ln>
              <a:noFill/>
            </a:ln>
            <a:effectLst/>
          </c:spPr>
          <c:txPr>
            <a:bodyPr rot="-5400000" spcFirstLastPara="1" vertOverflow="ellipsis" vert="horz" wrap="square" anchor="ctr" anchorCtr="1"/>
            <a:lstStyle/>
            <a:p>
              <a:pPr>
                <a:defRPr sz="1400" b="0" i="0" u="none" strike="noStrike" kern="1200" cap="all"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6364008"/>
        <c:crosses val="autoZero"/>
        <c:crossBetween val="midCat"/>
        <c:majorUnit val="500"/>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US" b="1"/>
              <a:t>Aggregate in Protein A Elution Pool</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spPr>
            <a:ln w="25400" cap="rnd">
              <a:noFill/>
              <a:round/>
            </a:ln>
            <a:effectLst/>
          </c:spPr>
          <c:marker>
            <c:symbol val="circle"/>
            <c:size val="5"/>
            <c:spPr>
              <a:solidFill>
                <a:schemeClr val="accent1"/>
              </a:solidFill>
              <a:ln w="9525">
                <a:solidFill>
                  <a:schemeClr val="accent1"/>
                </a:solidFill>
              </a:ln>
              <a:effectLst/>
            </c:spPr>
          </c:marker>
          <c:xVal>
            <c:numRef>
              <c:f>'Protein A Prod'!$A$5:$A$26</c:f>
              <c:numCache>
                <c:formatCode>General</c:formatCode>
                <c:ptCount val="22"/>
                <c:pt idx="0">
                  <c:v>0</c:v>
                </c:pt>
                <c:pt idx="1">
                  <c:v>0.5</c:v>
                </c:pt>
                <c:pt idx="2">
                  <c:v>1</c:v>
                </c:pt>
                <c:pt idx="3">
                  <c:v>1.5</c:v>
                </c:pt>
                <c:pt idx="4">
                  <c:v>2</c:v>
                </c:pt>
                <c:pt idx="5">
                  <c:v>2.5</c:v>
                </c:pt>
                <c:pt idx="6">
                  <c:v>3</c:v>
                </c:pt>
                <c:pt idx="7">
                  <c:v>3.5</c:v>
                </c:pt>
                <c:pt idx="8">
                  <c:v>4</c:v>
                </c:pt>
                <c:pt idx="9">
                  <c:v>4.5</c:v>
                </c:pt>
                <c:pt idx="10">
                  <c:v>5</c:v>
                </c:pt>
                <c:pt idx="11">
                  <c:v>5.5</c:v>
                </c:pt>
                <c:pt idx="12">
                  <c:v>6</c:v>
                </c:pt>
                <c:pt idx="13">
                  <c:v>6.5</c:v>
                </c:pt>
                <c:pt idx="14">
                  <c:v>7</c:v>
                </c:pt>
                <c:pt idx="15">
                  <c:v>7.5</c:v>
                </c:pt>
                <c:pt idx="16">
                  <c:v>8</c:v>
                </c:pt>
                <c:pt idx="17">
                  <c:v>8.5</c:v>
                </c:pt>
                <c:pt idx="18">
                  <c:v>9</c:v>
                </c:pt>
                <c:pt idx="19">
                  <c:v>9.5</c:v>
                </c:pt>
                <c:pt idx="20">
                  <c:v>10</c:v>
                </c:pt>
                <c:pt idx="21">
                  <c:v>10.5</c:v>
                </c:pt>
              </c:numCache>
            </c:numRef>
          </c:xVal>
          <c:yVal>
            <c:numRef>
              <c:f>'Protein A Prod'!$N$5:$N$26</c:f>
              <c:numCache>
                <c:formatCode>General</c:formatCode>
                <c:ptCount val="22"/>
                <c:pt idx="0">
                  <c:v>97.159199999999998</c:v>
                </c:pt>
                <c:pt idx="1">
                  <c:v>97.165499999999994</c:v>
                </c:pt>
                <c:pt idx="2">
                  <c:v>97.096500000000006</c:v>
                </c:pt>
                <c:pt idx="3">
                  <c:v>97.126199999999997</c:v>
                </c:pt>
                <c:pt idx="4">
                  <c:v>97.079599999999999</c:v>
                </c:pt>
                <c:pt idx="5">
                  <c:v>97.116600000000005</c:v>
                </c:pt>
                <c:pt idx="6">
                  <c:v>97.100200000000001</c:v>
                </c:pt>
                <c:pt idx="7">
                  <c:v>97.138000000000005</c:v>
                </c:pt>
                <c:pt idx="8">
                  <c:v>97.103899999999996</c:v>
                </c:pt>
                <c:pt idx="15">
                  <c:v>97.546599999999998</c:v>
                </c:pt>
                <c:pt idx="16">
                  <c:v>97.447209999999998</c:v>
                </c:pt>
                <c:pt idx="17">
                  <c:v>97.530699999999996</c:v>
                </c:pt>
                <c:pt idx="18">
                  <c:v>97.560900000000004</c:v>
                </c:pt>
                <c:pt idx="19">
                  <c:v>97.654799999999994</c:v>
                </c:pt>
                <c:pt idx="20">
                  <c:v>97.606700000000004</c:v>
                </c:pt>
                <c:pt idx="21">
                  <c:v>97.626499999999993</c:v>
                </c:pt>
              </c:numCache>
            </c:numRef>
          </c:yVal>
          <c:smooth val="0"/>
          <c:extLst>
            <c:ext xmlns:c16="http://schemas.microsoft.com/office/drawing/2014/chart" uri="{C3380CC4-5D6E-409C-BE32-E72D297353CC}">
              <c16:uniqueId val="{00000000-6D58-4910-B7C7-D83B0568BDBA}"/>
            </c:ext>
          </c:extLst>
        </c:ser>
        <c:dLbls>
          <c:showLegendKey val="0"/>
          <c:showVal val="0"/>
          <c:showCatName val="0"/>
          <c:showSerName val="0"/>
          <c:showPercent val="0"/>
          <c:showBubbleSize val="0"/>
        </c:dLbls>
        <c:axId val="176475912"/>
        <c:axId val="176688416"/>
      </c:scatterChart>
      <c:valAx>
        <c:axId val="176475912"/>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en-US" sz="1200"/>
                  <a:t>Days</a:t>
                </a:r>
              </a:p>
            </c:rich>
          </c:tx>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6688416"/>
        <c:crosses val="autoZero"/>
        <c:crossBetween val="midCat"/>
      </c:valAx>
      <c:valAx>
        <c:axId val="176688416"/>
        <c:scaling>
          <c:orientation val="minMax"/>
          <c:max val="100"/>
          <c:min val="95"/>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en-US" sz="1200"/>
                  <a:t>% Monomer</a:t>
                </a:r>
              </a:p>
            </c:rich>
          </c:tx>
          <c:overlay val="0"/>
          <c:spPr>
            <a:noFill/>
            <a:ln>
              <a:noFill/>
            </a:ln>
            <a:effectLst/>
          </c:spPr>
          <c:txPr>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6475912"/>
        <c:crosses val="autoZero"/>
        <c:crossBetween val="midCat"/>
        <c:majorUnit val="1"/>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smoothMarker"/>
        <c:varyColors val="0"/>
        <c:ser>
          <c:idx val="2"/>
          <c:order val="0"/>
          <c:tx>
            <c:strRef>
              <c:f>'Instrument 2'!$O$1</c:f>
              <c:strCache>
                <c:ptCount val="1"/>
                <c:pt idx="0">
                  <c:v>Acid Min</c:v>
                </c:pt>
              </c:strCache>
            </c:strRef>
          </c:tx>
          <c:spPr>
            <a:ln>
              <a:solidFill>
                <a:srgbClr val="C00000"/>
              </a:solidFill>
              <a:prstDash val="dash"/>
            </a:ln>
          </c:spPr>
          <c:marker>
            <c:symbol val="none"/>
          </c:marker>
          <c:xVal>
            <c:numRef>
              <c:f>'Instrument 2'!$N$2:$N$3</c:f>
              <c:numCache>
                <c:formatCode>General</c:formatCode>
                <c:ptCount val="2"/>
                <c:pt idx="0">
                  <c:v>0</c:v>
                </c:pt>
                <c:pt idx="1">
                  <c:v>7</c:v>
                </c:pt>
              </c:numCache>
            </c:numRef>
          </c:xVal>
          <c:yVal>
            <c:numRef>
              <c:f>'Instrument 2'!$O$2:$O$3</c:f>
              <c:numCache>
                <c:formatCode>General</c:formatCode>
                <c:ptCount val="2"/>
                <c:pt idx="0">
                  <c:v>3.4</c:v>
                </c:pt>
                <c:pt idx="1">
                  <c:v>3.4</c:v>
                </c:pt>
              </c:numCache>
            </c:numRef>
          </c:yVal>
          <c:smooth val="1"/>
          <c:extLst>
            <c:ext xmlns:c16="http://schemas.microsoft.com/office/drawing/2014/chart" uri="{C3380CC4-5D6E-409C-BE32-E72D297353CC}">
              <c16:uniqueId val="{00000000-B04C-4604-A599-C5FB713AD420}"/>
            </c:ext>
          </c:extLst>
        </c:ser>
        <c:ser>
          <c:idx val="3"/>
          <c:order val="1"/>
          <c:tx>
            <c:strRef>
              <c:f>'Instrument 2'!$P$1</c:f>
              <c:strCache>
                <c:ptCount val="1"/>
                <c:pt idx="0">
                  <c:v>Acid Max</c:v>
                </c:pt>
              </c:strCache>
            </c:strRef>
          </c:tx>
          <c:spPr>
            <a:ln>
              <a:solidFill>
                <a:srgbClr val="C00000"/>
              </a:solidFill>
              <a:prstDash val="dash"/>
            </a:ln>
          </c:spPr>
          <c:marker>
            <c:symbol val="none"/>
          </c:marker>
          <c:xVal>
            <c:numRef>
              <c:f>'Instrument 2'!$N$2:$N$3</c:f>
              <c:numCache>
                <c:formatCode>General</c:formatCode>
                <c:ptCount val="2"/>
                <c:pt idx="0">
                  <c:v>0</c:v>
                </c:pt>
                <c:pt idx="1">
                  <c:v>7</c:v>
                </c:pt>
              </c:numCache>
            </c:numRef>
          </c:xVal>
          <c:yVal>
            <c:numRef>
              <c:f>'Instrument 2'!$P$2:$P$3</c:f>
              <c:numCache>
                <c:formatCode>General</c:formatCode>
                <c:ptCount val="2"/>
                <c:pt idx="0">
                  <c:v>3.6</c:v>
                </c:pt>
                <c:pt idx="1">
                  <c:v>3.6</c:v>
                </c:pt>
              </c:numCache>
            </c:numRef>
          </c:yVal>
          <c:smooth val="1"/>
          <c:extLst>
            <c:ext xmlns:c16="http://schemas.microsoft.com/office/drawing/2014/chart" uri="{C3380CC4-5D6E-409C-BE32-E72D297353CC}">
              <c16:uniqueId val="{00000001-B04C-4604-A599-C5FB713AD420}"/>
            </c:ext>
          </c:extLst>
        </c:ser>
        <c:ser>
          <c:idx val="4"/>
          <c:order val="2"/>
          <c:tx>
            <c:strRef>
              <c:f>'Instrument 2'!$Q$1</c:f>
              <c:strCache>
                <c:ptCount val="1"/>
                <c:pt idx="0">
                  <c:v>Neutralization Min</c:v>
                </c:pt>
              </c:strCache>
            </c:strRef>
          </c:tx>
          <c:spPr>
            <a:ln>
              <a:solidFill>
                <a:srgbClr val="C00000"/>
              </a:solidFill>
              <a:prstDash val="dash"/>
            </a:ln>
          </c:spPr>
          <c:marker>
            <c:symbol val="none"/>
          </c:marker>
          <c:xVal>
            <c:numRef>
              <c:f>'Instrument 2'!$N$2:$N$3</c:f>
              <c:numCache>
                <c:formatCode>General</c:formatCode>
                <c:ptCount val="2"/>
                <c:pt idx="0">
                  <c:v>0</c:v>
                </c:pt>
                <c:pt idx="1">
                  <c:v>7</c:v>
                </c:pt>
              </c:numCache>
            </c:numRef>
          </c:xVal>
          <c:yVal>
            <c:numRef>
              <c:f>'Instrument 2'!$Q$2:$Q$3</c:f>
              <c:numCache>
                <c:formatCode>General</c:formatCode>
                <c:ptCount val="2"/>
                <c:pt idx="0">
                  <c:v>7.2</c:v>
                </c:pt>
                <c:pt idx="1">
                  <c:v>7.2</c:v>
                </c:pt>
              </c:numCache>
            </c:numRef>
          </c:yVal>
          <c:smooth val="1"/>
          <c:extLst>
            <c:ext xmlns:c16="http://schemas.microsoft.com/office/drawing/2014/chart" uri="{C3380CC4-5D6E-409C-BE32-E72D297353CC}">
              <c16:uniqueId val="{00000002-B04C-4604-A599-C5FB713AD420}"/>
            </c:ext>
          </c:extLst>
        </c:ser>
        <c:ser>
          <c:idx val="5"/>
          <c:order val="3"/>
          <c:tx>
            <c:strRef>
              <c:f>'Instrument 2'!$R$1</c:f>
              <c:strCache>
                <c:ptCount val="1"/>
                <c:pt idx="0">
                  <c:v>NeutralizationMax</c:v>
                </c:pt>
              </c:strCache>
            </c:strRef>
          </c:tx>
          <c:spPr>
            <a:ln>
              <a:solidFill>
                <a:srgbClr val="C00000"/>
              </a:solidFill>
              <a:prstDash val="dash"/>
            </a:ln>
          </c:spPr>
          <c:marker>
            <c:symbol val="none"/>
          </c:marker>
          <c:xVal>
            <c:numRef>
              <c:f>'Instrument 2'!$N$2:$N$3</c:f>
              <c:numCache>
                <c:formatCode>General</c:formatCode>
                <c:ptCount val="2"/>
                <c:pt idx="0">
                  <c:v>0</c:v>
                </c:pt>
                <c:pt idx="1">
                  <c:v>7</c:v>
                </c:pt>
              </c:numCache>
            </c:numRef>
          </c:xVal>
          <c:yVal>
            <c:numRef>
              <c:f>'Instrument 2'!$R$2:$R$3</c:f>
              <c:numCache>
                <c:formatCode>General</c:formatCode>
                <c:ptCount val="2"/>
                <c:pt idx="0">
                  <c:v>7.6</c:v>
                </c:pt>
                <c:pt idx="1">
                  <c:v>7.6</c:v>
                </c:pt>
              </c:numCache>
            </c:numRef>
          </c:yVal>
          <c:smooth val="1"/>
          <c:extLst>
            <c:ext xmlns:c16="http://schemas.microsoft.com/office/drawing/2014/chart" uri="{C3380CC4-5D6E-409C-BE32-E72D297353CC}">
              <c16:uniqueId val="{00000003-B04C-4604-A599-C5FB713AD420}"/>
            </c:ext>
          </c:extLst>
        </c:ser>
        <c:ser>
          <c:idx val="0"/>
          <c:order val="4"/>
          <c:tx>
            <c:v>Post Acid Addition</c:v>
          </c:tx>
          <c:spPr>
            <a:ln w="38100">
              <a:solidFill>
                <a:srgbClr val="00B050"/>
              </a:solidFill>
            </a:ln>
          </c:spPr>
          <c:marker>
            <c:symbol val="none"/>
          </c:marker>
          <c:xVal>
            <c:numRef>
              <c:f>'Instrument 2'!$B$1:$B$10533</c:f>
              <c:numCache>
                <c:formatCode>General</c:formatCode>
                <c:ptCount val="10533"/>
                <c:pt idx="1324" formatCode="0.00">
                  <c:v>-4.0000000000000036E-3</c:v>
                </c:pt>
                <c:pt idx="1325" formatCode="0.00">
                  <c:v>-3.166666666666651E-3</c:v>
                </c:pt>
                <c:pt idx="1326" formatCode="0.00">
                  <c:v>-2.3333333333332984E-3</c:v>
                </c:pt>
                <c:pt idx="1327" formatCode="0.00">
                  <c:v>-1.4999999999999458E-3</c:v>
                </c:pt>
                <c:pt idx="1328" formatCode="0.00">
                  <c:v>-6.6666666666670427E-4</c:v>
                </c:pt>
                <c:pt idx="1329" formatCode="0.00">
                  <c:v>1.6666666666664831E-4</c:v>
                </c:pt>
                <c:pt idx="1330" formatCode="0.00">
                  <c:v>1.0000000000000009E-3</c:v>
                </c:pt>
                <c:pt idx="1331" formatCode="0.00">
                  <c:v>1.8333333333333535E-3</c:v>
                </c:pt>
                <c:pt idx="1332" formatCode="0.00">
                  <c:v>2.666666666666706E-3</c:v>
                </c:pt>
                <c:pt idx="1333" formatCode="0.00">
                  <c:v>3.5000000000000031E-3</c:v>
                </c:pt>
                <c:pt idx="1334" formatCode="0.00">
                  <c:v>4.3333333333333557E-3</c:v>
                </c:pt>
                <c:pt idx="1335" formatCode="0.00">
                  <c:v>5.1666666666666528E-3</c:v>
                </c:pt>
                <c:pt idx="1336" formatCode="0.00">
                  <c:v>6.0000000000000053E-3</c:v>
                </c:pt>
                <c:pt idx="1337" formatCode="0.00">
                  <c:v>6.8333333333333579E-3</c:v>
                </c:pt>
                <c:pt idx="1338" formatCode="0.00">
                  <c:v>7.666666666666655E-3</c:v>
                </c:pt>
                <c:pt idx="1339" formatCode="0.00">
                  <c:v>8.5000000000000075E-3</c:v>
                </c:pt>
                <c:pt idx="1340" formatCode="0.00">
                  <c:v>9.3333333333333601E-3</c:v>
                </c:pt>
                <c:pt idx="1341" formatCode="0.00">
                  <c:v>1.0166666666666713E-2</c:v>
                </c:pt>
                <c:pt idx="1342" formatCode="0.00">
                  <c:v>1.100000000000001E-2</c:v>
                </c:pt>
                <c:pt idx="1343" formatCode="0.00">
                  <c:v>1.1833333333333307E-2</c:v>
                </c:pt>
                <c:pt idx="1344" formatCode="0.00">
                  <c:v>1.2666666666666659E-2</c:v>
                </c:pt>
                <c:pt idx="1345" formatCode="0.00">
                  <c:v>1.3500000000000012E-2</c:v>
                </c:pt>
                <c:pt idx="1346" formatCode="0.00">
                  <c:v>1.4333333333333365E-2</c:v>
                </c:pt>
                <c:pt idx="1347" formatCode="0.00">
                  <c:v>1.5166666666666717E-2</c:v>
                </c:pt>
                <c:pt idx="1348" formatCode="0.00">
                  <c:v>1.6000000000000014E-2</c:v>
                </c:pt>
                <c:pt idx="1349" formatCode="0.00">
                  <c:v>1.6833333333333311E-2</c:v>
                </c:pt>
                <c:pt idx="1350" formatCode="0.00">
                  <c:v>1.7666666666666664E-2</c:v>
                </c:pt>
                <c:pt idx="1351" formatCode="0.00">
                  <c:v>1.8500000000000016E-2</c:v>
                </c:pt>
                <c:pt idx="1352" formatCode="0.00">
                  <c:v>1.9333333333333369E-2</c:v>
                </c:pt>
                <c:pt idx="1353" formatCode="0.00">
                  <c:v>2.0166666666666666E-2</c:v>
                </c:pt>
                <c:pt idx="1354" formatCode="0.00">
                  <c:v>2.1000000000000019E-2</c:v>
                </c:pt>
                <c:pt idx="1355" formatCode="0.00">
                  <c:v>2.1833333333333371E-2</c:v>
                </c:pt>
                <c:pt idx="1356" formatCode="0.00">
                  <c:v>2.2666666666666668E-2</c:v>
                </c:pt>
                <c:pt idx="1357" formatCode="0.00">
                  <c:v>2.3500000000000021E-2</c:v>
                </c:pt>
                <c:pt idx="1358" formatCode="0.00">
                  <c:v>2.4333333333333318E-2</c:v>
                </c:pt>
                <c:pt idx="1359" formatCode="0.00">
                  <c:v>2.5166666666666671E-2</c:v>
                </c:pt>
                <c:pt idx="1360" formatCode="0.00">
                  <c:v>2.6000000000000023E-2</c:v>
                </c:pt>
                <c:pt idx="1361" formatCode="0.00">
                  <c:v>2.6833333333333376E-2</c:v>
                </c:pt>
                <c:pt idx="1362" formatCode="0.00">
                  <c:v>2.7666666666666728E-2</c:v>
                </c:pt>
                <c:pt idx="1363" formatCode="0.00">
                  <c:v>2.849999999999997E-2</c:v>
                </c:pt>
                <c:pt idx="1364" formatCode="0.00">
                  <c:v>2.9333333333333322E-2</c:v>
                </c:pt>
                <c:pt idx="1365" formatCode="0.00">
                  <c:v>3.0166666666666675E-2</c:v>
                </c:pt>
                <c:pt idx="1366" formatCode="0.00">
                  <c:v>3.1000000000000028E-2</c:v>
                </c:pt>
                <c:pt idx="1367" formatCode="0.00">
                  <c:v>3.183333333333338E-2</c:v>
                </c:pt>
                <c:pt idx="1368" formatCode="0.00">
                  <c:v>3.2666666666666677E-2</c:v>
                </c:pt>
                <c:pt idx="1369" formatCode="0.00">
                  <c:v>3.3499999999999974E-2</c:v>
                </c:pt>
                <c:pt idx="1370" formatCode="0.00">
                  <c:v>3.4333333333333327E-2</c:v>
                </c:pt>
                <c:pt idx="1371" formatCode="0.00">
                  <c:v>3.5166666666666679E-2</c:v>
                </c:pt>
                <c:pt idx="1372" formatCode="0.00">
                  <c:v>3.6000000000000032E-2</c:v>
                </c:pt>
                <c:pt idx="1373" formatCode="0.00">
                  <c:v>3.6833333333333329E-2</c:v>
                </c:pt>
                <c:pt idx="1374" formatCode="0.00">
                  <c:v>3.7666666666666682E-2</c:v>
                </c:pt>
                <c:pt idx="1375" formatCode="0.00">
                  <c:v>3.8500000000000034E-2</c:v>
                </c:pt>
                <c:pt idx="1376" formatCode="0.00">
                  <c:v>3.9333333333333331E-2</c:v>
                </c:pt>
                <c:pt idx="1377" formatCode="0.00">
                  <c:v>4.0166666666666684E-2</c:v>
                </c:pt>
                <c:pt idx="1378" formatCode="0.00">
                  <c:v>4.0999999999999981E-2</c:v>
                </c:pt>
                <c:pt idx="1379" formatCode="0.00">
                  <c:v>4.1833333333333333E-2</c:v>
                </c:pt>
                <c:pt idx="1380" formatCode="0.00">
                  <c:v>4.2666666666666686E-2</c:v>
                </c:pt>
                <c:pt idx="1381" formatCode="0.00">
                  <c:v>4.3500000000000039E-2</c:v>
                </c:pt>
                <c:pt idx="1382" formatCode="0.00">
                  <c:v>4.4333333333333391E-2</c:v>
                </c:pt>
                <c:pt idx="1383" formatCode="0.00">
                  <c:v>4.5166666666666633E-2</c:v>
                </c:pt>
                <c:pt idx="1384" formatCode="0.00">
                  <c:v>4.5999999999999985E-2</c:v>
                </c:pt>
                <c:pt idx="1385" formatCode="0.00">
                  <c:v>4.6833333333333338E-2</c:v>
                </c:pt>
                <c:pt idx="1386" formatCode="0.00">
                  <c:v>4.766666666666669E-2</c:v>
                </c:pt>
                <c:pt idx="1387" formatCode="0.00">
                  <c:v>4.8500000000000043E-2</c:v>
                </c:pt>
                <c:pt idx="1388" formatCode="0.00">
                  <c:v>4.933333333333334E-2</c:v>
                </c:pt>
                <c:pt idx="1389" formatCode="0.00">
                  <c:v>5.0166666666666693E-2</c:v>
                </c:pt>
                <c:pt idx="1390" formatCode="0.00">
                  <c:v>5.099999999999999E-2</c:v>
                </c:pt>
                <c:pt idx="1391" formatCode="0.00">
                  <c:v>5.1833333333333342E-2</c:v>
                </c:pt>
                <c:pt idx="1392" formatCode="0.00">
                  <c:v>5.2666666666666695E-2</c:v>
                </c:pt>
                <c:pt idx="1393" formatCode="0.00">
                  <c:v>5.3499999999999992E-2</c:v>
                </c:pt>
                <c:pt idx="1394" formatCode="0.00">
                  <c:v>5.4333333333333345E-2</c:v>
                </c:pt>
                <c:pt idx="1395" formatCode="0.00">
                  <c:v>5.5166666666666697E-2</c:v>
                </c:pt>
                <c:pt idx="1396" formatCode="0.00">
                  <c:v>5.600000000000005E-2</c:v>
                </c:pt>
                <c:pt idx="1397" formatCode="0.00">
                  <c:v>5.6833333333333347E-2</c:v>
                </c:pt>
                <c:pt idx="1398" formatCode="0.00">
                  <c:v>5.7666666666666644E-2</c:v>
                </c:pt>
                <c:pt idx="1399" formatCode="0.00">
                  <c:v>5.8499999999999996E-2</c:v>
                </c:pt>
                <c:pt idx="1400" formatCode="0.00">
                  <c:v>5.9333333333333349E-2</c:v>
                </c:pt>
                <c:pt idx="1401" formatCode="0.00">
                  <c:v>6.0166666666666702E-2</c:v>
                </c:pt>
                <c:pt idx="1402" formatCode="0.00">
                  <c:v>6.1000000000000054E-2</c:v>
                </c:pt>
                <c:pt idx="1403" formatCode="0.00">
                  <c:v>6.1833333333333296E-2</c:v>
                </c:pt>
                <c:pt idx="1404" formatCode="0.00">
                  <c:v>6.2666666666666648E-2</c:v>
                </c:pt>
                <c:pt idx="1405" formatCode="0.00">
                  <c:v>6.3500000000000001E-2</c:v>
                </c:pt>
                <c:pt idx="1406" formatCode="0.00">
                  <c:v>6.4333333333333353E-2</c:v>
                </c:pt>
                <c:pt idx="1407" formatCode="0.00">
                  <c:v>6.5166666666666706E-2</c:v>
                </c:pt>
                <c:pt idx="1408" formatCode="0.00">
                  <c:v>6.6000000000000003E-2</c:v>
                </c:pt>
                <c:pt idx="1409" formatCode="0.00">
                  <c:v>6.6833333333333356E-2</c:v>
                </c:pt>
                <c:pt idx="1410" formatCode="0.00">
                  <c:v>6.7666666666666653E-2</c:v>
                </c:pt>
                <c:pt idx="1411" formatCode="0.00">
                  <c:v>6.8500000000000005E-2</c:v>
                </c:pt>
                <c:pt idx="1412" formatCode="0.00">
                  <c:v>6.9333333333333358E-2</c:v>
                </c:pt>
                <c:pt idx="1413" formatCode="0.00">
                  <c:v>7.0166666666666655E-2</c:v>
                </c:pt>
                <c:pt idx="1414" formatCode="0.00">
                  <c:v>7.1000000000000008E-2</c:v>
                </c:pt>
                <c:pt idx="1415" formatCode="0.00">
                  <c:v>7.183333333333336E-2</c:v>
                </c:pt>
                <c:pt idx="1416" formatCode="0.00">
                  <c:v>7.2666666666666713E-2</c:v>
                </c:pt>
                <c:pt idx="1417" formatCode="0.00">
                  <c:v>7.350000000000001E-2</c:v>
                </c:pt>
                <c:pt idx="1418" formatCode="0.00">
                  <c:v>7.4333333333333307E-2</c:v>
                </c:pt>
                <c:pt idx="1419" formatCode="0.00">
                  <c:v>7.5166666666666659E-2</c:v>
                </c:pt>
                <c:pt idx="1420" formatCode="0.00">
                  <c:v>7.6000000000000012E-2</c:v>
                </c:pt>
                <c:pt idx="1421" formatCode="0.00">
                  <c:v>7.6833333333333365E-2</c:v>
                </c:pt>
                <c:pt idx="1422" formatCode="0.00">
                  <c:v>7.7666666666666717E-2</c:v>
                </c:pt>
                <c:pt idx="1423" formatCode="0.00">
                  <c:v>7.8500000000000014E-2</c:v>
                </c:pt>
                <c:pt idx="1424" formatCode="0.00">
                  <c:v>7.9333333333333311E-2</c:v>
                </c:pt>
                <c:pt idx="1425" formatCode="0.00">
                  <c:v>8.0166666666666664E-2</c:v>
                </c:pt>
                <c:pt idx="1426" formatCode="0.00">
                  <c:v>8.1000000000000016E-2</c:v>
                </c:pt>
                <c:pt idx="1427" formatCode="0.00">
                  <c:v>8.1833333333333369E-2</c:v>
                </c:pt>
                <c:pt idx="1428" formatCode="0.00">
                  <c:v>8.2666666666666666E-2</c:v>
                </c:pt>
                <c:pt idx="1429" formatCode="0.00">
                  <c:v>8.3500000000000019E-2</c:v>
                </c:pt>
                <c:pt idx="1430" formatCode="0.00">
                  <c:v>8.4333333333333371E-2</c:v>
                </c:pt>
                <c:pt idx="1431" formatCode="0.00">
                  <c:v>8.5166666666666668E-2</c:v>
                </c:pt>
                <c:pt idx="1432" formatCode="0.00">
                  <c:v>8.6000000000000021E-2</c:v>
                </c:pt>
                <c:pt idx="1433" formatCode="0.00">
                  <c:v>8.6833333333333318E-2</c:v>
                </c:pt>
                <c:pt idx="1434" formatCode="0.00">
                  <c:v>8.7666666666666671E-2</c:v>
                </c:pt>
                <c:pt idx="1435" formatCode="0.00">
                  <c:v>8.8500000000000023E-2</c:v>
                </c:pt>
                <c:pt idx="1436" formatCode="0.00">
                  <c:v>8.9333333333333376E-2</c:v>
                </c:pt>
                <c:pt idx="1437" formatCode="0.00">
                  <c:v>9.0166666666666728E-2</c:v>
                </c:pt>
                <c:pt idx="1438" formatCode="0.00">
                  <c:v>9.099999999999997E-2</c:v>
                </c:pt>
                <c:pt idx="1439" formatCode="0.00">
                  <c:v>9.1833333333333322E-2</c:v>
                </c:pt>
                <c:pt idx="1440" formatCode="0.00">
                  <c:v>9.2666666666666675E-2</c:v>
                </c:pt>
                <c:pt idx="1441" formatCode="0.00">
                  <c:v>9.3500000000000028E-2</c:v>
                </c:pt>
                <c:pt idx="1442" formatCode="0.00">
                  <c:v>9.433333333333338E-2</c:v>
                </c:pt>
                <c:pt idx="1443" formatCode="0.00">
                  <c:v>9.5166666666666677E-2</c:v>
                </c:pt>
                <c:pt idx="1444" formatCode="0.00">
                  <c:v>9.5999999999999974E-2</c:v>
                </c:pt>
                <c:pt idx="1445" formatCode="0.00">
                  <c:v>9.6833333333333327E-2</c:v>
                </c:pt>
                <c:pt idx="1446" formatCode="0.00">
                  <c:v>9.7666666666666679E-2</c:v>
                </c:pt>
                <c:pt idx="1447" formatCode="0.00">
                  <c:v>9.8500000000000032E-2</c:v>
                </c:pt>
                <c:pt idx="1448" formatCode="0.00">
                  <c:v>9.9333333333333329E-2</c:v>
                </c:pt>
                <c:pt idx="1449" formatCode="0.00">
                  <c:v>0.10016666666666668</c:v>
                </c:pt>
                <c:pt idx="1450" formatCode="0.00">
                  <c:v>0.10100000000000003</c:v>
                </c:pt>
                <c:pt idx="1451" formatCode="0.00">
                  <c:v>0.10183333333333333</c:v>
                </c:pt>
                <c:pt idx="1452" formatCode="0.00">
                  <c:v>0.10266666666666668</c:v>
                </c:pt>
                <c:pt idx="1453" formatCode="0.00">
                  <c:v>0.10349999999999998</c:v>
                </c:pt>
                <c:pt idx="1454" formatCode="0.00">
                  <c:v>0.10433333333333333</c:v>
                </c:pt>
                <c:pt idx="1455" formatCode="0.00">
                  <c:v>0.10516666666666669</c:v>
                </c:pt>
                <c:pt idx="1456" formatCode="0.00">
                  <c:v>0.10600000000000004</c:v>
                </c:pt>
                <c:pt idx="1457" formatCode="0.00">
                  <c:v>0.10683333333333339</c:v>
                </c:pt>
                <c:pt idx="1458" formatCode="0.00">
                  <c:v>0.10766666666666663</c:v>
                </c:pt>
                <c:pt idx="1459" formatCode="0.00">
                  <c:v>0.10849999999999999</c:v>
                </c:pt>
                <c:pt idx="1460" formatCode="0.00">
                  <c:v>0.10933333333333334</c:v>
                </c:pt>
                <c:pt idx="1461" formatCode="0.00">
                  <c:v>0.11016666666666669</c:v>
                </c:pt>
                <c:pt idx="1462" formatCode="0.00">
                  <c:v>0.11100000000000004</c:v>
                </c:pt>
                <c:pt idx="1463" formatCode="0.00">
                  <c:v>0.11183333333333334</c:v>
                </c:pt>
                <c:pt idx="1464" formatCode="0.00">
                  <c:v>0.11266666666666669</c:v>
                </c:pt>
                <c:pt idx="1465" formatCode="0.00">
                  <c:v>0.11349999999999999</c:v>
                </c:pt>
                <c:pt idx="1466" formatCode="0.00">
                  <c:v>0.11433333333333334</c:v>
                </c:pt>
                <c:pt idx="1467" formatCode="0.00">
                  <c:v>0.11516666666666669</c:v>
                </c:pt>
                <c:pt idx="1468" formatCode="0.00">
                  <c:v>0.11599999999999999</c:v>
                </c:pt>
                <c:pt idx="1469" formatCode="0.00">
                  <c:v>0.11683333333333334</c:v>
                </c:pt>
                <c:pt idx="1470" formatCode="0.00">
                  <c:v>0.1176666666666667</c:v>
                </c:pt>
                <c:pt idx="1471" formatCode="0.00">
                  <c:v>0.11850000000000005</c:v>
                </c:pt>
                <c:pt idx="1472" formatCode="0.00">
                  <c:v>0.11933333333333335</c:v>
                </c:pt>
                <c:pt idx="1473" formatCode="0.00">
                  <c:v>0.12016666666666664</c:v>
                </c:pt>
                <c:pt idx="1474" formatCode="0.00">
                  <c:v>0.121</c:v>
                </c:pt>
                <c:pt idx="1475" formatCode="0.00">
                  <c:v>0.12183333333333335</c:v>
                </c:pt>
                <c:pt idx="1476" formatCode="0.00">
                  <c:v>0.1226666666666667</c:v>
                </c:pt>
                <c:pt idx="1477" formatCode="0.00">
                  <c:v>0.12350000000000005</c:v>
                </c:pt>
                <c:pt idx="1478" formatCode="0.00">
                  <c:v>0.1243333333333333</c:v>
                </c:pt>
                <c:pt idx="1479" formatCode="0.00">
                  <c:v>0.12516666666666665</c:v>
                </c:pt>
                <c:pt idx="1480" formatCode="0.00">
                  <c:v>0.126</c:v>
                </c:pt>
                <c:pt idx="1481" formatCode="0.00">
                  <c:v>0.12683333333333335</c:v>
                </c:pt>
                <c:pt idx="1482" formatCode="0.00">
                  <c:v>0.12766666666666671</c:v>
                </c:pt>
                <c:pt idx="1483" formatCode="0.00">
                  <c:v>0.1285</c:v>
                </c:pt>
                <c:pt idx="1484" formatCode="0.00">
                  <c:v>0.12933333333333336</c:v>
                </c:pt>
                <c:pt idx="1485" formatCode="0.00">
                  <c:v>0.13016666666666665</c:v>
                </c:pt>
                <c:pt idx="1486" formatCode="0.00">
                  <c:v>0.13100000000000001</c:v>
                </c:pt>
                <c:pt idx="1487" formatCode="0.00">
                  <c:v>0.13183333333333336</c:v>
                </c:pt>
                <c:pt idx="1488" formatCode="0.00">
                  <c:v>0.13266666666666665</c:v>
                </c:pt>
                <c:pt idx="1489" formatCode="0.00">
                  <c:v>0.13350000000000001</c:v>
                </c:pt>
                <c:pt idx="1490" formatCode="0.00">
                  <c:v>0.13433333333333336</c:v>
                </c:pt>
                <c:pt idx="1491" formatCode="0.00">
                  <c:v>0.13516666666666671</c:v>
                </c:pt>
                <c:pt idx="1492" formatCode="0.00">
                  <c:v>0.13600000000000001</c:v>
                </c:pt>
                <c:pt idx="1493" formatCode="0.00">
                  <c:v>0.13683333333333331</c:v>
                </c:pt>
                <c:pt idx="1494" formatCode="0.00">
                  <c:v>0.13766666666666666</c:v>
                </c:pt>
                <c:pt idx="1495" formatCode="0.00">
                  <c:v>0.13850000000000001</c:v>
                </c:pt>
                <c:pt idx="1496" formatCode="0.00">
                  <c:v>0.13933333333333336</c:v>
                </c:pt>
                <c:pt idx="1497" formatCode="0.00">
                  <c:v>0.14016666666666672</c:v>
                </c:pt>
                <c:pt idx="1498" formatCode="0.00">
                  <c:v>0.14100000000000001</c:v>
                </c:pt>
                <c:pt idx="1499" formatCode="0.00">
                  <c:v>0.14183333333333331</c:v>
                </c:pt>
                <c:pt idx="1500" formatCode="0.00">
                  <c:v>0.14266666666666666</c:v>
                </c:pt>
                <c:pt idx="1501" formatCode="0.00">
                  <c:v>0.14350000000000002</c:v>
                </c:pt>
                <c:pt idx="1502" formatCode="0.00">
                  <c:v>0.14433333333333337</c:v>
                </c:pt>
                <c:pt idx="1503" formatCode="0.00">
                  <c:v>0.14516666666666667</c:v>
                </c:pt>
                <c:pt idx="1504" formatCode="0.00">
                  <c:v>0.14600000000000002</c:v>
                </c:pt>
                <c:pt idx="1505" formatCode="0.00">
                  <c:v>0.14683333333333337</c:v>
                </c:pt>
                <c:pt idx="1506" formatCode="0.00">
                  <c:v>0.14766666666666667</c:v>
                </c:pt>
                <c:pt idx="1507" formatCode="0.00">
                  <c:v>0.14850000000000002</c:v>
                </c:pt>
                <c:pt idx="1508" formatCode="0.00">
                  <c:v>0.14933333333333332</c:v>
                </c:pt>
                <c:pt idx="1509" formatCode="0.00">
                  <c:v>0.15016666666666667</c:v>
                </c:pt>
                <c:pt idx="1510" formatCode="0.00">
                  <c:v>0.15100000000000002</c:v>
                </c:pt>
                <c:pt idx="1511" formatCode="0.00">
                  <c:v>0.15183333333333338</c:v>
                </c:pt>
                <c:pt idx="1512" formatCode="0.00">
                  <c:v>0.15266666666666673</c:v>
                </c:pt>
                <c:pt idx="1513" formatCode="0.00">
                  <c:v>0.15349999999999997</c:v>
                </c:pt>
                <c:pt idx="1514" formatCode="0.00">
                  <c:v>0.15433333333333332</c:v>
                </c:pt>
                <c:pt idx="1515" formatCode="0.00">
                  <c:v>0.15516666666666667</c:v>
                </c:pt>
                <c:pt idx="1516" formatCode="0.00">
                  <c:v>0.15600000000000003</c:v>
                </c:pt>
                <c:pt idx="1517" formatCode="0.00">
                  <c:v>0.15683333333333338</c:v>
                </c:pt>
                <c:pt idx="1518" formatCode="0.00">
                  <c:v>0.15766666666666668</c:v>
                </c:pt>
                <c:pt idx="1519" formatCode="0.00">
                  <c:v>0.15849999999999997</c:v>
                </c:pt>
                <c:pt idx="1520" formatCode="0.00">
                  <c:v>0.15933333333333333</c:v>
                </c:pt>
                <c:pt idx="1521" formatCode="0.00">
                  <c:v>0.16016666666666668</c:v>
                </c:pt>
                <c:pt idx="1522" formatCode="0.00">
                  <c:v>0.16100000000000003</c:v>
                </c:pt>
                <c:pt idx="1523" formatCode="0.00">
                  <c:v>0.16183333333333333</c:v>
                </c:pt>
                <c:pt idx="1524" formatCode="0.00">
                  <c:v>0.16266666666666668</c:v>
                </c:pt>
                <c:pt idx="1525" formatCode="0.00">
                  <c:v>0.16350000000000003</c:v>
                </c:pt>
                <c:pt idx="1526" formatCode="0.00">
                  <c:v>0.16433333333333333</c:v>
                </c:pt>
                <c:pt idx="1527" formatCode="0.00">
                  <c:v>0.16516666666666668</c:v>
                </c:pt>
                <c:pt idx="1528" formatCode="0.00">
                  <c:v>0.16599999999999998</c:v>
                </c:pt>
                <c:pt idx="1529" formatCode="0.00">
                  <c:v>0.16683333333333333</c:v>
                </c:pt>
                <c:pt idx="1530" formatCode="0.00">
                  <c:v>0.16766666666666669</c:v>
                </c:pt>
                <c:pt idx="1531" formatCode="0.00">
                  <c:v>0.16850000000000004</c:v>
                </c:pt>
                <c:pt idx="1532" formatCode="0.00">
                  <c:v>0.16933333333333339</c:v>
                </c:pt>
                <c:pt idx="1533" formatCode="0.00">
                  <c:v>0.17016666666666663</c:v>
                </c:pt>
                <c:pt idx="1534" formatCode="0.00">
                  <c:v>0.17099999999999999</c:v>
                </c:pt>
                <c:pt idx="1535" formatCode="0.00">
                  <c:v>0.17183333333333334</c:v>
                </c:pt>
                <c:pt idx="1536" formatCode="0.00">
                  <c:v>0.17266666666666669</c:v>
                </c:pt>
                <c:pt idx="1537" formatCode="0.00">
                  <c:v>0.17350000000000004</c:v>
                </c:pt>
                <c:pt idx="1538" formatCode="0.00">
                  <c:v>0.17433333333333334</c:v>
                </c:pt>
                <c:pt idx="1539" formatCode="0.00">
                  <c:v>0.17516666666666669</c:v>
                </c:pt>
                <c:pt idx="1540" formatCode="0.00">
                  <c:v>0.17599999999999999</c:v>
                </c:pt>
                <c:pt idx="1541" formatCode="0.00">
                  <c:v>0.17683333333333334</c:v>
                </c:pt>
                <c:pt idx="1542" formatCode="0.00">
                  <c:v>0.17766666666666669</c:v>
                </c:pt>
                <c:pt idx="1543" formatCode="0.00">
                  <c:v>0.17849999999999999</c:v>
                </c:pt>
                <c:pt idx="1544" formatCode="0.00">
                  <c:v>0.17933333333333334</c:v>
                </c:pt>
                <c:pt idx="1545" formatCode="0.00">
                  <c:v>0.1801666666666667</c:v>
                </c:pt>
                <c:pt idx="1546" formatCode="0.00">
                  <c:v>0.18100000000000005</c:v>
                </c:pt>
                <c:pt idx="1547" formatCode="0.00">
                  <c:v>0.18183333333333335</c:v>
                </c:pt>
                <c:pt idx="1548" formatCode="0.00">
                  <c:v>0.18266666666666664</c:v>
                </c:pt>
                <c:pt idx="1549" formatCode="0.00">
                  <c:v>0.1835</c:v>
                </c:pt>
                <c:pt idx="1550" formatCode="0.00">
                  <c:v>0.18433333333333335</c:v>
                </c:pt>
                <c:pt idx="1551" formatCode="0.00">
                  <c:v>0.1851666666666667</c:v>
                </c:pt>
                <c:pt idx="1552" formatCode="0.00">
                  <c:v>0.18600000000000005</c:v>
                </c:pt>
                <c:pt idx="1553" formatCode="0.00">
                  <c:v>0.1868333333333333</c:v>
                </c:pt>
                <c:pt idx="1554" formatCode="0.00">
                  <c:v>0.18766666666666665</c:v>
                </c:pt>
                <c:pt idx="1555" formatCode="0.00">
                  <c:v>0.1885</c:v>
                </c:pt>
                <c:pt idx="1556" formatCode="0.00">
                  <c:v>0.18933333333333335</c:v>
                </c:pt>
                <c:pt idx="1557" formatCode="0.00">
                  <c:v>0.19016666666666671</c:v>
                </c:pt>
                <c:pt idx="1558" formatCode="0.00">
                  <c:v>0.191</c:v>
                </c:pt>
                <c:pt idx="1559" formatCode="0.00">
                  <c:v>0.19183333333333336</c:v>
                </c:pt>
                <c:pt idx="1560" formatCode="0.00">
                  <c:v>0.19266666666666665</c:v>
                </c:pt>
                <c:pt idx="1561" formatCode="0.00">
                  <c:v>0.19350000000000001</c:v>
                </c:pt>
                <c:pt idx="1562" formatCode="0.00">
                  <c:v>0.19433333333333336</c:v>
                </c:pt>
                <c:pt idx="1563" formatCode="0.00">
                  <c:v>0.19516666666666665</c:v>
                </c:pt>
                <c:pt idx="1564" formatCode="0.00">
                  <c:v>0.19600000000000001</c:v>
                </c:pt>
                <c:pt idx="1565" formatCode="0.00">
                  <c:v>0.19683333333333336</c:v>
                </c:pt>
                <c:pt idx="1566" formatCode="0.00">
                  <c:v>0.19766666666666671</c:v>
                </c:pt>
                <c:pt idx="1567" formatCode="0.00">
                  <c:v>0.19850000000000001</c:v>
                </c:pt>
                <c:pt idx="1568" formatCode="0.00">
                  <c:v>0.19933333333333331</c:v>
                </c:pt>
                <c:pt idx="1569" formatCode="0.00">
                  <c:v>0.20016666666666666</c:v>
                </c:pt>
                <c:pt idx="1570" formatCode="0.00">
                  <c:v>0.20100000000000001</c:v>
                </c:pt>
                <c:pt idx="1571" formatCode="0.00">
                  <c:v>0.20183333333333336</c:v>
                </c:pt>
                <c:pt idx="1572" formatCode="0.00">
                  <c:v>0.20266666666666672</c:v>
                </c:pt>
                <c:pt idx="1573" formatCode="0.00">
                  <c:v>0.20349999999999996</c:v>
                </c:pt>
                <c:pt idx="1574" formatCode="0.00">
                  <c:v>0.20433333333333331</c:v>
                </c:pt>
                <c:pt idx="1575" formatCode="0.00">
                  <c:v>0.20516666666666666</c:v>
                </c:pt>
                <c:pt idx="1576" formatCode="0.00">
                  <c:v>0.20600000000000002</c:v>
                </c:pt>
                <c:pt idx="1577" formatCode="0.00">
                  <c:v>0.20683333333333337</c:v>
                </c:pt>
                <c:pt idx="1578" formatCode="0.00">
                  <c:v>0.20766666666666661</c:v>
                </c:pt>
                <c:pt idx="1579" formatCode="0.00">
                  <c:v>0.20849999999999996</c:v>
                </c:pt>
                <c:pt idx="1580" formatCode="0.00">
                  <c:v>0.20933333333333332</c:v>
                </c:pt>
                <c:pt idx="1581" formatCode="0.00">
                  <c:v>0.21016666666666667</c:v>
                </c:pt>
                <c:pt idx="1582" formatCode="0.00">
                  <c:v>0.21100000000000002</c:v>
                </c:pt>
                <c:pt idx="1583" formatCode="0.00">
                  <c:v>0.21183333333333337</c:v>
                </c:pt>
                <c:pt idx="1584" formatCode="0.00">
                  <c:v>0.21266666666666662</c:v>
                </c:pt>
                <c:pt idx="1585" formatCode="0.00">
                  <c:v>0.21349999999999997</c:v>
                </c:pt>
                <c:pt idx="1586" formatCode="0.00">
                  <c:v>0.21433333333333332</c:v>
                </c:pt>
                <c:pt idx="1587" formatCode="0.00">
                  <c:v>0.21516666666666667</c:v>
                </c:pt>
                <c:pt idx="1588" formatCode="0.00">
                  <c:v>0.21600000000000003</c:v>
                </c:pt>
                <c:pt idx="1589" formatCode="0.00">
                  <c:v>0.21683333333333338</c:v>
                </c:pt>
                <c:pt idx="1590" formatCode="0.00">
                  <c:v>0.21766666666666673</c:v>
                </c:pt>
                <c:pt idx="1591" formatCode="0.00">
                  <c:v>0.21849999999999997</c:v>
                </c:pt>
                <c:pt idx="1592" formatCode="0.00">
                  <c:v>0.21933333333333332</c:v>
                </c:pt>
                <c:pt idx="1593" formatCode="0.00">
                  <c:v>0.22016666666666668</c:v>
                </c:pt>
                <c:pt idx="1594" formatCode="0.00">
                  <c:v>0.22100000000000003</c:v>
                </c:pt>
                <c:pt idx="1595" formatCode="0.00">
                  <c:v>0.22183333333333338</c:v>
                </c:pt>
                <c:pt idx="1596" formatCode="0.00">
                  <c:v>0.22266666666666673</c:v>
                </c:pt>
                <c:pt idx="1597" formatCode="0.00">
                  <c:v>0.22350000000000009</c:v>
                </c:pt>
                <c:pt idx="1598" formatCode="0.00">
                  <c:v>0.22433333333333333</c:v>
                </c:pt>
                <c:pt idx="1599" formatCode="0.00">
                  <c:v>0.22516666666666668</c:v>
                </c:pt>
                <c:pt idx="1600" formatCode="0.00">
                  <c:v>0.22600000000000003</c:v>
                </c:pt>
                <c:pt idx="1601" formatCode="0.00">
                  <c:v>0.22683333333333339</c:v>
                </c:pt>
                <c:pt idx="1602" formatCode="0.00">
                  <c:v>0.22766666666666674</c:v>
                </c:pt>
                <c:pt idx="1603" formatCode="0.00">
                  <c:v>0.22849999999999998</c:v>
                </c:pt>
                <c:pt idx="1604" formatCode="0.00">
                  <c:v>0.22933333333333333</c:v>
                </c:pt>
                <c:pt idx="1605" formatCode="0.00">
                  <c:v>0.23016666666666669</c:v>
                </c:pt>
                <c:pt idx="1606" formatCode="0.00">
                  <c:v>0.23100000000000004</c:v>
                </c:pt>
                <c:pt idx="1607" formatCode="0.00">
                  <c:v>0.23183333333333339</c:v>
                </c:pt>
                <c:pt idx="1608" formatCode="0.00">
                  <c:v>0.23266666666666663</c:v>
                </c:pt>
                <c:pt idx="1609" formatCode="0.00">
                  <c:v>0.23349999999999999</c:v>
                </c:pt>
                <c:pt idx="1610" formatCode="0.00">
                  <c:v>0.23433333333333334</c:v>
                </c:pt>
                <c:pt idx="1611" formatCode="0.00">
                  <c:v>0.23516666666666658</c:v>
                </c:pt>
                <c:pt idx="1612" formatCode="0.00">
                  <c:v>0.23600000000000004</c:v>
                </c:pt>
                <c:pt idx="1613" formatCode="0.00">
                  <c:v>0.23683333333333328</c:v>
                </c:pt>
                <c:pt idx="1614" formatCode="0.00">
                  <c:v>0.23766666666666675</c:v>
                </c:pt>
                <c:pt idx="1615" formatCode="0.00">
                  <c:v>0.23849999999999999</c:v>
                </c:pt>
                <c:pt idx="1616" formatCode="0.00">
                  <c:v>0.23933333333333334</c:v>
                </c:pt>
                <c:pt idx="1617" formatCode="0.00">
                  <c:v>0.24016666666666669</c:v>
                </c:pt>
                <c:pt idx="1618" formatCode="0.00">
                  <c:v>0.24099999999999994</c:v>
                </c:pt>
                <c:pt idx="1619" formatCode="0.00">
                  <c:v>0.2418333333333334</c:v>
                </c:pt>
                <c:pt idx="1620" formatCode="0.00">
                  <c:v>0.24266666666666664</c:v>
                </c:pt>
                <c:pt idx="1621" formatCode="0.00">
                  <c:v>0.24349999999999999</c:v>
                </c:pt>
                <c:pt idx="1622" formatCode="0.00">
                  <c:v>0.24433333333333335</c:v>
                </c:pt>
                <c:pt idx="1623" formatCode="0.00">
                  <c:v>0.2451666666666667</c:v>
                </c:pt>
                <c:pt idx="1624" formatCode="0.00">
                  <c:v>0.24600000000000005</c:v>
                </c:pt>
                <c:pt idx="1625" formatCode="0.00">
                  <c:v>0.24683333333333329</c:v>
                </c:pt>
                <c:pt idx="1626" formatCode="0.00">
                  <c:v>0.24766666666666665</c:v>
                </c:pt>
                <c:pt idx="1627" formatCode="0.00">
                  <c:v>0.2485</c:v>
                </c:pt>
                <c:pt idx="1628" formatCode="0.00">
                  <c:v>0.24933333333333335</c:v>
                </c:pt>
                <c:pt idx="1629" formatCode="0.00">
                  <c:v>0.2501666666666667</c:v>
                </c:pt>
                <c:pt idx="1630" formatCode="0.00">
                  <c:v>0.25100000000000006</c:v>
                </c:pt>
                <c:pt idx="1631" formatCode="0.00">
                  <c:v>0.2518333333333333</c:v>
                </c:pt>
                <c:pt idx="1632" formatCode="0.00">
                  <c:v>0.25266666666666665</c:v>
                </c:pt>
                <c:pt idx="1633" formatCode="0.00">
                  <c:v>0.2535</c:v>
                </c:pt>
                <c:pt idx="1634" formatCode="0.00">
                  <c:v>0.25433333333333336</c:v>
                </c:pt>
                <c:pt idx="1635" formatCode="0.00">
                  <c:v>0.25516666666666671</c:v>
                </c:pt>
                <c:pt idx="1636" formatCode="0.00">
                  <c:v>0.25599999999999995</c:v>
                </c:pt>
                <c:pt idx="1637" formatCode="0.00">
                  <c:v>0.25683333333333341</c:v>
                </c:pt>
                <c:pt idx="1638" formatCode="0.00">
                  <c:v>0.25766666666666665</c:v>
                </c:pt>
                <c:pt idx="1639" formatCode="0.00">
                  <c:v>0.25850000000000001</c:v>
                </c:pt>
                <c:pt idx="1640" formatCode="0.00">
                  <c:v>0.25933333333333336</c:v>
                </c:pt>
                <c:pt idx="1641" formatCode="0.00">
                  <c:v>0.2601666666666666</c:v>
                </c:pt>
                <c:pt idx="1642" formatCode="0.00">
                  <c:v>0.26100000000000007</c:v>
                </c:pt>
                <c:pt idx="1643" formatCode="0.00">
                  <c:v>0.26183333333333331</c:v>
                </c:pt>
                <c:pt idx="1644" formatCode="0.00">
                  <c:v>0.26266666666666677</c:v>
                </c:pt>
                <c:pt idx="1645" formatCode="0.00">
                  <c:v>0.26350000000000001</c:v>
                </c:pt>
                <c:pt idx="1646" formatCode="0.00">
                  <c:v>0.26433333333333325</c:v>
                </c:pt>
                <c:pt idx="1647" formatCode="0.00">
                  <c:v>0.26516666666666672</c:v>
                </c:pt>
                <c:pt idx="1648" formatCode="0.00">
                  <c:v>0.26599999999999996</c:v>
                </c:pt>
                <c:pt idx="1649" formatCode="0.00">
                  <c:v>0.26683333333333342</c:v>
                </c:pt>
                <c:pt idx="1650" formatCode="0.00">
                  <c:v>0.26766666666666666</c:v>
                </c:pt>
                <c:pt idx="1651" formatCode="0.00">
                  <c:v>0.26850000000000002</c:v>
                </c:pt>
                <c:pt idx="1652" formatCode="0.00">
                  <c:v>0.26933333333333337</c:v>
                </c:pt>
                <c:pt idx="1653" formatCode="0.00">
                  <c:v>0.27016666666666661</c:v>
                </c:pt>
                <c:pt idx="1654" formatCode="0.00">
                  <c:v>0.27100000000000007</c:v>
                </c:pt>
                <c:pt idx="1655" formatCode="0.00">
                  <c:v>0.27183333333333332</c:v>
                </c:pt>
                <c:pt idx="1656" formatCode="0.00">
                  <c:v>0.27266666666666667</c:v>
                </c:pt>
                <c:pt idx="1657" formatCode="0.00">
                  <c:v>0.27350000000000002</c:v>
                </c:pt>
                <c:pt idx="1658" formatCode="0.00">
                  <c:v>0.27433333333333337</c:v>
                </c:pt>
                <c:pt idx="1659" formatCode="0.00">
                  <c:v>0.27516666666666673</c:v>
                </c:pt>
                <c:pt idx="1660" formatCode="0.00">
                  <c:v>0.27599999999999997</c:v>
                </c:pt>
                <c:pt idx="1661" formatCode="0.00">
                  <c:v>0.27683333333333332</c:v>
                </c:pt>
                <c:pt idx="1662" formatCode="0.00">
                  <c:v>0.27766666666666667</c:v>
                </c:pt>
                <c:pt idx="1663" formatCode="0.00">
                  <c:v>0.27850000000000003</c:v>
                </c:pt>
                <c:pt idx="1664" formatCode="0.00">
                  <c:v>0.27933333333333338</c:v>
                </c:pt>
                <c:pt idx="1665" formatCode="0.00">
                  <c:v>0.28016666666666673</c:v>
                </c:pt>
                <c:pt idx="1666" formatCode="0.00">
                  <c:v>0.28099999999999997</c:v>
                </c:pt>
                <c:pt idx="1667" formatCode="0.00">
                  <c:v>0.28183333333333332</c:v>
                </c:pt>
                <c:pt idx="1668" formatCode="0.00">
                  <c:v>0.28266666666666668</c:v>
                </c:pt>
                <c:pt idx="1669" formatCode="0.00">
                  <c:v>0.28350000000000003</c:v>
                </c:pt>
                <c:pt idx="1670" formatCode="0.00">
                  <c:v>0.28433333333333338</c:v>
                </c:pt>
                <c:pt idx="1671" formatCode="0.00">
                  <c:v>0.28516666666666662</c:v>
                </c:pt>
                <c:pt idx="1672" formatCode="0.00">
                  <c:v>0.28600000000000009</c:v>
                </c:pt>
                <c:pt idx="1673" formatCode="0.00">
                  <c:v>0.28683333333333333</c:v>
                </c:pt>
                <c:pt idx="1674" formatCode="0.00">
                  <c:v>0.28766666666666668</c:v>
                </c:pt>
                <c:pt idx="1675" formatCode="0.00">
                  <c:v>0.28850000000000003</c:v>
                </c:pt>
                <c:pt idx="1676" formatCode="0.00">
                  <c:v>0.28933333333333328</c:v>
                </c:pt>
                <c:pt idx="1677" formatCode="0.00">
                  <c:v>0.29016666666666674</c:v>
                </c:pt>
                <c:pt idx="1678" formatCode="0.00">
                  <c:v>0.29099999999999998</c:v>
                </c:pt>
                <c:pt idx="1679" formatCode="0.00">
                  <c:v>0.29183333333333344</c:v>
                </c:pt>
                <c:pt idx="1680" formatCode="0.00">
                  <c:v>0.29266666666666669</c:v>
                </c:pt>
                <c:pt idx="1681" formatCode="0.00">
                  <c:v>0.29349999999999993</c:v>
                </c:pt>
                <c:pt idx="1682" formatCode="0.00">
                  <c:v>0.29433333333333339</c:v>
                </c:pt>
                <c:pt idx="1683" formatCode="0.00">
                  <c:v>0.29516666666666663</c:v>
                </c:pt>
                <c:pt idx="1684" formatCode="0.00">
                  <c:v>0.2960000000000001</c:v>
                </c:pt>
                <c:pt idx="1685" formatCode="0.00">
                  <c:v>0.29683333333333334</c:v>
                </c:pt>
                <c:pt idx="1686" formatCode="0.00">
                  <c:v>0.29766666666666658</c:v>
                </c:pt>
                <c:pt idx="1687" formatCode="0.00">
                  <c:v>0.29850000000000004</c:v>
                </c:pt>
                <c:pt idx="1688" formatCode="0.00">
                  <c:v>0.29933333333333328</c:v>
                </c:pt>
                <c:pt idx="1689" formatCode="0.00">
                  <c:v>0.30016666666666675</c:v>
                </c:pt>
                <c:pt idx="1690" formatCode="0.00">
                  <c:v>0.30099999999999999</c:v>
                </c:pt>
                <c:pt idx="1691" formatCode="0.00">
                  <c:v>0.30183333333333334</c:v>
                </c:pt>
                <c:pt idx="1692" formatCode="0.00">
                  <c:v>0.30266666666666669</c:v>
                </c:pt>
                <c:pt idx="1693" formatCode="0.00">
                  <c:v>0.30349999999999994</c:v>
                </c:pt>
                <c:pt idx="1694" formatCode="0.00">
                  <c:v>0.3043333333333334</c:v>
                </c:pt>
                <c:pt idx="1695" formatCode="0.00">
                  <c:v>0.30516666666666664</c:v>
                </c:pt>
                <c:pt idx="1696" formatCode="0.00">
                  <c:v>0.30599999999999999</c:v>
                </c:pt>
                <c:pt idx="1697" formatCode="0.00">
                  <c:v>0.30683333333333335</c:v>
                </c:pt>
                <c:pt idx="1698" formatCode="0.00">
                  <c:v>0.3076666666666667</c:v>
                </c:pt>
                <c:pt idx="1699" formatCode="0.00">
                  <c:v>0.30850000000000005</c:v>
                </c:pt>
                <c:pt idx="1700" formatCode="0.00">
                  <c:v>0.30933333333333329</c:v>
                </c:pt>
                <c:pt idx="1701" formatCode="0.00">
                  <c:v>0.31016666666666665</c:v>
                </c:pt>
                <c:pt idx="1702" formatCode="0.00">
                  <c:v>0.311</c:v>
                </c:pt>
                <c:pt idx="1703" formatCode="0.00">
                  <c:v>0.31183333333333335</c:v>
                </c:pt>
                <c:pt idx="1704" formatCode="0.00">
                  <c:v>0.3126666666666667</c:v>
                </c:pt>
                <c:pt idx="1705" formatCode="0.00">
                  <c:v>0.31350000000000006</c:v>
                </c:pt>
                <c:pt idx="1706" formatCode="0.00">
                  <c:v>0.3143333333333333</c:v>
                </c:pt>
                <c:pt idx="1707" formatCode="0.00">
                  <c:v>0.31516666666666665</c:v>
                </c:pt>
                <c:pt idx="1708" formatCode="0.00">
                  <c:v>0.316</c:v>
                </c:pt>
                <c:pt idx="1709" formatCode="0.00">
                  <c:v>0.31683333333333336</c:v>
                </c:pt>
                <c:pt idx="1710" formatCode="0.00">
                  <c:v>0.31766666666666671</c:v>
                </c:pt>
                <c:pt idx="1711" formatCode="0.00">
                  <c:v>0.31849999999999995</c:v>
                </c:pt>
                <c:pt idx="1712" formatCode="0.00">
                  <c:v>0.31933333333333341</c:v>
                </c:pt>
                <c:pt idx="1713" formatCode="0.00">
                  <c:v>0.32016666666666665</c:v>
                </c:pt>
                <c:pt idx="1714" formatCode="0.00">
                  <c:v>0.32100000000000001</c:v>
                </c:pt>
                <c:pt idx="1715" formatCode="0.00">
                  <c:v>0.32183333333333336</c:v>
                </c:pt>
                <c:pt idx="1716" formatCode="0.00">
                  <c:v>0.3226666666666666</c:v>
                </c:pt>
                <c:pt idx="1717" formatCode="0.00">
                  <c:v>0.32350000000000007</c:v>
                </c:pt>
                <c:pt idx="1718" formatCode="0.00">
                  <c:v>0.32433333333333331</c:v>
                </c:pt>
                <c:pt idx="1719" formatCode="0.00">
                  <c:v>0.32516666666666677</c:v>
                </c:pt>
                <c:pt idx="1720" formatCode="0.00">
                  <c:v>0.32600000000000001</c:v>
                </c:pt>
                <c:pt idx="1721" formatCode="0.00">
                  <c:v>0.32683333333333325</c:v>
                </c:pt>
                <c:pt idx="1722" formatCode="0.00">
                  <c:v>0.32766666666666672</c:v>
                </c:pt>
                <c:pt idx="1723" formatCode="0.00">
                  <c:v>0.32849999999999996</c:v>
                </c:pt>
                <c:pt idx="1724" formatCode="0.00">
                  <c:v>0.32933333333333342</c:v>
                </c:pt>
                <c:pt idx="1725" formatCode="0.00">
                  <c:v>0.33016666666666666</c:v>
                </c:pt>
                <c:pt idx="1726" formatCode="0.00">
                  <c:v>0.33100000000000002</c:v>
                </c:pt>
                <c:pt idx="1727" formatCode="0.00">
                  <c:v>0.33183333333333337</c:v>
                </c:pt>
                <c:pt idx="1728" formatCode="0.00">
                  <c:v>0.33266666666666661</c:v>
                </c:pt>
                <c:pt idx="1729" formatCode="0.00">
                  <c:v>0.33350000000000007</c:v>
                </c:pt>
                <c:pt idx="1730" formatCode="0.00">
                  <c:v>0.33433333333333332</c:v>
                </c:pt>
                <c:pt idx="1731" formatCode="0.00">
                  <c:v>0.33516666666666667</c:v>
                </c:pt>
                <c:pt idx="1732" formatCode="0.00">
                  <c:v>0.33600000000000002</c:v>
                </c:pt>
                <c:pt idx="1733" formatCode="0.00">
                  <c:v>0.33683333333333337</c:v>
                </c:pt>
                <c:pt idx="1734" formatCode="0.00">
                  <c:v>0.33766666666666673</c:v>
                </c:pt>
                <c:pt idx="1735" formatCode="0.00">
                  <c:v>0.33849999999999997</c:v>
                </c:pt>
                <c:pt idx="1736" formatCode="0.00">
                  <c:v>0.33933333333333332</c:v>
                </c:pt>
                <c:pt idx="1737" formatCode="0.00">
                  <c:v>0.34016666666666667</c:v>
                </c:pt>
                <c:pt idx="1738" formatCode="0.00">
                  <c:v>0.34100000000000003</c:v>
                </c:pt>
                <c:pt idx="1739" formatCode="0.00">
                  <c:v>0.34183333333333338</c:v>
                </c:pt>
                <c:pt idx="1740" formatCode="0.00">
                  <c:v>0.34266666666666673</c:v>
                </c:pt>
                <c:pt idx="1741" formatCode="0.00">
                  <c:v>0.34349999999999997</c:v>
                </c:pt>
                <c:pt idx="1742" formatCode="0.00">
                  <c:v>0.34433333333333332</c:v>
                </c:pt>
                <c:pt idx="1743" formatCode="0.00">
                  <c:v>0.34516666666666668</c:v>
                </c:pt>
                <c:pt idx="1744" formatCode="0.00">
                  <c:v>0.34600000000000003</c:v>
                </c:pt>
                <c:pt idx="1745" formatCode="0.00">
                  <c:v>0.34683333333333338</c:v>
                </c:pt>
                <c:pt idx="1746" formatCode="0.00">
                  <c:v>0.34766666666666662</c:v>
                </c:pt>
                <c:pt idx="1747" formatCode="0.00">
                  <c:v>0.34850000000000009</c:v>
                </c:pt>
                <c:pt idx="1748" formatCode="0.00">
                  <c:v>0.34933333333333333</c:v>
                </c:pt>
                <c:pt idx="1749" formatCode="0.00">
                  <c:v>0.35016666666666668</c:v>
                </c:pt>
                <c:pt idx="1750" formatCode="0.00">
                  <c:v>0.35100000000000003</c:v>
                </c:pt>
                <c:pt idx="1751" formatCode="0.00">
                  <c:v>0.35183333333333328</c:v>
                </c:pt>
                <c:pt idx="1752" formatCode="0.00">
                  <c:v>0.35266666666666674</c:v>
                </c:pt>
                <c:pt idx="1753" formatCode="0.00">
                  <c:v>0.35349999999999998</c:v>
                </c:pt>
                <c:pt idx="1754" formatCode="0.00">
                  <c:v>0.35433333333333344</c:v>
                </c:pt>
                <c:pt idx="1755" formatCode="0.00">
                  <c:v>0.35516666666666669</c:v>
                </c:pt>
                <c:pt idx="1756" formatCode="0.00">
                  <c:v>0.35599999999999993</c:v>
                </c:pt>
                <c:pt idx="1757" formatCode="0.00">
                  <c:v>0.35683333333333339</c:v>
                </c:pt>
                <c:pt idx="1758" formatCode="0.00">
                  <c:v>0.35766666666666663</c:v>
                </c:pt>
                <c:pt idx="1759" formatCode="0.00">
                  <c:v>0.3585000000000001</c:v>
                </c:pt>
                <c:pt idx="1760" formatCode="0.00">
                  <c:v>0.35933333333333334</c:v>
                </c:pt>
                <c:pt idx="1761" formatCode="0.00">
                  <c:v>0.36016666666666658</c:v>
                </c:pt>
                <c:pt idx="1762" formatCode="0.00">
                  <c:v>0.36100000000000004</c:v>
                </c:pt>
                <c:pt idx="1763" formatCode="0.00">
                  <c:v>0.36183333333333328</c:v>
                </c:pt>
                <c:pt idx="1764" formatCode="0.00">
                  <c:v>0.36266666666666675</c:v>
                </c:pt>
                <c:pt idx="1765" formatCode="0.00">
                  <c:v>0.36349999999999999</c:v>
                </c:pt>
                <c:pt idx="1766" formatCode="0.00">
                  <c:v>0.36433333333333334</c:v>
                </c:pt>
                <c:pt idx="1767" formatCode="0.00">
                  <c:v>0.36516666666666669</c:v>
                </c:pt>
                <c:pt idx="1768" formatCode="0.00">
                  <c:v>0.36599999999999994</c:v>
                </c:pt>
                <c:pt idx="1769" formatCode="0.00">
                  <c:v>0.3668333333333334</c:v>
                </c:pt>
                <c:pt idx="1770" formatCode="0.00">
                  <c:v>0.36766666666666664</c:v>
                </c:pt>
                <c:pt idx="1771" formatCode="0.00">
                  <c:v>0.36849999999999999</c:v>
                </c:pt>
                <c:pt idx="1772" formatCode="0.00">
                  <c:v>0.36933333333333335</c:v>
                </c:pt>
                <c:pt idx="1773" formatCode="0.00">
                  <c:v>0.3701666666666667</c:v>
                </c:pt>
                <c:pt idx="1774" formatCode="0.00">
                  <c:v>0.37100000000000005</c:v>
                </c:pt>
                <c:pt idx="1775" formatCode="0.00">
                  <c:v>0.37183333333333329</c:v>
                </c:pt>
                <c:pt idx="1776" formatCode="0.00">
                  <c:v>0.37266666666666665</c:v>
                </c:pt>
                <c:pt idx="1777" formatCode="0.00">
                  <c:v>0.3735</c:v>
                </c:pt>
                <c:pt idx="1778" formatCode="0.00">
                  <c:v>0.37433333333333335</c:v>
                </c:pt>
                <c:pt idx="1779" formatCode="0.00">
                  <c:v>0.3751666666666667</c:v>
                </c:pt>
                <c:pt idx="1780" formatCode="0.00">
                  <c:v>0.37600000000000006</c:v>
                </c:pt>
                <c:pt idx="1781" formatCode="0.00">
                  <c:v>0.3768333333333333</c:v>
                </c:pt>
                <c:pt idx="1782" formatCode="0.00">
                  <c:v>0.37766666666666665</c:v>
                </c:pt>
                <c:pt idx="1783" formatCode="0.00">
                  <c:v>0.3785</c:v>
                </c:pt>
                <c:pt idx="1784" formatCode="0.00">
                  <c:v>0.37933333333333336</c:v>
                </c:pt>
                <c:pt idx="1785" formatCode="0.00">
                  <c:v>0.38016666666666671</c:v>
                </c:pt>
                <c:pt idx="1786" formatCode="0.00">
                  <c:v>0.38099999999999995</c:v>
                </c:pt>
                <c:pt idx="1787" formatCode="0.00">
                  <c:v>0.38183333333333341</c:v>
                </c:pt>
                <c:pt idx="1788" formatCode="0.00">
                  <c:v>0.38266666666666665</c:v>
                </c:pt>
                <c:pt idx="1789" formatCode="0.00">
                  <c:v>0.38350000000000001</c:v>
                </c:pt>
                <c:pt idx="1790" formatCode="0.00">
                  <c:v>0.38433333333333336</c:v>
                </c:pt>
                <c:pt idx="1791" formatCode="0.00">
                  <c:v>0.3851666666666666</c:v>
                </c:pt>
                <c:pt idx="1792" formatCode="0.00">
                  <c:v>0.38600000000000007</c:v>
                </c:pt>
                <c:pt idx="1793" formatCode="0.00">
                  <c:v>0.38683333333333331</c:v>
                </c:pt>
                <c:pt idx="1794" formatCode="0.00">
                  <c:v>0.38766666666666677</c:v>
                </c:pt>
                <c:pt idx="1795" formatCode="0.00">
                  <c:v>0.38850000000000001</c:v>
                </c:pt>
                <c:pt idx="1796" formatCode="0.00">
                  <c:v>0.38933333333333325</c:v>
                </c:pt>
                <c:pt idx="1797" formatCode="0.00">
                  <c:v>0.39016666666666672</c:v>
                </c:pt>
                <c:pt idx="1798" formatCode="0.00">
                  <c:v>0.39099999999999996</c:v>
                </c:pt>
                <c:pt idx="1799" formatCode="0.00">
                  <c:v>0.39183333333333342</c:v>
                </c:pt>
                <c:pt idx="1800" formatCode="0.00">
                  <c:v>0.39266666666666666</c:v>
                </c:pt>
                <c:pt idx="1801" formatCode="0.00">
                  <c:v>0.39350000000000002</c:v>
                </c:pt>
                <c:pt idx="1802" formatCode="0.00">
                  <c:v>0.39433333333333337</c:v>
                </c:pt>
                <c:pt idx="1803" formatCode="0.00">
                  <c:v>0.39516666666666661</c:v>
                </c:pt>
                <c:pt idx="1804" formatCode="0.00">
                  <c:v>0.39600000000000007</c:v>
                </c:pt>
                <c:pt idx="1805" formatCode="0.00">
                  <c:v>0.39683333333333332</c:v>
                </c:pt>
                <c:pt idx="1806" formatCode="0.00">
                  <c:v>0.39766666666666667</c:v>
                </c:pt>
                <c:pt idx="1807" formatCode="0.00">
                  <c:v>0.39850000000000002</c:v>
                </c:pt>
                <c:pt idx="1808" formatCode="0.00">
                  <c:v>0.39933333333333337</c:v>
                </c:pt>
                <c:pt idx="1809" formatCode="0.00">
                  <c:v>0.40016666666666673</c:v>
                </c:pt>
                <c:pt idx="1810" formatCode="0.00">
                  <c:v>0.40099999999999997</c:v>
                </c:pt>
                <c:pt idx="1811" formatCode="0.00">
                  <c:v>0.40183333333333332</c:v>
                </c:pt>
                <c:pt idx="1812" formatCode="0.00">
                  <c:v>0.40266666666666667</c:v>
                </c:pt>
                <c:pt idx="1813" formatCode="0.00">
                  <c:v>0.40350000000000003</c:v>
                </c:pt>
                <c:pt idx="1814" formatCode="0.00">
                  <c:v>0.40433333333333338</c:v>
                </c:pt>
                <c:pt idx="1815" formatCode="0.00">
                  <c:v>0.40516666666666673</c:v>
                </c:pt>
                <c:pt idx="1816" formatCode="0.00">
                  <c:v>0.40599999999999997</c:v>
                </c:pt>
                <c:pt idx="1817" formatCode="0.00">
                  <c:v>0.40683333333333332</c:v>
                </c:pt>
                <c:pt idx="1818" formatCode="0.00">
                  <c:v>0.40766666666666668</c:v>
                </c:pt>
                <c:pt idx="1819" formatCode="0.00">
                  <c:v>0.40850000000000003</c:v>
                </c:pt>
                <c:pt idx="1820" formatCode="0.00">
                  <c:v>0.40933333333333338</c:v>
                </c:pt>
                <c:pt idx="1821" formatCode="0.00">
                  <c:v>0.41016666666666662</c:v>
                </c:pt>
                <c:pt idx="1822" formatCode="0.00">
                  <c:v>0.41100000000000009</c:v>
                </c:pt>
                <c:pt idx="1823" formatCode="0.00">
                  <c:v>0.41183333333333333</c:v>
                </c:pt>
                <c:pt idx="1824" formatCode="0.00">
                  <c:v>0.41266666666666668</c:v>
                </c:pt>
                <c:pt idx="1825" formatCode="0.00">
                  <c:v>0.41350000000000003</c:v>
                </c:pt>
                <c:pt idx="1826" formatCode="0.00">
                  <c:v>0.41433333333333328</c:v>
                </c:pt>
                <c:pt idx="1827" formatCode="0.00">
                  <c:v>0.41516666666666674</c:v>
                </c:pt>
                <c:pt idx="1828" formatCode="0.00">
                  <c:v>0.41599999999999998</c:v>
                </c:pt>
                <c:pt idx="1829" formatCode="0.00">
                  <c:v>0.41683333333333344</c:v>
                </c:pt>
                <c:pt idx="1830" formatCode="0.00">
                  <c:v>0.41766666666666669</c:v>
                </c:pt>
                <c:pt idx="1831" formatCode="0.00">
                  <c:v>0.41849999999999993</c:v>
                </c:pt>
                <c:pt idx="1832" formatCode="0.00">
                  <c:v>0.41933333333333339</c:v>
                </c:pt>
                <c:pt idx="1833" formatCode="0.00">
                  <c:v>0.42016666666666663</c:v>
                </c:pt>
                <c:pt idx="1834" formatCode="0.00">
                  <c:v>0.4210000000000001</c:v>
                </c:pt>
                <c:pt idx="1835" formatCode="0.00">
                  <c:v>0.42183333333333334</c:v>
                </c:pt>
                <c:pt idx="1836" formatCode="0.00">
                  <c:v>0.42266666666666658</c:v>
                </c:pt>
                <c:pt idx="1837" formatCode="0.00">
                  <c:v>0.42350000000000004</c:v>
                </c:pt>
                <c:pt idx="1838" formatCode="0.00">
                  <c:v>0.42433333333333328</c:v>
                </c:pt>
                <c:pt idx="1839" formatCode="0.00">
                  <c:v>0.42516666666666675</c:v>
                </c:pt>
                <c:pt idx="1840" formatCode="0.00">
                  <c:v>0.42599999999999999</c:v>
                </c:pt>
                <c:pt idx="1841" formatCode="0.00">
                  <c:v>0.42683333333333334</c:v>
                </c:pt>
                <c:pt idx="1842" formatCode="0.00">
                  <c:v>0.42766666666666669</c:v>
                </c:pt>
                <c:pt idx="1843" formatCode="0.00">
                  <c:v>0.42849999999999994</c:v>
                </c:pt>
                <c:pt idx="1844" formatCode="0.00">
                  <c:v>0.4293333333333334</c:v>
                </c:pt>
                <c:pt idx="1845" formatCode="0.00">
                  <c:v>0.43016666666666664</c:v>
                </c:pt>
                <c:pt idx="1846" formatCode="0.00">
                  <c:v>0.43099999999999999</c:v>
                </c:pt>
                <c:pt idx="1847" formatCode="0.00">
                  <c:v>0.43183333333333335</c:v>
                </c:pt>
                <c:pt idx="1848" formatCode="0.00">
                  <c:v>0.4326666666666667</c:v>
                </c:pt>
                <c:pt idx="1849" formatCode="0.00">
                  <c:v>0.43350000000000005</c:v>
                </c:pt>
                <c:pt idx="1850" formatCode="0.00">
                  <c:v>0.43433333333333329</c:v>
                </c:pt>
                <c:pt idx="1851" formatCode="0.00">
                  <c:v>0.43516666666666665</c:v>
                </c:pt>
                <c:pt idx="1852" formatCode="0.00">
                  <c:v>0.436</c:v>
                </c:pt>
                <c:pt idx="1853" formatCode="0.00">
                  <c:v>0.43683333333333335</c:v>
                </c:pt>
                <c:pt idx="1854" formatCode="0.00">
                  <c:v>0.4376666666666667</c:v>
                </c:pt>
                <c:pt idx="1855" formatCode="0.00">
                  <c:v>0.43850000000000006</c:v>
                </c:pt>
                <c:pt idx="1856" formatCode="0.00">
                  <c:v>0.4393333333333333</c:v>
                </c:pt>
                <c:pt idx="1857" formatCode="0.00">
                  <c:v>0.44016666666666665</c:v>
                </c:pt>
                <c:pt idx="1858" formatCode="0.00">
                  <c:v>0.441</c:v>
                </c:pt>
                <c:pt idx="1859" formatCode="0.00">
                  <c:v>0.44183333333333336</c:v>
                </c:pt>
                <c:pt idx="1860" formatCode="0.00">
                  <c:v>0.44266666666666671</c:v>
                </c:pt>
                <c:pt idx="1861" formatCode="0.00">
                  <c:v>0.44349999999999995</c:v>
                </c:pt>
                <c:pt idx="1862" formatCode="0.00">
                  <c:v>0.44433333333333341</c:v>
                </c:pt>
                <c:pt idx="1863" formatCode="0.00">
                  <c:v>0.44516666666666665</c:v>
                </c:pt>
                <c:pt idx="1864" formatCode="0.00">
                  <c:v>0.44600000000000001</c:v>
                </c:pt>
                <c:pt idx="1865" formatCode="0.00">
                  <c:v>0.44683333333333336</c:v>
                </c:pt>
                <c:pt idx="1866" formatCode="0.00">
                  <c:v>0.4476666666666666</c:v>
                </c:pt>
                <c:pt idx="1867" formatCode="0.00">
                  <c:v>0.44850000000000007</c:v>
                </c:pt>
                <c:pt idx="1868" formatCode="0.00">
                  <c:v>0.44933333333333331</c:v>
                </c:pt>
                <c:pt idx="1869" formatCode="0.00">
                  <c:v>0.45016666666666677</c:v>
                </c:pt>
                <c:pt idx="1870" formatCode="0.00">
                  <c:v>0.45100000000000001</c:v>
                </c:pt>
                <c:pt idx="1871" formatCode="0.00">
                  <c:v>0.45183333333333325</c:v>
                </c:pt>
                <c:pt idx="1872" formatCode="0.00">
                  <c:v>0.45266666666666672</c:v>
                </c:pt>
                <c:pt idx="1873" formatCode="0.00">
                  <c:v>0.45349999999999996</c:v>
                </c:pt>
                <c:pt idx="1874" formatCode="0.00">
                  <c:v>0.45433333333333342</c:v>
                </c:pt>
                <c:pt idx="1875" formatCode="0.00">
                  <c:v>0.45516666666666666</c:v>
                </c:pt>
                <c:pt idx="1876" formatCode="0.00">
                  <c:v>0.45600000000000002</c:v>
                </c:pt>
                <c:pt idx="1877" formatCode="0.00">
                  <c:v>0.45683333333333337</c:v>
                </c:pt>
                <c:pt idx="1878" formatCode="0.00">
                  <c:v>0.45766666666666661</c:v>
                </c:pt>
                <c:pt idx="1879" formatCode="0.00">
                  <c:v>0.45850000000000007</c:v>
                </c:pt>
                <c:pt idx="1880" formatCode="0.00">
                  <c:v>0.45933333333333332</c:v>
                </c:pt>
                <c:pt idx="1881" formatCode="0.00">
                  <c:v>0.46016666666666667</c:v>
                </c:pt>
                <c:pt idx="1882" formatCode="0.00">
                  <c:v>0.46100000000000002</c:v>
                </c:pt>
                <c:pt idx="1883" formatCode="0.00">
                  <c:v>0.46183333333333337</c:v>
                </c:pt>
                <c:pt idx="1884" formatCode="0.00">
                  <c:v>0.46266666666666673</c:v>
                </c:pt>
                <c:pt idx="1885" formatCode="0.00">
                  <c:v>0.46349999999999997</c:v>
                </c:pt>
                <c:pt idx="1886" formatCode="0.00">
                  <c:v>0.46433333333333332</c:v>
                </c:pt>
                <c:pt idx="1887" formatCode="0.00">
                  <c:v>0.46516666666666667</c:v>
                </c:pt>
                <c:pt idx="1888" formatCode="0.00">
                  <c:v>0.46600000000000003</c:v>
                </c:pt>
                <c:pt idx="1889" formatCode="0.00">
                  <c:v>0.46683333333333338</c:v>
                </c:pt>
                <c:pt idx="1890" formatCode="0.00">
                  <c:v>0.46766666666666673</c:v>
                </c:pt>
                <c:pt idx="1891" formatCode="0.00">
                  <c:v>0.46849999999999997</c:v>
                </c:pt>
                <c:pt idx="1892" formatCode="0.00">
                  <c:v>0.46933333333333332</c:v>
                </c:pt>
                <c:pt idx="1893" formatCode="0.00">
                  <c:v>0.47016666666666668</c:v>
                </c:pt>
                <c:pt idx="1894" formatCode="0.00">
                  <c:v>0.47100000000000003</c:v>
                </c:pt>
                <c:pt idx="1895" formatCode="0.00">
                  <c:v>0.47183333333333338</c:v>
                </c:pt>
                <c:pt idx="1896" formatCode="0.00">
                  <c:v>0.47266666666666662</c:v>
                </c:pt>
                <c:pt idx="1897" formatCode="0.00">
                  <c:v>0.47350000000000009</c:v>
                </c:pt>
                <c:pt idx="1898" formatCode="0.00">
                  <c:v>0.47433333333333333</c:v>
                </c:pt>
                <c:pt idx="1899" formatCode="0.00">
                  <c:v>0.47516666666666668</c:v>
                </c:pt>
                <c:pt idx="1900" formatCode="0.00">
                  <c:v>0.47600000000000003</c:v>
                </c:pt>
                <c:pt idx="1901" formatCode="0.00">
                  <c:v>0.47683333333333328</c:v>
                </c:pt>
                <c:pt idx="1902" formatCode="0.00">
                  <c:v>0.47766666666666674</c:v>
                </c:pt>
                <c:pt idx="1903" formatCode="0.00">
                  <c:v>0.47849999999999998</c:v>
                </c:pt>
                <c:pt idx="1904" formatCode="0.00">
                  <c:v>0.47933333333333344</c:v>
                </c:pt>
                <c:pt idx="1905" formatCode="0.00">
                  <c:v>0.48016666666666669</c:v>
                </c:pt>
                <c:pt idx="1906" formatCode="0.00">
                  <c:v>0.48099999999999993</c:v>
                </c:pt>
                <c:pt idx="1907" formatCode="0.00">
                  <c:v>0.48183333333333339</c:v>
                </c:pt>
                <c:pt idx="1908" formatCode="0.00">
                  <c:v>0.48266666666666663</c:v>
                </c:pt>
                <c:pt idx="1909" formatCode="0.00">
                  <c:v>0.4835000000000001</c:v>
                </c:pt>
                <c:pt idx="1910" formatCode="0.00">
                  <c:v>0.48433333333333334</c:v>
                </c:pt>
                <c:pt idx="1911" formatCode="0.00">
                  <c:v>0.48516666666666658</c:v>
                </c:pt>
                <c:pt idx="1912" formatCode="0.00">
                  <c:v>0.48600000000000004</c:v>
                </c:pt>
                <c:pt idx="1913" formatCode="0.00">
                  <c:v>0.48683333333333328</c:v>
                </c:pt>
                <c:pt idx="1914" formatCode="0.00">
                  <c:v>0.48766666666666675</c:v>
                </c:pt>
                <c:pt idx="1915" formatCode="0.00">
                  <c:v>0.48849999999999999</c:v>
                </c:pt>
                <c:pt idx="1916" formatCode="0.00">
                  <c:v>0.48933333333333334</c:v>
                </c:pt>
                <c:pt idx="1917" formatCode="0.00">
                  <c:v>0.49016666666666669</c:v>
                </c:pt>
                <c:pt idx="1918" formatCode="0.00">
                  <c:v>0.49099999999999994</c:v>
                </c:pt>
                <c:pt idx="1919" formatCode="0.00">
                  <c:v>0.4918333333333334</c:v>
                </c:pt>
                <c:pt idx="1920" formatCode="0.00">
                  <c:v>0.49266666666666664</c:v>
                </c:pt>
                <c:pt idx="1921" formatCode="0.00">
                  <c:v>0.49349999999999999</c:v>
                </c:pt>
                <c:pt idx="1922" formatCode="0.00">
                  <c:v>0.49433333333333335</c:v>
                </c:pt>
                <c:pt idx="1923" formatCode="0.00">
                  <c:v>0.4951666666666667</c:v>
                </c:pt>
                <c:pt idx="1924" formatCode="0.00">
                  <c:v>0.49600000000000005</c:v>
                </c:pt>
                <c:pt idx="1925" formatCode="0.00">
                  <c:v>0.49683333333333329</c:v>
                </c:pt>
                <c:pt idx="1926" formatCode="0.00">
                  <c:v>0.49766666666666665</c:v>
                </c:pt>
                <c:pt idx="1927" formatCode="0.00">
                  <c:v>0.4985</c:v>
                </c:pt>
                <c:pt idx="1928" formatCode="0.00">
                  <c:v>0.49933333333333335</c:v>
                </c:pt>
                <c:pt idx="1929" formatCode="0.00">
                  <c:v>0.50016666666666665</c:v>
                </c:pt>
                <c:pt idx="1930" formatCode="0.00">
                  <c:v>0.50100000000000011</c:v>
                </c:pt>
                <c:pt idx="1931" formatCode="0.00">
                  <c:v>0.50183333333333335</c:v>
                </c:pt>
                <c:pt idx="1932" formatCode="0.00">
                  <c:v>0.5026666666666666</c:v>
                </c:pt>
                <c:pt idx="1933" formatCode="0.00">
                  <c:v>0.50350000000000006</c:v>
                </c:pt>
                <c:pt idx="1934" formatCode="0.00">
                  <c:v>0.5043333333333333</c:v>
                </c:pt>
                <c:pt idx="1935" formatCode="0.00">
                  <c:v>0.50516666666666676</c:v>
                </c:pt>
                <c:pt idx="1936" formatCode="0.00">
                  <c:v>0.50600000000000001</c:v>
                </c:pt>
                <c:pt idx="1937" formatCode="0.00">
                  <c:v>0.50683333333333347</c:v>
                </c:pt>
                <c:pt idx="1938" formatCode="0.00">
                  <c:v>0.50766666666666671</c:v>
                </c:pt>
                <c:pt idx="1939" formatCode="0.00">
                  <c:v>0.50849999999999995</c:v>
                </c:pt>
                <c:pt idx="1940" formatCode="0.00">
                  <c:v>0.50933333333333342</c:v>
                </c:pt>
                <c:pt idx="1941" formatCode="0.00">
                  <c:v>0.51016666666666666</c:v>
                </c:pt>
                <c:pt idx="1942" formatCode="0.00">
                  <c:v>0.51100000000000012</c:v>
                </c:pt>
                <c:pt idx="1943" formatCode="0.00">
                  <c:v>0.51183333333333336</c:v>
                </c:pt>
                <c:pt idx="1944" formatCode="0.00">
                  <c:v>0.51266666666666683</c:v>
                </c:pt>
                <c:pt idx="1945" formatCode="0.00">
                  <c:v>0.51350000000000007</c:v>
                </c:pt>
                <c:pt idx="1946" formatCode="0.00">
                  <c:v>0.51433333333333331</c:v>
                </c:pt>
                <c:pt idx="1947" formatCode="0.00">
                  <c:v>0.51516666666666677</c:v>
                </c:pt>
                <c:pt idx="1948" formatCode="0.00">
                  <c:v>0.51600000000000001</c:v>
                </c:pt>
                <c:pt idx="1949" formatCode="0.00">
                  <c:v>0.51683333333333348</c:v>
                </c:pt>
                <c:pt idx="1950" formatCode="0.00">
                  <c:v>0.51766666666666672</c:v>
                </c:pt>
                <c:pt idx="1951" formatCode="0.00">
                  <c:v>0.51849999999999996</c:v>
                </c:pt>
                <c:pt idx="1952" formatCode="0.00">
                  <c:v>0.51933333333333342</c:v>
                </c:pt>
                <c:pt idx="1953" formatCode="0.00">
                  <c:v>0.52016666666666667</c:v>
                </c:pt>
                <c:pt idx="1954" formatCode="0.00">
                  <c:v>0.52100000000000013</c:v>
                </c:pt>
                <c:pt idx="1955" formatCode="0.00">
                  <c:v>0.52183333333333337</c:v>
                </c:pt>
                <c:pt idx="1956" formatCode="0.00">
                  <c:v>0.52266666666666661</c:v>
                </c:pt>
                <c:pt idx="1957" formatCode="0.00">
                  <c:v>0.52350000000000008</c:v>
                </c:pt>
                <c:pt idx="1958" formatCode="0.00">
                  <c:v>0.52433333333333332</c:v>
                </c:pt>
                <c:pt idx="1959" formatCode="0.00">
                  <c:v>0.52516666666666678</c:v>
                </c:pt>
                <c:pt idx="1960" formatCode="0.00">
                  <c:v>0.52600000000000002</c:v>
                </c:pt>
                <c:pt idx="1961" formatCode="0.00">
                  <c:v>0.52683333333333326</c:v>
                </c:pt>
                <c:pt idx="1962" formatCode="0.00">
                  <c:v>0.52766666666666673</c:v>
                </c:pt>
                <c:pt idx="1963" formatCode="0.00">
                  <c:v>0.52849999999999997</c:v>
                </c:pt>
                <c:pt idx="1964" formatCode="0.00">
                  <c:v>0.52933333333333343</c:v>
                </c:pt>
                <c:pt idx="1965" formatCode="0.00">
                  <c:v>0.53016666666666667</c:v>
                </c:pt>
                <c:pt idx="1966" formatCode="0.00">
                  <c:v>0.53099999999999992</c:v>
                </c:pt>
                <c:pt idx="1967" formatCode="0.00">
                  <c:v>0.53183333333333338</c:v>
                </c:pt>
                <c:pt idx="1968" formatCode="0.00">
                  <c:v>0.53266666666666662</c:v>
                </c:pt>
                <c:pt idx="1969" formatCode="0.00">
                  <c:v>0.53350000000000009</c:v>
                </c:pt>
                <c:pt idx="1970" formatCode="0.00">
                  <c:v>0.53433333333333333</c:v>
                </c:pt>
                <c:pt idx="1971" formatCode="0.00">
                  <c:v>0.53516666666666657</c:v>
                </c:pt>
                <c:pt idx="1972" formatCode="0.00">
                  <c:v>0.53600000000000003</c:v>
                </c:pt>
                <c:pt idx="1973" formatCode="0.00">
                  <c:v>0.53683333333333327</c:v>
                </c:pt>
                <c:pt idx="1974" formatCode="0.00">
                  <c:v>0.53766666666666674</c:v>
                </c:pt>
                <c:pt idx="1975" formatCode="0.00">
                  <c:v>0.53849999999999998</c:v>
                </c:pt>
                <c:pt idx="1976" formatCode="0.00">
                  <c:v>0.53933333333333322</c:v>
                </c:pt>
                <c:pt idx="1977" formatCode="0.00">
                  <c:v>0.54016666666666668</c:v>
                </c:pt>
                <c:pt idx="1978" formatCode="0.00">
                  <c:v>0.54099999999999993</c:v>
                </c:pt>
                <c:pt idx="1979" formatCode="0.00">
                  <c:v>0.54183333333333339</c:v>
                </c:pt>
                <c:pt idx="1980" formatCode="0.00">
                  <c:v>0.54266666666666663</c:v>
                </c:pt>
                <c:pt idx="1981" formatCode="0.00">
                  <c:v>0.54349999999999987</c:v>
                </c:pt>
                <c:pt idx="1982" formatCode="0.00">
                  <c:v>0.54433333333333334</c:v>
                </c:pt>
                <c:pt idx="1983" formatCode="0.00">
                  <c:v>0.54516666666666658</c:v>
                </c:pt>
                <c:pt idx="1984" formatCode="0.00">
                  <c:v>0.54600000000000004</c:v>
                </c:pt>
                <c:pt idx="1985" formatCode="0.00">
                  <c:v>0.54683333333333328</c:v>
                </c:pt>
                <c:pt idx="1986" formatCode="0.00">
                  <c:v>0.54766666666666652</c:v>
                </c:pt>
                <c:pt idx="1987" formatCode="0.00">
                  <c:v>0.54849999999999999</c:v>
                </c:pt>
                <c:pt idx="1988" formatCode="0.00">
                  <c:v>0.54933333333333323</c:v>
                </c:pt>
                <c:pt idx="1989" formatCode="0.00">
                  <c:v>0.55016666666666669</c:v>
                </c:pt>
                <c:pt idx="1990" formatCode="0.00">
                  <c:v>0.55099999999999993</c:v>
                </c:pt>
                <c:pt idx="1991" formatCode="0.00">
                  <c:v>0.5518333333333334</c:v>
                </c:pt>
                <c:pt idx="1992" formatCode="0.00">
                  <c:v>0.55266666666666664</c:v>
                </c:pt>
                <c:pt idx="1993" formatCode="0.00">
                  <c:v>0.55349999999999988</c:v>
                </c:pt>
                <c:pt idx="1994" formatCode="0.00">
                  <c:v>0.55433333333333334</c:v>
                </c:pt>
                <c:pt idx="1995" formatCode="0.00">
                  <c:v>0.55516666666666659</c:v>
                </c:pt>
                <c:pt idx="1996" formatCode="0.00">
                  <c:v>0.55600000000000005</c:v>
                </c:pt>
                <c:pt idx="1997" formatCode="0.00">
                  <c:v>0.55683333333333329</c:v>
                </c:pt>
                <c:pt idx="1998" formatCode="0.00">
                  <c:v>0.55766666666666675</c:v>
                </c:pt>
                <c:pt idx="1999" formatCode="0.00">
                  <c:v>0.5585</c:v>
                </c:pt>
                <c:pt idx="2000" formatCode="0.00">
                  <c:v>0.55933333333333324</c:v>
                </c:pt>
                <c:pt idx="2001" formatCode="0.00">
                  <c:v>0.5601666666666667</c:v>
                </c:pt>
                <c:pt idx="2002" formatCode="0.00">
                  <c:v>0.56099999999999994</c:v>
                </c:pt>
                <c:pt idx="2003" formatCode="0.00">
                  <c:v>0.56183333333333341</c:v>
                </c:pt>
                <c:pt idx="2004" formatCode="0.00">
                  <c:v>0.56266666666666665</c:v>
                </c:pt>
                <c:pt idx="2005" formatCode="0.00">
                  <c:v>0.56350000000000011</c:v>
                </c:pt>
                <c:pt idx="2006" formatCode="0.00">
                  <c:v>0.56433333333333335</c:v>
                </c:pt>
                <c:pt idx="2007" formatCode="0.00">
                  <c:v>0.5651666666666666</c:v>
                </c:pt>
                <c:pt idx="2008" formatCode="0.00">
                  <c:v>0.56600000000000006</c:v>
                </c:pt>
                <c:pt idx="2009" formatCode="0.00">
                  <c:v>0.5668333333333333</c:v>
                </c:pt>
                <c:pt idx="2010" formatCode="0.00">
                  <c:v>0.56766666666666676</c:v>
                </c:pt>
                <c:pt idx="2011" formatCode="0.00">
                  <c:v>0.56850000000000001</c:v>
                </c:pt>
                <c:pt idx="2012" formatCode="0.00">
                  <c:v>0.56933333333333347</c:v>
                </c:pt>
                <c:pt idx="2013" formatCode="0.00">
                  <c:v>0.57016666666666671</c:v>
                </c:pt>
                <c:pt idx="2014" formatCode="0.00">
                  <c:v>0.57099999999999995</c:v>
                </c:pt>
                <c:pt idx="2015" formatCode="0.00">
                  <c:v>0.57183333333333342</c:v>
                </c:pt>
                <c:pt idx="2016" formatCode="0.00">
                  <c:v>0.57266666666666666</c:v>
                </c:pt>
                <c:pt idx="2017" formatCode="0.00">
                  <c:v>0.57350000000000012</c:v>
                </c:pt>
                <c:pt idx="2018" formatCode="0.00">
                  <c:v>0.57433333333333336</c:v>
                </c:pt>
                <c:pt idx="2019" formatCode="0.00">
                  <c:v>0.57516666666666683</c:v>
                </c:pt>
                <c:pt idx="2020" formatCode="0.00">
                  <c:v>0.57600000000000007</c:v>
                </c:pt>
                <c:pt idx="2021" formatCode="0.00">
                  <c:v>0.57683333333333331</c:v>
                </c:pt>
                <c:pt idx="2022" formatCode="0.00">
                  <c:v>0.57766666666666677</c:v>
                </c:pt>
                <c:pt idx="2023" formatCode="0.00">
                  <c:v>0.57850000000000001</c:v>
                </c:pt>
                <c:pt idx="2024" formatCode="0.00">
                  <c:v>0.57933333333333348</c:v>
                </c:pt>
                <c:pt idx="2025" formatCode="0.00">
                  <c:v>0.58016666666666672</c:v>
                </c:pt>
                <c:pt idx="2026" formatCode="0.00">
                  <c:v>0.58099999999999996</c:v>
                </c:pt>
                <c:pt idx="2027" formatCode="0.00">
                  <c:v>0.58183333333333342</c:v>
                </c:pt>
                <c:pt idx="2028" formatCode="0.00">
                  <c:v>0.58266666666666667</c:v>
                </c:pt>
                <c:pt idx="2029" formatCode="0.00">
                  <c:v>0.58350000000000013</c:v>
                </c:pt>
                <c:pt idx="2030" formatCode="0.00">
                  <c:v>0.58433333333333337</c:v>
                </c:pt>
                <c:pt idx="2031" formatCode="0.00">
                  <c:v>0.58516666666666661</c:v>
                </c:pt>
                <c:pt idx="2032" formatCode="0.00">
                  <c:v>0.58600000000000008</c:v>
                </c:pt>
                <c:pt idx="2033" formatCode="0.00">
                  <c:v>0.58683333333333332</c:v>
                </c:pt>
                <c:pt idx="2034" formatCode="0.00">
                  <c:v>0.58766666666666678</c:v>
                </c:pt>
                <c:pt idx="2035" formatCode="0.00">
                  <c:v>0.58850000000000002</c:v>
                </c:pt>
                <c:pt idx="2036" formatCode="0.00">
                  <c:v>0.58933333333333326</c:v>
                </c:pt>
                <c:pt idx="2037" formatCode="0.00">
                  <c:v>0.59016666666666673</c:v>
                </c:pt>
                <c:pt idx="2038" formatCode="0.00">
                  <c:v>0.59099999999999997</c:v>
                </c:pt>
                <c:pt idx="2039" formatCode="0.00">
                  <c:v>0.59183333333333343</c:v>
                </c:pt>
                <c:pt idx="2040" formatCode="0.00">
                  <c:v>0.59266666666666667</c:v>
                </c:pt>
                <c:pt idx="2041" formatCode="0.00">
                  <c:v>0.59349999999999992</c:v>
                </c:pt>
                <c:pt idx="2042" formatCode="0.00">
                  <c:v>0.59433333333333338</c:v>
                </c:pt>
                <c:pt idx="2043" formatCode="0.00">
                  <c:v>0.59516666666666662</c:v>
                </c:pt>
                <c:pt idx="2044" formatCode="0.00">
                  <c:v>0.59600000000000009</c:v>
                </c:pt>
                <c:pt idx="2045" formatCode="0.00">
                  <c:v>0.59683333333333333</c:v>
                </c:pt>
                <c:pt idx="2046" formatCode="0.00">
                  <c:v>0.59766666666666657</c:v>
                </c:pt>
                <c:pt idx="2047" formatCode="0.00">
                  <c:v>0.59850000000000003</c:v>
                </c:pt>
                <c:pt idx="2048" formatCode="0.00">
                  <c:v>0.59933333333333327</c:v>
                </c:pt>
                <c:pt idx="2049" formatCode="0.00">
                  <c:v>0.60016666666666674</c:v>
                </c:pt>
                <c:pt idx="2050" formatCode="0.00">
                  <c:v>0.60099999999999998</c:v>
                </c:pt>
                <c:pt idx="2051" formatCode="0.00">
                  <c:v>0.60183333333333322</c:v>
                </c:pt>
                <c:pt idx="2052" formatCode="0.00">
                  <c:v>0.60266666666666668</c:v>
                </c:pt>
                <c:pt idx="2053" formatCode="0.00">
                  <c:v>0.60349999999999993</c:v>
                </c:pt>
                <c:pt idx="2054" formatCode="0.00">
                  <c:v>0.60433333333333339</c:v>
                </c:pt>
                <c:pt idx="2055" formatCode="0.00">
                  <c:v>0.60516666666666663</c:v>
                </c:pt>
                <c:pt idx="2056" formatCode="0.00">
                  <c:v>0.60599999999999987</c:v>
                </c:pt>
                <c:pt idx="2057" formatCode="0.00">
                  <c:v>0.60683333333333334</c:v>
                </c:pt>
                <c:pt idx="2058" formatCode="0.00">
                  <c:v>0.60766666666666658</c:v>
                </c:pt>
                <c:pt idx="2059" formatCode="0.00">
                  <c:v>0.60850000000000004</c:v>
                </c:pt>
                <c:pt idx="2060" formatCode="0.00">
                  <c:v>0.60933333333333328</c:v>
                </c:pt>
                <c:pt idx="2061" formatCode="0.00">
                  <c:v>0.61016666666666652</c:v>
                </c:pt>
                <c:pt idx="2062" formatCode="0.00">
                  <c:v>0.61099999999999999</c:v>
                </c:pt>
                <c:pt idx="2063" formatCode="0.00">
                  <c:v>0.61183333333333323</c:v>
                </c:pt>
                <c:pt idx="2064" formatCode="0.00">
                  <c:v>0.61266666666666669</c:v>
                </c:pt>
                <c:pt idx="2065" formatCode="0.00">
                  <c:v>0.61349999999999993</c:v>
                </c:pt>
                <c:pt idx="2066" formatCode="0.00">
                  <c:v>0.6143333333333334</c:v>
                </c:pt>
                <c:pt idx="2067" formatCode="0.00">
                  <c:v>0.61516666666666664</c:v>
                </c:pt>
                <c:pt idx="2068" formatCode="0.00">
                  <c:v>0.61599999999999988</c:v>
                </c:pt>
                <c:pt idx="2069" formatCode="0.00">
                  <c:v>0.61683333333333334</c:v>
                </c:pt>
                <c:pt idx="2070" formatCode="0.00">
                  <c:v>0.61766666666666659</c:v>
                </c:pt>
                <c:pt idx="2071" formatCode="0.00">
                  <c:v>0.61850000000000005</c:v>
                </c:pt>
                <c:pt idx="2072" formatCode="0.00">
                  <c:v>0.61933333333333329</c:v>
                </c:pt>
                <c:pt idx="2073" formatCode="0.00">
                  <c:v>0.62016666666666675</c:v>
                </c:pt>
                <c:pt idx="2074" formatCode="0.00">
                  <c:v>0.621</c:v>
                </c:pt>
                <c:pt idx="2075" formatCode="0.00">
                  <c:v>0.62183333333333324</c:v>
                </c:pt>
                <c:pt idx="2076" formatCode="0.00">
                  <c:v>0.6226666666666667</c:v>
                </c:pt>
                <c:pt idx="2077" formatCode="0.00">
                  <c:v>0.62349999999999994</c:v>
                </c:pt>
                <c:pt idx="2078" formatCode="0.00">
                  <c:v>0.62433333333333341</c:v>
                </c:pt>
                <c:pt idx="2079" formatCode="0.00">
                  <c:v>0.62516666666666665</c:v>
                </c:pt>
                <c:pt idx="2080" formatCode="0.00">
                  <c:v>0.62600000000000011</c:v>
                </c:pt>
                <c:pt idx="2081" formatCode="0.00">
                  <c:v>0.62683333333333335</c:v>
                </c:pt>
                <c:pt idx="2082" formatCode="0.00">
                  <c:v>0.6276666666666666</c:v>
                </c:pt>
                <c:pt idx="2083" formatCode="0.00">
                  <c:v>0.62850000000000006</c:v>
                </c:pt>
                <c:pt idx="2084" formatCode="0.00">
                  <c:v>0.6293333333333333</c:v>
                </c:pt>
                <c:pt idx="2085" formatCode="0.00">
                  <c:v>0.63016666666666676</c:v>
                </c:pt>
                <c:pt idx="2086" formatCode="0.00">
                  <c:v>0.63100000000000001</c:v>
                </c:pt>
                <c:pt idx="2087" formatCode="0.00">
                  <c:v>0.63183333333333347</c:v>
                </c:pt>
                <c:pt idx="2088" formatCode="0.00">
                  <c:v>0.63266666666666671</c:v>
                </c:pt>
                <c:pt idx="2089" formatCode="0.00">
                  <c:v>0.63349999999999995</c:v>
                </c:pt>
                <c:pt idx="2090" formatCode="0.00">
                  <c:v>0.63433333333333342</c:v>
                </c:pt>
                <c:pt idx="2091" formatCode="0.00">
                  <c:v>0.63516666666666666</c:v>
                </c:pt>
                <c:pt idx="2092" formatCode="0.00">
                  <c:v>0.63600000000000012</c:v>
                </c:pt>
                <c:pt idx="2093" formatCode="0.00">
                  <c:v>0.63683333333333336</c:v>
                </c:pt>
                <c:pt idx="2094" formatCode="0.00">
                  <c:v>0.63766666666666683</c:v>
                </c:pt>
                <c:pt idx="2095" formatCode="0.00">
                  <c:v>0.63850000000000007</c:v>
                </c:pt>
                <c:pt idx="2096" formatCode="0.00">
                  <c:v>0.63933333333333331</c:v>
                </c:pt>
                <c:pt idx="2097" formatCode="0.00">
                  <c:v>0.64016666666666677</c:v>
                </c:pt>
                <c:pt idx="2098" formatCode="0.00">
                  <c:v>0.64100000000000001</c:v>
                </c:pt>
                <c:pt idx="2099" formatCode="0.00">
                  <c:v>0.64183333333333348</c:v>
                </c:pt>
                <c:pt idx="2100" formatCode="0.00">
                  <c:v>0.64266666666666672</c:v>
                </c:pt>
                <c:pt idx="2101" formatCode="0.00">
                  <c:v>0.64349999999999996</c:v>
                </c:pt>
                <c:pt idx="2102" formatCode="0.00">
                  <c:v>0.64433333333333342</c:v>
                </c:pt>
                <c:pt idx="2103" formatCode="0.00">
                  <c:v>0.64516666666666667</c:v>
                </c:pt>
                <c:pt idx="2104" formatCode="0.00">
                  <c:v>0.64600000000000013</c:v>
                </c:pt>
                <c:pt idx="2105" formatCode="0.00">
                  <c:v>0.64683333333333337</c:v>
                </c:pt>
                <c:pt idx="2106" formatCode="0.00">
                  <c:v>0.64766666666666661</c:v>
                </c:pt>
                <c:pt idx="2107" formatCode="0.00">
                  <c:v>0.64850000000000008</c:v>
                </c:pt>
                <c:pt idx="2108" formatCode="0.00">
                  <c:v>0.64933333333333332</c:v>
                </c:pt>
                <c:pt idx="2109" formatCode="0.00">
                  <c:v>0.65016666666666678</c:v>
                </c:pt>
                <c:pt idx="2110" formatCode="0.00">
                  <c:v>0.65100000000000002</c:v>
                </c:pt>
                <c:pt idx="2111" formatCode="0.00">
                  <c:v>0.65183333333333326</c:v>
                </c:pt>
                <c:pt idx="2112" formatCode="0.00">
                  <c:v>0.65266666666666673</c:v>
                </c:pt>
                <c:pt idx="2113" formatCode="0.00">
                  <c:v>0.65349999999999997</c:v>
                </c:pt>
                <c:pt idx="2114" formatCode="0.00">
                  <c:v>0.65433333333333343</c:v>
                </c:pt>
                <c:pt idx="2115" formatCode="0.00">
                  <c:v>0.65516666666666667</c:v>
                </c:pt>
                <c:pt idx="2116" formatCode="0.00">
                  <c:v>0.65599999999999992</c:v>
                </c:pt>
                <c:pt idx="2117" formatCode="0.00">
                  <c:v>0.65683333333333338</c:v>
                </c:pt>
                <c:pt idx="2118" formatCode="0.00">
                  <c:v>0.65766666666666662</c:v>
                </c:pt>
                <c:pt idx="2119" formatCode="0.00">
                  <c:v>0.65850000000000009</c:v>
                </c:pt>
                <c:pt idx="2120" formatCode="0.00">
                  <c:v>0.65933333333333333</c:v>
                </c:pt>
                <c:pt idx="2121" formatCode="0.00">
                  <c:v>0.66016666666666657</c:v>
                </c:pt>
                <c:pt idx="2122" formatCode="0.00">
                  <c:v>0.66100000000000003</c:v>
                </c:pt>
                <c:pt idx="2123" formatCode="0.00">
                  <c:v>0.66183333333333327</c:v>
                </c:pt>
                <c:pt idx="2124" formatCode="0.00">
                  <c:v>0.66266666666666674</c:v>
                </c:pt>
                <c:pt idx="2125" formatCode="0.00">
                  <c:v>0.66349999999999998</c:v>
                </c:pt>
                <c:pt idx="2126" formatCode="0.00">
                  <c:v>0.66433333333333322</c:v>
                </c:pt>
                <c:pt idx="2127" formatCode="0.00">
                  <c:v>0.66516666666666668</c:v>
                </c:pt>
                <c:pt idx="2128" formatCode="0.00">
                  <c:v>0.66599999999999993</c:v>
                </c:pt>
                <c:pt idx="2129" formatCode="0.00">
                  <c:v>0.66683333333333339</c:v>
                </c:pt>
                <c:pt idx="2130" formatCode="0.00">
                  <c:v>0.66766666666666663</c:v>
                </c:pt>
                <c:pt idx="2131" formatCode="0.00">
                  <c:v>0.66849999999999987</c:v>
                </c:pt>
                <c:pt idx="2132" formatCode="0.00">
                  <c:v>0.66933333333333334</c:v>
                </c:pt>
                <c:pt idx="2133" formatCode="0.00">
                  <c:v>0.67016666666666658</c:v>
                </c:pt>
                <c:pt idx="2134" formatCode="0.00">
                  <c:v>0.67100000000000004</c:v>
                </c:pt>
                <c:pt idx="2135" formatCode="0.00">
                  <c:v>0.67183333333333328</c:v>
                </c:pt>
                <c:pt idx="2136" formatCode="0.00">
                  <c:v>0.67266666666666652</c:v>
                </c:pt>
                <c:pt idx="2137" formatCode="0.00">
                  <c:v>0.67349999999999999</c:v>
                </c:pt>
                <c:pt idx="2138" formatCode="0.00">
                  <c:v>0.67433333333333323</c:v>
                </c:pt>
                <c:pt idx="2139" formatCode="0.00">
                  <c:v>0.67516666666666669</c:v>
                </c:pt>
                <c:pt idx="2140" formatCode="0.00">
                  <c:v>0.67599999999999993</c:v>
                </c:pt>
                <c:pt idx="2141" formatCode="0.00">
                  <c:v>0.6768333333333334</c:v>
                </c:pt>
                <c:pt idx="2142" formatCode="0.00">
                  <c:v>0.67766666666666664</c:v>
                </c:pt>
                <c:pt idx="2143" formatCode="0.00">
                  <c:v>0.67849999999999988</c:v>
                </c:pt>
                <c:pt idx="2144" formatCode="0.00">
                  <c:v>0.67933333333333334</c:v>
                </c:pt>
                <c:pt idx="2145" formatCode="0.00">
                  <c:v>0.68016666666666659</c:v>
                </c:pt>
                <c:pt idx="2146" formatCode="0.00">
                  <c:v>0.68100000000000005</c:v>
                </c:pt>
                <c:pt idx="2147" formatCode="0.00">
                  <c:v>0.68183333333333329</c:v>
                </c:pt>
                <c:pt idx="2148" formatCode="0.00">
                  <c:v>0.68266666666666675</c:v>
                </c:pt>
                <c:pt idx="2149" formatCode="0.00">
                  <c:v>0.6835</c:v>
                </c:pt>
                <c:pt idx="2150" formatCode="0.00">
                  <c:v>0.68433333333333324</c:v>
                </c:pt>
                <c:pt idx="2151" formatCode="0.00">
                  <c:v>0.6851666666666667</c:v>
                </c:pt>
                <c:pt idx="2152" formatCode="0.00">
                  <c:v>0.68599999999999994</c:v>
                </c:pt>
                <c:pt idx="2153" formatCode="0.00">
                  <c:v>0.68683333333333341</c:v>
                </c:pt>
                <c:pt idx="2154" formatCode="0.00">
                  <c:v>0.68766666666666665</c:v>
                </c:pt>
                <c:pt idx="2155" formatCode="0.00">
                  <c:v>0.68850000000000011</c:v>
                </c:pt>
                <c:pt idx="2156" formatCode="0.00">
                  <c:v>0.68933333333333335</c:v>
                </c:pt>
                <c:pt idx="2157" formatCode="0.00">
                  <c:v>0.6901666666666666</c:v>
                </c:pt>
                <c:pt idx="2158" formatCode="0.00">
                  <c:v>0.69100000000000006</c:v>
                </c:pt>
                <c:pt idx="2159" formatCode="0.00">
                  <c:v>0.6918333333333333</c:v>
                </c:pt>
                <c:pt idx="2160" formatCode="0.00">
                  <c:v>0.69266666666666676</c:v>
                </c:pt>
                <c:pt idx="2161" formatCode="0.00">
                  <c:v>0.69350000000000001</c:v>
                </c:pt>
                <c:pt idx="2162" formatCode="0.00">
                  <c:v>0.69433333333333347</c:v>
                </c:pt>
                <c:pt idx="2163" formatCode="0.00">
                  <c:v>0.69516666666666671</c:v>
                </c:pt>
                <c:pt idx="2164" formatCode="0.00">
                  <c:v>0.69599999999999995</c:v>
                </c:pt>
                <c:pt idx="2165" formatCode="0.00">
                  <c:v>0.69683333333333342</c:v>
                </c:pt>
                <c:pt idx="2166" formatCode="0.00">
                  <c:v>0.69766666666666666</c:v>
                </c:pt>
                <c:pt idx="2167" formatCode="0.00">
                  <c:v>0.69850000000000012</c:v>
                </c:pt>
                <c:pt idx="2168" formatCode="0.00">
                  <c:v>0.69933333333333336</c:v>
                </c:pt>
                <c:pt idx="2169" formatCode="0.00">
                  <c:v>0.70016666666666683</c:v>
                </c:pt>
                <c:pt idx="2170" formatCode="0.00">
                  <c:v>0.70100000000000007</c:v>
                </c:pt>
                <c:pt idx="2171" formatCode="0.00">
                  <c:v>0.70183333333333331</c:v>
                </c:pt>
                <c:pt idx="2172" formatCode="0.00">
                  <c:v>0.70266666666666677</c:v>
                </c:pt>
                <c:pt idx="2173" formatCode="0.00">
                  <c:v>0.70350000000000001</c:v>
                </c:pt>
                <c:pt idx="2174" formatCode="0.00">
                  <c:v>0.70433333333333348</c:v>
                </c:pt>
                <c:pt idx="2175" formatCode="0.00">
                  <c:v>0.70516666666666672</c:v>
                </c:pt>
                <c:pt idx="2176" formatCode="0.00">
                  <c:v>0.70599999999999996</c:v>
                </c:pt>
                <c:pt idx="2177" formatCode="0.00">
                  <c:v>0.70683333333333342</c:v>
                </c:pt>
                <c:pt idx="2178" formatCode="0.00">
                  <c:v>0.70766666666666667</c:v>
                </c:pt>
                <c:pt idx="2179" formatCode="0.00">
                  <c:v>0.70850000000000013</c:v>
                </c:pt>
                <c:pt idx="2180" formatCode="0.00">
                  <c:v>0.70933333333333337</c:v>
                </c:pt>
                <c:pt idx="2181" formatCode="0.00">
                  <c:v>0.71016666666666661</c:v>
                </c:pt>
                <c:pt idx="2182" formatCode="0.00">
                  <c:v>0.71100000000000008</c:v>
                </c:pt>
                <c:pt idx="2183" formatCode="0.00">
                  <c:v>0.71183333333333332</c:v>
                </c:pt>
                <c:pt idx="2184" formatCode="0.00">
                  <c:v>0.71266666666666678</c:v>
                </c:pt>
                <c:pt idx="2185" formatCode="0.00">
                  <c:v>0.71350000000000002</c:v>
                </c:pt>
                <c:pt idx="2186" formatCode="0.00">
                  <c:v>0.71433333333333326</c:v>
                </c:pt>
                <c:pt idx="2187" formatCode="0.00">
                  <c:v>0.71516666666666673</c:v>
                </c:pt>
                <c:pt idx="2188" formatCode="0.00">
                  <c:v>0.71599999999999997</c:v>
                </c:pt>
                <c:pt idx="2189" formatCode="0.00">
                  <c:v>0.71683333333333343</c:v>
                </c:pt>
                <c:pt idx="2190" formatCode="0.00">
                  <c:v>0.71766666666666667</c:v>
                </c:pt>
                <c:pt idx="2191" formatCode="0.00">
                  <c:v>0.71849999999999992</c:v>
                </c:pt>
                <c:pt idx="2192" formatCode="0.00">
                  <c:v>0.71933333333333338</c:v>
                </c:pt>
                <c:pt idx="2193" formatCode="0.00">
                  <c:v>0.72016666666666662</c:v>
                </c:pt>
                <c:pt idx="2194" formatCode="0.00">
                  <c:v>0.72100000000000009</c:v>
                </c:pt>
                <c:pt idx="2195" formatCode="0.00">
                  <c:v>0.72183333333333333</c:v>
                </c:pt>
                <c:pt idx="2196" formatCode="0.00">
                  <c:v>0.72266666666666679</c:v>
                </c:pt>
                <c:pt idx="2197" formatCode="0.00">
                  <c:v>0.72350000000000003</c:v>
                </c:pt>
                <c:pt idx="2198" formatCode="0.00">
                  <c:v>0.72433333333333327</c:v>
                </c:pt>
                <c:pt idx="2199" formatCode="0.00">
                  <c:v>0.72516666666666674</c:v>
                </c:pt>
                <c:pt idx="2200" formatCode="0.00">
                  <c:v>0.72599999999999998</c:v>
                </c:pt>
                <c:pt idx="2201" formatCode="0.00">
                  <c:v>0.72683333333333344</c:v>
                </c:pt>
                <c:pt idx="2202" formatCode="0.00">
                  <c:v>0.72766666666666668</c:v>
                </c:pt>
                <c:pt idx="2203" formatCode="0.00">
                  <c:v>0.72850000000000015</c:v>
                </c:pt>
                <c:pt idx="2204" formatCode="0.00">
                  <c:v>0.72933333333333339</c:v>
                </c:pt>
                <c:pt idx="2205" formatCode="0.00">
                  <c:v>0.73016666666666663</c:v>
                </c:pt>
                <c:pt idx="2206" formatCode="0.00">
                  <c:v>0.73100000000000009</c:v>
                </c:pt>
                <c:pt idx="2207" formatCode="0.00">
                  <c:v>0.73183333333333334</c:v>
                </c:pt>
                <c:pt idx="2208" formatCode="0.00">
                  <c:v>0.7326666666666668</c:v>
                </c:pt>
                <c:pt idx="2209" formatCode="0.00">
                  <c:v>0.73350000000000004</c:v>
                </c:pt>
                <c:pt idx="2210" formatCode="0.00">
                  <c:v>0.7343333333333335</c:v>
                </c:pt>
                <c:pt idx="2211" formatCode="0.00">
                  <c:v>0.73516666666666675</c:v>
                </c:pt>
                <c:pt idx="2212" formatCode="0.00">
                  <c:v>0.73599999999999999</c:v>
                </c:pt>
                <c:pt idx="2213" formatCode="0.00">
                  <c:v>0.73683333333333345</c:v>
                </c:pt>
                <c:pt idx="2214" formatCode="0.00">
                  <c:v>0.73766666666666669</c:v>
                </c:pt>
                <c:pt idx="2215" formatCode="0.00">
                  <c:v>0.73850000000000016</c:v>
                </c:pt>
                <c:pt idx="2216" formatCode="0.00">
                  <c:v>0.7393333333333334</c:v>
                </c:pt>
                <c:pt idx="2217" formatCode="0.00">
                  <c:v>0.74016666666666686</c:v>
                </c:pt>
                <c:pt idx="2218" formatCode="0.00">
                  <c:v>0.7410000000000001</c:v>
                </c:pt>
                <c:pt idx="2219" formatCode="0.00">
                  <c:v>0.74183333333333334</c:v>
                </c:pt>
                <c:pt idx="2220" formatCode="0.00">
                  <c:v>0.74266666666666681</c:v>
                </c:pt>
                <c:pt idx="2221" formatCode="0.00">
                  <c:v>0.74350000000000005</c:v>
                </c:pt>
                <c:pt idx="2222" formatCode="0.00">
                  <c:v>0.74433333333333351</c:v>
                </c:pt>
                <c:pt idx="2223" formatCode="0.00">
                  <c:v>0.74516666666666675</c:v>
                </c:pt>
                <c:pt idx="2224" formatCode="0.00">
                  <c:v>0.74600000000000022</c:v>
                </c:pt>
                <c:pt idx="2225" formatCode="0.00">
                  <c:v>0.74683333333333346</c:v>
                </c:pt>
                <c:pt idx="2226" formatCode="0.00">
                  <c:v>0.7476666666666667</c:v>
                </c:pt>
                <c:pt idx="2227" formatCode="0.00">
                  <c:v>0.74850000000000017</c:v>
                </c:pt>
                <c:pt idx="2228" formatCode="0.00">
                  <c:v>0.74933333333333341</c:v>
                </c:pt>
                <c:pt idx="2229" formatCode="0.00">
                  <c:v>0.75016666666666687</c:v>
                </c:pt>
                <c:pt idx="2230" formatCode="0.00">
                  <c:v>0.75100000000000011</c:v>
                </c:pt>
                <c:pt idx="2231" formatCode="0.00">
                  <c:v>0.75183333333333335</c:v>
                </c:pt>
                <c:pt idx="2232" formatCode="0.00">
                  <c:v>0.75266666666666682</c:v>
                </c:pt>
                <c:pt idx="2233" formatCode="0.00">
                  <c:v>0.75350000000000006</c:v>
                </c:pt>
                <c:pt idx="2234" formatCode="0.00">
                  <c:v>0.75433333333333352</c:v>
                </c:pt>
                <c:pt idx="2235" formatCode="0.00">
                  <c:v>0.75516666666666676</c:v>
                </c:pt>
                <c:pt idx="2236" formatCode="0.00">
                  <c:v>0.75600000000000001</c:v>
                </c:pt>
                <c:pt idx="2237" formatCode="0.00">
                  <c:v>0.75683333333333347</c:v>
                </c:pt>
                <c:pt idx="2238" formatCode="0.00">
                  <c:v>0.75766666666666671</c:v>
                </c:pt>
                <c:pt idx="2239" formatCode="0.00">
                  <c:v>0.75850000000000017</c:v>
                </c:pt>
                <c:pt idx="2240" formatCode="0.00">
                  <c:v>0.75933333333333342</c:v>
                </c:pt>
                <c:pt idx="2241" formatCode="0.00">
                  <c:v>0.76016666666666666</c:v>
                </c:pt>
                <c:pt idx="2242" formatCode="0.00">
                  <c:v>0.76100000000000012</c:v>
                </c:pt>
                <c:pt idx="2243" formatCode="0.00">
                  <c:v>0.76183333333333336</c:v>
                </c:pt>
                <c:pt idx="2244" formatCode="0.00">
                  <c:v>0.76266666666666683</c:v>
                </c:pt>
                <c:pt idx="2245" formatCode="0.00">
                  <c:v>0.76350000000000007</c:v>
                </c:pt>
                <c:pt idx="2246" formatCode="0.00">
                  <c:v>0.76433333333333331</c:v>
                </c:pt>
                <c:pt idx="2247" formatCode="0.00">
                  <c:v>0.76516666666666677</c:v>
                </c:pt>
                <c:pt idx="2248" formatCode="0.00">
                  <c:v>0.76600000000000001</c:v>
                </c:pt>
                <c:pt idx="2249" formatCode="0.00">
                  <c:v>0.76683333333333348</c:v>
                </c:pt>
                <c:pt idx="2250" formatCode="0.00">
                  <c:v>0.76766666666666672</c:v>
                </c:pt>
                <c:pt idx="2251" formatCode="0.00">
                  <c:v>0.76849999999999996</c:v>
                </c:pt>
                <c:pt idx="2252" formatCode="0.00">
                  <c:v>0.7693333333333332</c:v>
                </c:pt>
                <c:pt idx="2253" formatCode="0.00">
                  <c:v>0.77016666666666689</c:v>
                </c:pt>
                <c:pt idx="2254" formatCode="0.00">
                  <c:v>0.77100000000000013</c:v>
                </c:pt>
                <c:pt idx="2255" formatCode="0.00">
                  <c:v>0.77183333333333337</c:v>
                </c:pt>
                <c:pt idx="2256" formatCode="0.00">
                  <c:v>0.77266666666666661</c:v>
                </c:pt>
                <c:pt idx="2257" formatCode="0.00">
                  <c:v>0.77350000000000008</c:v>
                </c:pt>
                <c:pt idx="2258" formatCode="0.00">
                  <c:v>0.77433333333333354</c:v>
                </c:pt>
                <c:pt idx="2259" formatCode="0.00">
                  <c:v>0.77516666666666678</c:v>
                </c:pt>
                <c:pt idx="2260" formatCode="0.00">
                  <c:v>0.77600000000000002</c:v>
                </c:pt>
                <c:pt idx="2261" formatCode="0.00">
                  <c:v>0.77683333333333326</c:v>
                </c:pt>
                <c:pt idx="2262" formatCode="0.00">
                  <c:v>0.77766666666666673</c:v>
                </c:pt>
                <c:pt idx="2263" formatCode="0.00">
                  <c:v>0.77850000000000019</c:v>
                </c:pt>
                <c:pt idx="2264" formatCode="0.00">
                  <c:v>0.77933333333333343</c:v>
                </c:pt>
                <c:pt idx="2265" formatCode="0.00">
                  <c:v>0.78016666666666667</c:v>
                </c:pt>
                <c:pt idx="2266" formatCode="0.00">
                  <c:v>0.78099999999999992</c:v>
                </c:pt>
                <c:pt idx="2267" formatCode="0.00">
                  <c:v>0.78183333333333338</c:v>
                </c:pt>
                <c:pt idx="2268" formatCode="0.00">
                  <c:v>0.78266666666666684</c:v>
                </c:pt>
                <c:pt idx="2269" formatCode="0.00">
                  <c:v>0.78350000000000009</c:v>
                </c:pt>
                <c:pt idx="2270" formatCode="0.00">
                  <c:v>0.78433333333333333</c:v>
                </c:pt>
                <c:pt idx="2271" formatCode="0.00">
                  <c:v>0.78516666666666679</c:v>
                </c:pt>
                <c:pt idx="2272" formatCode="0.00">
                  <c:v>0.78600000000000003</c:v>
                </c:pt>
                <c:pt idx="2273" formatCode="0.00">
                  <c:v>0.7868333333333335</c:v>
                </c:pt>
                <c:pt idx="2274" formatCode="0.00">
                  <c:v>0.78766666666666674</c:v>
                </c:pt>
                <c:pt idx="2275" formatCode="0.00">
                  <c:v>0.78849999999999998</c:v>
                </c:pt>
                <c:pt idx="2276" formatCode="0.00">
                  <c:v>0.78933333333333344</c:v>
                </c:pt>
                <c:pt idx="2277" formatCode="0.00">
                  <c:v>0.79016666666666668</c:v>
                </c:pt>
                <c:pt idx="2278" formatCode="0.00">
                  <c:v>0.79100000000000015</c:v>
                </c:pt>
                <c:pt idx="2279" formatCode="0.00">
                  <c:v>0.79183333333333339</c:v>
                </c:pt>
                <c:pt idx="2280" formatCode="0.00">
                  <c:v>0.79266666666666663</c:v>
                </c:pt>
                <c:pt idx="2281" formatCode="0.00">
                  <c:v>0.79350000000000009</c:v>
                </c:pt>
                <c:pt idx="2282" formatCode="0.00">
                  <c:v>0.79433333333333334</c:v>
                </c:pt>
                <c:pt idx="2283" formatCode="0.00">
                  <c:v>0.7951666666666668</c:v>
                </c:pt>
                <c:pt idx="2284" formatCode="0.00">
                  <c:v>0.79600000000000004</c:v>
                </c:pt>
                <c:pt idx="2285" formatCode="0.00">
                  <c:v>0.7968333333333335</c:v>
                </c:pt>
                <c:pt idx="2286" formatCode="0.00">
                  <c:v>0.79766666666666675</c:v>
                </c:pt>
                <c:pt idx="2287" formatCode="0.00">
                  <c:v>0.79849999999999999</c:v>
                </c:pt>
                <c:pt idx="2288" formatCode="0.00">
                  <c:v>0.79933333333333345</c:v>
                </c:pt>
                <c:pt idx="2289" formatCode="0.00">
                  <c:v>0.80016666666666669</c:v>
                </c:pt>
                <c:pt idx="2290" formatCode="0.00">
                  <c:v>0.80100000000000016</c:v>
                </c:pt>
                <c:pt idx="2291" formatCode="0.00">
                  <c:v>0.8018333333333334</c:v>
                </c:pt>
                <c:pt idx="2292" formatCode="0.00">
                  <c:v>0.80266666666666664</c:v>
                </c:pt>
                <c:pt idx="2293" formatCode="0.00">
                  <c:v>0.8035000000000001</c:v>
                </c:pt>
                <c:pt idx="2294" formatCode="0.00">
                  <c:v>0.80433333333333334</c:v>
                </c:pt>
                <c:pt idx="2295" formatCode="0.00">
                  <c:v>0.80516666666666681</c:v>
                </c:pt>
                <c:pt idx="2296" formatCode="0.00">
                  <c:v>0.80600000000000005</c:v>
                </c:pt>
                <c:pt idx="2297" formatCode="0.00">
                  <c:v>0.80683333333333329</c:v>
                </c:pt>
                <c:pt idx="2298" formatCode="0.00">
                  <c:v>0.80766666666666675</c:v>
                </c:pt>
                <c:pt idx="2299" formatCode="0.00">
                  <c:v>0.80850000000000022</c:v>
                </c:pt>
                <c:pt idx="2300" formatCode="0.00">
                  <c:v>0.80933333333333346</c:v>
                </c:pt>
                <c:pt idx="2301" formatCode="0.00">
                  <c:v>0.8101666666666667</c:v>
                </c:pt>
                <c:pt idx="2302" formatCode="0.00">
                  <c:v>0.81099999999999994</c:v>
                </c:pt>
                <c:pt idx="2303" formatCode="0.00">
                  <c:v>0.81183333333333341</c:v>
                </c:pt>
                <c:pt idx="2304" formatCode="0.00">
                  <c:v>0.81266666666666687</c:v>
                </c:pt>
                <c:pt idx="2305" formatCode="0.00">
                  <c:v>0.81350000000000011</c:v>
                </c:pt>
                <c:pt idx="2306" formatCode="0.00">
                  <c:v>0.81433333333333335</c:v>
                </c:pt>
                <c:pt idx="2307" formatCode="0.00">
                  <c:v>0.8151666666666666</c:v>
                </c:pt>
                <c:pt idx="2308" formatCode="0.00">
                  <c:v>0.81600000000000006</c:v>
                </c:pt>
                <c:pt idx="2309" formatCode="0.00">
                  <c:v>0.81683333333333352</c:v>
                </c:pt>
                <c:pt idx="2310" formatCode="0.00">
                  <c:v>0.81766666666666676</c:v>
                </c:pt>
                <c:pt idx="2311" formatCode="0.00">
                  <c:v>0.81850000000000001</c:v>
                </c:pt>
                <c:pt idx="2312" formatCode="0.00">
                  <c:v>0.81933333333333325</c:v>
                </c:pt>
                <c:pt idx="2313" formatCode="0.00">
                  <c:v>0.82016666666666693</c:v>
                </c:pt>
                <c:pt idx="2314" formatCode="0.00">
                  <c:v>0.82100000000000017</c:v>
                </c:pt>
                <c:pt idx="2315" formatCode="0.00">
                  <c:v>0.82183333333333342</c:v>
                </c:pt>
                <c:pt idx="2316" formatCode="0.00">
                  <c:v>0.82266666666666666</c:v>
                </c:pt>
                <c:pt idx="2317" formatCode="0.00">
                  <c:v>0.8234999999999999</c:v>
                </c:pt>
                <c:pt idx="2318" formatCode="0.00">
                  <c:v>0.82433333333333358</c:v>
                </c:pt>
                <c:pt idx="2319" formatCode="0.00">
                  <c:v>0.82516666666666683</c:v>
                </c:pt>
                <c:pt idx="2320" formatCode="0.00">
                  <c:v>0.82600000000000007</c:v>
                </c:pt>
                <c:pt idx="2321" formatCode="0.00">
                  <c:v>0.82683333333333331</c:v>
                </c:pt>
                <c:pt idx="2322" formatCode="0.00">
                  <c:v>0.82766666666666655</c:v>
                </c:pt>
                <c:pt idx="2323" formatCode="0.00">
                  <c:v>0.82850000000000024</c:v>
                </c:pt>
                <c:pt idx="2324" formatCode="0.00">
                  <c:v>0.82933333333333348</c:v>
                </c:pt>
                <c:pt idx="2325" formatCode="0.00">
                  <c:v>0.83016666666666672</c:v>
                </c:pt>
                <c:pt idx="2326" formatCode="0.00">
                  <c:v>0.83099999999999996</c:v>
                </c:pt>
                <c:pt idx="2327" formatCode="0.00">
                  <c:v>0.8318333333333332</c:v>
                </c:pt>
                <c:pt idx="2328" formatCode="0.00">
                  <c:v>0.83266666666666689</c:v>
                </c:pt>
                <c:pt idx="2329" formatCode="0.00">
                  <c:v>0.83350000000000013</c:v>
                </c:pt>
                <c:pt idx="2330" formatCode="0.00">
                  <c:v>0.83433333333333337</c:v>
                </c:pt>
                <c:pt idx="2331" formatCode="0.00">
                  <c:v>0.83516666666666661</c:v>
                </c:pt>
                <c:pt idx="2332" formatCode="0.00">
                  <c:v>0.83600000000000008</c:v>
                </c:pt>
                <c:pt idx="2333" formatCode="0.00">
                  <c:v>0.83683333333333354</c:v>
                </c:pt>
                <c:pt idx="2334" formatCode="0.00">
                  <c:v>0.83766666666666678</c:v>
                </c:pt>
                <c:pt idx="2335" formatCode="0.00">
                  <c:v>0.83850000000000002</c:v>
                </c:pt>
                <c:pt idx="2336" formatCode="0.00">
                  <c:v>0.83933333333333326</c:v>
                </c:pt>
                <c:pt idx="2337" formatCode="0.00">
                  <c:v>0.84016666666666673</c:v>
                </c:pt>
                <c:pt idx="2338" formatCode="0.00">
                  <c:v>0.84100000000000019</c:v>
                </c:pt>
                <c:pt idx="2339" formatCode="0.00">
                  <c:v>0.84183333333333343</c:v>
                </c:pt>
                <c:pt idx="2340" formatCode="0.00">
                  <c:v>0.84266666666666667</c:v>
                </c:pt>
                <c:pt idx="2341" formatCode="0.00">
                  <c:v>0.84349999999999992</c:v>
                </c:pt>
                <c:pt idx="2342" formatCode="0.00">
                  <c:v>0.84433333333333338</c:v>
                </c:pt>
                <c:pt idx="2343" formatCode="0.00">
                  <c:v>0.84516666666666684</c:v>
                </c:pt>
                <c:pt idx="2344" formatCode="0.00">
                  <c:v>0.84600000000000009</c:v>
                </c:pt>
                <c:pt idx="2345" formatCode="0.00">
                  <c:v>0.84683333333333333</c:v>
                </c:pt>
                <c:pt idx="2346" formatCode="0.00">
                  <c:v>0.84766666666666679</c:v>
                </c:pt>
                <c:pt idx="2347" formatCode="0.00">
                  <c:v>0.84850000000000003</c:v>
                </c:pt>
                <c:pt idx="2348" formatCode="0.00">
                  <c:v>0.8493333333333335</c:v>
                </c:pt>
                <c:pt idx="2349" formatCode="0.00">
                  <c:v>0.85016666666666674</c:v>
                </c:pt>
                <c:pt idx="2350" formatCode="0.00">
                  <c:v>0.85099999999999998</c:v>
                </c:pt>
                <c:pt idx="2351" formatCode="0.00">
                  <c:v>0.85183333333333344</c:v>
                </c:pt>
                <c:pt idx="2352" formatCode="0.00">
                  <c:v>0.85266666666666668</c:v>
                </c:pt>
                <c:pt idx="2353" formatCode="0.00">
                  <c:v>0.85350000000000015</c:v>
                </c:pt>
                <c:pt idx="2354" formatCode="0.00">
                  <c:v>0.85433333333333339</c:v>
                </c:pt>
                <c:pt idx="2355" formatCode="0.00">
                  <c:v>0.85516666666666663</c:v>
                </c:pt>
                <c:pt idx="2356" formatCode="0.00">
                  <c:v>0.85600000000000009</c:v>
                </c:pt>
                <c:pt idx="2357" formatCode="0.00">
                  <c:v>0.85683333333333334</c:v>
                </c:pt>
                <c:pt idx="2358" formatCode="0.00">
                  <c:v>0.8576666666666668</c:v>
                </c:pt>
                <c:pt idx="2359" formatCode="0.00">
                  <c:v>0.85850000000000004</c:v>
                </c:pt>
                <c:pt idx="2360" formatCode="0.00">
                  <c:v>0.8593333333333335</c:v>
                </c:pt>
                <c:pt idx="2361" formatCode="0.00">
                  <c:v>0.86016666666666675</c:v>
                </c:pt>
                <c:pt idx="2362" formatCode="0.00">
                  <c:v>0.86099999999999999</c:v>
                </c:pt>
                <c:pt idx="2363" formatCode="0.00">
                  <c:v>0.86183333333333345</c:v>
                </c:pt>
                <c:pt idx="2364" formatCode="0.00">
                  <c:v>0.86266666666666669</c:v>
                </c:pt>
                <c:pt idx="2365" formatCode="0.00">
                  <c:v>0.86350000000000016</c:v>
                </c:pt>
                <c:pt idx="2366" formatCode="0.00">
                  <c:v>0.8643333333333334</c:v>
                </c:pt>
                <c:pt idx="2367" formatCode="0.00">
                  <c:v>0.86516666666666664</c:v>
                </c:pt>
                <c:pt idx="2368" formatCode="0.00">
                  <c:v>0.8660000000000001</c:v>
                </c:pt>
                <c:pt idx="2369" formatCode="0.00">
                  <c:v>0.86683333333333334</c:v>
                </c:pt>
                <c:pt idx="2370" formatCode="0.00">
                  <c:v>0.86766666666666681</c:v>
                </c:pt>
                <c:pt idx="2371" formatCode="0.00">
                  <c:v>0.86850000000000005</c:v>
                </c:pt>
                <c:pt idx="2372" formatCode="0.00">
                  <c:v>0.86933333333333329</c:v>
                </c:pt>
                <c:pt idx="2373" formatCode="0.00">
                  <c:v>0.87016666666666675</c:v>
                </c:pt>
                <c:pt idx="2374" formatCode="0.00">
                  <c:v>0.87100000000000022</c:v>
                </c:pt>
                <c:pt idx="2375" formatCode="0.00">
                  <c:v>0.87183333333333346</c:v>
                </c:pt>
                <c:pt idx="2376" formatCode="0.00">
                  <c:v>0.8726666666666667</c:v>
                </c:pt>
                <c:pt idx="2377" formatCode="0.00">
                  <c:v>0.87349999999999994</c:v>
                </c:pt>
                <c:pt idx="2378" formatCode="0.00">
                  <c:v>0.87433333333333341</c:v>
                </c:pt>
                <c:pt idx="2379" formatCode="0.00">
                  <c:v>0.87516666666666687</c:v>
                </c:pt>
                <c:pt idx="2380" formatCode="0.00">
                  <c:v>0.87600000000000011</c:v>
                </c:pt>
                <c:pt idx="2381" formatCode="0.00">
                  <c:v>0.87683333333333335</c:v>
                </c:pt>
                <c:pt idx="2382" formatCode="0.00">
                  <c:v>0.8776666666666666</c:v>
                </c:pt>
                <c:pt idx="2383" formatCode="0.00">
                  <c:v>0.87850000000000006</c:v>
                </c:pt>
                <c:pt idx="2384" formatCode="0.00">
                  <c:v>0.87933333333333352</c:v>
                </c:pt>
                <c:pt idx="2385" formatCode="0.00">
                  <c:v>0.88016666666666676</c:v>
                </c:pt>
                <c:pt idx="2386" formatCode="0.00">
                  <c:v>0.88100000000000001</c:v>
                </c:pt>
                <c:pt idx="2387" formatCode="0.00">
                  <c:v>0.88183333333333325</c:v>
                </c:pt>
                <c:pt idx="2388" formatCode="0.00">
                  <c:v>0.88266666666666693</c:v>
                </c:pt>
                <c:pt idx="2389" formatCode="0.00">
                  <c:v>0.88350000000000017</c:v>
                </c:pt>
                <c:pt idx="2390" formatCode="0.00">
                  <c:v>0.88433333333333342</c:v>
                </c:pt>
                <c:pt idx="2391" formatCode="0.00">
                  <c:v>0.88516666666666666</c:v>
                </c:pt>
                <c:pt idx="2392" formatCode="0.00">
                  <c:v>0.8859999999999999</c:v>
                </c:pt>
                <c:pt idx="2393" formatCode="0.00">
                  <c:v>0.88683333333333358</c:v>
                </c:pt>
                <c:pt idx="2394" formatCode="0.00">
                  <c:v>0.88766666666666683</c:v>
                </c:pt>
                <c:pt idx="2395" formatCode="0.00">
                  <c:v>0.88850000000000007</c:v>
                </c:pt>
                <c:pt idx="2396" formatCode="0.00">
                  <c:v>0.88933333333333331</c:v>
                </c:pt>
                <c:pt idx="2397" formatCode="0.00">
                  <c:v>0.89016666666666655</c:v>
                </c:pt>
                <c:pt idx="2398" formatCode="0.00">
                  <c:v>0.89100000000000024</c:v>
                </c:pt>
                <c:pt idx="2399" formatCode="0.00">
                  <c:v>0.89183333333333348</c:v>
                </c:pt>
                <c:pt idx="2400" formatCode="0.00">
                  <c:v>0.89266666666666672</c:v>
                </c:pt>
                <c:pt idx="2401" formatCode="0.00">
                  <c:v>0.89349999999999996</c:v>
                </c:pt>
                <c:pt idx="2402" formatCode="0.00">
                  <c:v>0.8943333333333332</c:v>
                </c:pt>
                <c:pt idx="2403" formatCode="0.00">
                  <c:v>0.89516666666666689</c:v>
                </c:pt>
                <c:pt idx="2404" formatCode="0.00">
                  <c:v>0.89600000000000013</c:v>
                </c:pt>
                <c:pt idx="2405" formatCode="0.00">
                  <c:v>0.89683333333333337</c:v>
                </c:pt>
                <c:pt idx="2406" formatCode="0.00">
                  <c:v>0.89766666666666661</c:v>
                </c:pt>
                <c:pt idx="2407" formatCode="0.00">
                  <c:v>0.89850000000000008</c:v>
                </c:pt>
                <c:pt idx="2408" formatCode="0.00">
                  <c:v>0.89933333333333354</c:v>
                </c:pt>
                <c:pt idx="2409" formatCode="0.00">
                  <c:v>0.90016666666666678</c:v>
                </c:pt>
                <c:pt idx="2410" formatCode="0.00">
                  <c:v>0.90100000000000002</c:v>
                </c:pt>
                <c:pt idx="2411" formatCode="0.00">
                  <c:v>0.90183333333333326</c:v>
                </c:pt>
                <c:pt idx="2412" formatCode="0.00">
                  <c:v>0.90266666666666673</c:v>
                </c:pt>
                <c:pt idx="2413" formatCode="0.00">
                  <c:v>0.90350000000000019</c:v>
                </c:pt>
                <c:pt idx="2414" formatCode="0.00">
                  <c:v>0.90433333333333343</c:v>
                </c:pt>
                <c:pt idx="2415" formatCode="0.00">
                  <c:v>0.90516666666666667</c:v>
                </c:pt>
                <c:pt idx="2416" formatCode="0.00">
                  <c:v>0.90599999999999992</c:v>
                </c:pt>
                <c:pt idx="2417" formatCode="0.00">
                  <c:v>0.90683333333333338</c:v>
                </c:pt>
                <c:pt idx="2418" formatCode="0.00">
                  <c:v>0.90766666666666684</c:v>
                </c:pt>
                <c:pt idx="2419" formatCode="0.00">
                  <c:v>0.90850000000000009</c:v>
                </c:pt>
                <c:pt idx="2420" formatCode="0.00">
                  <c:v>0.90933333333333333</c:v>
                </c:pt>
                <c:pt idx="2421" formatCode="0.00">
                  <c:v>0.91016666666666679</c:v>
                </c:pt>
                <c:pt idx="2422" formatCode="0.00">
                  <c:v>0.91100000000000003</c:v>
                </c:pt>
                <c:pt idx="2423" formatCode="0.00">
                  <c:v>0.9118333333333335</c:v>
                </c:pt>
                <c:pt idx="2424" formatCode="0.00">
                  <c:v>0.91266666666666674</c:v>
                </c:pt>
                <c:pt idx="2425" formatCode="0.00">
                  <c:v>0.91349999999999998</c:v>
                </c:pt>
                <c:pt idx="2426" formatCode="0.00">
                  <c:v>0.91433333333333344</c:v>
                </c:pt>
                <c:pt idx="2427" formatCode="0.00">
                  <c:v>0.91516666666666668</c:v>
                </c:pt>
                <c:pt idx="2428" formatCode="0.00">
                  <c:v>0.91600000000000015</c:v>
                </c:pt>
                <c:pt idx="2429" formatCode="0.00">
                  <c:v>0.91683333333333339</c:v>
                </c:pt>
                <c:pt idx="2430" formatCode="0.00">
                  <c:v>0.91766666666666663</c:v>
                </c:pt>
                <c:pt idx="2431" formatCode="0.00">
                  <c:v>0.91850000000000009</c:v>
                </c:pt>
                <c:pt idx="2432" formatCode="0.00">
                  <c:v>0.91933333333333334</c:v>
                </c:pt>
                <c:pt idx="2433" formatCode="0.00">
                  <c:v>0.9201666666666668</c:v>
                </c:pt>
                <c:pt idx="2434" formatCode="0.00">
                  <c:v>0.92100000000000004</c:v>
                </c:pt>
                <c:pt idx="2435" formatCode="0.00">
                  <c:v>0.9218333333333335</c:v>
                </c:pt>
                <c:pt idx="2436" formatCode="0.00">
                  <c:v>0.92266666666666675</c:v>
                </c:pt>
                <c:pt idx="2437" formatCode="0.00">
                  <c:v>0.92349999999999999</c:v>
                </c:pt>
                <c:pt idx="2438" formatCode="0.00">
                  <c:v>0.92433333333333345</c:v>
                </c:pt>
                <c:pt idx="2439" formatCode="0.00">
                  <c:v>0.92516666666666669</c:v>
                </c:pt>
                <c:pt idx="2440" formatCode="0.00">
                  <c:v>0.92600000000000016</c:v>
                </c:pt>
                <c:pt idx="2441" formatCode="0.00">
                  <c:v>0.9268333333333334</c:v>
                </c:pt>
                <c:pt idx="2442" formatCode="0.00">
                  <c:v>0.92766666666666664</c:v>
                </c:pt>
                <c:pt idx="2443" formatCode="0.00">
                  <c:v>0.9285000000000001</c:v>
                </c:pt>
                <c:pt idx="2444" formatCode="0.00">
                  <c:v>0.92933333333333334</c:v>
                </c:pt>
                <c:pt idx="2445" formatCode="0.00">
                  <c:v>0.93016666666666681</c:v>
                </c:pt>
                <c:pt idx="2446" formatCode="0.00">
                  <c:v>0.93100000000000005</c:v>
                </c:pt>
                <c:pt idx="2447" formatCode="0.00">
                  <c:v>0.93183333333333329</c:v>
                </c:pt>
                <c:pt idx="2448" formatCode="0.00">
                  <c:v>0.93266666666666675</c:v>
                </c:pt>
                <c:pt idx="2449" formatCode="0.00">
                  <c:v>0.93350000000000022</c:v>
                </c:pt>
                <c:pt idx="2450" formatCode="0.00">
                  <c:v>0.93433333333333346</c:v>
                </c:pt>
                <c:pt idx="2451" formatCode="0.00">
                  <c:v>0.9351666666666667</c:v>
                </c:pt>
                <c:pt idx="2452" formatCode="0.00">
                  <c:v>0.93599999999999994</c:v>
                </c:pt>
                <c:pt idx="2453" formatCode="0.00">
                  <c:v>0.93683333333333341</c:v>
                </c:pt>
                <c:pt idx="2454" formatCode="0.00">
                  <c:v>0.93766666666666687</c:v>
                </c:pt>
                <c:pt idx="2455" formatCode="0.00">
                  <c:v>0.93850000000000011</c:v>
                </c:pt>
                <c:pt idx="2456" formatCode="0.00">
                  <c:v>0.93933333333333335</c:v>
                </c:pt>
                <c:pt idx="2457" formatCode="0.00">
                  <c:v>0.9401666666666666</c:v>
                </c:pt>
                <c:pt idx="2458" formatCode="0.00">
                  <c:v>0.94100000000000006</c:v>
                </c:pt>
                <c:pt idx="2459" formatCode="0.00">
                  <c:v>0.94183333333333352</c:v>
                </c:pt>
                <c:pt idx="2460" formatCode="0.00">
                  <c:v>0.94266666666666676</c:v>
                </c:pt>
                <c:pt idx="2461" formatCode="0.00">
                  <c:v>0.94350000000000001</c:v>
                </c:pt>
                <c:pt idx="2462" formatCode="0.00">
                  <c:v>0.94433333333333325</c:v>
                </c:pt>
                <c:pt idx="2463" formatCode="0.00">
                  <c:v>0.94516666666666693</c:v>
                </c:pt>
                <c:pt idx="2464" formatCode="0.00">
                  <c:v>0.94600000000000017</c:v>
                </c:pt>
                <c:pt idx="2465" formatCode="0.00">
                  <c:v>0.94683333333333342</c:v>
                </c:pt>
                <c:pt idx="2466" formatCode="0.00">
                  <c:v>0.94766666666666666</c:v>
                </c:pt>
                <c:pt idx="2467" formatCode="0.00">
                  <c:v>0.9484999999999999</c:v>
                </c:pt>
                <c:pt idx="2468" formatCode="0.00">
                  <c:v>0.94933333333333358</c:v>
                </c:pt>
                <c:pt idx="2469" formatCode="0.00">
                  <c:v>0.95016666666666683</c:v>
                </c:pt>
                <c:pt idx="2470" formatCode="0.00">
                  <c:v>0.95100000000000007</c:v>
                </c:pt>
                <c:pt idx="2471" formatCode="0.00">
                  <c:v>0.95183333333333331</c:v>
                </c:pt>
                <c:pt idx="2472" formatCode="0.00">
                  <c:v>0.95266666666666655</c:v>
                </c:pt>
                <c:pt idx="2473" formatCode="0.00">
                  <c:v>0.95350000000000024</c:v>
                </c:pt>
                <c:pt idx="2474" formatCode="0.00">
                  <c:v>0.95433333333333348</c:v>
                </c:pt>
                <c:pt idx="2475" formatCode="0.00">
                  <c:v>0.95516666666666672</c:v>
                </c:pt>
                <c:pt idx="2476" formatCode="0.00">
                  <c:v>0.95599999999999996</c:v>
                </c:pt>
                <c:pt idx="2477" formatCode="0.00">
                  <c:v>0.9568333333333332</c:v>
                </c:pt>
                <c:pt idx="2478" formatCode="0.00">
                  <c:v>0.95766666666666689</c:v>
                </c:pt>
                <c:pt idx="2479" formatCode="0.00">
                  <c:v>0.95850000000000013</c:v>
                </c:pt>
                <c:pt idx="2480" formatCode="0.00">
                  <c:v>0.95933333333333337</c:v>
                </c:pt>
                <c:pt idx="2481" formatCode="0.00">
                  <c:v>0.96016666666666661</c:v>
                </c:pt>
                <c:pt idx="2482" formatCode="0.00">
                  <c:v>0.96100000000000008</c:v>
                </c:pt>
                <c:pt idx="2483" formatCode="0.00">
                  <c:v>0.96183333333333354</c:v>
                </c:pt>
                <c:pt idx="2484" formatCode="0.00">
                  <c:v>0.96266666666666678</c:v>
                </c:pt>
                <c:pt idx="2485" formatCode="0.00">
                  <c:v>0.96350000000000002</c:v>
                </c:pt>
                <c:pt idx="2486" formatCode="0.00">
                  <c:v>0.96433333333333326</c:v>
                </c:pt>
                <c:pt idx="2487" formatCode="0.00">
                  <c:v>0.96516666666666673</c:v>
                </c:pt>
                <c:pt idx="2488" formatCode="0.00">
                  <c:v>0.96600000000000019</c:v>
                </c:pt>
                <c:pt idx="2489" formatCode="0.00">
                  <c:v>0.96683333333333343</c:v>
                </c:pt>
                <c:pt idx="2490" formatCode="0.00">
                  <c:v>0.96766666666666667</c:v>
                </c:pt>
                <c:pt idx="2491" formatCode="0.00">
                  <c:v>0.96849999999999992</c:v>
                </c:pt>
                <c:pt idx="2492" formatCode="0.00">
                  <c:v>0.96933333333333338</c:v>
                </c:pt>
                <c:pt idx="2493" formatCode="0.00">
                  <c:v>0.97016666666666684</c:v>
                </c:pt>
                <c:pt idx="2494" formatCode="0.00">
                  <c:v>0.97100000000000009</c:v>
                </c:pt>
                <c:pt idx="2495" formatCode="0.00">
                  <c:v>0.97183333333333333</c:v>
                </c:pt>
                <c:pt idx="2496" formatCode="0.00">
                  <c:v>0.97266666666666679</c:v>
                </c:pt>
                <c:pt idx="2497" formatCode="0.00">
                  <c:v>0.97350000000000003</c:v>
                </c:pt>
                <c:pt idx="2498" formatCode="0.00">
                  <c:v>0.9743333333333335</c:v>
                </c:pt>
                <c:pt idx="2499" formatCode="0.00">
                  <c:v>0.97516666666666674</c:v>
                </c:pt>
                <c:pt idx="2500" formatCode="0.00">
                  <c:v>0.97599999999999998</c:v>
                </c:pt>
                <c:pt idx="2501" formatCode="0.00">
                  <c:v>0.97683333333333344</c:v>
                </c:pt>
                <c:pt idx="2502" formatCode="0.00">
                  <c:v>0.97766666666666668</c:v>
                </c:pt>
                <c:pt idx="2503" formatCode="0.00">
                  <c:v>0.97850000000000015</c:v>
                </c:pt>
                <c:pt idx="2504" formatCode="0.00">
                  <c:v>0.97933333333333339</c:v>
                </c:pt>
                <c:pt idx="2505" formatCode="0.00">
                  <c:v>0.98016666666666663</c:v>
                </c:pt>
                <c:pt idx="2506" formatCode="0.00">
                  <c:v>0.98100000000000009</c:v>
                </c:pt>
                <c:pt idx="2507" formatCode="0.00">
                  <c:v>0.98183333333333334</c:v>
                </c:pt>
                <c:pt idx="2508" formatCode="0.00">
                  <c:v>0.9826666666666668</c:v>
                </c:pt>
                <c:pt idx="2509" formatCode="0.00">
                  <c:v>0.98350000000000004</c:v>
                </c:pt>
                <c:pt idx="2510" formatCode="0.00">
                  <c:v>0.9843333333333335</c:v>
                </c:pt>
                <c:pt idx="2511" formatCode="0.00">
                  <c:v>0.98516666666666675</c:v>
                </c:pt>
                <c:pt idx="2512" formatCode="0.00">
                  <c:v>0.98599999999999999</c:v>
                </c:pt>
                <c:pt idx="2513" formatCode="0.00">
                  <c:v>0.98683333333333345</c:v>
                </c:pt>
                <c:pt idx="2514" formatCode="0.00">
                  <c:v>0.98766666666666669</c:v>
                </c:pt>
                <c:pt idx="2515" formatCode="0.00">
                  <c:v>0.98850000000000016</c:v>
                </c:pt>
                <c:pt idx="2516" formatCode="0.00">
                  <c:v>0.9893333333333334</c:v>
                </c:pt>
                <c:pt idx="2517" formatCode="0.00">
                  <c:v>0.99016666666666664</c:v>
                </c:pt>
                <c:pt idx="2518" formatCode="0.00">
                  <c:v>0.9910000000000001</c:v>
                </c:pt>
                <c:pt idx="2519" formatCode="0.00">
                  <c:v>0.99183333333333334</c:v>
                </c:pt>
                <c:pt idx="2520" formatCode="0.00">
                  <c:v>0.99266666666666681</c:v>
                </c:pt>
                <c:pt idx="2521" formatCode="0.00">
                  <c:v>0.99350000000000005</c:v>
                </c:pt>
                <c:pt idx="2522" formatCode="0.00">
                  <c:v>0.99433333333333329</c:v>
                </c:pt>
                <c:pt idx="2523" formatCode="0.00">
                  <c:v>0.99516666666666675</c:v>
                </c:pt>
                <c:pt idx="2524" formatCode="0.00">
                  <c:v>0.99600000000000022</c:v>
                </c:pt>
                <c:pt idx="2525" formatCode="0.00">
                  <c:v>0.99683333333333346</c:v>
                </c:pt>
                <c:pt idx="2526" formatCode="0.00">
                  <c:v>0.9976666666666667</c:v>
                </c:pt>
                <c:pt idx="2527" formatCode="0.00">
                  <c:v>0.99849999999999994</c:v>
                </c:pt>
                <c:pt idx="2528" formatCode="0.00">
                  <c:v>0.99933333333333341</c:v>
                </c:pt>
                <c:pt idx="2529" formatCode="0.00">
                  <c:v>1.0001666666666669</c:v>
                </c:pt>
                <c:pt idx="2530" formatCode="0.00">
                  <c:v>1.0010000000000001</c:v>
                </c:pt>
                <c:pt idx="2531" formatCode="0.00">
                  <c:v>1.0018333333333334</c:v>
                </c:pt>
                <c:pt idx="2532" formatCode="0.00">
                  <c:v>1.0026666666666666</c:v>
                </c:pt>
                <c:pt idx="2533" formatCode="0.00">
                  <c:v>1.0035000000000001</c:v>
                </c:pt>
                <c:pt idx="2534" formatCode="0.00">
                  <c:v>1.0043333333333335</c:v>
                </c:pt>
                <c:pt idx="2535" formatCode="0.00">
                  <c:v>1.0051666666666668</c:v>
                </c:pt>
                <c:pt idx="2536" formatCode="0.00">
                  <c:v>1.006</c:v>
                </c:pt>
                <c:pt idx="2537" formatCode="0.00">
                  <c:v>1.0068333333333332</c:v>
                </c:pt>
                <c:pt idx="2538" formatCode="0.00">
                  <c:v>1.0076666666666669</c:v>
                </c:pt>
                <c:pt idx="2539" formatCode="0.00">
                  <c:v>1.0085000000000002</c:v>
                </c:pt>
                <c:pt idx="2540" formatCode="0.00">
                  <c:v>1.0093333333333334</c:v>
                </c:pt>
                <c:pt idx="2541" formatCode="0.00">
                  <c:v>1.0101666666666667</c:v>
                </c:pt>
                <c:pt idx="2542" formatCode="0.00">
                  <c:v>1.0109999999999999</c:v>
                </c:pt>
                <c:pt idx="2543" formatCode="0.00">
                  <c:v>1.0118333333333336</c:v>
                </c:pt>
                <c:pt idx="2544" formatCode="0.00">
                  <c:v>1.0126666666666668</c:v>
                </c:pt>
                <c:pt idx="2545" formatCode="0.00">
                  <c:v>1.0135000000000001</c:v>
                </c:pt>
                <c:pt idx="2546" formatCode="0.00">
                  <c:v>1.0143333333333333</c:v>
                </c:pt>
                <c:pt idx="2547" formatCode="0.00">
                  <c:v>1.0151666666666666</c:v>
                </c:pt>
                <c:pt idx="2548" formatCode="0.00">
                  <c:v>1.0160000000000002</c:v>
                </c:pt>
                <c:pt idx="2549" formatCode="0.00">
                  <c:v>1.0168333333333335</c:v>
                </c:pt>
                <c:pt idx="2550" formatCode="0.00">
                  <c:v>1.0176666666666667</c:v>
                </c:pt>
                <c:pt idx="2551" formatCode="0.00">
                  <c:v>1.0185</c:v>
                </c:pt>
                <c:pt idx="2552" formatCode="0.00">
                  <c:v>1.0193333333333332</c:v>
                </c:pt>
                <c:pt idx="2553" formatCode="0.00">
                  <c:v>1.0201666666666669</c:v>
                </c:pt>
                <c:pt idx="2554" formatCode="0.00">
                  <c:v>1.0210000000000001</c:v>
                </c:pt>
                <c:pt idx="2555" formatCode="0.00">
                  <c:v>1.0218333333333334</c:v>
                </c:pt>
                <c:pt idx="2556" formatCode="0.00">
                  <c:v>1.0226666666666666</c:v>
                </c:pt>
                <c:pt idx="2557" formatCode="0.00">
                  <c:v>1.0235000000000001</c:v>
                </c:pt>
                <c:pt idx="2558" formatCode="0.00">
                  <c:v>1.0243333333333335</c:v>
                </c:pt>
                <c:pt idx="2559" formatCode="0.00">
                  <c:v>1.0251666666666668</c:v>
                </c:pt>
                <c:pt idx="2560" formatCode="0.00">
                  <c:v>1.026</c:v>
                </c:pt>
                <c:pt idx="2561" formatCode="0.00">
                  <c:v>1.0268333333333333</c:v>
                </c:pt>
                <c:pt idx="2562" formatCode="0.00">
                  <c:v>1.0276666666666667</c:v>
                </c:pt>
                <c:pt idx="2563" formatCode="0.00">
                  <c:v>1.0285000000000002</c:v>
                </c:pt>
                <c:pt idx="2564" formatCode="0.00">
                  <c:v>1.0293333333333334</c:v>
                </c:pt>
                <c:pt idx="2565" formatCode="0.00">
                  <c:v>1.0301666666666667</c:v>
                </c:pt>
                <c:pt idx="2566" formatCode="0.00">
                  <c:v>1.0309999999999999</c:v>
                </c:pt>
                <c:pt idx="2567" formatCode="0.00">
                  <c:v>1.0318333333333334</c:v>
                </c:pt>
                <c:pt idx="2568" formatCode="0.00">
                  <c:v>1.0326666666666668</c:v>
                </c:pt>
                <c:pt idx="2569" formatCode="0.00">
                  <c:v>1.0335000000000001</c:v>
                </c:pt>
                <c:pt idx="2570" formatCode="0.00">
                  <c:v>1.0343333333333333</c:v>
                </c:pt>
                <c:pt idx="2571" formatCode="0.00">
                  <c:v>1.0351666666666668</c:v>
                </c:pt>
                <c:pt idx="2572" formatCode="0.00">
                  <c:v>1.036</c:v>
                </c:pt>
                <c:pt idx="2573" formatCode="0.00">
                  <c:v>1.0368333333333335</c:v>
                </c:pt>
                <c:pt idx="2574" formatCode="0.00">
                  <c:v>1.0376666666666667</c:v>
                </c:pt>
                <c:pt idx="2575" formatCode="0.00">
                  <c:v>1.0385</c:v>
                </c:pt>
                <c:pt idx="2576" formatCode="0.00">
                  <c:v>1.0393333333333334</c:v>
                </c:pt>
                <c:pt idx="2577" formatCode="0.00">
                  <c:v>1.0401666666666667</c:v>
                </c:pt>
                <c:pt idx="2578" formatCode="0.00">
                  <c:v>1.0410000000000001</c:v>
                </c:pt>
                <c:pt idx="2579" formatCode="0.00">
                  <c:v>1.0418333333333334</c:v>
                </c:pt>
                <c:pt idx="2580" formatCode="0.00">
                  <c:v>1.0426666666666666</c:v>
                </c:pt>
                <c:pt idx="2581" formatCode="0.00">
                  <c:v>1.0435000000000001</c:v>
                </c:pt>
                <c:pt idx="2582" formatCode="0.00">
                  <c:v>1.0443333333333333</c:v>
                </c:pt>
                <c:pt idx="2583" formatCode="0.00">
                  <c:v>1.0451666666666668</c:v>
                </c:pt>
                <c:pt idx="2584" formatCode="0.00">
                  <c:v>1.046</c:v>
                </c:pt>
                <c:pt idx="2585" formatCode="0.00">
                  <c:v>1.0468333333333335</c:v>
                </c:pt>
                <c:pt idx="2586" formatCode="0.00">
                  <c:v>1.0476666666666667</c:v>
                </c:pt>
                <c:pt idx="2587" formatCode="0.00">
                  <c:v>1.0485</c:v>
                </c:pt>
                <c:pt idx="2588" formatCode="0.00">
                  <c:v>1.0493333333333335</c:v>
                </c:pt>
                <c:pt idx="2589" formatCode="0.00">
                  <c:v>1.0501666666666667</c:v>
                </c:pt>
                <c:pt idx="2590" formatCode="0.00">
                  <c:v>1.0510000000000002</c:v>
                </c:pt>
                <c:pt idx="2591" formatCode="0.00">
                  <c:v>1.0518333333333334</c:v>
                </c:pt>
                <c:pt idx="2592" formatCode="0.00">
                  <c:v>1.0526666666666666</c:v>
                </c:pt>
                <c:pt idx="2593" formatCode="0.00">
                  <c:v>1.0535000000000001</c:v>
                </c:pt>
                <c:pt idx="2594" formatCode="0.00">
                  <c:v>1.0543333333333333</c:v>
                </c:pt>
                <c:pt idx="2595" formatCode="0.00">
                  <c:v>1.0551666666666668</c:v>
                </c:pt>
                <c:pt idx="2596" formatCode="0.00">
                  <c:v>1.056</c:v>
                </c:pt>
                <c:pt idx="2597" formatCode="0.00">
                  <c:v>1.0568333333333333</c:v>
                </c:pt>
                <c:pt idx="2598" formatCode="0.00">
                  <c:v>1.0576666666666668</c:v>
                </c:pt>
                <c:pt idx="2599" formatCode="0.00">
                  <c:v>1.0585000000000002</c:v>
                </c:pt>
                <c:pt idx="2600" formatCode="0.00">
                  <c:v>1.0593333333333335</c:v>
                </c:pt>
                <c:pt idx="2601" formatCode="0.00">
                  <c:v>1.0601666666666667</c:v>
                </c:pt>
                <c:pt idx="2602" formatCode="0.00">
                  <c:v>1.0609999999999999</c:v>
                </c:pt>
                <c:pt idx="2603" formatCode="0.00">
                  <c:v>1.0618333333333334</c:v>
                </c:pt>
                <c:pt idx="2604" formatCode="0.00">
                  <c:v>1.0626666666666669</c:v>
                </c:pt>
                <c:pt idx="2605" formatCode="0.00">
                  <c:v>1.0635000000000001</c:v>
                </c:pt>
                <c:pt idx="2606" formatCode="0.00">
                  <c:v>1.0643333333333334</c:v>
                </c:pt>
                <c:pt idx="2607" formatCode="0.00">
                  <c:v>1.0651666666666666</c:v>
                </c:pt>
                <c:pt idx="2608" formatCode="0.00">
                  <c:v>1.0660000000000001</c:v>
                </c:pt>
                <c:pt idx="2609" formatCode="0.00">
                  <c:v>1.0668333333333335</c:v>
                </c:pt>
                <c:pt idx="2610" formatCode="0.00">
                  <c:v>1.0676666666666668</c:v>
                </c:pt>
                <c:pt idx="2611" formatCode="0.00">
                  <c:v>1.0685</c:v>
                </c:pt>
                <c:pt idx="2612" formatCode="0.00">
                  <c:v>1.0693333333333332</c:v>
                </c:pt>
                <c:pt idx="2613" formatCode="0.00">
                  <c:v>1.0701666666666669</c:v>
                </c:pt>
                <c:pt idx="2614" formatCode="0.00">
                  <c:v>1.0710000000000002</c:v>
                </c:pt>
                <c:pt idx="2615" formatCode="0.00">
                  <c:v>1.0718333333333334</c:v>
                </c:pt>
                <c:pt idx="2616" formatCode="0.00">
                  <c:v>1.0726666666666667</c:v>
                </c:pt>
                <c:pt idx="2617" formatCode="0.00">
                  <c:v>1.0734999999999999</c:v>
                </c:pt>
                <c:pt idx="2618" formatCode="0.00">
                  <c:v>1.0743333333333336</c:v>
                </c:pt>
                <c:pt idx="2619" formatCode="0.00">
                  <c:v>1.0751666666666668</c:v>
                </c:pt>
                <c:pt idx="2620" formatCode="0.00">
                  <c:v>1.0760000000000001</c:v>
                </c:pt>
                <c:pt idx="2621" formatCode="0.00">
                  <c:v>1.0768333333333333</c:v>
                </c:pt>
                <c:pt idx="2622" formatCode="0.00">
                  <c:v>1.0776666666666666</c:v>
                </c:pt>
                <c:pt idx="2623" formatCode="0.00">
                  <c:v>1.0785000000000002</c:v>
                </c:pt>
                <c:pt idx="2624" formatCode="0.00">
                  <c:v>1.0793333333333335</c:v>
                </c:pt>
                <c:pt idx="2625" formatCode="0.00">
                  <c:v>1.0801666666666667</c:v>
                </c:pt>
                <c:pt idx="2626" formatCode="0.00">
                  <c:v>1.081</c:v>
                </c:pt>
                <c:pt idx="2627" formatCode="0.00">
                  <c:v>1.0818333333333332</c:v>
                </c:pt>
                <c:pt idx="2628" formatCode="0.00">
                  <c:v>1.0826666666666669</c:v>
                </c:pt>
                <c:pt idx="2629" formatCode="0.00">
                  <c:v>1.0835000000000001</c:v>
                </c:pt>
                <c:pt idx="2630" formatCode="0.00">
                  <c:v>1.0843333333333334</c:v>
                </c:pt>
                <c:pt idx="2631" formatCode="0.00">
                  <c:v>1.0851666666666666</c:v>
                </c:pt>
                <c:pt idx="2632" formatCode="0.00">
                  <c:v>1.0860000000000001</c:v>
                </c:pt>
                <c:pt idx="2633" formatCode="0.00">
                  <c:v>1.0868333333333335</c:v>
                </c:pt>
                <c:pt idx="2634" formatCode="0.00">
                  <c:v>1.0876666666666668</c:v>
                </c:pt>
                <c:pt idx="2635" formatCode="0.00">
                  <c:v>1.0885</c:v>
                </c:pt>
                <c:pt idx="2636" formatCode="0.00">
                  <c:v>1.0893333333333333</c:v>
                </c:pt>
                <c:pt idx="2637" formatCode="0.00">
                  <c:v>1.0901666666666667</c:v>
                </c:pt>
                <c:pt idx="2638" formatCode="0.00">
                  <c:v>1.0910000000000002</c:v>
                </c:pt>
                <c:pt idx="2639" formatCode="0.00">
                  <c:v>1.0918333333333334</c:v>
                </c:pt>
                <c:pt idx="2640" formatCode="0.00">
                  <c:v>1.0926666666666667</c:v>
                </c:pt>
                <c:pt idx="2641" formatCode="0.00">
                  <c:v>1.0934999999999999</c:v>
                </c:pt>
                <c:pt idx="2642" formatCode="0.00">
                  <c:v>1.0943333333333334</c:v>
                </c:pt>
                <c:pt idx="2643" formatCode="0.00">
                  <c:v>1.0951666666666668</c:v>
                </c:pt>
                <c:pt idx="2644" formatCode="0.00">
                  <c:v>1.0960000000000001</c:v>
                </c:pt>
                <c:pt idx="2645" formatCode="0.00">
                  <c:v>1.0968333333333333</c:v>
                </c:pt>
                <c:pt idx="2646" formatCode="0.00">
                  <c:v>1.0976666666666668</c:v>
                </c:pt>
                <c:pt idx="2647" formatCode="0.00">
                  <c:v>1.0985</c:v>
                </c:pt>
                <c:pt idx="2648" formatCode="0.00">
                  <c:v>1.0993333333333335</c:v>
                </c:pt>
                <c:pt idx="2649" formatCode="0.00">
                  <c:v>1.1001666666666667</c:v>
                </c:pt>
                <c:pt idx="2650" formatCode="0.00">
                  <c:v>1.101</c:v>
                </c:pt>
                <c:pt idx="2651" formatCode="0.00">
                  <c:v>1.1018333333333334</c:v>
                </c:pt>
                <c:pt idx="2652" formatCode="0.00">
                  <c:v>1.1026666666666667</c:v>
                </c:pt>
                <c:pt idx="2653" formatCode="0.00">
                  <c:v>1.1035000000000001</c:v>
                </c:pt>
                <c:pt idx="2654" formatCode="0.00">
                  <c:v>1.1043333333333334</c:v>
                </c:pt>
                <c:pt idx="2655" formatCode="0.00">
                  <c:v>1.1051666666666666</c:v>
                </c:pt>
                <c:pt idx="2656" formatCode="0.00">
                  <c:v>1.1060000000000001</c:v>
                </c:pt>
                <c:pt idx="2657" formatCode="0.00">
                  <c:v>1.1068333333333333</c:v>
                </c:pt>
                <c:pt idx="2658" formatCode="0.00">
                  <c:v>1.1076666666666668</c:v>
                </c:pt>
                <c:pt idx="2659" formatCode="0.00">
                  <c:v>1.1085</c:v>
                </c:pt>
                <c:pt idx="2660" formatCode="0.00">
                  <c:v>1.1093333333333335</c:v>
                </c:pt>
                <c:pt idx="2661" formatCode="0.00">
                  <c:v>1.1101666666666667</c:v>
                </c:pt>
                <c:pt idx="2662" formatCode="0.00">
                  <c:v>1.111</c:v>
                </c:pt>
                <c:pt idx="2663" formatCode="0.00">
                  <c:v>1.1118333333333335</c:v>
                </c:pt>
                <c:pt idx="2664" formatCode="0.00">
                  <c:v>1.1126666666666667</c:v>
                </c:pt>
                <c:pt idx="2665" formatCode="0.00">
                  <c:v>1.1135000000000002</c:v>
                </c:pt>
                <c:pt idx="2666" formatCode="0.00">
                  <c:v>1.1143333333333334</c:v>
                </c:pt>
                <c:pt idx="2667" formatCode="0.00">
                  <c:v>1.1151666666666666</c:v>
                </c:pt>
                <c:pt idx="2668" formatCode="0.00">
                  <c:v>1.1160000000000001</c:v>
                </c:pt>
                <c:pt idx="2669" formatCode="0.00">
                  <c:v>1.1168333333333333</c:v>
                </c:pt>
                <c:pt idx="2670" formatCode="0.00">
                  <c:v>1.1176666666666668</c:v>
                </c:pt>
                <c:pt idx="2671" formatCode="0.00">
                  <c:v>1.1185</c:v>
                </c:pt>
                <c:pt idx="2672" formatCode="0.00">
                  <c:v>1.1193333333333333</c:v>
                </c:pt>
                <c:pt idx="2673" formatCode="0.00">
                  <c:v>1.1201666666666668</c:v>
                </c:pt>
                <c:pt idx="2674" formatCode="0.00">
                  <c:v>1.1210000000000002</c:v>
                </c:pt>
                <c:pt idx="2675" formatCode="0.00">
                  <c:v>1.1218333333333335</c:v>
                </c:pt>
                <c:pt idx="2676" formatCode="0.00">
                  <c:v>1.1226666666666667</c:v>
                </c:pt>
                <c:pt idx="2677" formatCode="0.00">
                  <c:v>1.1234999999999999</c:v>
                </c:pt>
                <c:pt idx="2678" formatCode="0.00">
                  <c:v>1.1243333333333334</c:v>
                </c:pt>
                <c:pt idx="2679" formatCode="0.00">
                  <c:v>1.1251666666666669</c:v>
                </c:pt>
                <c:pt idx="2680" formatCode="0.00">
                  <c:v>1.1260000000000001</c:v>
                </c:pt>
                <c:pt idx="2681" formatCode="0.00">
                  <c:v>1.1268333333333334</c:v>
                </c:pt>
                <c:pt idx="2682" formatCode="0.00">
                  <c:v>1.1276666666666666</c:v>
                </c:pt>
                <c:pt idx="2683" formatCode="0.00">
                  <c:v>1.1285000000000001</c:v>
                </c:pt>
                <c:pt idx="2684" formatCode="0.00">
                  <c:v>1.1293333333333335</c:v>
                </c:pt>
                <c:pt idx="2685" formatCode="0.00">
                  <c:v>1.1301666666666668</c:v>
                </c:pt>
                <c:pt idx="2686" formatCode="0.00">
                  <c:v>1.131</c:v>
                </c:pt>
                <c:pt idx="2687" formatCode="0.00">
                  <c:v>1.1318333333333332</c:v>
                </c:pt>
                <c:pt idx="2688" formatCode="0.00">
                  <c:v>1.1326666666666669</c:v>
                </c:pt>
                <c:pt idx="2689" formatCode="0.00">
                  <c:v>1.1335000000000002</c:v>
                </c:pt>
                <c:pt idx="2690" formatCode="0.00">
                  <c:v>1.1343333333333334</c:v>
                </c:pt>
                <c:pt idx="2691" formatCode="0.00">
                  <c:v>1.1351666666666667</c:v>
                </c:pt>
                <c:pt idx="2692" formatCode="0.00">
                  <c:v>1.1359999999999999</c:v>
                </c:pt>
                <c:pt idx="2693" formatCode="0.00">
                  <c:v>1.1368333333333336</c:v>
                </c:pt>
                <c:pt idx="2694" formatCode="0.00">
                  <c:v>1.1376666666666668</c:v>
                </c:pt>
                <c:pt idx="2695" formatCode="0.00">
                  <c:v>1.1385000000000001</c:v>
                </c:pt>
                <c:pt idx="2696" formatCode="0.00">
                  <c:v>1.1393333333333333</c:v>
                </c:pt>
                <c:pt idx="2697" formatCode="0.00">
                  <c:v>1.1401666666666666</c:v>
                </c:pt>
                <c:pt idx="2698" formatCode="0.00">
                  <c:v>1.1410000000000002</c:v>
                </c:pt>
                <c:pt idx="2699" formatCode="0.00">
                  <c:v>1.1418333333333335</c:v>
                </c:pt>
                <c:pt idx="2700" formatCode="0.00">
                  <c:v>1.1426666666666667</c:v>
                </c:pt>
                <c:pt idx="2701" formatCode="0.00">
                  <c:v>1.1435</c:v>
                </c:pt>
                <c:pt idx="2702" formatCode="0.00">
                  <c:v>1.1443333333333332</c:v>
                </c:pt>
                <c:pt idx="2703" formatCode="0.00">
                  <c:v>1.1451666666666669</c:v>
                </c:pt>
                <c:pt idx="2704" formatCode="0.00">
                  <c:v>1.1460000000000001</c:v>
                </c:pt>
                <c:pt idx="2705" formatCode="0.00">
                  <c:v>1.1468333333333334</c:v>
                </c:pt>
                <c:pt idx="2706" formatCode="0.00">
                  <c:v>1.1476666666666666</c:v>
                </c:pt>
                <c:pt idx="2707" formatCode="0.00">
                  <c:v>1.1485000000000001</c:v>
                </c:pt>
                <c:pt idx="2708" formatCode="0.00">
                  <c:v>1.1493333333333335</c:v>
                </c:pt>
                <c:pt idx="2709" formatCode="0.00">
                  <c:v>1.1501666666666668</c:v>
                </c:pt>
                <c:pt idx="2710" formatCode="0.00">
                  <c:v>1.151</c:v>
                </c:pt>
                <c:pt idx="2711" formatCode="0.00">
                  <c:v>1.1518333333333333</c:v>
                </c:pt>
                <c:pt idx="2712" formatCode="0.00">
                  <c:v>1.1526666666666667</c:v>
                </c:pt>
                <c:pt idx="2713" formatCode="0.00">
                  <c:v>1.1535000000000002</c:v>
                </c:pt>
                <c:pt idx="2714" formatCode="0.00">
                  <c:v>1.1543333333333334</c:v>
                </c:pt>
                <c:pt idx="2715" formatCode="0.00">
                  <c:v>1.1551666666666667</c:v>
                </c:pt>
                <c:pt idx="2716" formatCode="0.00">
                  <c:v>1.1559999999999999</c:v>
                </c:pt>
                <c:pt idx="2717" formatCode="0.00">
                  <c:v>1.1568333333333334</c:v>
                </c:pt>
                <c:pt idx="2718" formatCode="0.00">
                  <c:v>1.1576666666666668</c:v>
                </c:pt>
                <c:pt idx="2719" formatCode="0.00">
                  <c:v>1.1585000000000001</c:v>
                </c:pt>
                <c:pt idx="2720" formatCode="0.00">
                  <c:v>1.1593333333333333</c:v>
                </c:pt>
                <c:pt idx="2721" formatCode="0.00">
                  <c:v>1.1601666666666668</c:v>
                </c:pt>
                <c:pt idx="2722" formatCode="0.00">
                  <c:v>1.161</c:v>
                </c:pt>
                <c:pt idx="2723" formatCode="0.00">
                  <c:v>1.1618333333333335</c:v>
                </c:pt>
                <c:pt idx="2724" formatCode="0.00">
                  <c:v>1.1626666666666667</c:v>
                </c:pt>
                <c:pt idx="2725" formatCode="0.00">
                  <c:v>1.1635</c:v>
                </c:pt>
                <c:pt idx="2726" formatCode="0.00">
                  <c:v>1.1643333333333334</c:v>
                </c:pt>
                <c:pt idx="2727" formatCode="0.00">
                  <c:v>1.1651666666666667</c:v>
                </c:pt>
                <c:pt idx="2728" formatCode="0.00">
                  <c:v>1.1660000000000001</c:v>
                </c:pt>
                <c:pt idx="2729" formatCode="0.00">
                  <c:v>1.1668333333333334</c:v>
                </c:pt>
                <c:pt idx="2730" formatCode="0.00">
                  <c:v>1.1676666666666666</c:v>
                </c:pt>
                <c:pt idx="2731" formatCode="0.00">
                  <c:v>1.1685000000000001</c:v>
                </c:pt>
                <c:pt idx="2732" formatCode="0.00">
                  <c:v>1.1693333333333333</c:v>
                </c:pt>
                <c:pt idx="2733" formatCode="0.00">
                  <c:v>1.1701666666666668</c:v>
                </c:pt>
                <c:pt idx="2734" formatCode="0.00">
                  <c:v>1.171</c:v>
                </c:pt>
                <c:pt idx="2735" formatCode="0.00">
                  <c:v>1.1718333333333335</c:v>
                </c:pt>
                <c:pt idx="2736" formatCode="0.00">
                  <c:v>1.1726666666666667</c:v>
                </c:pt>
                <c:pt idx="2737" formatCode="0.00">
                  <c:v>1.1735</c:v>
                </c:pt>
                <c:pt idx="2738" formatCode="0.00">
                  <c:v>1.1743333333333335</c:v>
                </c:pt>
                <c:pt idx="2739" formatCode="0.00">
                  <c:v>1.1751666666666667</c:v>
                </c:pt>
                <c:pt idx="2740" formatCode="0.00">
                  <c:v>1.1760000000000002</c:v>
                </c:pt>
                <c:pt idx="2741" formatCode="0.00">
                  <c:v>1.1768333333333334</c:v>
                </c:pt>
                <c:pt idx="2742" formatCode="0.00">
                  <c:v>1.1776666666666666</c:v>
                </c:pt>
                <c:pt idx="2743" formatCode="0.00">
                  <c:v>1.1785000000000001</c:v>
                </c:pt>
                <c:pt idx="2744" formatCode="0.00">
                  <c:v>1.1793333333333333</c:v>
                </c:pt>
                <c:pt idx="2745" formatCode="0.00">
                  <c:v>1.1801666666666668</c:v>
                </c:pt>
                <c:pt idx="2746" formatCode="0.00">
                  <c:v>1.181</c:v>
                </c:pt>
                <c:pt idx="2747" formatCode="0.00">
                  <c:v>1.1818333333333333</c:v>
                </c:pt>
                <c:pt idx="2748" formatCode="0.00">
                  <c:v>1.1826666666666668</c:v>
                </c:pt>
                <c:pt idx="2749" formatCode="0.00">
                  <c:v>1.1835000000000002</c:v>
                </c:pt>
                <c:pt idx="2750" formatCode="0.00">
                  <c:v>1.1843333333333335</c:v>
                </c:pt>
                <c:pt idx="2751" formatCode="0.00">
                  <c:v>1.1851666666666667</c:v>
                </c:pt>
                <c:pt idx="2752" formatCode="0.00">
                  <c:v>1.1859999999999999</c:v>
                </c:pt>
                <c:pt idx="2753" formatCode="0.00">
                  <c:v>1.1868333333333334</c:v>
                </c:pt>
                <c:pt idx="2754" formatCode="0.00">
                  <c:v>1.1876666666666669</c:v>
                </c:pt>
                <c:pt idx="2755" formatCode="0.00">
                  <c:v>1.1885000000000001</c:v>
                </c:pt>
                <c:pt idx="2756" formatCode="0.00">
                  <c:v>1.1893333333333334</c:v>
                </c:pt>
                <c:pt idx="2757" formatCode="0.00">
                  <c:v>1.1901666666666666</c:v>
                </c:pt>
                <c:pt idx="2758" formatCode="0.00">
                  <c:v>1.1910000000000001</c:v>
                </c:pt>
                <c:pt idx="2759" formatCode="0.00">
                  <c:v>1.1918333333333335</c:v>
                </c:pt>
                <c:pt idx="2760" formatCode="0.00">
                  <c:v>1.1926666666666668</c:v>
                </c:pt>
                <c:pt idx="2761" formatCode="0.00">
                  <c:v>1.1935</c:v>
                </c:pt>
                <c:pt idx="2762" formatCode="0.00">
                  <c:v>1.1943333333333332</c:v>
                </c:pt>
                <c:pt idx="2763" formatCode="0.00">
                  <c:v>1.1951666666666669</c:v>
                </c:pt>
                <c:pt idx="2764" formatCode="0.00">
                  <c:v>1.1960000000000002</c:v>
                </c:pt>
                <c:pt idx="2765" formatCode="0.00">
                  <c:v>1.1968333333333334</c:v>
                </c:pt>
                <c:pt idx="2766" formatCode="0.00">
                  <c:v>1.1976666666666667</c:v>
                </c:pt>
                <c:pt idx="2767" formatCode="0.00">
                  <c:v>1.1984999999999999</c:v>
                </c:pt>
                <c:pt idx="2768" formatCode="0.00">
                  <c:v>1.1993333333333336</c:v>
                </c:pt>
                <c:pt idx="2769" formatCode="0.00">
                  <c:v>1.2001666666666668</c:v>
                </c:pt>
                <c:pt idx="2770" formatCode="0.00">
                  <c:v>1.2010000000000001</c:v>
                </c:pt>
                <c:pt idx="2771" formatCode="0.00">
                  <c:v>1.2018333333333333</c:v>
                </c:pt>
                <c:pt idx="2772" formatCode="0.00">
                  <c:v>1.2026666666666666</c:v>
                </c:pt>
                <c:pt idx="2773" formatCode="0.00">
                  <c:v>1.2035000000000002</c:v>
                </c:pt>
                <c:pt idx="2774" formatCode="0.00">
                  <c:v>1.2043333333333335</c:v>
                </c:pt>
                <c:pt idx="2775" formatCode="0.00">
                  <c:v>1.2051666666666667</c:v>
                </c:pt>
                <c:pt idx="2776" formatCode="0.00">
                  <c:v>1.206</c:v>
                </c:pt>
                <c:pt idx="2777" formatCode="0.00">
                  <c:v>1.2068333333333332</c:v>
                </c:pt>
                <c:pt idx="2778" formatCode="0.00">
                  <c:v>1.2076666666666669</c:v>
                </c:pt>
                <c:pt idx="2779" formatCode="0.00">
                  <c:v>1.2085000000000001</c:v>
                </c:pt>
                <c:pt idx="2780" formatCode="0.00">
                  <c:v>1.2093333333333334</c:v>
                </c:pt>
                <c:pt idx="2781" formatCode="0.00">
                  <c:v>1.2101666666666666</c:v>
                </c:pt>
                <c:pt idx="2782" formatCode="0.00">
                  <c:v>1.2110000000000001</c:v>
                </c:pt>
                <c:pt idx="2783" formatCode="0.00">
                  <c:v>1.2118333333333335</c:v>
                </c:pt>
                <c:pt idx="2784" formatCode="0.00">
                  <c:v>1.2126666666666668</c:v>
                </c:pt>
                <c:pt idx="2785" formatCode="0.00">
                  <c:v>1.2135</c:v>
                </c:pt>
                <c:pt idx="2786" formatCode="0.00">
                  <c:v>1.2143333333333333</c:v>
                </c:pt>
                <c:pt idx="2787" formatCode="0.00">
                  <c:v>1.2151666666666667</c:v>
                </c:pt>
                <c:pt idx="2788" formatCode="0.00">
                  <c:v>1.2160000000000002</c:v>
                </c:pt>
                <c:pt idx="2789" formatCode="0.00">
                  <c:v>1.2168333333333334</c:v>
                </c:pt>
                <c:pt idx="2790" formatCode="0.00">
                  <c:v>1.2176666666666667</c:v>
                </c:pt>
                <c:pt idx="2791" formatCode="0.00">
                  <c:v>1.2184999999999999</c:v>
                </c:pt>
                <c:pt idx="2792" formatCode="0.00">
                  <c:v>1.2193333333333334</c:v>
                </c:pt>
                <c:pt idx="2793" formatCode="0.00">
                  <c:v>1.2201666666666668</c:v>
                </c:pt>
                <c:pt idx="2794" formatCode="0.00">
                  <c:v>1.2210000000000001</c:v>
                </c:pt>
                <c:pt idx="2795" formatCode="0.00">
                  <c:v>1.2218333333333333</c:v>
                </c:pt>
                <c:pt idx="2796" formatCode="0.00">
                  <c:v>1.2226666666666668</c:v>
                </c:pt>
                <c:pt idx="2797" formatCode="0.00">
                  <c:v>1.2235</c:v>
                </c:pt>
                <c:pt idx="2798" formatCode="0.00">
                  <c:v>1.2243333333333335</c:v>
                </c:pt>
                <c:pt idx="2799" formatCode="0.00">
                  <c:v>1.2251666666666667</c:v>
                </c:pt>
                <c:pt idx="2800" formatCode="0.00">
                  <c:v>1.226</c:v>
                </c:pt>
                <c:pt idx="2801" formatCode="0.00">
                  <c:v>1.2268333333333334</c:v>
                </c:pt>
                <c:pt idx="2802" formatCode="0.00">
                  <c:v>1.2276666666666667</c:v>
                </c:pt>
                <c:pt idx="2803" formatCode="0.00">
                  <c:v>1.2285000000000001</c:v>
                </c:pt>
                <c:pt idx="2804" formatCode="0.00">
                  <c:v>1.2293333333333334</c:v>
                </c:pt>
                <c:pt idx="2805" formatCode="0.00">
                  <c:v>1.2301666666666666</c:v>
                </c:pt>
                <c:pt idx="2806" formatCode="0.00">
                  <c:v>1.2310000000000001</c:v>
                </c:pt>
                <c:pt idx="2807" formatCode="0.00">
                  <c:v>1.2318333333333333</c:v>
                </c:pt>
                <c:pt idx="2808" formatCode="0.00">
                  <c:v>1.2326666666666668</c:v>
                </c:pt>
                <c:pt idx="2809" formatCode="0.00">
                  <c:v>1.2335</c:v>
                </c:pt>
                <c:pt idx="2810" formatCode="0.00">
                  <c:v>1.2343333333333335</c:v>
                </c:pt>
                <c:pt idx="2811" formatCode="0.00">
                  <c:v>1.2351666666666667</c:v>
                </c:pt>
                <c:pt idx="2812" formatCode="0.00">
                  <c:v>1.236</c:v>
                </c:pt>
                <c:pt idx="2813" formatCode="0.00">
                  <c:v>1.2368333333333335</c:v>
                </c:pt>
                <c:pt idx="2814" formatCode="0.00">
                  <c:v>1.2376666666666667</c:v>
                </c:pt>
                <c:pt idx="2815" formatCode="0.00">
                  <c:v>1.2385000000000002</c:v>
                </c:pt>
                <c:pt idx="2816" formatCode="0.00">
                  <c:v>1.2393333333333334</c:v>
                </c:pt>
                <c:pt idx="2817" formatCode="0.00">
                  <c:v>1.2401666666666666</c:v>
                </c:pt>
                <c:pt idx="2818" formatCode="0.00">
                  <c:v>1.2410000000000001</c:v>
                </c:pt>
                <c:pt idx="2819" formatCode="0.00">
                  <c:v>1.2418333333333333</c:v>
                </c:pt>
                <c:pt idx="2820" formatCode="0.00">
                  <c:v>1.2426666666666668</c:v>
                </c:pt>
                <c:pt idx="2821" formatCode="0.00">
                  <c:v>1.2435</c:v>
                </c:pt>
                <c:pt idx="2822" formatCode="0.00">
                  <c:v>1.2443333333333333</c:v>
                </c:pt>
                <c:pt idx="2823" formatCode="0.00">
                  <c:v>1.2451666666666668</c:v>
                </c:pt>
                <c:pt idx="2824" formatCode="0.00">
                  <c:v>1.2460000000000002</c:v>
                </c:pt>
                <c:pt idx="2825" formatCode="0.00">
                  <c:v>1.2468333333333335</c:v>
                </c:pt>
                <c:pt idx="2826" formatCode="0.00">
                  <c:v>1.2476666666666667</c:v>
                </c:pt>
                <c:pt idx="2827" formatCode="0.00">
                  <c:v>1.2484999999999999</c:v>
                </c:pt>
                <c:pt idx="2828" formatCode="0.00">
                  <c:v>1.2493333333333334</c:v>
                </c:pt>
                <c:pt idx="2829" formatCode="0.00">
                  <c:v>1.2501666666666669</c:v>
                </c:pt>
                <c:pt idx="2830" formatCode="0.00">
                  <c:v>1.2510000000000001</c:v>
                </c:pt>
                <c:pt idx="2831" formatCode="0.00">
                  <c:v>1.2518333333333334</c:v>
                </c:pt>
                <c:pt idx="2832" formatCode="0.00">
                  <c:v>1.2526666666666666</c:v>
                </c:pt>
                <c:pt idx="2833" formatCode="0.00">
                  <c:v>1.2535000000000001</c:v>
                </c:pt>
                <c:pt idx="2834" formatCode="0.00">
                  <c:v>1.2543333333333335</c:v>
                </c:pt>
                <c:pt idx="2835" formatCode="0.00">
                  <c:v>1.2551666666666668</c:v>
                </c:pt>
                <c:pt idx="2836" formatCode="0.00">
                  <c:v>1.256</c:v>
                </c:pt>
                <c:pt idx="2837" formatCode="0.00">
                  <c:v>1.2568333333333332</c:v>
                </c:pt>
                <c:pt idx="2838" formatCode="0.00">
                  <c:v>1.2576666666666669</c:v>
                </c:pt>
                <c:pt idx="2839" formatCode="0.00">
                  <c:v>1.2585000000000002</c:v>
                </c:pt>
                <c:pt idx="2840" formatCode="0.00">
                  <c:v>1.2593333333333334</c:v>
                </c:pt>
                <c:pt idx="2841" formatCode="0.00">
                  <c:v>1.2601666666666667</c:v>
                </c:pt>
                <c:pt idx="2842" formatCode="0.00">
                  <c:v>1.2609999999999999</c:v>
                </c:pt>
                <c:pt idx="2843" formatCode="0.00">
                  <c:v>1.2618333333333336</c:v>
                </c:pt>
                <c:pt idx="2844" formatCode="0.00">
                  <c:v>1.2626666666666668</c:v>
                </c:pt>
                <c:pt idx="2845" formatCode="0.00">
                  <c:v>1.2635000000000001</c:v>
                </c:pt>
                <c:pt idx="2846" formatCode="0.00">
                  <c:v>1.2643333333333333</c:v>
                </c:pt>
                <c:pt idx="2847" formatCode="0.00">
                  <c:v>1.2651666666666666</c:v>
                </c:pt>
                <c:pt idx="2848" formatCode="0.00">
                  <c:v>1.2660000000000002</c:v>
                </c:pt>
                <c:pt idx="2849" formatCode="0.00">
                  <c:v>1.2668333333333335</c:v>
                </c:pt>
                <c:pt idx="2850" formatCode="0.00">
                  <c:v>1.2676666666666667</c:v>
                </c:pt>
                <c:pt idx="2851" formatCode="0.00">
                  <c:v>1.2685</c:v>
                </c:pt>
                <c:pt idx="2852" formatCode="0.00">
                  <c:v>1.2693333333333332</c:v>
                </c:pt>
                <c:pt idx="2853" formatCode="0.00">
                  <c:v>1.2701666666666669</c:v>
                </c:pt>
                <c:pt idx="2854" formatCode="0.00">
                  <c:v>1.2710000000000001</c:v>
                </c:pt>
                <c:pt idx="2855" formatCode="0.00">
                  <c:v>1.2718333333333334</c:v>
                </c:pt>
                <c:pt idx="2856" formatCode="0.00">
                  <c:v>1.2726666666666666</c:v>
                </c:pt>
                <c:pt idx="2857" formatCode="0.00">
                  <c:v>1.2735000000000001</c:v>
                </c:pt>
                <c:pt idx="2858" formatCode="0.00">
                  <c:v>1.2743333333333335</c:v>
                </c:pt>
                <c:pt idx="2859" formatCode="0.00">
                  <c:v>1.2751666666666668</c:v>
                </c:pt>
                <c:pt idx="2860" formatCode="0.00">
                  <c:v>1.276</c:v>
                </c:pt>
                <c:pt idx="2861" formatCode="0.00">
                  <c:v>1.2768333333333333</c:v>
                </c:pt>
                <c:pt idx="2862" formatCode="0.00">
                  <c:v>1.2776666666666667</c:v>
                </c:pt>
                <c:pt idx="2863" formatCode="0.00">
                  <c:v>1.2785000000000002</c:v>
                </c:pt>
                <c:pt idx="2864" formatCode="0.00">
                  <c:v>1.2793333333333334</c:v>
                </c:pt>
                <c:pt idx="2865" formatCode="0.00">
                  <c:v>1.2801666666666667</c:v>
                </c:pt>
                <c:pt idx="2866" formatCode="0.00">
                  <c:v>1.2809999999999999</c:v>
                </c:pt>
                <c:pt idx="2867" formatCode="0.00">
                  <c:v>1.2818333333333334</c:v>
                </c:pt>
                <c:pt idx="2868" formatCode="0.00">
                  <c:v>1.2826666666666668</c:v>
                </c:pt>
                <c:pt idx="2869" formatCode="0.00">
                  <c:v>1.2835000000000001</c:v>
                </c:pt>
                <c:pt idx="2870" formatCode="0.00">
                  <c:v>1.2843333333333333</c:v>
                </c:pt>
                <c:pt idx="2871" formatCode="0.00">
                  <c:v>1.2851666666666668</c:v>
                </c:pt>
                <c:pt idx="2872" formatCode="0.00">
                  <c:v>1.286</c:v>
                </c:pt>
                <c:pt idx="2873" formatCode="0.00">
                  <c:v>1.2868333333333335</c:v>
                </c:pt>
                <c:pt idx="2874" formatCode="0.00">
                  <c:v>1.2876666666666667</c:v>
                </c:pt>
                <c:pt idx="2875" formatCode="0.00">
                  <c:v>1.2885</c:v>
                </c:pt>
                <c:pt idx="2876" formatCode="0.00">
                  <c:v>1.2893333333333334</c:v>
                </c:pt>
                <c:pt idx="2877" formatCode="0.00">
                  <c:v>1.2901666666666667</c:v>
                </c:pt>
                <c:pt idx="2878" formatCode="0.00">
                  <c:v>1.2910000000000001</c:v>
                </c:pt>
                <c:pt idx="2879" formatCode="0.00">
                  <c:v>1.2918333333333334</c:v>
                </c:pt>
                <c:pt idx="2880" formatCode="0.00">
                  <c:v>1.2926666666666666</c:v>
                </c:pt>
                <c:pt idx="2881" formatCode="0.00">
                  <c:v>1.2935000000000001</c:v>
                </c:pt>
                <c:pt idx="2882" formatCode="0.00">
                  <c:v>1.2943333333333333</c:v>
                </c:pt>
                <c:pt idx="2883" formatCode="0.00">
                  <c:v>1.2951666666666668</c:v>
                </c:pt>
                <c:pt idx="2884" formatCode="0.00">
                  <c:v>1.296</c:v>
                </c:pt>
                <c:pt idx="2885" formatCode="0.00">
                  <c:v>1.2968333333333335</c:v>
                </c:pt>
                <c:pt idx="2886" formatCode="0.00">
                  <c:v>1.2976666666666667</c:v>
                </c:pt>
                <c:pt idx="2887" formatCode="0.00">
                  <c:v>1.2985</c:v>
                </c:pt>
                <c:pt idx="2888" formatCode="0.00">
                  <c:v>1.2993333333333335</c:v>
                </c:pt>
                <c:pt idx="2889" formatCode="0.00">
                  <c:v>1.3001666666666667</c:v>
                </c:pt>
                <c:pt idx="2890" formatCode="0.00">
                  <c:v>1.3010000000000002</c:v>
                </c:pt>
                <c:pt idx="2891" formatCode="0.00">
                  <c:v>1.3018333333333334</c:v>
                </c:pt>
                <c:pt idx="2892" formatCode="0.00">
                  <c:v>1.3026666666666666</c:v>
                </c:pt>
                <c:pt idx="2893" formatCode="0.00">
                  <c:v>1.3035000000000001</c:v>
                </c:pt>
                <c:pt idx="2894" formatCode="0.00">
                  <c:v>1.3043333333333333</c:v>
                </c:pt>
                <c:pt idx="2895" formatCode="0.00">
                  <c:v>1.3051666666666668</c:v>
                </c:pt>
                <c:pt idx="2896" formatCode="0.00">
                  <c:v>1.306</c:v>
                </c:pt>
                <c:pt idx="2897" formatCode="0.00">
                  <c:v>1.3068333333333333</c:v>
                </c:pt>
                <c:pt idx="2898" formatCode="0.00">
                  <c:v>1.3076666666666668</c:v>
                </c:pt>
                <c:pt idx="2899" formatCode="0.00">
                  <c:v>1.3085000000000002</c:v>
                </c:pt>
                <c:pt idx="2900" formatCode="0.00">
                  <c:v>1.3093333333333335</c:v>
                </c:pt>
                <c:pt idx="2901" formatCode="0.00">
                  <c:v>1.3101666666666667</c:v>
                </c:pt>
                <c:pt idx="2902" formatCode="0.00">
                  <c:v>1.3109999999999999</c:v>
                </c:pt>
                <c:pt idx="2903" formatCode="0.00">
                  <c:v>1.3118333333333334</c:v>
                </c:pt>
                <c:pt idx="2904" formatCode="0.00">
                  <c:v>1.3126666666666669</c:v>
                </c:pt>
                <c:pt idx="2905" formatCode="0.00">
                  <c:v>1.3135000000000001</c:v>
                </c:pt>
                <c:pt idx="2906" formatCode="0.00">
                  <c:v>1.3143333333333334</c:v>
                </c:pt>
                <c:pt idx="2907" formatCode="0.00">
                  <c:v>1.3151666666666666</c:v>
                </c:pt>
                <c:pt idx="2908" formatCode="0.00">
                  <c:v>1.3160000000000001</c:v>
                </c:pt>
                <c:pt idx="2909" formatCode="0.00">
                  <c:v>1.3168333333333335</c:v>
                </c:pt>
                <c:pt idx="2910" formatCode="0.00">
                  <c:v>1.3176666666666668</c:v>
                </c:pt>
                <c:pt idx="2911" formatCode="0.00">
                  <c:v>1.3185</c:v>
                </c:pt>
                <c:pt idx="2912" formatCode="0.00">
                  <c:v>1.3193333333333332</c:v>
                </c:pt>
                <c:pt idx="2913" formatCode="0.00">
                  <c:v>1.3201666666666669</c:v>
                </c:pt>
                <c:pt idx="2914" formatCode="0.00">
                  <c:v>1.3210000000000002</c:v>
                </c:pt>
                <c:pt idx="2915" formatCode="0.00">
                  <c:v>1.3218333333333334</c:v>
                </c:pt>
                <c:pt idx="2916" formatCode="0.00">
                  <c:v>1.3226666666666667</c:v>
                </c:pt>
                <c:pt idx="2917" formatCode="0.00">
                  <c:v>1.3234999999999999</c:v>
                </c:pt>
                <c:pt idx="2918" formatCode="0.00">
                  <c:v>1.3243333333333336</c:v>
                </c:pt>
                <c:pt idx="2919" formatCode="0.00">
                  <c:v>1.3251666666666668</c:v>
                </c:pt>
                <c:pt idx="2920" formatCode="0.00">
                  <c:v>1.3260000000000001</c:v>
                </c:pt>
                <c:pt idx="2921" formatCode="0.00">
                  <c:v>1.3268333333333333</c:v>
                </c:pt>
                <c:pt idx="2922" formatCode="0.00">
                  <c:v>1.3276666666666666</c:v>
                </c:pt>
                <c:pt idx="2923" formatCode="0.00">
                  <c:v>1.3285000000000002</c:v>
                </c:pt>
                <c:pt idx="2924" formatCode="0.00">
                  <c:v>1.3293333333333335</c:v>
                </c:pt>
                <c:pt idx="2925" formatCode="0.00">
                  <c:v>1.3301666666666667</c:v>
                </c:pt>
                <c:pt idx="2926" formatCode="0.00">
                  <c:v>1.331</c:v>
                </c:pt>
                <c:pt idx="2927" formatCode="0.00">
                  <c:v>1.3318333333333332</c:v>
                </c:pt>
                <c:pt idx="2928" formatCode="0.00">
                  <c:v>1.3326666666666669</c:v>
                </c:pt>
                <c:pt idx="2929" formatCode="0.00">
                  <c:v>1.3335000000000001</c:v>
                </c:pt>
                <c:pt idx="2930" formatCode="0.00">
                  <c:v>1.3343333333333334</c:v>
                </c:pt>
                <c:pt idx="2931" formatCode="0.00">
                  <c:v>1.3351666666666666</c:v>
                </c:pt>
                <c:pt idx="2932" formatCode="0.00">
                  <c:v>1.3360000000000001</c:v>
                </c:pt>
                <c:pt idx="2933" formatCode="0.00">
                  <c:v>1.3368333333333335</c:v>
                </c:pt>
                <c:pt idx="2934" formatCode="0.00">
                  <c:v>1.3376666666666668</c:v>
                </c:pt>
                <c:pt idx="2935" formatCode="0.00">
                  <c:v>1.3385</c:v>
                </c:pt>
                <c:pt idx="2936" formatCode="0.00">
                  <c:v>1.3393333333333333</c:v>
                </c:pt>
                <c:pt idx="2937" formatCode="0.00">
                  <c:v>1.3401666666666667</c:v>
                </c:pt>
                <c:pt idx="2938" formatCode="0.00">
                  <c:v>1.3410000000000002</c:v>
                </c:pt>
                <c:pt idx="2939" formatCode="0.00">
                  <c:v>1.3418333333333334</c:v>
                </c:pt>
                <c:pt idx="2940" formatCode="0.00">
                  <c:v>1.3426666666666667</c:v>
                </c:pt>
                <c:pt idx="2941" formatCode="0.00">
                  <c:v>1.3434999999999999</c:v>
                </c:pt>
                <c:pt idx="2942" formatCode="0.00">
                  <c:v>1.3443333333333334</c:v>
                </c:pt>
                <c:pt idx="2943" formatCode="0.00">
                  <c:v>1.3451666666666668</c:v>
                </c:pt>
                <c:pt idx="2944" formatCode="0.00">
                  <c:v>1.3460000000000001</c:v>
                </c:pt>
                <c:pt idx="2945" formatCode="0.00">
                  <c:v>1.3468333333333333</c:v>
                </c:pt>
                <c:pt idx="2946" formatCode="0.00">
                  <c:v>1.3476666666666668</c:v>
                </c:pt>
                <c:pt idx="2947" formatCode="0.00">
                  <c:v>1.3485</c:v>
                </c:pt>
                <c:pt idx="2948" formatCode="0.00">
                  <c:v>1.3493333333333335</c:v>
                </c:pt>
                <c:pt idx="2949" formatCode="0.00">
                  <c:v>1.3501666666666667</c:v>
                </c:pt>
                <c:pt idx="2950" formatCode="0.00">
                  <c:v>1.351</c:v>
                </c:pt>
                <c:pt idx="2951" formatCode="0.00">
                  <c:v>1.3518333333333334</c:v>
                </c:pt>
                <c:pt idx="2952" formatCode="0.00">
                  <c:v>1.3526666666666667</c:v>
                </c:pt>
                <c:pt idx="2953" formatCode="0.00">
                  <c:v>1.3535000000000001</c:v>
                </c:pt>
                <c:pt idx="2954" formatCode="0.00">
                  <c:v>1.3543333333333334</c:v>
                </c:pt>
                <c:pt idx="2955" formatCode="0.00">
                  <c:v>1.3551666666666666</c:v>
                </c:pt>
                <c:pt idx="2956" formatCode="0.00">
                  <c:v>1.3560000000000001</c:v>
                </c:pt>
                <c:pt idx="2957" formatCode="0.00">
                  <c:v>1.3568333333333333</c:v>
                </c:pt>
                <c:pt idx="2958" formatCode="0.00">
                  <c:v>1.3576666666666668</c:v>
                </c:pt>
                <c:pt idx="2959" formatCode="0.00">
                  <c:v>1.3585</c:v>
                </c:pt>
                <c:pt idx="2960" formatCode="0.00">
                  <c:v>1.3593333333333335</c:v>
                </c:pt>
                <c:pt idx="2961" formatCode="0.00">
                  <c:v>1.3601666666666667</c:v>
                </c:pt>
                <c:pt idx="2962" formatCode="0.00">
                  <c:v>1.361</c:v>
                </c:pt>
                <c:pt idx="2963" formatCode="0.00">
                  <c:v>1.3618333333333335</c:v>
                </c:pt>
                <c:pt idx="2964" formatCode="0.00">
                  <c:v>1.3626666666666667</c:v>
                </c:pt>
                <c:pt idx="2965" formatCode="0.00">
                  <c:v>1.3635000000000002</c:v>
                </c:pt>
                <c:pt idx="2966" formatCode="0.00">
                  <c:v>1.3643333333333334</c:v>
                </c:pt>
                <c:pt idx="2967" formatCode="0.00">
                  <c:v>1.3651666666666666</c:v>
                </c:pt>
                <c:pt idx="2968" formatCode="0.00">
                  <c:v>1.3660000000000001</c:v>
                </c:pt>
                <c:pt idx="2969" formatCode="0.00">
                  <c:v>1.3668333333333333</c:v>
                </c:pt>
                <c:pt idx="2970" formatCode="0.00">
                  <c:v>1.3676666666666668</c:v>
                </c:pt>
                <c:pt idx="2971" formatCode="0.00">
                  <c:v>1.3685</c:v>
                </c:pt>
                <c:pt idx="2972" formatCode="0.00">
                  <c:v>1.3693333333333333</c:v>
                </c:pt>
                <c:pt idx="2973" formatCode="0.00">
                  <c:v>1.3701666666666668</c:v>
                </c:pt>
                <c:pt idx="2974" formatCode="0.00">
                  <c:v>1.3710000000000002</c:v>
                </c:pt>
                <c:pt idx="2975" formatCode="0.00">
                  <c:v>1.3718333333333335</c:v>
                </c:pt>
                <c:pt idx="2976" formatCode="0.00">
                  <c:v>1.3726666666666667</c:v>
                </c:pt>
                <c:pt idx="2977" formatCode="0.00">
                  <c:v>1.3734999999999999</c:v>
                </c:pt>
                <c:pt idx="2978" formatCode="0.00">
                  <c:v>1.3743333333333334</c:v>
                </c:pt>
                <c:pt idx="2979" formatCode="0.00">
                  <c:v>1.3751666666666669</c:v>
                </c:pt>
                <c:pt idx="2980" formatCode="0.00">
                  <c:v>1.3760000000000001</c:v>
                </c:pt>
                <c:pt idx="2981" formatCode="0.00">
                  <c:v>1.3768333333333334</c:v>
                </c:pt>
                <c:pt idx="2982" formatCode="0.00">
                  <c:v>1.3776666666666666</c:v>
                </c:pt>
                <c:pt idx="2983" formatCode="0.00">
                  <c:v>1.3785000000000001</c:v>
                </c:pt>
                <c:pt idx="2984" formatCode="0.00">
                  <c:v>1.3793333333333335</c:v>
                </c:pt>
                <c:pt idx="2985" formatCode="0.00">
                  <c:v>1.3801666666666668</c:v>
                </c:pt>
                <c:pt idx="2986" formatCode="0.00">
                  <c:v>1.381</c:v>
                </c:pt>
                <c:pt idx="2987" formatCode="0.00">
                  <c:v>1.3818333333333332</c:v>
                </c:pt>
                <c:pt idx="2988" formatCode="0.00">
                  <c:v>1.3826666666666669</c:v>
                </c:pt>
                <c:pt idx="2989" formatCode="0.00">
                  <c:v>1.3835000000000002</c:v>
                </c:pt>
                <c:pt idx="2990" formatCode="0.00">
                  <c:v>1.3843333333333334</c:v>
                </c:pt>
                <c:pt idx="2991" formatCode="0.00">
                  <c:v>1.3851666666666667</c:v>
                </c:pt>
                <c:pt idx="2992" formatCode="0.00">
                  <c:v>1.3859999999999999</c:v>
                </c:pt>
                <c:pt idx="2993" formatCode="0.00">
                  <c:v>1.3868333333333336</c:v>
                </c:pt>
                <c:pt idx="2994" formatCode="0.00">
                  <c:v>1.3876666666666668</c:v>
                </c:pt>
                <c:pt idx="2995" formatCode="0.00">
                  <c:v>1.3885000000000001</c:v>
                </c:pt>
                <c:pt idx="2996" formatCode="0.00">
                  <c:v>1.3893333333333333</c:v>
                </c:pt>
                <c:pt idx="2997" formatCode="0.00">
                  <c:v>1.3901666666666666</c:v>
                </c:pt>
                <c:pt idx="2998" formatCode="0.00">
                  <c:v>1.3910000000000002</c:v>
                </c:pt>
                <c:pt idx="2999" formatCode="0.00">
                  <c:v>1.3918333333333335</c:v>
                </c:pt>
                <c:pt idx="3000" formatCode="0.00">
                  <c:v>1.3926666666666667</c:v>
                </c:pt>
                <c:pt idx="3001" formatCode="0.00">
                  <c:v>1.3935</c:v>
                </c:pt>
                <c:pt idx="3002" formatCode="0.00">
                  <c:v>1.3943333333333332</c:v>
                </c:pt>
                <c:pt idx="3003" formatCode="0.00">
                  <c:v>1.3951666666666669</c:v>
                </c:pt>
                <c:pt idx="3004" formatCode="0.00">
                  <c:v>1.3960000000000001</c:v>
                </c:pt>
                <c:pt idx="3005" formatCode="0.00">
                  <c:v>1.3968333333333334</c:v>
                </c:pt>
                <c:pt idx="3006" formatCode="0.00">
                  <c:v>1.3976666666666666</c:v>
                </c:pt>
                <c:pt idx="3007" formatCode="0.00">
                  <c:v>1.3985000000000001</c:v>
                </c:pt>
                <c:pt idx="3008" formatCode="0.00">
                  <c:v>1.3993333333333335</c:v>
                </c:pt>
                <c:pt idx="3009" formatCode="0.00">
                  <c:v>1.4001666666666668</c:v>
                </c:pt>
                <c:pt idx="3010" formatCode="0.00">
                  <c:v>1.401</c:v>
                </c:pt>
                <c:pt idx="3011" formatCode="0.00">
                  <c:v>1.4018333333333333</c:v>
                </c:pt>
                <c:pt idx="3012" formatCode="0.00">
                  <c:v>1.4026666666666667</c:v>
                </c:pt>
                <c:pt idx="3013" formatCode="0.00">
                  <c:v>1.4035000000000002</c:v>
                </c:pt>
                <c:pt idx="3014" formatCode="0.00">
                  <c:v>1.4043333333333334</c:v>
                </c:pt>
                <c:pt idx="3015" formatCode="0.00">
                  <c:v>1.4051666666666667</c:v>
                </c:pt>
                <c:pt idx="3016" formatCode="0.00">
                  <c:v>1.4059999999999999</c:v>
                </c:pt>
                <c:pt idx="3017" formatCode="0.00">
                  <c:v>1.4068333333333334</c:v>
                </c:pt>
                <c:pt idx="3018" formatCode="0.00">
                  <c:v>1.4076666666666668</c:v>
                </c:pt>
                <c:pt idx="3019" formatCode="0.00">
                  <c:v>1.4085000000000001</c:v>
                </c:pt>
                <c:pt idx="3020" formatCode="0.00">
                  <c:v>1.4093333333333333</c:v>
                </c:pt>
                <c:pt idx="3021" formatCode="0.00">
                  <c:v>1.4101666666666668</c:v>
                </c:pt>
                <c:pt idx="3022" formatCode="0.00">
                  <c:v>1.411</c:v>
                </c:pt>
                <c:pt idx="3023" formatCode="0.00">
                  <c:v>1.4118333333333335</c:v>
                </c:pt>
                <c:pt idx="3024" formatCode="0.00">
                  <c:v>1.4126666666666667</c:v>
                </c:pt>
                <c:pt idx="3025" formatCode="0.00">
                  <c:v>1.4135</c:v>
                </c:pt>
                <c:pt idx="3026" formatCode="0.00">
                  <c:v>1.4143333333333334</c:v>
                </c:pt>
                <c:pt idx="3027" formatCode="0.00">
                  <c:v>1.4151666666666667</c:v>
                </c:pt>
                <c:pt idx="3028" formatCode="0.00">
                  <c:v>1.4160000000000001</c:v>
                </c:pt>
                <c:pt idx="3029" formatCode="0.00">
                  <c:v>1.4168333333333334</c:v>
                </c:pt>
                <c:pt idx="3030" formatCode="0.00">
                  <c:v>1.4176666666666666</c:v>
                </c:pt>
                <c:pt idx="3031" formatCode="0.00">
                  <c:v>1.4185000000000001</c:v>
                </c:pt>
                <c:pt idx="3032" formatCode="0.00">
                  <c:v>1.4193333333333333</c:v>
                </c:pt>
                <c:pt idx="3033" formatCode="0.00">
                  <c:v>1.4201666666666668</c:v>
                </c:pt>
                <c:pt idx="3034" formatCode="0.00">
                  <c:v>1.421</c:v>
                </c:pt>
                <c:pt idx="3035" formatCode="0.00">
                  <c:v>1.4218333333333335</c:v>
                </c:pt>
                <c:pt idx="3036" formatCode="0.00">
                  <c:v>1.4226666666666667</c:v>
                </c:pt>
                <c:pt idx="3037" formatCode="0.00">
                  <c:v>1.4235</c:v>
                </c:pt>
                <c:pt idx="3038" formatCode="0.00">
                  <c:v>1.4243333333333335</c:v>
                </c:pt>
                <c:pt idx="3039" formatCode="0.00">
                  <c:v>1.4251666666666667</c:v>
                </c:pt>
                <c:pt idx="3040" formatCode="0.00">
                  <c:v>1.4260000000000002</c:v>
                </c:pt>
                <c:pt idx="3041" formatCode="0.00">
                  <c:v>1.4268333333333334</c:v>
                </c:pt>
                <c:pt idx="3042" formatCode="0.00">
                  <c:v>1.4276666666666666</c:v>
                </c:pt>
                <c:pt idx="3043" formatCode="0.00">
                  <c:v>1.4285000000000001</c:v>
                </c:pt>
                <c:pt idx="3044" formatCode="0.00">
                  <c:v>1.4293333333333333</c:v>
                </c:pt>
                <c:pt idx="3045" formatCode="0.00">
                  <c:v>1.4301666666666668</c:v>
                </c:pt>
                <c:pt idx="3046" formatCode="0.00">
                  <c:v>1.431</c:v>
                </c:pt>
                <c:pt idx="3047" formatCode="0.00">
                  <c:v>1.4318333333333333</c:v>
                </c:pt>
                <c:pt idx="3048" formatCode="0.00">
                  <c:v>1.4326666666666668</c:v>
                </c:pt>
                <c:pt idx="3049" formatCode="0.00">
                  <c:v>1.4335000000000002</c:v>
                </c:pt>
                <c:pt idx="3050" formatCode="0.00">
                  <c:v>1.4343333333333335</c:v>
                </c:pt>
                <c:pt idx="3051" formatCode="0.00">
                  <c:v>1.4351666666666667</c:v>
                </c:pt>
                <c:pt idx="3052" formatCode="0.00">
                  <c:v>1.4359999999999999</c:v>
                </c:pt>
                <c:pt idx="3053" formatCode="0.00">
                  <c:v>1.4368333333333334</c:v>
                </c:pt>
                <c:pt idx="3054" formatCode="0.00">
                  <c:v>1.4376666666666669</c:v>
                </c:pt>
                <c:pt idx="3055" formatCode="0.00">
                  <c:v>1.4385000000000001</c:v>
                </c:pt>
                <c:pt idx="3056" formatCode="0.00">
                  <c:v>1.4393333333333334</c:v>
                </c:pt>
                <c:pt idx="3057" formatCode="0.00">
                  <c:v>1.4401666666666666</c:v>
                </c:pt>
                <c:pt idx="3058" formatCode="0.00">
                  <c:v>1.4410000000000001</c:v>
                </c:pt>
                <c:pt idx="3059" formatCode="0.00">
                  <c:v>1.4418333333333335</c:v>
                </c:pt>
                <c:pt idx="3060" formatCode="0.00">
                  <c:v>1.4426666666666668</c:v>
                </c:pt>
                <c:pt idx="3061" formatCode="0.00">
                  <c:v>1.4435</c:v>
                </c:pt>
                <c:pt idx="3062" formatCode="0.00">
                  <c:v>1.4443333333333332</c:v>
                </c:pt>
                <c:pt idx="3063" formatCode="0.00">
                  <c:v>1.4451666666666669</c:v>
                </c:pt>
                <c:pt idx="3064" formatCode="0.00">
                  <c:v>1.4460000000000002</c:v>
                </c:pt>
                <c:pt idx="3065" formatCode="0.00">
                  <c:v>1.4468333333333334</c:v>
                </c:pt>
                <c:pt idx="3066" formatCode="0.00">
                  <c:v>1.4476666666666667</c:v>
                </c:pt>
                <c:pt idx="3067" formatCode="0.00">
                  <c:v>1.4484999999999999</c:v>
                </c:pt>
                <c:pt idx="3068" formatCode="0.00">
                  <c:v>1.4493333333333336</c:v>
                </c:pt>
                <c:pt idx="3069" formatCode="0.00">
                  <c:v>1.4501666666666668</c:v>
                </c:pt>
                <c:pt idx="3070" formatCode="0.00">
                  <c:v>1.4510000000000001</c:v>
                </c:pt>
                <c:pt idx="3071" formatCode="0.00">
                  <c:v>1.4518333333333333</c:v>
                </c:pt>
                <c:pt idx="3072" formatCode="0.00">
                  <c:v>1.4526666666666666</c:v>
                </c:pt>
                <c:pt idx="3073" formatCode="0.00">
                  <c:v>1.4535000000000002</c:v>
                </c:pt>
                <c:pt idx="3074" formatCode="0.00">
                  <c:v>1.4543333333333335</c:v>
                </c:pt>
                <c:pt idx="3075" formatCode="0.00">
                  <c:v>1.4551666666666667</c:v>
                </c:pt>
                <c:pt idx="3076" formatCode="0.00">
                  <c:v>1.456</c:v>
                </c:pt>
                <c:pt idx="3077" formatCode="0.00">
                  <c:v>1.4568333333333332</c:v>
                </c:pt>
                <c:pt idx="3078" formatCode="0.00">
                  <c:v>1.4576666666666669</c:v>
                </c:pt>
                <c:pt idx="3079" formatCode="0.00">
                  <c:v>1.4585000000000001</c:v>
                </c:pt>
                <c:pt idx="3080" formatCode="0.00">
                  <c:v>1.4593333333333334</c:v>
                </c:pt>
                <c:pt idx="3081" formatCode="0.00">
                  <c:v>1.4601666666666666</c:v>
                </c:pt>
                <c:pt idx="3082" formatCode="0.00">
                  <c:v>1.4610000000000001</c:v>
                </c:pt>
                <c:pt idx="3083" formatCode="0.00">
                  <c:v>1.4618333333333335</c:v>
                </c:pt>
                <c:pt idx="3084" formatCode="0.00">
                  <c:v>1.4626666666666668</c:v>
                </c:pt>
                <c:pt idx="3085" formatCode="0.00">
                  <c:v>1.4635</c:v>
                </c:pt>
                <c:pt idx="3086" formatCode="0.00">
                  <c:v>1.4643333333333333</c:v>
                </c:pt>
                <c:pt idx="3087" formatCode="0.00">
                  <c:v>1.4651666666666667</c:v>
                </c:pt>
                <c:pt idx="3088" formatCode="0.00">
                  <c:v>1.4660000000000002</c:v>
                </c:pt>
                <c:pt idx="3089" formatCode="0.00">
                  <c:v>1.4668333333333334</c:v>
                </c:pt>
                <c:pt idx="3090" formatCode="0.00">
                  <c:v>1.4676666666666667</c:v>
                </c:pt>
                <c:pt idx="3091" formatCode="0.00">
                  <c:v>1.4684999999999999</c:v>
                </c:pt>
                <c:pt idx="3092" formatCode="0.00">
                  <c:v>1.4693333333333334</c:v>
                </c:pt>
                <c:pt idx="3093" formatCode="0.00">
                  <c:v>1.4701666666666668</c:v>
                </c:pt>
                <c:pt idx="3094" formatCode="0.00">
                  <c:v>1.4710000000000001</c:v>
                </c:pt>
                <c:pt idx="3095" formatCode="0.00">
                  <c:v>1.4718333333333333</c:v>
                </c:pt>
                <c:pt idx="3096" formatCode="0.00">
                  <c:v>1.4726666666666668</c:v>
                </c:pt>
                <c:pt idx="3097" formatCode="0.00">
                  <c:v>1.4735</c:v>
                </c:pt>
                <c:pt idx="3098" formatCode="0.00">
                  <c:v>1.4743333333333335</c:v>
                </c:pt>
                <c:pt idx="3099" formatCode="0.00">
                  <c:v>1.4751666666666667</c:v>
                </c:pt>
                <c:pt idx="3100" formatCode="0.00">
                  <c:v>1.476</c:v>
                </c:pt>
                <c:pt idx="3101" formatCode="0.00">
                  <c:v>1.4768333333333334</c:v>
                </c:pt>
                <c:pt idx="3102" formatCode="0.00">
                  <c:v>1.4776666666666667</c:v>
                </c:pt>
                <c:pt idx="3103" formatCode="0.00">
                  <c:v>1.4785000000000001</c:v>
                </c:pt>
                <c:pt idx="3104" formatCode="0.00">
                  <c:v>1.4793333333333334</c:v>
                </c:pt>
                <c:pt idx="3105" formatCode="0.00">
                  <c:v>1.4801666666666666</c:v>
                </c:pt>
                <c:pt idx="3106" formatCode="0.00">
                  <c:v>1.4810000000000001</c:v>
                </c:pt>
                <c:pt idx="3107" formatCode="0.00">
                  <c:v>1.4818333333333333</c:v>
                </c:pt>
                <c:pt idx="3108" formatCode="0.00">
                  <c:v>1.4826666666666668</c:v>
                </c:pt>
                <c:pt idx="3109" formatCode="0.00">
                  <c:v>1.4835</c:v>
                </c:pt>
                <c:pt idx="3110" formatCode="0.00">
                  <c:v>1.4843333333333335</c:v>
                </c:pt>
                <c:pt idx="3111" formatCode="0.00">
                  <c:v>1.4851666666666667</c:v>
                </c:pt>
                <c:pt idx="3112" formatCode="0.00">
                  <c:v>1.486</c:v>
                </c:pt>
                <c:pt idx="3113" formatCode="0.00">
                  <c:v>1.4868333333333335</c:v>
                </c:pt>
                <c:pt idx="3114" formatCode="0.00">
                  <c:v>1.4876666666666667</c:v>
                </c:pt>
                <c:pt idx="3115" formatCode="0.00">
                  <c:v>1.4885000000000002</c:v>
                </c:pt>
                <c:pt idx="3116" formatCode="0.00">
                  <c:v>1.4893333333333334</c:v>
                </c:pt>
                <c:pt idx="3117" formatCode="0.00">
                  <c:v>1.4901666666666666</c:v>
                </c:pt>
                <c:pt idx="3118" formatCode="0.00">
                  <c:v>1.4910000000000001</c:v>
                </c:pt>
                <c:pt idx="3119" formatCode="0.00">
                  <c:v>1.4918333333333333</c:v>
                </c:pt>
                <c:pt idx="3120" formatCode="0.00">
                  <c:v>1.4926666666666668</c:v>
                </c:pt>
                <c:pt idx="3121" formatCode="0.00">
                  <c:v>1.4935</c:v>
                </c:pt>
                <c:pt idx="3122" formatCode="0.00">
                  <c:v>1.4943333333333333</c:v>
                </c:pt>
                <c:pt idx="3123" formatCode="0.00">
                  <c:v>1.4951666666666668</c:v>
                </c:pt>
                <c:pt idx="3124" formatCode="0.00">
                  <c:v>1.4960000000000002</c:v>
                </c:pt>
                <c:pt idx="3125" formatCode="0.00">
                  <c:v>1.4968333333333335</c:v>
                </c:pt>
                <c:pt idx="3126" formatCode="0.00">
                  <c:v>1.4976666666666667</c:v>
                </c:pt>
                <c:pt idx="3127" formatCode="0.00">
                  <c:v>1.4984999999999999</c:v>
                </c:pt>
                <c:pt idx="3128" formatCode="0.00">
                  <c:v>1.4993333333333334</c:v>
                </c:pt>
                <c:pt idx="3129" formatCode="0.00">
                  <c:v>1.5001666666666669</c:v>
                </c:pt>
                <c:pt idx="3130" formatCode="0.00">
                  <c:v>1.5010000000000001</c:v>
                </c:pt>
                <c:pt idx="3131" formatCode="0.00">
                  <c:v>1.5018333333333334</c:v>
                </c:pt>
                <c:pt idx="3132" formatCode="0.00">
                  <c:v>1.5026666666666666</c:v>
                </c:pt>
                <c:pt idx="3133" formatCode="0.00">
                  <c:v>1.5035000000000001</c:v>
                </c:pt>
                <c:pt idx="3134" formatCode="0.00">
                  <c:v>1.5043333333333335</c:v>
                </c:pt>
                <c:pt idx="3135" formatCode="0.00">
                  <c:v>1.5051666666666668</c:v>
                </c:pt>
                <c:pt idx="3136" formatCode="0.00">
                  <c:v>1.506</c:v>
                </c:pt>
                <c:pt idx="3137" formatCode="0.00">
                  <c:v>1.5068333333333332</c:v>
                </c:pt>
                <c:pt idx="3138" formatCode="0.00">
                  <c:v>1.5076666666666669</c:v>
                </c:pt>
                <c:pt idx="3139" formatCode="0.00">
                  <c:v>1.5085000000000002</c:v>
                </c:pt>
                <c:pt idx="3140" formatCode="0.00">
                  <c:v>1.5093333333333334</c:v>
                </c:pt>
                <c:pt idx="3141" formatCode="0.00">
                  <c:v>1.5101666666666667</c:v>
                </c:pt>
                <c:pt idx="3142" formatCode="0.00">
                  <c:v>1.5109999999999999</c:v>
                </c:pt>
                <c:pt idx="3143" formatCode="0.00">
                  <c:v>1.5118333333333336</c:v>
                </c:pt>
                <c:pt idx="3144" formatCode="0.00">
                  <c:v>1.5126666666666668</c:v>
                </c:pt>
                <c:pt idx="3145" formatCode="0.00">
                  <c:v>1.5135000000000001</c:v>
                </c:pt>
                <c:pt idx="3146" formatCode="0.00">
                  <c:v>1.5143333333333333</c:v>
                </c:pt>
                <c:pt idx="3147" formatCode="0.00">
                  <c:v>1.5151666666666666</c:v>
                </c:pt>
                <c:pt idx="3148" formatCode="0.00">
                  <c:v>1.5160000000000002</c:v>
                </c:pt>
                <c:pt idx="3149" formatCode="0.00">
                  <c:v>1.5168333333333335</c:v>
                </c:pt>
                <c:pt idx="3150" formatCode="0.00">
                  <c:v>1.5176666666666667</c:v>
                </c:pt>
                <c:pt idx="3151" formatCode="0.00">
                  <c:v>1.5185</c:v>
                </c:pt>
                <c:pt idx="3152" formatCode="0.00">
                  <c:v>1.5193333333333332</c:v>
                </c:pt>
                <c:pt idx="3153" formatCode="0.00">
                  <c:v>1.5201666666666669</c:v>
                </c:pt>
                <c:pt idx="3154" formatCode="0.00">
                  <c:v>1.5210000000000001</c:v>
                </c:pt>
                <c:pt idx="3155" formatCode="0.00">
                  <c:v>1.5218333333333334</c:v>
                </c:pt>
                <c:pt idx="3156" formatCode="0.00">
                  <c:v>1.5226666666666666</c:v>
                </c:pt>
                <c:pt idx="3157" formatCode="0.00">
                  <c:v>1.5235000000000001</c:v>
                </c:pt>
                <c:pt idx="3158" formatCode="0.00">
                  <c:v>1.5243333333333335</c:v>
                </c:pt>
                <c:pt idx="3159" formatCode="0.00">
                  <c:v>1.5251666666666668</c:v>
                </c:pt>
                <c:pt idx="3160" formatCode="0.00">
                  <c:v>1.526</c:v>
                </c:pt>
                <c:pt idx="3161" formatCode="0.00">
                  <c:v>1.5268333333333333</c:v>
                </c:pt>
                <c:pt idx="3162" formatCode="0.00">
                  <c:v>1.5276666666666667</c:v>
                </c:pt>
                <c:pt idx="3163" formatCode="0.00">
                  <c:v>1.5285000000000002</c:v>
                </c:pt>
                <c:pt idx="3164" formatCode="0.00">
                  <c:v>1.5293333333333334</c:v>
                </c:pt>
                <c:pt idx="3165" formatCode="0.00">
                  <c:v>1.5301666666666667</c:v>
                </c:pt>
                <c:pt idx="3166" formatCode="0.00">
                  <c:v>1.5309999999999999</c:v>
                </c:pt>
                <c:pt idx="3167" formatCode="0.00">
                  <c:v>1.5318333333333334</c:v>
                </c:pt>
                <c:pt idx="3168" formatCode="0.00">
                  <c:v>1.5326666666666668</c:v>
                </c:pt>
                <c:pt idx="3169" formatCode="0.00">
                  <c:v>1.5335000000000001</c:v>
                </c:pt>
                <c:pt idx="3170" formatCode="0.00">
                  <c:v>1.5343333333333333</c:v>
                </c:pt>
                <c:pt idx="3171" formatCode="0.00">
                  <c:v>1.5351666666666668</c:v>
                </c:pt>
                <c:pt idx="3172" formatCode="0.00">
                  <c:v>1.536</c:v>
                </c:pt>
                <c:pt idx="3173" formatCode="0.00">
                  <c:v>1.5368333333333335</c:v>
                </c:pt>
                <c:pt idx="3174" formatCode="0.00">
                  <c:v>1.5376666666666667</c:v>
                </c:pt>
                <c:pt idx="3175" formatCode="0.00">
                  <c:v>1.5385</c:v>
                </c:pt>
                <c:pt idx="3176" formatCode="0.00">
                  <c:v>1.5393333333333334</c:v>
                </c:pt>
                <c:pt idx="3177" formatCode="0.00">
                  <c:v>1.5401666666666667</c:v>
                </c:pt>
                <c:pt idx="3178" formatCode="0.00">
                  <c:v>1.5410000000000001</c:v>
                </c:pt>
                <c:pt idx="3179" formatCode="0.00">
                  <c:v>1.5418333333333334</c:v>
                </c:pt>
                <c:pt idx="3180" formatCode="0.00">
                  <c:v>1.5426666666666666</c:v>
                </c:pt>
                <c:pt idx="3181" formatCode="0.00">
                  <c:v>1.5435000000000001</c:v>
                </c:pt>
                <c:pt idx="3182" formatCode="0.00">
                  <c:v>1.5443333333333333</c:v>
                </c:pt>
                <c:pt idx="3183" formatCode="0.00">
                  <c:v>1.5451666666666668</c:v>
                </c:pt>
                <c:pt idx="3184" formatCode="0.00">
                  <c:v>1.546</c:v>
                </c:pt>
                <c:pt idx="3185" formatCode="0.00">
                  <c:v>1.5468333333333335</c:v>
                </c:pt>
                <c:pt idx="3186" formatCode="0.00">
                  <c:v>1.5476666666666667</c:v>
                </c:pt>
                <c:pt idx="3187" formatCode="0.00">
                  <c:v>1.5485</c:v>
                </c:pt>
                <c:pt idx="3188" formatCode="0.00">
                  <c:v>1.5493333333333335</c:v>
                </c:pt>
                <c:pt idx="3189" formatCode="0.00">
                  <c:v>1.5501666666666667</c:v>
                </c:pt>
                <c:pt idx="3190" formatCode="0.00">
                  <c:v>1.5510000000000002</c:v>
                </c:pt>
                <c:pt idx="3191" formatCode="0.00">
                  <c:v>1.5518333333333334</c:v>
                </c:pt>
                <c:pt idx="3192" formatCode="0.00">
                  <c:v>1.5526666666666666</c:v>
                </c:pt>
                <c:pt idx="3193" formatCode="0.00">
                  <c:v>1.5535000000000001</c:v>
                </c:pt>
                <c:pt idx="3194" formatCode="0.00">
                  <c:v>1.5543333333333333</c:v>
                </c:pt>
                <c:pt idx="3195" formatCode="0.00">
                  <c:v>1.5551666666666668</c:v>
                </c:pt>
                <c:pt idx="3196" formatCode="0.00">
                  <c:v>1.556</c:v>
                </c:pt>
                <c:pt idx="3197" formatCode="0.00">
                  <c:v>1.5568333333333333</c:v>
                </c:pt>
                <c:pt idx="3198" formatCode="0.00">
                  <c:v>1.5576666666666668</c:v>
                </c:pt>
                <c:pt idx="3199" formatCode="0.00">
                  <c:v>1.5585000000000002</c:v>
                </c:pt>
                <c:pt idx="3200" formatCode="0.00">
                  <c:v>1.5593333333333335</c:v>
                </c:pt>
                <c:pt idx="3201" formatCode="0.00">
                  <c:v>1.5601666666666667</c:v>
                </c:pt>
                <c:pt idx="3202" formatCode="0.00">
                  <c:v>1.5609999999999999</c:v>
                </c:pt>
                <c:pt idx="3203" formatCode="0.00">
                  <c:v>1.5618333333333334</c:v>
                </c:pt>
                <c:pt idx="3204" formatCode="0.00">
                  <c:v>1.5626666666666669</c:v>
                </c:pt>
                <c:pt idx="3205" formatCode="0.00">
                  <c:v>1.5635000000000001</c:v>
                </c:pt>
                <c:pt idx="3206" formatCode="0.00">
                  <c:v>1.5643333333333334</c:v>
                </c:pt>
                <c:pt idx="3207" formatCode="0.00">
                  <c:v>1.5651666666666666</c:v>
                </c:pt>
                <c:pt idx="3208" formatCode="0.00">
                  <c:v>1.5660000000000001</c:v>
                </c:pt>
                <c:pt idx="3209" formatCode="0.00">
                  <c:v>1.5668333333333335</c:v>
                </c:pt>
                <c:pt idx="3210" formatCode="0.00">
                  <c:v>1.5676666666666668</c:v>
                </c:pt>
                <c:pt idx="3211" formatCode="0.00">
                  <c:v>1.5685</c:v>
                </c:pt>
                <c:pt idx="3212" formatCode="0.00">
                  <c:v>1.5693333333333332</c:v>
                </c:pt>
                <c:pt idx="3213" formatCode="0.00">
                  <c:v>1.5701666666666669</c:v>
                </c:pt>
                <c:pt idx="3214" formatCode="0.00">
                  <c:v>1.5710000000000002</c:v>
                </c:pt>
                <c:pt idx="3215" formatCode="0.00">
                  <c:v>1.5718333333333334</c:v>
                </c:pt>
                <c:pt idx="3216" formatCode="0.00">
                  <c:v>1.5726666666666667</c:v>
                </c:pt>
                <c:pt idx="3217" formatCode="0.00">
                  <c:v>1.5734999999999999</c:v>
                </c:pt>
                <c:pt idx="3218" formatCode="0.00">
                  <c:v>1.5743333333333336</c:v>
                </c:pt>
                <c:pt idx="3219" formatCode="0.00">
                  <c:v>1.5751666666666668</c:v>
                </c:pt>
                <c:pt idx="3220" formatCode="0.00">
                  <c:v>1.5760000000000001</c:v>
                </c:pt>
                <c:pt idx="3221" formatCode="0.00">
                  <c:v>1.5768333333333333</c:v>
                </c:pt>
                <c:pt idx="3222" formatCode="0.00">
                  <c:v>1.5776666666666666</c:v>
                </c:pt>
                <c:pt idx="3223" formatCode="0.00">
                  <c:v>1.5785000000000002</c:v>
                </c:pt>
                <c:pt idx="3224" formatCode="0.00">
                  <c:v>1.5793333333333335</c:v>
                </c:pt>
                <c:pt idx="3225" formatCode="0.00">
                  <c:v>1.5801666666666667</c:v>
                </c:pt>
                <c:pt idx="3226" formatCode="0.00">
                  <c:v>1.581</c:v>
                </c:pt>
                <c:pt idx="3227" formatCode="0.00">
                  <c:v>1.5818333333333332</c:v>
                </c:pt>
                <c:pt idx="3228" formatCode="0.00">
                  <c:v>1.5826666666666669</c:v>
                </c:pt>
                <c:pt idx="3229" formatCode="0.00">
                  <c:v>1.5835000000000001</c:v>
                </c:pt>
                <c:pt idx="3230" formatCode="0.00">
                  <c:v>1.5843333333333334</c:v>
                </c:pt>
                <c:pt idx="3231" formatCode="0.00">
                  <c:v>1.5851666666666666</c:v>
                </c:pt>
                <c:pt idx="3232" formatCode="0.00">
                  <c:v>1.5860000000000001</c:v>
                </c:pt>
                <c:pt idx="3233" formatCode="0.00">
                  <c:v>1.5868333333333335</c:v>
                </c:pt>
                <c:pt idx="3234" formatCode="0.00">
                  <c:v>1.5876666666666668</c:v>
                </c:pt>
                <c:pt idx="3235" formatCode="0.00">
                  <c:v>1.5885</c:v>
                </c:pt>
                <c:pt idx="3236" formatCode="0.00">
                  <c:v>1.5893333333333333</c:v>
                </c:pt>
                <c:pt idx="3237" formatCode="0.00">
                  <c:v>1.5901666666666667</c:v>
                </c:pt>
                <c:pt idx="3238" formatCode="0.00">
                  <c:v>1.5910000000000002</c:v>
                </c:pt>
                <c:pt idx="3239" formatCode="0.00">
                  <c:v>1.5918333333333334</c:v>
                </c:pt>
                <c:pt idx="3240" formatCode="0.00">
                  <c:v>1.5926666666666667</c:v>
                </c:pt>
                <c:pt idx="3241" formatCode="0.00">
                  <c:v>1.5934999999999999</c:v>
                </c:pt>
                <c:pt idx="3242" formatCode="0.00">
                  <c:v>1.5943333333333334</c:v>
                </c:pt>
                <c:pt idx="3243" formatCode="0.00">
                  <c:v>1.5951666666666668</c:v>
                </c:pt>
                <c:pt idx="3244" formatCode="0.00">
                  <c:v>1.5960000000000001</c:v>
                </c:pt>
                <c:pt idx="3245" formatCode="0.00">
                  <c:v>1.5968333333333333</c:v>
                </c:pt>
                <c:pt idx="3246" formatCode="0.00">
                  <c:v>1.5976666666666668</c:v>
                </c:pt>
                <c:pt idx="3247" formatCode="0.00">
                  <c:v>1.5985</c:v>
                </c:pt>
                <c:pt idx="3248" formatCode="0.00">
                  <c:v>1.5993333333333335</c:v>
                </c:pt>
                <c:pt idx="3249" formatCode="0.00">
                  <c:v>1.6001666666666667</c:v>
                </c:pt>
                <c:pt idx="3250" formatCode="0.00">
                  <c:v>1.601</c:v>
                </c:pt>
                <c:pt idx="3251" formatCode="0.00">
                  <c:v>1.6018333333333334</c:v>
                </c:pt>
                <c:pt idx="3252" formatCode="0.00">
                  <c:v>1.6026666666666667</c:v>
                </c:pt>
                <c:pt idx="3253" formatCode="0.00">
                  <c:v>1.6035000000000001</c:v>
                </c:pt>
                <c:pt idx="3254" formatCode="0.00">
                  <c:v>1.6043333333333334</c:v>
                </c:pt>
                <c:pt idx="3255" formatCode="0.00">
                  <c:v>1.6051666666666666</c:v>
                </c:pt>
                <c:pt idx="3256" formatCode="0.00">
                  <c:v>1.6060000000000001</c:v>
                </c:pt>
                <c:pt idx="3257" formatCode="0.00">
                  <c:v>1.6068333333333333</c:v>
                </c:pt>
                <c:pt idx="3258" formatCode="0.00">
                  <c:v>1.6076666666666668</c:v>
                </c:pt>
                <c:pt idx="3259" formatCode="0.00">
                  <c:v>1.6085</c:v>
                </c:pt>
                <c:pt idx="3260" formatCode="0.00">
                  <c:v>1.6093333333333335</c:v>
                </c:pt>
                <c:pt idx="3261" formatCode="0.00">
                  <c:v>1.6101666666666667</c:v>
                </c:pt>
                <c:pt idx="3262" formatCode="0.00">
                  <c:v>1.611</c:v>
                </c:pt>
                <c:pt idx="3263" formatCode="0.00">
                  <c:v>1.6118333333333335</c:v>
                </c:pt>
                <c:pt idx="3264" formatCode="0.00">
                  <c:v>1.6126666666666667</c:v>
                </c:pt>
                <c:pt idx="3265" formatCode="0.00">
                  <c:v>1.6135000000000002</c:v>
                </c:pt>
                <c:pt idx="3266" formatCode="0.00">
                  <c:v>1.6143333333333334</c:v>
                </c:pt>
                <c:pt idx="3267" formatCode="0.00">
                  <c:v>1.6151666666666666</c:v>
                </c:pt>
                <c:pt idx="3268" formatCode="0.00">
                  <c:v>1.6160000000000001</c:v>
                </c:pt>
                <c:pt idx="3269" formatCode="0.00">
                  <c:v>1.6168333333333333</c:v>
                </c:pt>
                <c:pt idx="3270" formatCode="0.00">
                  <c:v>1.6176666666666668</c:v>
                </c:pt>
                <c:pt idx="3271" formatCode="0.00">
                  <c:v>1.6185</c:v>
                </c:pt>
                <c:pt idx="3272" formatCode="0.00">
                  <c:v>1.6193333333333333</c:v>
                </c:pt>
                <c:pt idx="3273" formatCode="0.00">
                  <c:v>1.6201666666666668</c:v>
                </c:pt>
                <c:pt idx="3274" formatCode="0.00">
                  <c:v>1.6210000000000002</c:v>
                </c:pt>
                <c:pt idx="3275" formatCode="0.00">
                  <c:v>1.6218333333333335</c:v>
                </c:pt>
                <c:pt idx="3276" formatCode="0.00">
                  <c:v>1.6226666666666667</c:v>
                </c:pt>
                <c:pt idx="3277" formatCode="0.00">
                  <c:v>1.6234999999999999</c:v>
                </c:pt>
                <c:pt idx="3278" formatCode="0.00">
                  <c:v>1.6243333333333334</c:v>
                </c:pt>
                <c:pt idx="3279" formatCode="0.00">
                  <c:v>1.6251666666666669</c:v>
                </c:pt>
                <c:pt idx="3280" formatCode="0.00">
                  <c:v>1.6260000000000001</c:v>
                </c:pt>
                <c:pt idx="3281" formatCode="0.00">
                  <c:v>1.6268333333333334</c:v>
                </c:pt>
                <c:pt idx="3282" formatCode="0.00">
                  <c:v>1.6276666666666666</c:v>
                </c:pt>
                <c:pt idx="3283" formatCode="0.00">
                  <c:v>1.6285000000000001</c:v>
                </c:pt>
                <c:pt idx="3284" formatCode="0.00">
                  <c:v>1.6293333333333335</c:v>
                </c:pt>
                <c:pt idx="3285" formatCode="0.00">
                  <c:v>1.6301666666666668</c:v>
                </c:pt>
                <c:pt idx="3286" formatCode="0.00">
                  <c:v>1.631</c:v>
                </c:pt>
                <c:pt idx="3287" formatCode="0.00">
                  <c:v>1.6318333333333332</c:v>
                </c:pt>
                <c:pt idx="3288" formatCode="0.00">
                  <c:v>1.6326666666666669</c:v>
                </c:pt>
                <c:pt idx="3289" formatCode="0.00">
                  <c:v>1.6335000000000002</c:v>
                </c:pt>
                <c:pt idx="3290" formatCode="0.00">
                  <c:v>1.6343333333333334</c:v>
                </c:pt>
                <c:pt idx="3291" formatCode="0.00">
                  <c:v>1.6351666666666667</c:v>
                </c:pt>
                <c:pt idx="3292" formatCode="0.00">
                  <c:v>1.6359999999999999</c:v>
                </c:pt>
                <c:pt idx="3293" formatCode="0.00">
                  <c:v>1.6368333333333336</c:v>
                </c:pt>
                <c:pt idx="3294" formatCode="0.00">
                  <c:v>1.6376666666666668</c:v>
                </c:pt>
                <c:pt idx="3295" formatCode="0.00">
                  <c:v>1.6385000000000001</c:v>
                </c:pt>
                <c:pt idx="3296" formatCode="0.00">
                  <c:v>1.6393333333333333</c:v>
                </c:pt>
                <c:pt idx="3297" formatCode="0.00">
                  <c:v>1.6401666666666666</c:v>
                </c:pt>
                <c:pt idx="3298" formatCode="0.00">
                  <c:v>1.6410000000000002</c:v>
                </c:pt>
                <c:pt idx="3299" formatCode="0.00">
                  <c:v>1.6418333333333335</c:v>
                </c:pt>
                <c:pt idx="3300" formatCode="0.00">
                  <c:v>1.6426666666666667</c:v>
                </c:pt>
                <c:pt idx="3301" formatCode="0.00">
                  <c:v>1.6435</c:v>
                </c:pt>
                <c:pt idx="3302" formatCode="0.00">
                  <c:v>1.6443333333333332</c:v>
                </c:pt>
                <c:pt idx="3303" formatCode="0.00">
                  <c:v>1.6451666666666669</c:v>
                </c:pt>
                <c:pt idx="3304" formatCode="0.00">
                  <c:v>1.6460000000000001</c:v>
                </c:pt>
                <c:pt idx="3305" formatCode="0.00">
                  <c:v>1.6468333333333334</c:v>
                </c:pt>
                <c:pt idx="3306" formatCode="0.00">
                  <c:v>1.6476666666666666</c:v>
                </c:pt>
                <c:pt idx="3307" formatCode="0.00">
                  <c:v>1.6485000000000001</c:v>
                </c:pt>
                <c:pt idx="3308" formatCode="0.00">
                  <c:v>1.6493333333333335</c:v>
                </c:pt>
                <c:pt idx="3309" formatCode="0.00">
                  <c:v>1.6501666666666668</c:v>
                </c:pt>
                <c:pt idx="3310" formatCode="0.00">
                  <c:v>1.651</c:v>
                </c:pt>
                <c:pt idx="3311" formatCode="0.00">
                  <c:v>1.6518333333333333</c:v>
                </c:pt>
                <c:pt idx="3312" formatCode="0.00">
                  <c:v>1.6526666666666667</c:v>
                </c:pt>
                <c:pt idx="3313" formatCode="0.00">
                  <c:v>1.6535000000000002</c:v>
                </c:pt>
                <c:pt idx="3314" formatCode="0.00">
                  <c:v>1.6543333333333334</c:v>
                </c:pt>
                <c:pt idx="3315" formatCode="0.00">
                  <c:v>1.6551666666666667</c:v>
                </c:pt>
                <c:pt idx="3316" formatCode="0.00">
                  <c:v>1.6559999999999999</c:v>
                </c:pt>
                <c:pt idx="3317" formatCode="0.00">
                  <c:v>1.6568333333333334</c:v>
                </c:pt>
                <c:pt idx="3318" formatCode="0.00">
                  <c:v>1.6576666666666668</c:v>
                </c:pt>
                <c:pt idx="3319" formatCode="0.00">
                  <c:v>1.6585000000000001</c:v>
                </c:pt>
                <c:pt idx="3320" formatCode="0.00">
                  <c:v>1.6593333333333333</c:v>
                </c:pt>
                <c:pt idx="3321" formatCode="0.00">
                  <c:v>1.6601666666666668</c:v>
                </c:pt>
                <c:pt idx="3322" formatCode="0.00">
                  <c:v>1.661</c:v>
                </c:pt>
                <c:pt idx="3323" formatCode="0.00">
                  <c:v>1.6618333333333335</c:v>
                </c:pt>
                <c:pt idx="3324" formatCode="0.00">
                  <c:v>1.6626666666666667</c:v>
                </c:pt>
                <c:pt idx="3325" formatCode="0.00">
                  <c:v>1.6635</c:v>
                </c:pt>
                <c:pt idx="3326" formatCode="0.00">
                  <c:v>1.6643333333333334</c:v>
                </c:pt>
                <c:pt idx="3327" formatCode="0.00">
                  <c:v>1.6651666666666667</c:v>
                </c:pt>
                <c:pt idx="3328" formatCode="0.00">
                  <c:v>1.6660000000000001</c:v>
                </c:pt>
                <c:pt idx="3329" formatCode="0.00">
                  <c:v>1.6668333333333334</c:v>
                </c:pt>
                <c:pt idx="3330" formatCode="0.00">
                  <c:v>1.6676666666666666</c:v>
                </c:pt>
                <c:pt idx="3331" formatCode="0.00">
                  <c:v>1.6685000000000001</c:v>
                </c:pt>
                <c:pt idx="3332" formatCode="0.00">
                  <c:v>1.6693333333333333</c:v>
                </c:pt>
                <c:pt idx="3333" formatCode="0.00">
                  <c:v>1.6701666666666668</c:v>
                </c:pt>
                <c:pt idx="3334" formatCode="0.00">
                  <c:v>1.671</c:v>
                </c:pt>
                <c:pt idx="3335" formatCode="0.00">
                  <c:v>1.6718333333333335</c:v>
                </c:pt>
                <c:pt idx="3336" formatCode="0.00">
                  <c:v>1.6726666666666667</c:v>
                </c:pt>
                <c:pt idx="3337" formatCode="0.00">
                  <c:v>1.6735</c:v>
                </c:pt>
                <c:pt idx="3338" formatCode="0.00">
                  <c:v>1.6743333333333335</c:v>
                </c:pt>
                <c:pt idx="3339" formatCode="0.00">
                  <c:v>1.6751666666666667</c:v>
                </c:pt>
                <c:pt idx="3340" formatCode="0.00">
                  <c:v>1.6760000000000002</c:v>
                </c:pt>
                <c:pt idx="3341" formatCode="0.00">
                  <c:v>1.6768333333333334</c:v>
                </c:pt>
                <c:pt idx="3342" formatCode="0.00">
                  <c:v>1.6776666666666666</c:v>
                </c:pt>
                <c:pt idx="3343" formatCode="0.00">
                  <c:v>1.6785000000000001</c:v>
                </c:pt>
                <c:pt idx="3344" formatCode="0.00">
                  <c:v>1.6793333333333333</c:v>
                </c:pt>
                <c:pt idx="3345" formatCode="0.00">
                  <c:v>1.6801666666666668</c:v>
                </c:pt>
                <c:pt idx="3346" formatCode="0.00">
                  <c:v>1.681</c:v>
                </c:pt>
                <c:pt idx="3347" formatCode="0.00">
                  <c:v>1.6818333333333333</c:v>
                </c:pt>
                <c:pt idx="3348" formatCode="0.00">
                  <c:v>1.6826666666666668</c:v>
                </c:pt>
                <c:pt idx="3349" formatCode="0.00">
                  <c:v>1.6835000000000002</c:v>
                </c:pt>
                <c:pt idx="3350" formatCode="0.00">
                  <c:v>1.6843333333333335</c:v>
                </c:pt>
                <c:pt idx="3351" formatCode="0.00">
                  <c:v>1.6851666666666667</c:v>
                </c:pt>
                <c:pt idx="3352" formatCode="0.00">
                  <c:v>1.6859999999999999</c:v>
                </c:pt>
                <c:pt idx="3353" formatCode="0.00">
                  <c:v>1.6868333333333334</c:v>
                </c:pt>
                <c:pt idx="3354" formatCode="0.00">
                  <c:v>1.6876666666666669</c:v>
                </c:pt>
                <c:pt idx="3355" formatCode="0.00">
                  <c:v>1.6885000000000001</c:v>
                </c:pt>
                <c:pt idx="3356" formatCode="0.00">
                  <c:v>1.6893333333333334</c:v>
                </c:pt>
                <c:pt idx="3357" formatCode="0.00">
                  <c:v>1.6901666666666666</c:v>
                </c:pt>
                <c:pt idx="3358" formatCode="0.00">
                  <c:v>1.6910000000000001</c:v>
                </c:pt>
                <c:pt idx="3359" formatCode="0.00">
                  <c:v>1.6918333333333335</c:v>
                </c:pt>
                <c:pt idx="3360" formatCode="0.00">
                  <c:v>1.6926666666666668</c:v>
                </c:pt>
                <c:pt idx="3361" formatCode="0.00">
                  <c:v>1.6935</c:v>
                </c:pt>
                <c:pt idx="3362" formatCode="0.00">
                  <c:v>1.6943333333333332</c:v>
                </c:pt>
                <c:pt idx="3363" formatCode="0.00">
                  <c:v>1.6951666666666669</c:v>
                </c:pt>
                <c:pt idx="3364" formatCode="0.00">
                  <c:v>1.6960000000000002</c:v>
                </c:pt>
                <c:pt idx="3365" formatCode="0.00">
                  <c:v>1.6968333333333334</c:v>
                </c:pt>
                <c:pt idx="3366" formatCode="0.00">
                  <c:v>1.6976666666666667</c:v>
                </c:pt>
                <c:pt idx="3367" formatCode="0.00">
                  <c:v>1.6984999999999999</c:v>
                </c:pt>
                <c:pt idx="3368" formatCode="0.00">
                  <c:v>1.6993333333333336</c:v>
                </c:pt>
                <c:pt idx="3369" formatCode="0.00">
                  <c:v>1.7001666666666668</c:v>
                </c:pt>
                <c:pt idx="3370" formatCode="0.00">
                  <c:v>1.7010000000000001</c:v>
                </c:pt>
                <c:pt idx="3371" formatCode="0.00">
                  <c:v>1.7018333333333335</c:v>
                </c:pt>
                <c:pt idx="3372" formatCode="0.00">
                  <c:v>1.7026666666666666</c:v>
                </c:pt>
                <c:pt idx="3373" formatCode="0.00">
                  <c:v>1.7035</c:v>
                </c:pt>
                <c:pt idx="3374" formatCode="0.00">
                  <c:v>1.7043333333333335</c:v>
                </c:pt>
                <c:pt idx="3375" formatCode="0.00">
                  <c:v>1.7051666666666669</c:v>
                </c:pt>
                <c:pt idx="3376" formatCode="0.00">
                  <c:v>1.706</c:v>
                </c:pt>
                <c:pt idx="3377" formatCode="0.00">
                  <c:v>1.7068333333333334</c:v>
                </c:pt>
                <c:pt idx="3378" formatCode="0.00">
                  <c:v>1.7076666666666669</c:v>
                </c:pt>
                <c:pt idx="3379" formatCode="0.00">
                  <c:v>1.7084999999999999</c:v>
                </c:pt>
                <c:pt idx="3380" formatCode="0.00">
                  <c:v>1.7093333333333334</c:v>
                </c:pt>
                <c:pt idx="3381" formatCode="0.00">
                  <c:v>1.7101666666666668</c:v>
                </c:pt>
                <c:pt idx="3382" formatCode="0.00">
                  <c:v>1.7109999999999999</c:v>
                </c:pt>
                <c:pt idx="3383" formatCode="0.00">
                  <c:v>1.7118333333333333</c:v>
                </c:pt>
                <c:pt idx="3384" formatCode="0.00">
                  <c:v>1.7126666666666668</c:v>
                </c:pt>
                <c:pt idx="3385" formatCode="0.00">
                  <c:v>1.7135000000000002</c:v>
                </c:pt>
                <c:pt idx="3386" formatCode="0.00">
                  <c:v>1.7143333333333333</c:v>
                </c:pt>
                <c:pt idx="3387" formatCode="0.00">
                  <c:v>1.7151666666666667</c:v>
                </c:pt>
                <c:pt idx="3388" formatCode="0.00">
                  <c:v>1.7160000000000002</c:v>
                </c:pt>
                <c:pt idx="3389" formatCode="0.00">
                  <c:v>1.7168333333333337</c:v>
                </c:pt>
                <c:pt idx="3390" formatCode="0.00">
                  <c:v>1.7176666666666667</c:v>
                </c:pt>
                <c:pt idx="3391" formatCode="0.00">
                  <c:v>1.7185000000000001</c:v>
                </c:pt>
                <c:pt idx="3392" formatCode="0.00">
                  <c:v>1.7193333333333332</c:v>
                </c:pt>
                <c:pt idx="3393" formatCode="0.00">
                  <c:v>1.7201666666666666</c:v>
                </c:pt>
                <c:pt idx="3394" formatCode="0.00">
                  <c:v>1.7210000000000001</c:v>
                </c:pt>
                <c:pt idx="3395" formatCode="0.00">
                  <c:v>1.7218333333333335</c:v>
                </c:pt>
                <c:pt idx="3396" formatCode="0.00">
                  <c:v>1.7226666666666666</c:v>
                </c:pt>
                <c:pt idx="3397" formatCode="0.00">
                  <c:v>1.7235</c:v>
                </c:pt>
                <c:pt idx="3398" formatCode="0.00">
                  <c:v>1.7243333333333335</c:v>
                </c:pt>
                <c:pt idx="3399" formatCode="0.00">
                  <c:v>1.725166666666667</c:v>
                </c:pt>
                <c:pt idx="3400" formatCode="0.00">
                  <c:v>1.726</c:v>
                </c:pt>
                <c:pt idx="3401" formatCode="0.00">
                  <c:v>1.7268333333333334</c:v>
                </c:pt>
                <c:pt idx="3402" formatCode="0.00">
                  <c:v>1.7276666666666665</c:v>
                </c:pt>
                <c:pt idx="3403" formatCode="0.00">
                  <c:v>1.7285000000000004</c:v>
                </c:pt>
                <c:pt idx="3404" formatCode="0.00">
                  <c:v>1.7293333333333334</c:v>
                </c:pt>
                <c:pt idx="3405" formatCode="0.00">
                  <c:v>1.7301666666666669</c:v>
                </c:pt>
                <c:pt idx="3406" formatCode="0.00">
                  <c:v>1.7309999999999999</c:v>
                </c:pt>
                <c:pt idx="3407" formatCode="0.00">
                  <c:v>1.7318333333333333</c:v>
                </c:pt>
                <c:pt idx="3408" formatCode="0.00">
                  <c:v>1.7326666666666668</c:v>
                </c:pt>
                <c:pt idx="3409" formatCode="0.00">
                  <c:v>1.7335000000000003</c:v>
                </c:pt>
                <c:pt idx="3410" formatCode="0.00">
                  <c:v>1.7343333333333333</c:v>
                </c:pt>
                <c:pt idx="3411" formatCode="0.00">
                  <c:v>1.7351666666666667</c:v>
                </c:pt>
                <c:pt idx="3412" formatCode="0.00">
                  <c:v>1.7359999999999998</c:v>
                </c:pt>
                <c:pt idx="3413" formatCode="0.00">
                  <c:v>1.7368333333333337</c:v>
                </c:pt>
                <c:pt idx="3414" formatCode="0.00">
                  <c:v>1.7376666666666667</c:v>
                </c:pt>
                <c:pt idx="3415" formatCode="0.00">
                  <c:v>1.7385000000000002</c:v>
                </c:pt>
                <c:pt idx="3416" formatCode="0.00">
                  <c:v>1.7393333333333332</c:v>
                </c:pt>
                <c:pt idx="3417" formatCode="0.00">
                  <c:v>1.7401666666666666</c:v>
                </c:pt>
                <c:pt idx="3418" formatCode="0.00">
                  <c:v>1.7410000000000001</c:v>
                </c:pt>
                <c:pt idx="3419" formatCode="0.00">
                  <c:v>1.7418333333333336</c:v>
                </c:pt>
                <c:pt idx="3420" formatCode="0.00">
                  <c:v>1.7426666666666666</c:v>
                </c:pt>
                <c:pt idx="3421" formatCode="0.00">
                  <c:v>1.7435</c:v>
                </c:pt>
                <c:pt idx="3422" formatCode="0.00">
                  <c:v>1.7443333333333335</c:v>
                </c:pt>
                <c:pt idx="3423" formatCode="0.00">
                  <c:v>1.745166666666667</c:v>
                </c:pt>
                <c:pt idx="3424" formatCode="0.00">
                  <c:v>1.746</c:v>
                </c:pt>
                <c:pt idx="3425" formatCode="0.00">
                  <c:v>1.7468333333333335</c:v>
                </c:pt>
                <c:pt idx="3426" formatCode="0.00">
                  <c:v>1.7476666666666665</c:v>
                </c:pt>
                <c:pt idx="3427" formatCode="0.00">
                  <c:v>1.7484999999999999</c:v>
                </c:pt>
                <c:pt idx="3428" formatCode="0.00">
                  <c:v>1.7493333333333334</c:v>
                </c:pt>
                <c:pt idx="3429" formatCode="0.00">
                  <c:v>1.7501666666666669</c:v>
                </c:pt>
                <c:pt idx="3430" formatCode="0.00">
                  <c:v>1.7509999999999999</c:v>
                </c:pt>
                <c:pt idx="3431" formatCode="0.00">
                  <c:v>1.7518333333333334</c:v>
                </c:pt>
                <c:pt idx="3432" formatCode="0.00">
                  <c:v>1.7526666666666668</c:v>
                </c:pt>
                <c:pt idx="3433" formatCode="0.00">
                  <c:v>1.7535000000000003</c:v>
                </c:pt>
                <c:pt idx="3434" formatCode="0.00">
                  <c:v>1.7543333333333333</c:v>
                </c:pt>
                <c:pt idx="3435" formatCode="0.00">
                  <c:v>1.7551666666666668</c:v>
                </c:pt>
                <c:pt idx="3436" formatCode="0.00">
                  <c:v>1.7560000000000002</c:v>
                </c:pt>
                <c:pt idx="3437" formatCode="0.00">
                  <c:v>1.7568333333333332</c:v>
                </c:pt>
                <c:pt idx="3438" formatCode="0.00">
                  <c:v>1.7576666666666667</c:v>
                </c:pt>
                <c:pt idx="3439" formatCode="0.00">
                  <c:v>1.7585000000000002</c:v>
                </c:pt>
                <c:pt idx="3440" formatCode="0.00">
                  <c:v>1.7593333333333332</c:v>
                </c:pt>
                <c:pt idx="3441" formatCode="0.00">
                  <c:v>1.7601666666666667</c:v>
                </c:pt>
                <c:pt idx="3442" formatCode="0.00">
                  <c:v>1.7610000000000001</c:v>
                </c:pt>
                <c:pt idx="3443" formatCode="0.00">
                  <c:v>1.7618333333333336</c:v>
                </c:pt>
                <c:pt idx="3444" formatCode="0.00">
                  <c:v>1.7626666666666666</c:v>
                </c:pt>
                <c:pt idx="3445" formatCode="0.00">
                  <c:v>1.7635000000000001</c:v>
                </c:pt>
                <c:pt idx="3446" formatCode="0.00">
                  <c:v>1.7643333333333335</c:v>
                </c:pt>
                <c:pt idx="3447" formatCode="0.00">
                  <c:v>1.7651666666666666</c:v>
                </c:pt>
                <c:pt idx="3448" formatCode="0.00">
                  <c:v>1.766</c:v>
                </c:pt>
                <c:pt idx="3449" formatCode="0.00">
                  <c:v>1.7668333333333335</c:v>
                </c:pt>
                <c:pt idx="3450" formatCode="0.00">
                  <c:v>1.7676666666666669</c:v>
                </c:pt>
                <c:pt idx="3451" formatCode="0.00">
                  <c:v>1.7685</c:v>
                </c:pt>
                <c:pt idx="3452" formatCode="0.00">
                  <c:v>1.7693333333333334</c:v>
                </c:pt>
                <c:pt idx="3453" formatCode="0.00">
                  <c:v>1.7701666666666669</c:v>
                </c:pt>
                <c:pt idx="3454" formatCode="0.00">
                  <c:v>1.7709999999999999</c:v>
                </c:pt>
                <c:pt idx="3455" formatCode="0.00">
                  <c:v>1.7718333333333334</c:v>
                </c:pt>
                <c:pt idx="3456" formatCode="0.00">
                  <c:v>1.7726666666666668</c:v>
                </c:pt>
                <c:pt idx="3457" formatCode="0.00">
                  <c:v>1.7734999999999999</c:v>
                </c:pt>
                <c:pt idx="3458" formatCode="0.00">
                  <c:v>1.7743333333333333</c:v>
                </c:pt>
                <c:pt idx="3459" formatCode="0.00">
                  <c:v>1.7751666666666668</c:v>
                </c:pt>
                <c:pt idx="3460" formatCode="0.00">
                  <c:v>1.7760000000000002</c:v>
                </c:pt>
                <c:pt idx="3461" formatCode="0.00">
                  <c:v>1.7768333333333333</c:v>
                </c:pt>
                <c:pt idx="3462" formatCode="0.00">
                  <c:v>1.7776666666666667</c:v>
                </c:pt>
                <c:pt idx="3463" formatCode="0.00">
                  <c:v>1.7785000000000002</c:v>
                </c:pt>
                <c:pt idx="3464" formatCode="0.00">
                  <c:v>1.7793333333333337</c:v>
                </c:pt>
                <c:pt idx="3465" formatCode="0.00">
                  <c:v>1.7801666666666667</c:v>
                </c:pt>
                <c:pt idx="3466" formatCode="0.00">
                  <c:v>1.7810000000000001</c:v>
                </c:pt>
                <c:pt idx="3467" formatCode="0.00">
                  <c:v>1.7818333333333332</c:v>
                </c:pt>
                <c:pt idx="3468" formatCode="0.00">
                  <c:v>1.7826666666666666</c:v>
                </c:pt>
                <c:pt idx="3469" formatCode="0.00">
                  <c:v>1.7835000000000001</c:v>
                </c:pt>
                <c:pt idx="3470" formatCode="0.00">
                  <c:v>1.7843333333333335</c:v>
                </c:pt>
                <c:pt idx="3471" formatCode="0.00">
                  <c:v>1.7851666666666666</c:v>
                </c:pt>
                <c:pt idx="3472" formatCode="0.00">
                  <c:v>1.786</c:v>
                </c:pt>
                <c:pt idx="3473" formatCode="0.00">
                  <c:v>1.7868333333333335</c:v>
                </c:pt>
                <c:pt idx="3474" formatCode="0.00">
                  <c:v>1.787666666666667</c:v>
                </c:pt>
                <c:pt idx="3475" formatCode="0.00">
                  <c:v>1.7885</c:v>
                </c:pt>
                <c:pt idx="3476" formatCode="0.00">
                  <c:v>1.7893333333333334</c:v>
                </c:pt>
                <c:pt idx="3477" formatCode="0.00">
                  <c:v>1.7901666666666665</c:v>
                </c:pt>
                <c:pt idx="3478" formatCode="0.00">
                  <c:v>1.7910000000000004</c:v>
                </c:pt>
                <c:pt idx="3479" formatCode="0.00">
                  <c:v>1.7918333333333334</c:v>
                </c:pt>
                <c:pt idx="3480" formatCode="0.00">
                  <c:v>1.7926666666666669</c:v>
                </c:pt>
                <c:pt idx="3481" formatCode="0.00">
                  <c:v>1.7934999999999999</c:v>
                </c:pt>
                <c:pt idx="3482" formatCode="0.00">
                  <c:v>1.7943333333333333</c:v>
                </c:pt>
                <c:pt idx="3483" formatCode="0.00">
                  <c:v>1.7951666666666668</c:v>
                </c:pt>
                <c:pt idx="3484" formatCode="0.00">
                  <c:v>1.7960000000000003</c:v>
                </c:pt>
                <c:pt idx="3485" formatCode="0.00">
                  <c:v>1.7968333333333333</c:v>
                </c:pt>
                <c:pt idx="3486" formatCode="0.00">
                  <c:v>1.7976666666666667</c:v>
                </c:pt>
                <c:pt idx="3487" formatCode="0.00">
                  <c:v>1.7984999999999998</c:v>
                </c:pt>
                <c:pt idx="3488" formatCode="0.00">
                  <c:v>1.7993333333333337</c:v>
                </c:pt>
                <c:pt idx="3489" formatCode="0.00">
                  <c:v>1.8001666666666667</c:v>
                </c:pt>
                <c:pt idx="3490" formatCode="0.00">
                  <c:v>1.8010000000000002</c:v>
                </c:pt>
                <c:pt idx="3491" formatCode="0.00">
                  <c:v>1.8018333333333332</c:v>
                </c:pt>
                <c:pt idx="3492" formatCode="0.00">
                  <c:v>1.8026666666666666</c:v>
                </c:pt>
                <c:pt idx="3493" formatCode="0.00">
                  <c:v>1.8035000000000001</c:v>
                </c:pt>
                <c:pt idx="3494" formatCode="0.00">
                  <c:v>1.8043333333333336</c:v>
                </c:pt>
                <c:pt idx="3495" formatCode="0.00">
                  <c:v>1.8051666666666666</c:v>
                </c:pt>
                <c:pt idx="3496" formatCode="0.00">
                  <c:v>1.806</c:v>
                </c:pt>
                <c:pt idx="3497" formatCode="0.00">
                  <c:v>1.8068333333333335</c:v>
                </c:pt>
                <c:pt idx="3498" formatCode="0.00">
                  <c:v>1.807666666666667</c:v>
                </c:pt>
                <c:pt idx="3499" formatCode="0.00">
                  <c:v>1.8085</c:v>
                </c:pt>
                <c:pt idx="3500" formatCode="0.00">
                  <c:v>1.8093333333333335</c:v>
                </c:pt>
                <c:pt idx="3501" formatCode="0.00">
                  <c:v>1.8101666666666665</c:v>
                </c:pt>
                <c:pt idx="3502" formatCode="0.00">
                  <c:v>1.8109999999999999</c:v>
                </c:pt>
                <c:pt idx="3503" formatCode="0.00">
                  <c:v>1.8118333333333334</c:v>
                </c:pt>
                <c:pt idx="3504" formatCode="0.00">
                  <c:v>1.8126666666666669</c:v>
                </c:pt>
                <c:pt idx="3505" formatCode="0.00">
                  <c:v>1.8134999999999999</c:v>
                </c:pt>
                <c:pt idx="3506" formatCode="0.00">
                  <c:v>1.8143333333333334</c:v>
                </c:pt>
                <c:pt idx="3507" formatCode="0.00">
                  <c:v>1.8151666666666668</c:v>
                </c:pt>
                <c:pt idx="3508" formatCode="0.00">
                  <c:v>1.8160000000000003</c:v>
                </c:pt>
                <c:pt idx="3509" formatCode="0.00">
                  <c:v>1.8168333333333333</c:v>
                </c:pt>
                <c:pt idx="3510" formatCode="0.00">
                  <c:v>1.8176666666666668</c:v>
                </c:pt>
                <c:pt idx="3511" formatCode="0.00">
                  <c:v>1.8185000000000002</c:v>
                </c:pt>
                <c:pt idx="3512" formatCode="0.00">
                  <c:v>1.8193333333333332</c:v>
                </c:pt>
                <c:pt idx="3513" formatCode="0.00">
                  <c:v>1.8201666666666667</c:v>
                </c:pt>
                <c:pt idx="3514" formatCode="0.00">
                  <c:v>1.8210000000000002</c:v>
                </c:pt>
                <c:pt idx="3515" formatCode="0.00">
                  <c:v>1.8218333333333332</c:v>
                </c:pt>
                <c:pt idx="3516" formatCode="0.00">
                  <c:v>1.8226666666666667</c:v>
                </c:pt>
                <c:pt idx="3517" formatCode="0.00">
                  <c:v>1.8235000000000001</c:v>
                </c:pt>
                <c:pt idx="3518" formatCode="0.00">
                  <c:v>1.8243333333333336</c:v>
                </c:pt>
                <c:pt idx="3519" formatCode="0.00">
                  <c:v>1.8251666666666666</c:v>
                </c:pt>
                <c:pt idx="3520" formatCode="0.00">
                  <c:v>1.8260000000000001</c:v>
                </c:pt>
                <c:pt idx="3521" formatCode="0.00">
                  <c:v>1.8268333333333335</c:v>
                </c:pt>
                <c:pt idx="3522" formatCode="0.00">
                  <c:v>1.8276666666666666</c:v>
                </c:pt>
                <c:pt idx="3523" formatCode="0.00">
                  <c:v>1.8285</c:v>
                </c:pt>
                <c:pt idx="3524" formatCode="0.00">
                  <c:v>1.8293333333333335</c:v>
                </c:pt>
                <c:pt idx="3525" formatCode="0.00">
                  <c:v>1.8301666666666669</c:v>
                </c:pt>
                <c:pt idx="3526" formatCode="0.00">
                  <c:v>1.831</c:v>
                </c:pt>
                <c:pt idx="3527" formatCode="0.00">
                  <c:v>1.8318333333333334</c:v>
                </c:pt>
                <c:pt idx="3528" formatCode="0.00">
                  <c:v>1.8326666666666669</c:v>
                </c:pt>
                <c:pt idx="3529" formatCode="0.00">
                  <c:v>1.8334999999999999</c:v>
                </c:pt>
                <c:pt idx="3530" formatCode="0.00">
                  <c:v>1.8343333333333334</c:v>
                </c:pt>
                <c:pt idx="3531" formatCode="0.00">
                  <c:v>1.8351666666666668</c:v>
                </c:pt>
                <c:pt idx="3532" formatCode="0.00">
                  <c:v>1.8359999999999999</c:v>
                </c:pt>
                <c:pt idx="3533" formatCode="0.00">
                  <c:v>1.8368333333333333</c:v>
                </c:pt>
                <c:pt idx="3534" formatCode="0.00">
                  <c:v>1.8376666666666663</c:v>
                </c:pt>
                <c:pt idx="3535" formatCode="0.00">
                  <c:v>1.8385000000000002</c:v>
                </c:pt>
                <c:pt idx="3536" formatCode="0.00">
                  <c:v>1.8393333333333337</c:v>
                </c:pt>
                <c:pt idx="3537" formatCode="0.00">
                  <c:v>1.8401666666666667</c:v>
                </c:pt>
                <c:pt idx="3538" formatCode="0.00">
                  <c:v>1.8410000000000002</c:v>
                </c:pt>
                <c:pt idx="3539" formatCode="0.00">
                  <c:v>1.8418333333333332</c:v>
                </c:pt>
                <c:pt idx="3540" formatCode="0.00">
                  <c:v>1.8426666666666667</c:v>
                </c:pt>
                <c:pt idx="3541" formatCode="0.00">
                  <c:v>1.8435000000000001</c:v>
                </c:pt>
                <c:pt idx="3542" formatCode="0.00">
                  <c:v>1.8443333333333332</c:v>
                </c:pt>
                <c:pt idx="3543" formatCode="0.00">
                  <c:v>1.8451666666666666</c:v>
                </c:pt>
                <c:pt idx="3544" formatCode="0.00">
                  <c:v>1.8460000000000001</c:v>
                </c:pt>
                <c:pt idx="3545" formatCode="0.00">
                  <c:v>1.8468333333333335</c:v>
                </c:pt>
                <c:pt idx="3546" formatCode="0.00">
                  <c:v>1.847666666666667</c:v>
                </c:pt>
                <c:pt idx="3547" formatCode="0.00">
                  <c:v>1.8485</c:v>
                </c:pt>
                <c:pt idx="3548" formatCode="0.00">
                  <c:v>1.8493333333333335</c:v>
                </c:pt>
                <c:pt idx="3549" formatCode="0.00">
                  <c:v>1.8501666666666665</c:v>
                </c:pt>
                <c:pt idx="3550" formatCode="0.00">
                  <c:v>1.851</c:v>
                </c:pt>
                <c:pt idx="3551" formatCode="0.00">
                  <c:v>1.8518333333333334</c:v>
                </c:pt>
                <c:pt idx="3552" formatCode="0.00">
                  <c:v>1.8526666666666665</c:v>
                </c:pt>
                <c:pt idx="3553" formatCode="0.00">
                  <c:v>1.8535000000000004</c:v>
                </c:pt>
                <c:pt idx="3554" formatCode="0.00">
                  <c:v>1.8543333333333334</c:v>
                </c:pt>
                <c:pt idx="3555" formatCode="0.00">
                  <c:v>1.8551666666666669</c:v>
                </c:pt>
                <c:pt idx="3556" formatCode="0.00">
                  <c:v>1.8560000000000003</c:v>
                </c:pt>
                <c:pt idx="3557" formatCode="0.00">
                  <c:v>1.8568333333333333</c:v>
                </c:pt>
                <c:pt idx="3558" formatCode="0.00">
                  <c:v>1.8576666666666668</c:v>
                </c:pt>
                <c:pt idx="3559" formatCode="0.00">
                  <c:v>1.8584999999999998</c:v>
                </c:pt>
                <c:pt idx="3560" formatCode="0.00">
                  <c:v>1.8593333333333333</c:v>
                </c:pt>
                <c:pt idx="3561" formatCode="0.00">
                  <c:v>1.8601666666666667</c:v>
                </c:pt>
                <c:pt idx="3562" formatCode="0.00">
                  <c:v>1.8609999999999998</c:v>
                </c:pt>
                <c:pt idx="3563" formatCode="0.00">
                  <c:v>1.8618333333333337</c:v>
                </c:pt>
                <c:pt idx="3564" formatCode="0.00">
                  <c:v>1.8626666666666667</c:v>
                </c:pt>
                <c:pt idx="3565" formatCode="0.00">
                  <c:v>1.8635000000000002</c:v>
                </c:pt>
                <c:pt idx="3566" formatCode="0.00">
                  <c:v>1.8643333333333336</c:v>
                </c:pt>
                <c:pt idx="3567" formatCode="0.00">
                  <c:v>1.8651666666666666</c:v>
                </c:pt>
                <c:pt idx="3568" formatCode="0.00">
                  <c:v>1.8660000000000001</c:v>
                </c:pt>
                <c:pt idx="3569" formatCode="0.00">
                  <c:v>1.8668333333333331</c:v>
                </c:pt>
                <c:pt idx="3570" formatCode="0.00">
                  <c:v>1.8676666666666666</c:v>
                </c:pt>
                <c:pt idx="3571" formatCode="0.00">
                  <c:v>1.8685</c:v>
                </c:pt>
                <c:pt idx="3572" formatCode="0.00">
                  <c:v>1.8693333333333335</c:v>
                </c:pt>
                <c:pt idx="3573" formatCode="0.00">
                  <c:v>1.870166666666667</c:v>
                </c:pt>
                <c:pt idx="3574" formatCode="0.00">
                  <c:v>1.871</c:v>
                </c:pt>
                <c:pt idx="3575" formatCode="0.00">
                  <c:v>1.8718333333333335</c:v>
                </c:pt>
                <c:pt idx="3576" formatCode="0.00">
                  <c:v>1.8726666666666669</c:v>
                </c:pt>
                <c:pt idx="3577" formatCode="0.00">
                  <c:v>1.8734999999999999</c:v>
                </c:pt>
                <c:pt idx="3578" formatCode="0.00">
                  <c:v>1.8743333333333334</c:v>
                </c:pt>
                <c:pt idx="3579" formatCode="0.00">
                  <c:v>1.8751666666666664</c:v>
                </c:pt>
                <c:pt idx="3580" formatCode="0.00">
                  <c:v>1.8759999999999999</c:v>
                </c:pt>
                <c:pt idx="3581" formatCode="0.00">
                  <c:v>1.8768333333333338</c:v>
                </c:pt>
                <c:pt idx="3582" formatCode="0.00">
                  <c:v>1.8776666666666668</c:v>
                </c:pt>
                <c:pt idx="3583" formatCode="0.00">
                  <c:v>1.8785000000000003</c:v>
                </c:pt>
                <c:pt idx="3584" formatCode="0.00">
                  <c:v>1.8793333333333333</c:v>
                </c:pt>
                <c:pt idx="3585" formatCode="0.00">
                  <c:v>1.8801666666666668</c:v>
                </c:pt>
                <c:pt idx="3586" formatCode="0.00">
                  <c:v>1.8810000000000002</c:v>
                </c:pt>
                <c:pt idx="3587" formatCode="0.00">
                  <c:v>1.8818333333333332</c:v>
                </c:pt>
                <c:pt idx="3588" formatCode="0.00">
                  <c:v>1.8826666666666667</c:v>
                </c:pt>
                <c:pt idx="3589" formatCode="0.00">
                  <c:v>1.8834999999999997</c:v>
                </c:pt>
                <c:pt idx="3590" formatCode="0.00">
                  <c:v>1.8843333333333332</c:v>
                </c:pt>
                <c:pt idx="3591" formatCode="0.00">
                  <c:v>1.8851666666666671</c:v>
                </c:pt>
                <c:pt idx="3592" formatCode="0.00">
                  <c:v>1.8860000000000001</c:v>
                </c:pt>
                <c:pt idx="3593" formatCode="0.00">
                  <c:v>1.8868333333333336</c:v>
                </c:pt>
                <c:pt idx="3594" formatCode="0.00">
                  <c:v>1.8876666666666666</c:v>
                </c:pt>
                <c:pt idx="3595" formatCode="0.00">
                  <c:v>1.8885000000000001</c:v>
                </c:pt>
                <c:pt idx="3596" formatCode="0.00">
                  <c:v>1.8893333333333335</c:v>
                </c:pt>
                <c:pt idx="3597" formatCode="0.00">
                  <c:v>1.8901666666666666</c:v>
                </c:pt>
                <c:pt idx="3598" formatCode="0.00">
                  <c:v>1.891</c:v>
                </c:pt>
                <c:pt idx="3599" formatCode="0.00">
                  <c:v>1.891833333333333</c:v>
                </c:pt>
                <c:pt idx="3600" formatCode="0.00">
                  <c:v>1.8926666666666669</c:v>
                </c:pt>
                <c:pt idx="3601" formatCode="0.00">
                  <c:v>1.8935000000000004</c:v>
                </c:pt>
                <c:pt idx="3602" formatCode="0.00">
                  <c:v>1.8943333333333334</c:v>
                </c:pt>
                <c:pt idx="3603" formatCode="0.00">
                  <c:v>1.8951666666666669</c:v>
                </c:pt>
                <c:pt idx="3604" formatCode="0.00">
                  <c:v>1.8959999999999999</c:v>
                </c:pt>
                <c:pt idx="3605" formatCode="0.00">
                  <c:v>1.8968333333333334</c:v>
                </c:pt>
                <c:pt idx="3606" formatCode="0.00">
                  <c:v>1.8976666666666668</c:v>
                </c:pt>
                <c:pt idx="3607" formatCode="0.00">
                  <c:v>1.8984999999999999</c:v>
                </c:pt>
                <c:pt idx="3608" formatCode="0.00">
                  <c:v>1.8993333333333333</c:v>
                </c:pt>
                <c:pt idx="3609" formatCode="0.00">
                  <c:v>1.9001666666666663</c:v>
                </c:pt>
                <c:pt idx="3610" formatCode="0.00">
                  <c:v>1.9010000000000002</c:v>
                </c:pt>
                <c:pt idx="3611" formatCode="0.00">
                  <c:v>1.9018333333333337</c:v>
                </c:pt>
                <c:pt idx="3612" formatCode="0.00">
                  <c:v>1.9026666666666667</c:v>
                </c:pt>
                <c:pt idx="3613" formatCode="0.00">
                  <c:v>1.9035000000000002</c:v>
                </c:pt>
                <c:pt idx="3614" formatCode="0.00">
                  <c:v>1.9043333333333332</c:v>
                </c:pt>
                <c:pt idx="3615" formatCode="0.00">
                  <c:v>1.9051666666666667</c:v>
                </c:pt>
                <c:pt idx="3616" formatCode="0.00">
                  <c:v>1.9060000000000001</c:v>
                </c:pt>
                <c:pt idx="3617" formatCode="0.00">
                  <c:v>1.9068333333333332</c:v>
                </c:pt>
                <c:pt idx="3618" formatCode="0.00">
                  <c:v>1.9076666666666666</c:v>
                </c:pt>
                <c:pt idx="3619" formatCode="0.00">
                  <c:v>1.9085000000000001</c:v>
                </c:pt>
                <c:pt idx="3620" formatCode="0.00">
                  <c:v>1.9093333333333335</c:v>
                </c:pt>
                <c:pt idx="3621" formatCode="0.00">
                  <c:v>1.910166666666667</c:v>
                </c:pt>
                <c:pt idx="3622" formatCode="0.00">
                  <c:v>1.911</c:v>
                </c:pt>
                <c:pt idx="3623" formatCode="0.00">
                  <c:v>1.9118333333333335</c:v>
                </c:pt>
                <c:pt idx="3624" formatCode="0.00">
                  <c:v>1.9126666666666665</c:v>
                </c:pt>
                <c:pt idx="3625" formatCode="0.00">
                  <c:v>1.9135</c:v>
                </c:pt>
                <c:pt idx="3626" formatCode="0.00">
                  <c:v>1.9143333333333334</c:v>
                </c:pt>
                <c:pt idx="3627" formatCode="0.00">
                  <c:v>1.9151666666666665</c:v>
                </c:pt>
                <c:pt idx="3628" formatCode="0.00">
                  <c:v>1.9160000000000004</c:v>
                </c:pt>
                <c:pt idx="3629" formatCode="0.00">
                  <c:v>1.9168333333333334</c:v>
                </c:pt>
                <c:pt idx="3630" formatCode="0.00">
                  <c:v>1.9176666666666669</c:v>
                </c:pt>
                <c:pt idx="3631" formatCode="0.00">
                  <c:v>1.9185000000000003</c:v>
                </c:pt>
                <c:pt idx="3632" formatCode="0.00">
                  <c:v>1.9193333333333333</c:v>
                </c:pt>
                <c:pt idx="3633" formatCode="0.00">
                  <c:v>1.9201666666666668</c:v>
                </c:pt>
                <c:pt idx="3634" formatCode="0.00">
                  <c:v>1.9209999999999998</c:v>
                </c:pt>
                <c:pt idx="3635" formatCode="0.00">
                  <c:v>1.9218333333333333</c:v>
                </c:pt>
                <c:pt idx="3636" formatCode="0.00">
                  <c:v>1.9226666666666667</c:v>
                </c:pt>
                <c:pt idx="3637" formatCode="0.00">
                  <c:v>1.9234999999999998</c:v>
                </c:pt>
                <c:pt idx="3638" formatCode="0.00">
                  <c:v>1.9243333333333337</c:v>
                </c:pt>
                <c:pt idx="3639" formatCode="0.00">
                  <c:v>1.9251666666666667</c:v>
                </c:pt>
                <c:pt idx="3640" formatCode="0.00">
                  <c:v>1.9260000000000002</c:v>
                </c:pt>
                <c:pt idx="3641" formatCode="0.00">
                  <c:v>1.9268333333333336</c:v>
                </c:pt>
                <c:pt idx="3642" formatCode="0.00">
                  <c:v>1.9276666666666666</c:v>
                </c:pt>
                <c:pt idx="3643" formatCode="0.00">
                  <c:v>1.9285000000000001</c:v>
                </c:pt>
                <c:pt idx="3644" formatCode="0.00">
                  <c:v>1.9293333333333331</c:v>
                </c:pt>
                <c:pt idx="3645" formatCode="0.00">
                  <c:v>1.9301666666666666</c:v>
                </c:pt>
                <c:pt idx="3646" formatCode="0.00">
                  <c:v>1.931</c:v>
                </c:pt>
                <c:pt idx="3647" formatCode="0.00">
                  <c:v>1.9318333333333335</c:v>
                </c:pt>
                <c:pt idx="3648" formatCode="0.00">
                  <c:v>1.932666666666667</c:v>
                </c:pt>
                <c:pt idx="3649" formatCode="0.00">
                  <c:v>1.9335</c:v>
                </c:pt>
                <c:pt idx="3650" formatCode="0.00">
                  <c:v>1.9343333333333335</c:v>
                </c:pt>
                <c:pt idx="3651" formatCode="0.00">
                  <c:v>1.9351666666666669</c:v>
                </c:pt>
                <c:pt idx="3652" formatCode="0.00">
                  <c:v>1.9359999999999999</c:v>
                </c:pt>
                <c:pt idx="3653" formatCode="0.00">
                  <c:v>1.9368333333333334</c:v>
                </c:pt>
                <c:pt idx="3654" formatCode="0.00">
                  <c:v>1.9376666666666664</c:v>
                </c:pt>
                <c:pt idx="3655" formatCode="0.00">
                  <c:v>1.9384999999999999</c:v>
                </c:pt>
                <c:pt idx="3656" formatCode="0.00">
                  <c:v>1.9393333333333338</c:v>
                </c:pt>
                <c:pt idx="3657" formatCode="0.00">
                  <c:v>1.9401666666666668</c:v>
                </c:pt>
                <c:pt idx="3658" formatCode="0.00">
                  <c:v>1.9410000000000003</c:v>
                </c:pt>
                <c:pt idx="3659" formatCode="0.00">
                  <c:v>1.9418333333333333</c:v>
                </c:pt>
                <c:pt idx="3660" formatCode="0.00">
                  <c:v>1.9426666666666668</c:v>
                </c:pt>
                <c:pt idx="3661" formatCode="0.00">
                  <c:v>1.9435000000000002</c:v>
                </c:pt>
                <c:pt idx="3662" formatCode="0.00">
                  <c:v>1.9443333333333332</c:v>
                </c:pt>
                <c:pt idx="3663" formatCode="0.00">
                  <c:v>1.9451666666666667</c:v>
                </c:pt>
                <c:pt idx="3664" formatCode="0.00">
                  <c:v>1.9459999999999997</c:v>
                </c:pt>
                <c:pt idx="3665" formatCode="0.00">
                  <c:v>1.9468333333333332</c:v>
                </c:pt>
                <c:pt idx="3666" formatCode="0.00">
                  <c:v>1.9476666666666671</c:v>
                </c:pt>
                <c:pt idx="3667" formatCode="0.00">
                  <c:v>1.9485000000000001</c:v>
                </c:pt>
                <c:pt idx="3668" formatCode="0.00">
                  <c:v>1.9493333333333336</c:v>
                </c:pt>
                <c:pt idx="3669" formatCode="0.00">
                  <c:v>1.9501666666666666</c:v>
                </c:pt>
                <c:pt idx="3670" formatCode="0.00">
                  <c:v>1.9510000000000001</c:v>
                </c:pt>
                <c:pt idx="3671" formatCode="0.00">
                  <c:v>1.9518333333333335</c:v>
                </c:pt>
                <c:pt idx="3672" formatCode="0.00">
                  <c:v>1.9526666666666666</c:v>
                </c:pt>
                <c:pt idx="3673" formatCode="0.00">
                  <c:v>1.9535</c:v>
                </c:pt>
                <c:pt idx="3674" formatCode="0.00">
                  <c:v>1.954333333333333</c:v>
                </c:pt>
                <c:pt idx="3675" formatCode="0.00">
                  <c:v>1.9551666666666669</c:v>
                </c:pt>
                <c:pt idx="3676" formatCode="0.00">
                  <c:v>1.9560000000000004</c:v>
                </c:pt>
                <c:pt idx="3677" formatCode="0.00">
                  <c:v>1.9568333333333334</c:v>
                </c:pt>
                <c:pt idx="3678" formatCode="0.00">
                  <c:v>1.9576666666666669</c:v>
                </c:pt>
                <c:pt idx="3679" formatCode="0.00">
                  <c:v>1.9584999999999999</c:v>
                </c:pt>
                <c:pt idx="3680" formatCode="0.00">
                  <c:v>1.9593333333333334</c:v>
                </c:pt>
                <c:pt idx="3681" formatCode="0.00">
                  <c:v>1.9601666666666668</c:v>
                </c:pt>
                <c:pt idx="3682" formatCode="0.00">
                  <c:v>1.9609999999999999</c:v>
                </c:pt>
                <c:pt idx="3683" formatCode="0.00">
                  <c:v>1.9618333333333333</c:v>
                </c:pt>
                <c:pt idx="3684" formatCode="0.00">
                  <c:v>1.9626666666666663</c:v>
                </c:pt>
                <c:pt idx="3685" formatCode="0.00">
                  <c:v>1.9635000000000002</c:v>
                </c:pt>
                <c:pt idx="3686" formatCode="0.00">
                  <c:v>1.9643333333333337</c:v>
                </c:pt>
                <c:pt idx="3687" formatCode="0.00">
                  <c:v>1.9651666666666667</c:v>
                </c:pt>
                <c:pt idx="3688" formatCode="0.00">
                  <c:v>1.9660000000000002</c:v>
                </c:pt>
                <c:pt idx="3689" formatCode="0.00">
                  <c:v>1.9668333333333332</c:v>
                </c:pt>
                <c:pt idx="3690" formatCode="0.00">
                  <c:v>1.9676666666666667</c:v>
                </c:pt>
                <c:pt idx="3691" formatCode="0.00">
                  <c:v>1.9685000000000001</c:v>
                </c:pt>
                <c:pt idx="3692" formatCode="0.00">
                  <c:v>1.9693333333333332</c:v>
                </c:pt>
                <c:pt idx="3693" formatCode="0.00">
                  <c:v>1.9701666666666666</c:v>
                </c:pt>
                <c:pt idx="3694" formatCode="0.00">
                  <c:v>1.9710000000000001</c:v>
                </c:pt>
                <c:pt idx="3695" formatCode="0.00">
                  <c:v>1.9718333333333335</c:v>
                </c:pt>
                <c:pt idx="3696" formatCode="0.00">
                  <c:v>1.972666666666667</c:v>
                </c:pt>
                <c:pt idx="3697" formatCode="0.00">
                  <c:v>1.9735</c:v>
                </c:pt>
                <c:pt idx="3698" formatCode="0.00">
                  <c:v>1.9743333333333335</c:v>
                </c:pt>
                <c:pt idx="3699" formatCode="0.00">
                  <c:v>1.9751666666666665</c:v>
                </c:pt>
                <c:pt idx="3700" formatCode="0.00">
                  <c:v>1.976</c:v>
                </c:pt>
                <c:pt idx="3701" formatCode="0.00">
                  <c:v>1.9768333333333334</c:v>
                </c:pt>
                <c:pt idx="3702" formatCode="0.00">
                  <c:v>1.9776666666666665</c:v>
                </c:pt>
                <c:pt idx="3703" formatCode="0.00">
                  <c:v>1.9785000000000004</c:v>
                </c:pt>
                <c:pt idx="3704" formatCode="0.00">
                  <c:v>1.9793333333333334</c:v>
                </c:pt>
                <c:pt idx="3705" formatCode="0.00">
                  <c:v>1.9801666666666669</c:v>
                </c:pt>
                <c:pt idx="3706" formatCode="0.00">
                  <c:v>1.9810000000000003</c:v>
                </c:pt>
                <c:pt idx="3707" formatCode="0.00">
                  <c:v>1.9818333333333333</c:v>
                </c:pt>
                <c:pt idx="3708" formatCode="0.00">
                  <c:v>1.9826666666666668</c:v>
                </c:pt>
                <c:pt idx="3709" formatCode="0.00">
                  <c:v>1.9834999999999998</c:v>
                </c:pt>
                <c:pt idx="3710" formatCode="0.00">
                  <c:v>1.9843333333333333</c:v>
                </c:pt>
                <c:pt idx="3711" formatCode="0.00">
                  <c:v>1.9851666666666667</c:v>
                </c:pt>
                <c:pt idx="3712" formatCode="0.00">
                  <c:v>1.9859999999999998</c:v>
                </c:pt>
                <c:pt idx="3713" formatCode="0.00">
                  <c:v>1.9868333333333337</c:v>
                </c:pt>
                <c:pt idx="3714" formatCode="0.00">
                  <c:v>1.9876666666666667</c:v>
                </c:pt>
                <c:pt idx="3715" formatCode="0.00">
                  <c:v>1.9885000000000002</c:v>
                </c:pt>
                <c:pt idx="3716" formatCode="0.00">
                  <c:v>1.9893333333333336</c:v>
                </c:pt>
                <c:pt idx="3717" formatCode="0.00">
                  <c:v>1.9918333333333331</c:v>
                </c:pt>
                <c:pt idx="3718" formatCode="0.00">
                  <c:v>1.9926666666666666</c:v>
                </c:pt>
                <c:pt idx="3719" formatCode="0.00">
                  <c:v>1.9935</c:v>
                </c:pt>
                <c:pt idx="3720" formatCode="0.00">
                  <c:v>1.9943333333333335</c:v>
                </c:pt>
                <c:pt idx="3721" formatCode="0.00">
                  <c:v>1.995166666666667</c:v>
                </c:pt>
                <c:pt idx="3722" formatCode="0.00">
                  <c:v>1.996</c:v>
                </c:pt>
                <c:pt idx="3723" formatCode="0.00">
                  <c:v>1.9968333333333335</c:v>
                </c:pt>
                <c:pt idx="3724" formatCode="0.00">
                  <c:v>1.9976666666666669</c:v>
                </c:pt>
                <c:pt idx="3725" formatCode="0.00">
                  <c:v>1.9984999999999999</c:v>
                </c:pt>
                <c:pt idx="3726" formatCode="0.00">
                  <c:v>1.9993333333333334</c:v>
                </c:pt>
                <c:pt idx="3727" formatCode="0.00">
                  <c:v>2.0001666666666664</c:v>
                </c:pt>
                <c:pt idx="3728" formatCode="0.00">
                  <c:v>2.0009999999999999</c:v>
                </c:pt>
                <c:pt idx="3729" formatCode="0.00">
                  <c:v>2.0018333333333338</c:v>
                </c:pt>
                <c:pt idx="3730" formatCode="0.00">
                  <c:v>2.0026666666666668</c:v>
                </c:pt>
                <c:pt idx="3731" formatCode="0.00">
                  <c:v>2.0035000000000003</c:v>
                </c:pt>
                <c:pt idx="3732" formatCode="0.00">
                  <c:v>2.0043333333333333</c:v>
                </c:pt>
                <c:pt idx="3733" formatCode="0.00">
                  <c:v>2.0051666666666668</c:v>
                </c:pt>
                <c:pt idx="3734" formatCode="0.00">
                  <c:v>2.0060000000000002</c:v>
                </c:pt>
                <c:pt idx="3735" formatCode="0.00">
                  <c:v>2.0068333333333332</c:v>
                </c:pt>
                <c:pt idx="3736" formatCode="0.00">
                  <c:v>2.0076666666666667</c:v>
                </c:pt>
                <c:pt idx="3737" formatCode="0.00">
                  <c:v>2.0084999999999997</c:v>
                </c:pt>
                <c:pt idx="3738" formatCode="0.00">
                  <c:v>2.0093333333333332</c:v>
                </c:pt>
                <c:pt idx="3739" formatCode="0.00">
                  <c:v>2.0101666666666671</c:v>
                </c:pt>
                <c:pt idx="3740" formatCode="0.00">
                  <c:v>2.0110000000000001</c:v>
                </c:pt>
                <c:pt idx="3741" formatCode="0.00">
                  <c:v>2.0118333333333336</c:v>
                </c:pt>
                <c:pt idx="3742" formatCode="0.00">
                  <c:v>2.0126666666666666</c:v>
                </c:pt>
                <c:pt idx="3743" formatCode="0.00">
                  <c:v>2.0135000000000001</c:v>
                </c:pt>
                <c:pt idx="3744" formatCode="0.00">
                  <c:v>2.0143333333333335</c:v>
                </c:pt>
                <c:pt idx="3745" formatCode="0.00">
                  <c:v>2.0151666666666666</c:v>
                </c:pt>
                <c:pt idx="3746" formatCode="0.00">
                  <c:v>2.016</c:v>
                </c:pt>
                <c:pt idx="3747" formatCode="0.00">
                  <c:v>2.016833333333333</c:v>
                </c:pt>
                <c:pt idx="3748" formatCode="0.00">
                  <c:v>2.0176666666666669</c:v>
                </c:pt>
                <c:pt idx="3749" formatCode="0.00">
                  <c:v>2.0185000000000004</c:v>
                </c:pt>
                <c:pt idx="3750" formatCode="0.00">
                  <c:v>2.0193333333333334</c:v>
                </c:pt>
                <c:pt idx="3751" formatCode="0.00">
                  <c:v>2.0201666666666669</c:v>
                </c:pt>
                <c:pt idx="3752" formatCode="0.00">
                  <c:v>2.0209999999999999</c:v>
                </c:pt>
                <c:pt idx="3753" formatCode="0.00">
                  <c:v>2.0218333333333334</c:v>
                </c:pt>
                <c:pt idx="3754" formatCode="0.00">
                  <c:v>2.0226666666666668</c:v>
                </c:pt>
                <c:pt idx="3755" formatCode="0.00">
                  <c:v>2.0234999999999999</c:v>
                </c:pt>
                <c:pt idx="3756" formatCode="0.00">
                  <c:v>2.0243333333333333</c:v>
                </c:pt>
                <c:pt idx="3757" formatCode="0.00">
                  <c:v>2.0251666666666663</c:v>
                </c:pt>
                <c:pt idx="3758" formatCode="0.00">
                  <c:v>2.0260000000000002</c:v>
                </c:pt>
                <c:pt idx="3759" formatCode="0.00">
                  <c:v>2.0268333333333337</c:v>
                </c:pt>
                <c:pt idx="3760" formatCode="0.00">
                  <c:v>2.0276666666666667</c:v>
                </c:pt>
                <c:pt idx="3761" formatCode="0.00">
                  <c:v>2.0285000000000002</c:v>
                </c:pt>
                <c:pt idx="3762" formatCode="0.00">
                  <c:v>2.0293333333333332</c:v>
                </c:pt>
                <c:pt idx="3763" formatCode="0.00">
                  <c:v>2.0301666666666667</c:v>
                </c:pt>
                <c:pt idx="3764" formatCode="0.00">
                  <c:v>2.0310000000000001</c:v>
                </c:pt>
                <c:pt idx="3765" formatCode="0.00">
                  <c:v>2.0318333333333332</c:v>
                </c:pt>
                <c:pt idx="3766" formatCode="0.00">
                  <c:v>2.0326666666666666</c:v>
                </c:pt>
                <c:pt idx="3767" formatCode="0.00">
                  <c:v>2.0335000000000001</c:v>
                </c:pt>
                <c:pt idx="3768" formatCode="0.00">
                  <c:v>2.0343333333333335</c:v>
                </c:pt>
                <c:pt idx="3769" formatCode="0.00">
                  <c:v>2.035166666666667</c:v>
                </c:pt>
                <c:pt idx="3770" formatCode="0.00">
                  <c:v>2.036</c:v>
                </c:pt>
                <c:pt idx="3771" formatCode="0.00">
                  <c:v>2.0368333333333335</c:v>
                </c:pt>
                <c:pt idx="3772" formatCode="0.00">
                  <c:v>2.0376666666666665</c:v>
                </c:pt>
                <c:pt idx="3773" formatCode="0.00">
                  <c:v>2.0385</c:v>
                </c:pt>
                <c:pt idx="3774" formatCode="0.00">
                  <c:v>2.0393333333333334</c:v>
                </c:pt>
                <c:pt idx="3775" formatCode="0.00">
                  <c:v>2.0401666666666665</c:v>
                </c:pt>
                <c:pt idx="3776" formatCode="0.00">
                  <c:v>2.0410000000000004</c:v>
                </c:pt>
                <c:pt idx="3777" formatCode="0.00">
                  <c:v>2.0418333333333334</c:v>
                </c:pt>
                <c:pt idx="3778" formatCode="0.00">
                  <c:v>2.0426666666666669</c:v>
                </c:pt>
                <c:pt idx="3779" formatCode="0.00">
                  <c:v>2.0435000000000003</c:v>
                </c:pt>
                <c:pt idx="3780" formatCode="0.00">
                  <c:v>2.0443333333333333</c:v>
                </c:pt>
                <c:pt idx="3781" formatCode="0.00">
                  <c:v>2.0451666666666668</c:v>
                </c:pt>
                <c:pt idx="3782" formatCode="0.00">
                  <c:v>2.0459999999999998</c:v>
                </c:pt>
                <c:pt idx="3783" formatCode="0.00">
                  <c:v>2.0468333333333333</c:v>
                </c:pt>
                <c:pt idx="3784" formatCode="0.00">
                  <c:v>2.0476666666666667</c:v>
                </c:pt>
                <c:pt idx="3785" formatCode="0.00">
                  <c:v>2.0484999999999998</c:v>
                </c:pt>
                <c:pt idx="3786" formatCode="0.00">
                  <c:v>2.0493333333333337</c:v>
                </c:pt>
                <c:pt idx="3787" formatCode="0.00">
                  <c:v>2.0501666666666667</c:v>
                </c:pt>
                <c:pt idx="3788" formatCode="0.00">
                  <c:v>2.0510000000000002</c:v>
                </c:pt>
                <c:pt idx="3789" formatCode="0.00">
                  <c:v>2.0518333333333336</c:v>
                </c:pt>
                <c:pt idx="3790" formatCode="0.00">
                  <c:v>2.0526666666666666</c:v>
                </c:pt>
                <c:pt idx="3791" formatCode="0.00">
                  <c:v>2.0535000000000001</c:v>
                </c:pt>
                <c:pt idx="3792" formatCode="0.00">
                  <c:v>2.0543333333333331</c:v>
                </c:pt>
                <c:pt idx="3793" formatCode="0.00">
                  <c:v>2.0551666666666666</c:v>
                </c:pt>
                <c:pt idx="3794" formatCode="0.00">
                  <c:v>2.056</c:v>
                </c:pt>
                <c:pt idx="3795" formatCode="0.00">
                  <c:v>2.0568333333333335</c:v>
                </c:pt>
                <c:pt idx="3796" formatCode="0.00">
                  <c:v>2.057666666666667</c:v>
                </c:pt>
                <c:pt idx="3797" formatCode="0.00">
                  <c:v>2.0585</c:v>
                </c:pt>
                <c:pt idx="3798" formatCode="0.00">
                  <c:v>2.0593333333333335</c:v>
                </c:pt>
                <c:pt idx="3799" formatCode="0.00">
                  <c:v>2.0601666666666669</c:v>
                </c:pt>
                <c:pt idx="3800" formatCode="0.00">
                  <c:v>2.0609999999999999</c:v>
                </c:pt>
                <c:pt idx="3801" formatCode="0.00">
                  <c:v>2.0618333333333334</c:v>
                </c:pt>
                <c:pt idx="3802" formatCode="0.00">
                  <c:v>2.0626666666666664</c:v>
                </c:pt>
                <c:pt idx="3803" formatCode="0.00">
                  <c:v>2.0634999999999999</c:v>
                </c:pt>
                <c:pt idx="3804" formatCode="0.00">
                  <c:v>2.0643333333333338</c:v>
                </c:pt>
                <c:pt idx="3805" formatCode="0.00">
                  <c:v>2.0651666666666668</c:v>
                </c:pt>
                <c:pt idx="3806" formatCode="0.00">
                  <c:v>2.0660000000000003</c:v>
                </c:pt>
                <c:pt idx="3807" formatCode="0.00">
                  <c:v>2.0668333333333333</c:v>
                </c:pt>
                <c:pt idx="3808" formatCode="0.00">
                  <c:v>2.0676666666666668</c:v>
                </c:pt>
                <c:pt idx="3809" formatCode="0.00">
                  <c:v>2.0685000000000002</c:v>
                </c:pt>
                <c:pt idx="3810" formatCode="0.00">
                  <c:v>2.0693333333333332</c:v>
                </c:pt>
                <c:pt idx="3811" formatCode="0.00">
                  <c:v>2.0701666666666667</c:v>
                </c:pt>
                <c:pt idx="3812" formatCode="0.00">
                  <c:v>2.0709999999999997</c:v>
                </c:pt>
                <c:pt idx="3813" formatCode="0.00">
                  <c:v>2.0718333333333332</c:v>
                </c:pt>
                <c:pt idx="3814" formatCode="0.00">
                  <c:v>2.0726666666666671</c:v>
                </c:pt>
                <c:pt idx="3815" formatCode="0.00">
                  <c:v>2.0735000000000001</c:v>
                </c:pt>
                <c:pt idx="3816" formatCode="0.00">
                  <c:v>2.0743333333333336</c:v>
                </c:pt>
                <c:pt idx="3817" formatCode="0.00">
                  <c:v>2.0751666666666666</c:v>
                </c:pt>
                <c:pt idx="3818" formatCode="0.00">
                  <c:v>2.0760000000000001</c:v>
                </c:pt>
                <c:pt idx="3819" formatCode="0.00">
                  <c:v>2.0768333333333335</c:v>
                </c:pt>
                <c:pt idx="3820" formatCode="0.00">
                  <c:v>2.0776666666666666</c:v>
                </c:pt>
                <c:pt idx="3821" formatCode="0.00">
                  <c:v>2.0785</c:v>
                </c:pt>
                <c:pt idx="3822" formatCode="0.00">
                  <c:v>2.079333333333333</c:v>
                </c:pt>
                <c:pt idx="3823" formatCode="0.00">
                  <c:v>2.0801666666666669</c:v>
                </c:pt>
                <c:pt idx="3824" formatCode="0.00">
                  <c:v>2.0810000000000004</c:v>
                </c:pt>
                <c:pt idx="3825" formatCode="0.00">
                  <c:v>2.0818333333333334</c:v>
                </c:pt>
                <c:pt idx="3826" formatCode="0.00">
                  <c:v>2.0826666666666669</c:v>
                </c:pt>
                <c:pt idx="3827" formatCode="0.00">
                  <c:v>2.0834999999999999</c:v>
                </c:pt>
                <c:pt idx="3828" formatCode="0.00">
                  <c:v>2.0843333333333334</c:v>
                </c:pt>
                <c:pt idx="3829" formatCode="0.00">
                  <c:v>2.0851666666666668</c:v>
                </c:pt>
                <c:pt idx="3830" formatCode="0.00">
                  <c:v>2.0859999999999999</c:v>
                </c:pt>
                <c:pt idx="3831" formatCode="0.00">
                  <c:v>2.0868333333333333</c:v>
                </c:pt>
                <c:pt idx="3832" formatCode="0.00">
                  <c:v>2.0876666666666663</c:v>
                </c:pt>
                <c:pt idx="3833" formatCode="0.00">
                  <c:v>2.0885000000000002</c:v>
                </c:pt>
                <c:pt idx="3834" formatCode="0.00">
                  <c:v>2.0893333333333337</c:v>
                </c:pt>
                <c:pt idx="3835" formatCode="0.00">
                  <c:v>2.0901666666666667</c:v>
                </c:pt>
                <c:pt idx="3836" formatCode="0.00">
                  <c:v>2.0910000000000002</c:v>
                </c:pt>
                <c:pt idx="3837" formatCode="0.00">
                  <c:v>2.0918333333333332</c:v>
                </c:pt>
                <c:pt idx="3838" formatCode="0.00">
                  <c:v>2.0926666666666667</c:v>
                </c:pt>
                <c:pt idx="3839" formatCode="0.00">
                  <c:v>2.0935000000000001</c:v>
                </c:pt>
                <c:pt idx="3840" formatCode="0.00">
                  <c:v>2.0943333333333332</c:v>
                </c:pt>
                <c:pt idx="3841" formatCode="0.00">
                  <c:v>2.0951666666666666</c:v>
                </c:pt>
                <c:pt idx="3842" formatCode="0.00">
                  <c:v>2.0960000000000001</c:v>
                </c:pt>
                <c:pt idx="3843" formatCode="0.00">
                  <c:v>2.0968333333333335</c:v>
                </c:pt>
                <c:pt idx="3844" formatCode="0.00">
                  <c:v>2.097666666666667</c:v>
                </c:pt>
                <c:pt idx="3845" formatCode="0.00">
                  <c:v>2.0985</c:v>
                </c:pt>
                <c:pt idx="3846" formatCode="0.00">
                  <c:v>2.0993333333333335</c:v>
                </c:pt>
                <c:pt idx="3847" formatCode="0.00">
                  <c:v>2.1001666666666665</c:v>
                </c:pt>
                <c:pt idx="3848" formatCode="0.00">
                  <c:v>2.101</c:v>
                </c:pt>
                <c:pt idx="3849" formatCode="0.00">
                  <c:v>2.1018333333333334</c:v>
                </c:pt>
                <c:pt idx="3850" formatCode="0.00">
                  <c:v>2.1026666666666665</c:v>
                </c:pt>
                <c:pt idx="3851" formatCode="0.00">
                  <c:v>2.1035000000000004</c:v>
                </c:pt>
                <c:pt idx="3852" formatCode="0.00">
                  <c:v>2.1043333333333334</c:v>
                </c:pt>
                <c:pt idx="3853" formatCode="0.00">
                  <c:v>2.1051666666666669</c:v>
                </c:pt>
                <c:pt idx="3854" formatCode="0.00">
                  <c:v>2.1060000000000003</c:v>
                </c:pt>
                <c:pt idx="3855" formatCode="0.00">
                  <c:v>2.1068333333333333</c:v>
                </c:pt>
                <c:pt idx="3856" formatCode="0.00">
                  <c:v>2.1076666666666668</c:v>
                </c:pt>
                <c:pt idx="3857" formatCode="0.00">
                  <c:v>2.1084999999999998</c:v>
                </c:pt>
                <c:pt idx="3858" formatCode="0.00">
                  <c:v>2.1093333333333333</c:v>
                </c:pt>
                <c:pt idx="3859" formatCode="0.00">
                  <c:v>2.1101666666666667</c:v>
                </c:pt>
                <c:pt idx="3860" formatCode="0.00">
                  <c:v>2.1109999999999998</c:v>
                </c:pt>
                <c:pt idx="3861" formatCode="0.00">
                  <c:v>2.1118333333333337</c:v>
                </c:pt>
                <c:pt idx="3862" formatCode="0.00">
                  <c:v>2.1126666666666667</c:v>
                </c:pt>
                <c:pt idx="3863" formatCode="0.00">
                  <c:v>2.1135000000000002</c:v>
                </c:pt>
                <c:pt idx="3864" formatCode="0.00">
                  <c:v>2.1143333333333336</c:v>
                </c:pt>
                <c:pt idx="3865" formatCode="0.00">
                  <c:v>2.1151666666666666</c:v>
                </c:pt>
                <c:pt idx="3866" formatCode="0.00">
                  <c:v>2.1160000000000001</c:v>
                </c:pt>
                <c:pt idx="3867" formatCode="0.00">
                  <c:v>2.1168333333333331</c:v>
                </c:pt>
                <c:pt idx="3868" formatCode="0.00">
                  <c:v>2.1176666666666666</c:v>
                </c:pt>
                <c:pt idx="3869" formatCode="0.00">
                  <c:v>2.1185</c:v>
                </c:pt>
                <c:pt idx="3870" formatCode="0.00">
                  <c:v>2.1193333333333335</c:v>
                </c:pt>
                <c:pt idx="3871" formatCode="0.00">
                  <c:v>2.120166666666667</c:v>
                </c:pt>
                <c:pt idx="3872" formatCode="0.00">
                  <c:v>2.121</c:v>
                </c:pt>
                <c:pt idx="3873" formatCode="0.00">
                  <c:v>2.1218333333333335</c:v>
                </c:pt>
                <c:pt idx="3874" formatCode="0.00">
                  <c:v>2.1226666666666669</c:v>
                </c:pt>
                <c:pt idx="3875" formatCode="0.00">
                  <c:v>2.1234999999999999</c:v>
                </c:pt>
                <c:pt idx="3876" formatCode="0.00">
                  <c:v>2.1243333333333334</c:v>
                </c:pt>
                <c:pt idx="3877" formatCode="0.00">
                  <c:v>2.1251666666666664</c:v>
                </c:pt>
                <c:pt idx="3878" formatCode="0.00">
                  <c:v>2.1259999999999999</c:v>
                </c:pt>
                <c:pt idx="3879" formatCode="0.00">
                  <c:v>2.1268333333333338</c:v>
                </c:pt>
                <c:pt idx="3880" formatCode="0.00">
                  <c:v>2.1276666666666668</c:v>
                </c:pt>
                <c:pt idx="3881" formatCode="0.00">
                  <c:v>2.1285000000000003</c:v>
                </c:pt>
                <c:pt idx="3882" formatCode="0.00">
                  <c:v>2.1293333333333333</c:v>
                </c:pt>
                <c:pt idx="3883" formatCode="0.00">
                  <c:v>2.1301666666666668</c:v>
                </c:pt>
                <c:pt idx="3884" formatCode="0.00">
                  <c:v>2.1310000000000002</c:v>
                </c:pt>
                <c:pt idx="3885" formatCode="0.00">
                  <c:v>2.1318333333333332</c:v>
                </c:pt>
                <c:pt idx="3886" formatCode="0.00">
                  <c:v>2.1326666666666667</c:v>
                </c:pt>
                <c:pt idx="3887" formatCode="0.00">
                  <c:v>2.1334999999999997</c:v>
                </c:pt>
                <c:pt idx="3888" formatCode="0.00">
                  <c:v>2.1343333333333332</c:v>
                </c:pt>
                <c:pt idx="3889" formatCode="0.00">
                  <c:v>2.1351666666666671</c:v>
                </c:pt>
                <c:pt idx="3890" formatCode="0.00">
                  <c:v>2.1360000000000001</c:v>
                </c:pt>
                <c:pt idx="3891" formatCode="0.00">
                  <c:v>2.1368333333333336</c:v>
                </c:pt>
                <c:pt idx="3892" formatCode="0.00">
                  <c:v>2.1376666666666666</c:v>
                </c:pt>
                <c:pt idx="3893" formatCode="0.00">
                  <c:v>2.1385000000000001</c:v>
                </c:pt>
                <c:pt idx="3894" formatCode="0.00">
                  <c:v>2.1393333333333335</c:v>
                </c:pt>
                <c:pt idx="3895" formatCode="0.00">
                  <c:v>2.1401666666666666</c:v>
                </c:pt>
                <c:pt idx="3896" formatCode="0.00">
                  <c:v>2.141</c:v>
                </c:pt>
                <c:pt idx="3897" formatCode="0.00">
                  <c:v>2.141833333333333</c:v>
                </c:pt>
                <c:pt idx="3898" formatCode="0.00">
                  <c:v>2.1426666666666669</c:v>
                </c:pt>
                <c:pt idx="3899" formatCode="0.00">
                  <c:v>2.1435000000000004</c:v>
                </c:pt>
                <c:pt idx="3900" formatCode="0.00">
                  <c:v>2.1443333333333334</c:v>
                </c:pt>
                <c:pt idx="3901" formatCode="0.00">
                  <c:v>2.1451666666666669</c:v>
                </c:pt>
                <c:pt idx="3902" formatCode="0.00">
                  <c:v>2.1459999999999999</c:v>
                </c:pt>
                <c:pt idx="3903" formatCode="0.00">
                  <c:v>2.1468333333333334</c:v>
                </c:pt>
                <c:pt idx="3904" formatCode="0.00">
                  <c:v>2.1476666666666668</c:v>
                </c:pt>
                <c:pt idx="3905" formatCode="0.00">
                  <c:v>2.1484999999999999</c:v>
                </c:pt>
                <c:pt idx="3906" formatCode="0.00">
                  <c:v>2.1493333333333333</c:v>
                </c:pt>
                <c:pt idx="3907" formatCode="0.00">
                  <c:v>2.1501666666666663</c:v>
                </c:pt>
                <c:pt idx="3908" formatCode="0.00">
                  <c:v>2.1510000000000002</c:v>
                </c:pt>
                <c:pt idx="3909" formatCode="0.00">
                  <c:v>2.1518333333333337</c:v>
                </c:pt>
                <c:pt idx="3910" formatCode="0.00">
                  <c:v>2.1526666666666667</c:v>
                </c:pt>
                <c:pt idx="3911" formatCode="0.00">
                  <c:v>2.1535000000000002</c:v>
                </c:pt>
                <c:pt idx="3912" formatCode="0.00">
                  <c:v>2.1543333333333332</c:v>
                </c:pt>
                <c:pt idx="3913" formatCode="0.00">
                  <c:v>2.1551666666666667</c:v>
                </c:pt>
                <c:pt idx="3914" formatCode="0.00">
                  <c:v>2.1560000000000001</c:v>
                </c:pt>
                <c:pt idx="3915" formatCode="0.00">
                  <c:v>2.1568333333333332</c:v>
                </c:pt>
                <c:pt idx="3916" formatCode="0.00">
                  <c:v>2.1576666666666666</c:v>
                </c:pt>
                <c:pt idx="3917" formatCode="0.00">
                  <c:v>2.1585000000000001</c:v>
                </c:pt>
                <c:pt idx="3918" formatCode="0.00">
                  <c:v>2.1593333333333335</c:v>
                </c:pt>
                <c:pt idx="3919" formatCode="0.00">
                  <c:v>2.160166666666667</c:v>
                </c:pt>
                <c:pt idx="3920" formatCode="0.00">
                  <c:v>2.161</c:v>
                </c:pt>
                <c:pt idx="3921" formatCode="0.00">
                  <c:v>2.1618333333333335</c:v>
                </c:pt>
                <c:pt idx="3922" formatCode="0.00">
                  <c:v>2.1626666666666665</c:v>
                </c:pt>
                <c:pt idx="3923" formatCode="0.00">
                  <c:v>2.1635</c:v>
                </c:pt>
                <c:pt idx="3924" formatCode="0.00">
                  <c:v>2.1643333333333334</c:v>
                </c:pt>
                <c:pt idx="3925" formatCode="0.00">
                  <c:v>2.1651666666666665</c:v>
                </c:pt>
                <c:pt idx="3926" formatCode="0.00">
                  <c:v>2.1660000000000004</c:v>
                </c:pt>
                <c:pt idx="3927" formatCode="0.00">
                  <c:v>2.1668333333333334</c:v>
                </c:pt>
                <c:pt idx="3928" formatCode="0.00">
                  <c:v>2.1676666666666669</c:v>
                </c:pt>
                <c:pt idx="3929" formatCode="0.00">
                  <c:v>2.1685000000000003</c:v>
                </c:pt>
                <c:pt idx="3930" formatCode="0.00">
                  <c:v>2.1693333333333333</c:v>
                </c:pt>
                <c:pt idx="3931" formatCode="0.00">
                  <c:v>2.1701666666666668</c:v>
                </c:pt>
                <c:pt idx="3932" formatCode="0.00">
                  <c:v>2.1709999999999998</c:v>
                </c:pt>
                <c:pt idx="3933" formatCode="0.00">
                  <c:v>2.1718333333333333</c:v>
                </c:pt>
                <c:pt idx="3934" formatCode="0.00">
                  <c:v>2.1726666666666667</c:v>
                </c:pt>
                <c:pt idx="3935" formatCode="0.00">
                  <c:v>2.1734999999999998</c:v>
                </c:pt>
                <c:pt idx="3936" formatCode="0.00">
                  <c:v>2.1743333333333337</c:v>
                </c:pt>
                <c:pt idx="3937" formatCode="0.00">
                  <c:v>2.1751666666666667</c:v>
                </c:pt>
                <c:pt idx="3938" formatCode="0.00">
                  <c:v>2.1760000000000002</c:v>
                </c:pt>
                <c:pt idx="3939" formatCode="0.00">
                  <c:v>2.1768333333333336</c:v>
                </c:pt>
                <c:pt idx="3940" formatCode="0.00">
                  <c:v>2.1776666666666666</c:v>
                </c:pt>
                <c:pt idx="3941" formatCode="0.00">
                  <c:v>2.1785000000000001</c:v>
                </c:pt>
                <c:pt idx="3942" formatCode="0.00">
                  <c:v>2.1793333333333331</c:v>
                </c:pt>
                <c:pt idx="3943" formatCode="0.00">
                  <c:v>2.1801666666666666</c:v>
                </c:pt>
                <c:pt idx="3944" formatCode="0.00">
                  <c:v>2.181</c:v>
                </c:pt>
                <c:pt idx="3945" formatCode="0.00">
                  <c:v>2.1818333333333335</c:v>
                </c:pt>
                <c:pt idx="3946" formatCode="0.00">
                  <c:v>2.182666666666667</c:v>
                </c:pt>
                <c:pt idx="3947" formatCode="0.00">
                  <c:v>2.1835</c:v>
                </c:pt>
                <c:pt idx="3948" formatCode="0.00">
                  <c:v>2.1843333333333335</c:v>
                </c:pt>
                <c:pt idx="3949" formatCode="0.00">
                  <c:v>2.1851666666666669</c:v>
                </c:pt>
                <c:pt idx="3950" formatCode="0.00">
                  <c:v>2.1859999999999999</c:v>
                </c:pt>
                <c:pt idx="3951" formatCode="0.00">
                  <c:v>2.1868333333333334</c:v>
                </c:pt>
                <c:pt idx="3952" formatCode="0.00">
                  <c:v>2.1876666666666664</c:v>
                </c:pt>
                <c:pt idx="3953" formatCode="0.00">
                  <c:v>2.1884999999999999</c:v>
                </c:pt>
                <c:pt idx="3954" formatCode="0.00">
                  <c:v>2.1893333333333338</c:v>
                </c:pt>
                <c:pt idx="3955" formatCode="0.00">
                  <c:v>2.1901666666666668</c:v>
                </c:pt>
                <c:pt idx="3956" formatCode="0.00">
                  <c:v>2.1910000000000003</c:v>
                </c:pt>
                <c:pt idx="3957" formatCode="0.00">
                  <c:v>2.1918333333333333</c:v>
                </c:pt>
                <c:pt idx="3958" formatCode="0.00">
                  <c:v>2.1926666666666668</c:v>
                </c:pt>
                <c:pt idx="3959" formatCode="0.00">
                  <c:v>2.1935000000000002</c:v>
                </c:pt>
                <c:pt idx="3960" formatCode="0.00">
                  <c:v>2.1943333333333332</c:v>
                </c:pt>
                <c:pt idx="3961" formatCode="0.00">
                  <c:v>2.1951666666666667</c:v>
                </c:pt>
                <c:pt idx="3962" formatCode="0.00">
                  <c:v>2.1959999999999997</c:v>
                </c:pt>
                <c:pt idx="3963" formatCode="0.00">
                  <c:v>2.1968333333333332</c:v>
                </c:pt>
                <c:pt idx="3964" formatCode="0.00">
                  <c:v>2.1976666666666671</c:v>
                </c:pt>
                <c:pt idx="3965" formatCode="0.00">
                  <c:v>2.1985000000000001</c:v>
                </c:pt>
                <c:pt idx="3966" formatCode="0.00">
                  <c:v>2.1993333333333336</c:v>
                </c:pt>
                <c:pt idx="3967" formatCode="0.00">
                  <c:v>2.2001666666666666</c:v>
                </c:pt>
                <c:pt idx="3968" formatCode="0.00">
                  <c:v>2.2010000000000001</c:v>
                </c:pt>
                <c:pt idx="3969" formatCode="0.00">
                  <c:v>2.2018333333333335</c:v>
                </c:pt>
                <c:pt idx="3970" formatCode="0.00">
                  <c:v>2.2026666666666666</c:v>
                </c:pt>
                <c:pt idx="3971" formatCode="0.00">
                  <c:v>2.2035</c:v>
                </c:pt>
                <c:pt idx="3972" formatCode="0.00">
                  <c:v>2.204333333333333</c:v>
                </c:pt>
                <c:pt idx="3973" formatCode="0.00">
                  <c:v>2.2051666666666669</c:v>
                </c:pt>
                <c:pt idx="3974" formatCode="0.00">
                  <c:v>2.2060000000000004</c:v>
                </c:pt>
                <c:pt idx="3975" formatCode="0.00">
                  <c:v>2.2068333333333334</c:v>
                </c:pt>
                <c:pt idx="3976" formatCode="0.00">
                  <c:v>2.2076666666666669</c:v>
                </c:pt>
                <c:pt idx="3977" formatCode="0.00">
                  <c:v>2.2084999999999999</c:v>
                </c:pt>
                <c:pt idx="3978" formatCode="0.00">
                  <c:v>2.2093333333333334</c:v>
                </c:pt>
                <c:pt idx="3979" formatCode="0.00">
                  <c:v>2.2101666666666668</c:v>
                </c:pt>
                <c:pt idx="3980" formatCode="0.00">
                  <c:v>2.2109999999999999</c:v>
                </c:pt>
                <c:pt idx="3981" formatCode="0.00">
                  <c:v>2.2118333333333333</c:v>
                </c:pt>
                <c:pt idx="3982" formatCode="0.00">
                  <c:v>2.2126666666666663</c:v>
                </c:pt>
                <c:pt idx="3983" formatCode="0.00">
                  <c:v>2.2135000000000002</c:v>
                </c:pt>
                <c:pt idx="3984" formatCode="0.00">
                  <c:v>2.2143333333333337</c:v>
                </c:pt>
                <c:pt idx="3985" formatCode="0.00">
                  <c:v>2.2151666666666667</c:v>
                </c:pt>
                <c:pt idx="3986" formatCode="0.00">
                  <c:v>2.2160000000000002</c:v>
                </c:pt>
                <c:pt idx="3987" formatCode="0.00">
                  <c:v>2.2168333333333332</c:v>
                </c:pt>
                <c:pt idx="3988" formatCode="0.00">
                  <c:v>2.2176666666666667</c:v>
                </c:pt>
                <c:pt idx="3989" formatCode="0.00">
                  <c:v>2.2185000000000001</c:v>
                </c:pt>
                <c:pt idx="3990" formatCode="0.00">
                  <c:v>2.2193333333333332</c:v>
                </c:pt>
                <c:pt idx="3991" formatCode="0.00">
                  <c:v>2.2201666666666666</c:v>
                </c:pt>
                <c:pt idx="3992" formatCode="0.00">
                  <c:v>2.2210000000000001</c:v>
                </c:pt>
                <c:pt idx="3993" formatCode="0.00">
                  <c:v>2.2218333333333335</c:v>
                </c:pt>
                <c:pt idx="3994" formatCode="0.00">
                  <c:v>2.222666666666667</c:v>
                </c:pt>
                <c:pt idx="3995" formatCode="0.00">
                  <c:v>2.2235</c:v>
                </c:pt>
                <c:pt idx="3996" formatCode="0.00">
                  <c:v>2.2243333333333335</c:v>
                </c:pt>
                <c:pt idx="3997" formatCode="0.00">
                  <c:v>2.2251666666666665</c:v>
                </c:pt>
                <c:pt idx="3998" formatCode="0.00">
                  <c:v>2.226</c:v>
                </c:pt>
                <c:pt idx="3999" formatCode="0.00">
                  <c:v>2.2268333333333334</c:v>
                </c:pt>
                <c:pt idx="4000" formatCode="0.00">
                  <c:v>2.2276666666666665</c:v>
                </c:pt>
                <c:pt idx="4001" formatCode="0.00">
                  <c:v>2.2285000000000004</c:v>
                </c:pt>
                <c:pt idx="4002" formatCode="0.00">
                  <c:v>2.2293333333333334</c:v>
                </c:pt>
                <c:pt idx="4003" formatCode="0.00">
                  <c:v>2.2301666666666669</c:v>
                </c:pt>
                <c:pt idx="4004" formatCode="0.00">
                  <c:v>2.2310000000000003</c:v>
                </c:pt>
                <c:pt idx="4005" formatCode="0.00">
                  <c:v>2.2318333333333333</c:v>
                </c:pt>
                <c:pt idx="4006" formatCode="0.00">
                  <c:v>2.2326666666666668</c:v>
                </c:pt>
                <c:pt idx="4007" formatCode="0.00">
                  <c:v>2.2334999999999998</c:v>
                </c:pt>
                <c:pt idx="4008" formatCode="0.00">
                  <c:v>2.2343333333333333</c:v>
                </c:pt>
                <c:pt idx="4009" formatCode="0.00">
                  <c:v>2.2351666666666667</c:v>
                </c:pt>
                <c:pt idx="4010" formatCode="0.00">
                  <c:v>2.2359999999999998</c:v>
                </c:pt>
                <c:pt idx="4011" formatCode="0.00">
                  <c:v>2.2368333333333337</c:v>
                </c:pt>
                <c:pt idx="4012" formatCode="0.00">
                  <c:v>2.2376666666666667</c:v>
                </c:pt>
                <c:pt idx="4013" formatCode="0.00">
                  <c:v>2.2385000000000002</c:v>
                </c:pt>
                <c:pt idx="4014" formatCode="0.00">
                  <c:v>2.2393333333333336</c:v>
                </c:pt>
                <c:pt idx="4015" formatCode="0.00">
                  <c:v>2.2401666666666666</c:v>
                </c:pt>
                <c:pt idx="4016" formatCode="0.00">
                  <c:v>2.2410000000000001</c:v>
                </c:pt>
                <c:pt idx="4017" formatCode="0.00">
                  <c:v>2.2418333333333331</c:v>
                </c:pt>
                <c:pt idx="4018" formatCode="0.00">
                  <c:v>2.2426666666666666</c:v>
                </c:pt>
                <c:pt idx="4019" formatCode="0.00">
                  <c:v>2.2435</c:v>
                </c:pt>
                <c:pt idx="4020" formatCode="0.00">
                  <c:v>2.2443333333333335</c:v>
                </c:pt>
                <c:pt idx="4021" formatCode="0.00">
                  <c:v>2.245166666666667</c:v>
                </c:pt>
                <c:pt idx="4022" formatCode="0.00">
                  <c:v>2.246</c:v>
                </c:pt>
                <c:pt idx="4023" formatCode="0.00">
                  <c:v>2.2468333333333335</c:v>
                </c:pt>
                <c:pt idx="4024" formatCode="0.00">
                  <c:v>2.2476666666666669</c:v>
                </c:pt>
                <c:pt idx="4025" formatCode="0.00">
                  <c:v>2.2484999999999999</c:v>
                </c:pt>
                <c:pt idx="4026" formatCode="0.00">
                  <c:v>2.2493333333333334</c:v>
                </c:pt>
                <c:pt idx="4027" formatCode="0.00">
                  <c:v>2.2501666666666664</c:v>
                </c:pt>
                <c:pt idx="4028" formatCode="0.00">
                  <c:v>2.2509999999999999</c:v>
                </c:pt>
                <c:pt idx="4029" formatCode="0.00">
                  <c:v>2.2518333333333338</c:v>
                </c:pt>
                <c:pt idx="4030" formatCode="0.00">
                  <c:v>2.2526666666666668</c:v>
                </c:pt>
                <c:pt idx="4031" formatCode="0.00">
                  <c:v>2.2535000000000003</c:v>
                </c:pt>
                <c:pt idx="4032" formatCode="0.00">
                  <c:v>2.2543333333333333</c:v>
                </c:pt>
                <c:pt idx="4033" formatCode="0.00">
                  <c:v>2.2551666666666668</c:v>
                </c:pt>
                <c:pt idx="4034" formatCode="0.00">
                  <c:v>2.2560000000000002</c:v>
                </c:pt>
                <c:pt idx="4035" formatCode="0.00">
                  <c:v>2.2568333333333332</c:v>
                </c:pt>
                <c:pt idx="4036" formatCode="0.00">
                  <c:v>2.2576666666666667</c:v>
                </c:pt>
                <c:pt idx="4037" formatCode="0.00">
                  <c:v>2.2584999999999997</c:v>
                </c:pt>
                <c:pt idx="4038" formatCode="0.00">
                  <c:v>2.2593333333333332</c:v>
                </c:pt>
                <c:pt idx="4039" formatCode="0.00">
                  <c:v>2.2601666666666671</c:v>
                </c:pt>
                <c:pt idx="4040" formatCode="0.00">
                  <c:v>2.2610000000000001</c:v>
                </c:pt>
                <c:pt idx="4041" formatCode="0.00">
                  <c:v>2.2618333333333336</c:v>
                </c:pt>
                <c:pt idx="4042" formatCode="0.00">
                  <c:v>2.2626666666666666</c:v>
                </c:pt>
                <c:pt idx="4043" formatCode="0.00">
                  <c:v>2.2635000000000001</c:v>
                </c:pt>
                <c:pt idx="4044" formatCode="0.00">
                  <c:v>2.2643333333333335</c:v>
                </c:pt>
                <c:pt idx="4045" formatCode="0.00">
                  <c:v>2.2651666666666666</c:v>
                </c:pt>
                <c:pt idx="4046" formatCode="0.00">
                  <c:v>2.266</c:v>
                </c:pt>
                <c:pt idx="4047" formatCode="0.00">
                  <c:v>2.266833333333333</c:v>
                </c:pt>
                <c:pt idx="4048" formatCode="0.00">
                  <c:v>2.2676666666666669</c:v>
                </c:pt>
                <c:pt idx="4049" formatCode="0.00">
                  <c:v>2.2685000000000004</c:v>
                </c:pt>
                <c:pt idx="4050" formatCode="0.00">
                  <c:v>2.2693333333333334</c:v>
                </c:pt>
                <c:pt idx="4051" formatCode="0.00">
                  <c:v>2.2701666666666669</c:v>
                </c:pt>
                <c:pt idx="4052" formatCode="0.00">
                  <c:v>2.2709999999999999</c:v>
                </c:pt>
                <c:pt idx="4053" formatCode="0.00">
                  <c:v>2.2718333333333334</c:v>
                </c:pt>
                <c:pt idx="4054" formatCode="0.00">
                  <c:v>2.2726666666666668</c:v>
                </c:pt>
                <c:pt idx="4055" formatCode="0.00">
                  <c:v>2.2734999999999999</c:v>
                </c:pt>
                <c:pt idx="4056" formatCode="0.00">
                  <c:v>2.2743333333333333</c:v>
                </c:pt>
                <c:pt idx="4057" formatCode="0.00">
                  <c:v>2.2751666666666663</c:v>
                </c:pt>
                <c:pt idx="4058" formatCode="0.00">
                  <c:v>2.2760000000000002</c:v>
                </c:pt>
                <c:pt idx="4059" formatCode="0.00">
                  <c:v>2.2768333333333337</c:v>
                </c:pt>
                <c:pt idx="4060" formatCode="0.00">
                  <c:v>2.2776666666666667</c:v>
                </c:pt>
                <c:pt idx="4061" formatCode="0.00">
                  <c:v>2.2785000000000002</c:v>
                </c:pt>
                <c:pt idx="4062" formatCode="0.00">
                  <c:v>2.2793333333333332</c:v>
                </c:pt>
                <c:pt idx="4063" formatCode="0.00">
                  <c:v>2.2801666666666667</c:v>
                </c:pt>
                <c:pt idx="4064" formatCode="0.00">
                  <c:v>2.2810000000000001</c:v>
                </c:pt>
                <c:pt idx="4065" formatCode="0.00">
                  <c:v>2.2818333333333332</c:v>
                </c:pt>
                <c:pt idx="4066" formatCode="0.00">
                  <c:v>2.2826666666666666</c:v>
                </c:pt>
                <c:pt idx="4067" formatCode="0.00">
                  <c:v>2.2835000000000001</c:v>
                </c:pt>
                <c:pt idx="4068" formatCode="0.00">
                  <c:v>2.2843333333333335</c:v>
                </c:pt>
                <c:pt idx="4069" formatCode="0.00">
                  <c:v>2.285166666666667</c:v>
                </c:pt>
                <c:pt idx="4070" formatCode="0.00">
                  <c:v>2.286</c:v>
                </c:pt>
                <c:pt idx="4071" formatCode="0.00">
                  <c:v>2.2868333333333335</c:v>
                </c:pt>
                <c:pt idx="4072" formatCode="0.00">
                  <c:v>2.2876666666666665</c:v>
                </c:pt>
                <c:pt idx="4073" formatCode="0.00">
                  <c:v>2.2885</c:v>
                </c:pt>
                <c:pt idx="4074" formatCode="0.00">
                  <c:v>2.2893333333333334</c:v>
                </c:pt>
                <c:pt idx="4075" formatCode="0.00">
                  <c:v>2.2901666666666665</c:v>
                </c:pt>
                <c:pt idx="4076" formatCode="0.00">
                  <c:v>2.2910000000000004</c:v>
                </c:pt>
                <c:pt idx="4077" formatCode="0.00">
                  <c:v>2.2918333333333334</c:v>
                </c:pt>
                <c:pt idx="4078" formatCode="0.00">
                  <c:v>2.2926666666666669</c:v>
                </c:pt>
                <c:pt idx="4079" formatCode="0.00">
                  <c:v>2.2935000000000003</c:v>
                </c:pt>
                <c:pt idx="4080" formatCode="0.00">
                  <c:v>2.2943333333333333</c:v>
                </c:pt>
                <c:pt idx="4081" formatCode="0.00">
                  <c:v>2.2951666666666668</c:v>
                </c:pt>
                <c:pt idx="4082" formatCode="0.00">
                  <c:v>2.2959999999999998</c:v>
                </c:pt>
                <c:pt idx="4083" formatCode="0.00">
                  <c:v>2.2968333333333333</c:v>
                </c:pt>
                <c:pt idx="4084" formatCode="0.00">
                  <c:v>2.2976666666666667</c:v>
                </c:pt>
                <c:pt idx="4085" formatCode="0.00">
                  <c:v>2.2984999999999998</c:v>
                </c:pt>
                <c:pt idx="4086" formatCode="0.00">
                  <c:v>2.2993333333333337</c:v>
                </c:pt>
                <c:pt idx="4087" formatCode="0.00">
                  <c:v>2.3001666666666667</c:v>
                </c:pt>
                <c:pt idx="4088" formatCode="0.00">
                  <c:v>2.3010000000000002</c:v>
                </c:pt>
                <c:pt idx="4089" formatCode="0.00">
                  <c:v>2.3018333333333336</c:v>
                </c:pt>
                <c:pt idx="4090" formatCode="0.00">
                  <c:v>2.3026666666666666</c:v>
                </c:pt>
                <c:pt idx="4091" formatCode="0.00">
                  <c:v>2.3035000000000001</c:v>
                </c:pt>
                <c:pt idx="4092" formatCode="0.00">
                  <c:v>2.3043333333333331</c:v>
                </c:pt>
                <c:pt idx="4093" formatCode="0.00">
                  <c:v>2.3051666666666666</c:v>
                </c:pt>
                <c:pt idx="4094" formatCode="0.00">
                  <c:v>2.306</c:v>
                </c:pt>
                <c:pt idx="4095" formatCode="0.00">
                  <c:v>2.3068333333333335</c:v>
                </c:pt>
                <c:pt idx="4096" formatCode="0.00">
                  <c:v>2.307666666666667</c:v>
                </c:pt>
                <c:pt idx="4097" formatCode="0.00">
                  <c:v>2.3085</c:v>
                </c:pt>
                <c:pt idx="4098" formatCode="0.00">
                  <c:v>2.3093333333333335</c:v>
                </c:pt>
                <c:pt idx="4099" formatCode="0.00">
                  <c:v>2.3101666666666669</c:v>
                </c:pt>
                <c:pt idx="4100" formatCode="0.00">
                  <c:v>2.3109999999999999</c:v>
                </c:pt>
                <c:pt idx="4101" formatCode="0.00">
                  <c:v>2.3118333333333334</c:v>
                </c:pt>
                <c:pt idx="4102" formatCode="0.00">
                  <c:v>2.3126666666666664</c:v>
                </c:pt>
                <c:pt idx="4103" formatCode="0.00">
                  <c:v>2.3134999999999999</c:v>
                </c:pt>
                <c:pt idx="4104" formatCode="0.00">
                  <c:v>2.3143333333333338</c:v>
                </c:pt>
                <c:pt idx="4105" formatCode="0.00">
                  <c:v>2.3151666666666668</c:v>
                </c:pt>
                <c:pt idx="4106" formatCode="0.00">
                  <c:v>2.3160000000000003</c:v>
                </c:pt>
                <c:pt idx="4107" formatCode="0.00">
                  <c:v>2.3168333333333333</c:v>
                </c:pt>
                <c:pt idx="4108" formatCode="0.00">
                  <c:v>2.3176666666666668</c:v>
                </c:pt>
                <c:pt idx="4109" formatCode="0.00">
                  <c:v>2.3185000000000002</c:v>
                </c:pt>
                <c:pt idx="4110" formatCode="0.00">
                  <c:v>2.3193333333333332</c:v>
                </c:pt>
                <c:pt idx="4111" formatCode="0.00">
                  <c:v>2.3201666666666667</c:v>
                </c:pt>
                <c:pt idx="4112" formatCode="0.00">
                  <c:v>2.3209999999999997</c:v>
                </c:pt>
                <c:pt idx="4113" formatCode="0.00">
                  <c:v>2.3218333333333332</c:v>
                </c:pt>
                <c:pt idx="4114" formatCode="0.00">
                  <c:v>2.3226666666666671</c:v>
                </c:pt>
                <c:pt idx="4115" formatCode="0.00">
                  <c:v>2.3235000000000001</c:v>
                </c:pt>
                <c:pt idx="4116" formatCode="0.00">
                  <c:v>2.3243333333333336</c:v>
                </c:pt>
                <c:pt idx="4117" formatCode="0.00">
                  <c:v>2.3251666666666666</c:v>
                </c:pt>
                <c:pt idx="4118" formatCode="0.00">
                  <c:v>2.3260000000000001</c:v>
                </c:pt>
                <c:pt idx="4119" formatCode="0.00">
                  <c:v>2.3268333333333335</c:v>
                </c:pt>
                <c:pt idx="4120" formatCode="0.00">
                  <c:v>2.3276666666666666</c:v>
                </c:pt>
                <c:pt idx="4121" formatCode="0.00">
                  <c:v>2.3285</c:v>
                </c:pt>
                <c:pt idx="4122" formatCode="0.00">
                  <c:v>2.329333333333333</c:v>
                </c:pt>
                <c:pt idx="4123" formatCode="0.00">
                  <c:v>2.3301666666666669</c:v>
                </c:pt>
                <c:pt idx="4124" formatCode="0.00">
                  <c:v>2.3310000000000004</c:v>
                </c:pt>
                <c:pt idx="4125" formatCode="0.00">
                  <c:v>2.3318333333333334</c:v>
                </c:pt>
                <c:pt idx="4126" formatCode="0.00">
                  <c:v>2.3326666666666669</c:v>
                </c:pt>
                <c:pt idx="4127" formatCode="0.00">
                  <c:v>2.3334999999999999</c:v>
                </c:pt>
                <c:pt idx="4128" formatCode="0.00">
                  <c:v>2.3343333333333334</c:v>
                </c:pt>
                <c:pt idx="4129" formatCode="0.00">
                  <c:v>2.3351666666666668</c:v>
                </c:pt>
                <c:pt idx="4130" formatCode="0.00">
                  <c:v>2.3359999999999999</c:v>
                </c:pt>
                <c:pt idx="4131" formatCode="0.00">
                  <c:v>2.3368333333333333</c:v>
                </c:pt>
                <c:pt idx="4132" formatCode="0.00">
                  <c:v>2.3376666666666663</c:v>
                </c:pt>
                <c:pt idx="4133" formatCode="0.00">
                  <c:v>2.3385000000000002</c:v>
                </c:pt>
                <c:pt idx="4134" formatCode="0.00">
                  <c:v>2.3393333333333337</c:v>
                </c:pt>
                <c:pt idx="4135" formatCode="0.00">
                  <c:v>2.3401666666666667</c:v>
                </c:pt>
                <c:pt idx="4136" formatCode="0.00">
                  <c:v>2.3410000000000002</c:v>
                </c:pt>
                <c:pt idx="4137" formatCode="0.00">
                  <c:v>2.3418333333333332</c:v>
                </c:pt>
                <c:pt idx="4138" formatCode="0.00">
                  <c:v>2.3426666666666667</c:v>
                </c:pt>
                <c:pt idx="4139" formatCode="0.00">
                  <c:v>2.3435000000000001</c:v>
                </c:pt>
                <c:pt idx="4140" formatCode="0.00">
                  <c:v>2.3443333333333332</c:v>
                </c:pt>
                <c:pt idx="4141" formatCode="0.00">
                  <c:v>2.3451666666666666</c:v>
                </c:pt>
                <c:pt idx="4142" formatCode="0.00">
                  <c:v>2.3460000000000001</c:v>
                </c:pt>
                <c:pt idx="4143" formatCode="0.00">
                  <c:v>2.3468333333333335</c:v>
                </c:pt>
                <c:pt idx="4144" formatCode="0.00">
                  <c:v>2.347666666666667</c:v>
                </c:pt>
                <c:pt idx="4145" formatCode="0.00">
                  <c:v>2.3485</c:v>
                </c:pt>
                <c:pt idx="4146" formatCode="0.00">
                  <c:v>2.3493333333333335</c:v>
                </c:pt>
                <c:pt idx="4147" formatCode="0.00">
                  <c:v>2.3501666666666665</c:v>
                </c:pt>
                <c:pt idx="4148" formatCode="0.00">
                  <c:v>2.351</c:v>
                </c:pt>
                <c:pt idx="4149" formatCode="0.00">
                  <c:v>2.3518333333333334</c:v>
                </c:pt>
                <c:pt idx="4150" formatCode="0.00">
                  <c:v>2.3526666666666665</c:v>
                </c:pt>
                <c:pt idx="4151" formatCode="0.00">
                  <c:v>2.3535000000000004</c:v>
                </c:pt>
                <c:pt idx="4152" formatCode="0.00">
                  <c:v>2.3543333333333334</c:v>
                </c:pt>
                <c:pt idx="4153" formatCode="0.00">
                  <c:v>2.3551666666666669</c:v>
                </c:pt>
                <c:pt idx="4154" formatCode="0.00">
                  <c:v>2.3560000000000003</c:v>
                </c:pt>
                <c:pt idx="4155" formatCode="0.00">
                  <c:v>2.3568333333333333</c:v>
                </c:pt>
                <c:pt idx="4156" formatCode="0.00">
                  <c:v>2.3576666666666668</c:v>
                </c:pt>
                <c:pt idx="4157" formatCode="0.00">
                  <c:v>2.3584999999999998</c:v>
                </c:pt>
                <c:pt idx="4158" formatCode="0.00">
                  <c:v>2.3593333333333333</c:v>
                </c:pt>
                <c:pt idx="4159" formatCode="0.00">
                  <c:v>2.3601666666666667</c:v>
                </c:pt>
                <c:pt idx="4160" formatCode="0.00">
                  <c:v>2.3609999999999998</c:v>
                </c:pt>
                <c:pt idx="4161" formatCode="0.00">
                  <c:v>2.3618333333333337</c:v>
                </c:pt>
                <c:pt idx="4162" formatCode="0.00">
                  <c:v>2.3626666666666667</c:v>
                </c:pt>
                <c:pt idx="4163" formatCode="0.00">
                  <c:v>2.3635000000000002</c:v>
                </c:pt>
                <c:pt idx="4164" formatCode="0.00">
                  <c:v>2.3643333333333336</c:v>
                </c:pt>
                <c:pt idx="4165" formatCode="0.00">
                  <c:v>2.3651666666666666</c:v>
                </c:pt>
                <c:pt idx="4166" formatCode="0.00">
                  <c:v>2.3660000000000001</c:v>
                </c:pt>
                <c:pt idx="4167" formatCode="0.00">
                  <c:v>2.3668333333333331</c:v>
                </c:pt>
                <c:pt idx="4168" formatCode="0.00">
                  <c:v>2.3676666666666666</c:v>
                </c:pt>
                <c:pt idx="4169" formatCode="0.00">
                  <c:v>2.3685</c:v>
                </c:pt>
                <c:pt idx="4170" formatCode="0.00">
                  <c:v>2.3693333333333335</c:v>
                </c:pt>
                <c:pt idx="4171" formatCode="0.00">
                  <c:v>2.370166666666667</c:v>
                </c:pt>
                <c:pt idx="4172" formatCode="0.00">
                  <c:v>2.371</c:v>
                </c:pt>
                <c:pt idx="4173" formatCode="0.00">
                  <c:v>2.3718333333333335</c:v>
                </c:pt>
                <c:pt idx="4174" formatCode="0.00">
                  <c:v>2.3726666666666669</c:v>
                </c:pt>
                <c:pt idx="4175" formatCode="0.00">
                  <c:v>2.3734999999999999</c:v>
                </c:pt>
                <c:pt idx="4176" formatCode="0.00">
                  <c:v>2.3743333333333334</c:v>
                </c:pt>
                <c:pt idx="4177" formatCode="0.00">
                  <c:v>2.3751666666666664</c:v>
                </c:pt>
                <c:pt idx="4178" formatCode="0.00">
                  <c:v>2.3759999999999999</c:v>
                </c:pt>
                <c:pt idx="4179" formatCode="0.00">
                  <c:v>2.3768333333333338</c:v>
                </c:pt>
                <c:pt idx="4180" formatCode="0.00">
                  <c:v>2.3776666666666668</c:v>
                </c:pt>
                <c:pt idx="4181" formatCode="0.00">
                  <c:v>2.3785000000000003</c:v>
                </c:pt>
                <c:pt idx="4182" formatCode="0.00">
                  <c:v>2.3793333333333333</c:v>
                </c:pt>
                <c:pt idx="4183" formatCode="0.00">
                  <c:v>2.3801666666666668</c:v>
                </c:pt>
                <c:pt idx="4184" formatCode="0.00">
                  <c:v>2.3810000000000002</c:v>
                </c:pt>
                <c:pt idx="4185" formatCode="0.00">
                  <c:v>2.3818333333333332</c:v>
                </c:pt>
                <c:pt idx="4186" formatCode="0.00">
                  <c:v>2.3826666666666667</c:v>
                </c:pt>
                <c:pt idx="4187" formatCode="0.00">
                  <c:v>2.3834999999999997</c:v>
                </c:pt>
                <c:pt idx="4188" formatCode="0.00">
                  <c:v>2.3843333333333332</c:v>
                </c:pt>
                <c:pt idx="4189" formatCode="0.00">
                  <c:v>2.3851666666666671</c:v>
                </c:pt>
                <c:pt idx="4190" formatCode="0.00">
                  <c:v>2.3860000000000001</c:v>
                </c:pt>
                <c:pt idx="4191" formatCode="0.00">
                  <c:v>2.3868333333333336</c:v>
                </c:pt>
                <c:pt idx="4192" formatCode="0.00">
                  <c:v>2.3876666666666666</c:v>
                </c:pt>
                <c:pt idx="4193" formatCode="0.00">
                  <c:v>2.3885000000000001</c:v>
                </c:pt>
                <c:pt idx="4194" formatCode="0.00">
                  <c:v>2.3893333333333335</c:v>
                </c:pt>
                <c:pt idx="4195" formatCode="0.00">
                  <c:v>2.3901666666666666</c:v>
                </c:pt>
                <c:pt idx="4196" formatCode="0.00">
                  <c:v>2.391</c:v>
                </c:pt>
                <c:pt idx="4197" formatCode="0.00">
                  <c:v>2.391833333333333</c:v>
                </c:pt>
                <c:pt idx="4198" formatCode="0.00">
                  <c:v>2.3926666666666669</c:v>
                </c:pt>
                <c:pt idx="4199" formatCode="0.00">
                  <c:v>2.3935000000000004</c:v>
                </c:pt>
                <c:pt idx="4200" formatCode="0.00">
                  <c:v>2.3943333333333334</c:v>
                </c:pt>
                <c:pt idx="4201" formatCode="0.00">
                  <c:v>2.3951666666666669</c:v>
                </c:pt>
                <c:pt idx="4202" formatCode="0.00">
                  <c:v>2.3959999999999999</c:v>
                </c:pt>
                <c:pt idx="4203" formatCode="0.00">
                  <c:v>2.3968333333333334</c:v>
                </c:pt>
                <c:pt idx="4204" formatCode="0.00">
                  <c:v>2.3976666666666668</c:v>
                </c:pt>
                <c:pt idx="4205" formatCode="0.00">
                  <c:v>2.3984999999999999</c:v>
                </c:pt>
                <c:pt idx="4206" formatCode="0.00">
                  <c:v>2.3993333333333333</c:v>
                </c:pt>
                <c:pt idx="4207" formatCode="0.00">
                  <c:v>2.4001666666666663</c:v>
                </c:pt>
                <c:pt idx="4208" formatCode="0.00">
                  <c:v>2.4010000000000002</c:v>
                </c:pt>
                <c:pt idx="4209" formatCode="0.00">
                  <c:v>2.4018333333333337</c:v>
                </c:pt>
                <c:pt idx="4210" formatCode="0.00">
                  <c:v>2.4026666666666667</c:v>
                </c:pt>
                <c:pt idx="4211" formatCode="0.00">
                  <c:v>2.4035000000000002</c:v>
                </c:pt>
                <c:pt idx="4212" formatCode="0.00">
                  <c:v>2.4043333333333332</c:v>
                </c:pt>
                <c:pt idx="4213" formatCode="0.00">
                  <c:v>2.4051666666666667</c:v>
                </c:pt>
                <c:pt idx="4214" formatCode="0.00">
                  <c:v>2.4060000000000001</c:v>
                </c:pt>
                <c:pt idx="4215" formatCode="0.00">
                  <c:v>2.4068333333333332</c:v>
                </c:pt>
                <c:pt idx="4216" formatCode="0.00">
                  <c:v>2.4076666666666666</c:v>
                </c:pt>
                <c:pt idx="4217" formatCode="0.00">
                  <c:v>2.4085000000000001</c:v>
                </c:pt>
                <c:pt idx="4218" formatCode="0.00">
                  <c:v>2.4093333333333335</c:v>
                </c:pt>
                <c:pt idx="4219" formatCode="0.00">
                  <c:v>2.410166666666667</c:v>
                </c:pt>
                <c:pt idx="4220" formatCode="0.00">
                  <c:v>2.411</c:v>
                </c:pt>
                <c:pt idx="4221" formatCode="0.00">
                  <c:v>2.4118333333333335</c:v>
                </c:pt>
                <c:pt idx="4222" formatCode="0.00">
                  <c:v>2.4126666666666665</c:v>
                </c:pt>
                <c:pt idx="4223" formatCode="0.00">
                  <c:v>2.4135</c:v>
                </c:pt>
                <c:pt idx="4224" formatCode="0.00">
                  <c:v>2.4143333333333334</c:v>
                </c:pt>
                <c:pt idx="4225" formatCode="0.00">
                  <c:v>2.4151666666666665</c:v>
                </c:pt>
                <c:pt idx="4226" formatCode="0.00">
                  <c:v>2.4160000000000004</c:v>
                </c:pt>
                <c:pt idx="4227" formatCode="0.00">
                  <c:v>2.4168333333333334</c:v>
                </c:pt>
                <c:pt idx="4228" formatCode="0.00">
                  <c:v>2.4176666666666669</c:v>
                </c:pt>
                <c:pt idx="4229" formatCode="0.00">
                  <c:v>2.4185000000000003</c:v>
                </c:pt>
                <c:pt idx="4230" formatCode="0.00">
                  <c:v>2.4193333333333333</c:v>
                </c:pt>
                <c:pt idx="4231" formatCode="0.00">
                  <c:v>2.4201666666666668</c:v>
                </c:pt>
                <c:pt idx="4232" formatCode="0.00">
                  <c:v>2.4209999999999998</c:v>
                </c:pt>
                <c:pt idx="4233" formatCode="0.00">
                  <c:v>2.4218333333333333</c:v>
                </c:pt>
                <c:pt idx="4234" formatCode="0.00">
                  <c:v>2.4226666666666667</c:v>
                </c:pt>
                <c:pt idx="4235" formatCode="0.00">
                  <c:v>2.4234999999999998</c:v>
                </c:pt>
                <c:pt idx="4236" formatCode="0.00">
                  <c:v>2.4243333333333337</c:v>
                </c:pt>
                <c:pt idx="4237" formatCode="0.00">
                  <c:v>2.4251666666666667</c:v>
                </c:pt>
                <c:pt idx="4238" formatCode="0.00">
                  <c:v>2.4260000000000002</c:v>
                </c:pt>
                <c:pt idx="4239" formatCode="0.00">
                  <c:v>2.4268333333333336</c:v>
                </c:pt>
                <c:pt idx="4240" formatCode="0.00">
                  <c:v>2.4276666666666666</c:v>
                </c:pt>
                <c:pt idx="4241" formatCode="0.00">
                  <c:v>2.4285000000000001</c:v>
                </c:pt>
                <c:pt idx="4242" formatCode="0.00">
                  <c:v>2.4293333333333331</c:v>
                </c:pt>
                <c:pt idx="4243" formatCode="0.00">
                  <c:v>2.4301666666666666</c:v>
                </c:pt>
                <c:pt idx="4244" formatCode="0.00">
                  <c:v>2.431</c:v>
                </c:pt>
                <c:pt idx="4245" formatCode="0.00">
                  <c:v>2.4318333333333335</c:v>
                </c:pt>
                <c:pt idx="4246" formatCode="0.00">
                  <c:v>2.432666666666667</c:v>
                </c:pt>
                <c:pt idx="4247" formatCode="0.00">
                  <c:v>2.4335</c:v>
                </c:pt>
                <c:pt idx="4248" formatCode="0.00">
                  <c:v>2.4343333333333335</c:v>
                </c:pt>
                <c:pt idx="4249" formatCode="0.00">
                  <c:v>2.4351666666666669</c:v>
                </c:pt>
                <c:pt idx="4250" formatCode="0.00">
                  <c:v>2.4359999999999999</c:v>
                </c:pt>
                <c:pt idx="4251" formatCode="0.00">
                  <c:v>2.4368333333333334</c:v>
                </c:pt>
                <c:pt idx="4252" formatCode="0.00">
                  <c:v>2.4376666666666664</c:v>
                </c:pt>
                <c:pt idx="4253" formatCode="0.00">
                  <c:v>2.4384999999999999</c:v>
                </c:pt>
                <c:pt idx="4254" formatCode="0.00">
                  <c:v>2.4393333333333338</c:v>
                </c:pt>
                <c:pt idx="4255" formatCode="0.00">
                  <c:v>2.4401666666666668</c:v>
                </c:pt>
                <c:pt idx="4256" formatCode="0.00">
                  <c:v>2.4410000000000003</c:v>
                </c:pt>
                <c:pt idx="4257" formatCode="0.00">
                  <c:v>2.4418333333333333</c:v>
                </c:pt>
                <c:pt idx="4258" formatCode="0.00">
                  <c:v>2.4426666666666668</c:v>
                </c:pt>
                <c:pt idx="4259" formatCode="0.00">
                  <c:v>2.4435000000000002</c:v>
                </c:pt>
                <c:pt idx="4260" formatCode="0.00">
                  <c:v>2.4443333333333332</c:v>
                </c:pt>
                <c:pt idx="4261" formatCode="0.00">
                  <c:v>2.4451666666666667</c:v>
                </c:pt>
                <c:pt idx="4262" formatCode="0.00">
                  <c:v>2.4459999999999997</c:v>
                </c:pt>
                <c:pt idx="4263" formatCode="0.00">
                  <c:v>2.4468333333333332</c:v>
                </c:pt>
                <c:pt idx="4264" formatCode="0.00">
                  <c:v>2.4476666666666671</c:v>
                </c:pt>
                <c:pt idx="4265" formatCode="0.00">
                  <c:v>2.4485000000000001</c:v>
                </c:pt>
                <c:pt idx="4266" formatCode="0.00">
                  <c:v>2.4493333333333336</c:v>
                </c:pt>
                <c:pt idx="4267" formatCode="0.00">
                  <c:v>2.4501666666666666</c:v>
                </c:pt>
                <c:pt idx="4268" formatCode="0.00">
                  <c:v>2.4510000000000001</c:v>
                </c:pt>
                <c:pt idx="4269" formatCode="0.00">
                  <c:v>2.4518333333333335</c:v>
                </c:pt>
                <c:pt idx="4270" formatCode="0.00">
                  <c:v>2.4526666666666666</c:v>
                </c:pt>
                <c:pt idx="4271" formatCode="0.00">
                  <c:v>2.4535</c:v>
                </c:pt>
                <c:pt idx="4272" formatCode="0.00">
                  <c:v>2.454333333333333</c:v>
                </c:pt>
                <c:pt idx="4273" formatCode="0.00">
                  <c:v>2.4551666666666669</c:v>
                </c:pt>
                <c:pt idx="4274" formatCode="0.00">
                  <c:v>2.4560000000000004</c:v>
                </c:pt>
                <c:pt idx="4275" formatCode="0.00">
                  <c:v>2.4568333333333334</c:v>
                </c:pt>
                <c:pt idx="4276" formatCode="0.00">
                  <c:v>2.4576666666666669</c:v>
                </c:pt>
                <c:pt idx="4277" formatCode="0.00">
                  <c:v>2.4584999999999999</c:v>
                </c:pt>
                <c:pt idx="4278" formatCode="0.00">
                  <c:v>2.4593333333333334</c:v>
                </c:pt>
                <c:pt idx="4279" formatCode="0.00">
                  <c:v>2.4601666666666668</c:v>
                </c:pt>
                <c:pt idx="4280" formatCode="0.00">
                  <c:v>2.4609999999999999</c:v>
                </c:pt>
                <c:pt idx="4281" formatCode="0.00">
                  <c:v>2.4618333333333333</c:v>
                </c:pt>
                <c:pt idx="4282" formatCode="0.00">
                  <c:v>2.4626666666666663</c:v>
                </c:pt>
                <c:pt idx="4283" formatCode="0.00">
                  <c:v>2.4635000000000002</c:v>
                </c:pt>
                <c:pt idx="4284" formatCode="0.00">
                  <c:v>2.4643333333333337</c:v>
                </c:pt>
                <c:pt idx="4285" formatCode="0.00">
                  <c:v>2.4651666666666667</c:v>
                </c:pt>
                <c:pt idx="4286" formatCode="0.00">
                  <c:v>2.4660000000000002</c:v>
                </c:pt>
                <c:pt idx="4287" formatCode="0.00">
                  <c:v>2.4668333333333332</c:v>
                </c:pt>
                <c:pt idx="4288" formatCode="0.00">
                  <c:v>2.4676666666666667</c:v>
                </c:pt>
                <c:pt idx="4289" formatCode="0.00">
                  <c:v>2.4685000000000001</c:v>
                </c:pt>
                <c:pt idx="4290" formatCode="0.00">
                  <c:v>2.4693333333333332</c:v>
                </c:pt>
                <c:pt idx="4291" formatCode="0.00">
                  <c:v>2.4701666666666666</c:v>
                </c:pt>
                <c:pt idx="4292" formatCode="0.00">
                  <c:v>2.4710000000000001</c:v>
                </c:pt>
                <c:pt idx="4293" formatCode="0.00">
                  <c:v>2.4718333333333335</c:v>
                </c:pt>
                <c:pt idx="4294" formatCode="0.00">
                  <c:v>2.472666666666667</c:v>
                </c:pt>
                <c:pt idx="4295" formatCode="0.00">
                  <c:v>2.4735</c:v>
                </c:pt>
                <c:pt idx="4296" formatCode="0.00">
                  <c:v>2.4743333333333335</c:v>
                </c:pt>
                <c:pt idx="4297" formatCode="0.00">
                  <c:v>2.4751666666666665</c:v>
                </c:pt>
                <c:pt idx="4298" formatCode="0.00">
                  <c:v>2.476</c:v>
                </c:pt>
                <c:pt idx="4299" formatCode="0.00">
                  <c:v>2.4768333333333334</c:v>
                </c:pt>
                <c:pt idx="4300" formatCode="0.00">
                  <c:v>2.4776666666666665</c:v>
                </c:pt>
                <c:pt idx="4301" formatCode="0.00">
                  <c:v>2.4785000000000004</c:v>
                </c:pt>
                <c:pt idx="4302" formatCode="0.00">
                  <c:v>2.4793333333333334</c:v>
                </c:pt>
                <c:pt idx="4303" formatCode="0.00">
                  <c:v>2.4801666666666669</c:v>
                </c:pt>
                <c:pt idx="4304" formatCode="0.00">
                  <c:v>2.4810000000000003</c:v>
                </c:pt>
                <c:pt idx="4305" formatCode="0.00">
                  <c:v>2.4818333333333333</c:v>
                </c:pt>
                <c:pt idx="4306" formatCode="0.00">
                  <c:v>2.4826666666666668</c:v>
                </c:pt>
                <c:pt idx="4307" formatCode="0.00">
                  <c:v>2.4834999999999998</c:v>
                </c:pt>
                <c:pt idx="4308" formatCode="0.00">
                  <c:v>2.4843333333333333</c:v>
                </c:pt>
                <c:pt idx="4309" formatCode="0.00">
                  <c:v>2.4851666666666667</c:v>
                </c:pt>
                <c:pt idx="4310" formatCode="0.00">
                  <c:v>2.4859999999999998</c:v>
                </c:pt>
                <c:pt idx="4311" formatCode="0.00">
                  <c:v>2.4868333333333337</c:v>
                </c:pt>
                <c:pt idx="4312" formatCode="0.00">
                  <c:v>2.4876666666666667</c:v>
                </c:pt>
                <c:pt idx="4313" formatCode="0.00">
                  <c:v>2.4885000000000002</c:v>
                </c:pt>
                <c:pt idx="4314" formatCode="0.00">
                  <c:v>2.4893333333333336</c:v>
                </c:pt>
                <c:pt idx="4315" formatCode="0.00">
                  <c:v>2.4901666666666666</c:v>
                </c:pt>
                <c:pt idx="4316" formatCode="0.00">
                  <c:v>2.4910000000000001</c:v>
                </c:pt>
                <c:pt idx="4317" formatCode="0.00">
                  <c:v>2.4918333333333331</c:v>
                </c:pt>
                <c:pt idx="4318" formatCode="0.00">
                  <c:v>2.4926666666666666</c:v>
                </c:pt>
                <c:pt idx="4319" formatCode="0.00">
                  <c:v>2.4935</c:v>
                </c:pt>
                <c:pt idx="4320" formatCode="0.00">
                  <c:v>2.4943333333333335</c:v>
                </c:pt>
                <c:pt idx="4321" formatCode="0.00">
                  <c:v>2.495166666666667</c:v>
                </c:pt>
                <c:pt idx="4322" formatCode="0.00">
                  <c:v>2.496</c:v>
                </c:pt>
                <c:pt idx="4323" formatCode="0.00">
                  <c:v>2.4968333333333335</c:v>
                </c:pt>
                <c:pt idx="4324" formatCode="0.00">
                  <c:v>2.4976666666666669</c:v>
                </c:pt>
                <c:pt idx="4325" formatCode="0.00">
                  <c:v>2.4984999999999999</c:v>
                </c:pt>
                <c:pt idx="4326" formatCode="0.00">
                  <c:v>2.4993333333333334</c:v>
                </c:pt>
                <c:pt idx="4327" formatCode="0.00">
                  <c:v>2.5001666666666664</c:v>
                </c:pt>
                <c:pt idx="4328" formatCode="0.00">
                  <c:v>2.5009999999999999</c:v>
                </c:pt>
                <c:pt idx="4329" formatCode="0.00">
                  <c:v>2.5018333333333338</c:v>
                </c:pt>
                <c:pt idx="4330" formatCode="0.00">
                  <c:v>2.5026666666666668</c:v>
                </c:pt>
                <c:pt idx="4331" formatCode="0.00">
                  <c:v>2.5035000000000003</c:v>
                </c:pt>
                <c:pt idx="4332" formatCode="0.00">
                  <c:v>2.5043333333333333</c:v>
                </c:pt>
                <c:pt idx="4333" formatCode="0.00">
                  <c:v>2.5051666666666668</c:v>
                </c:pt>
                <c:pt idx="4334" formatCode="0.00">
                  <c:v>2.5060000000000002</c:v>
                </c:pt>
                <c:pt idx="4335" formatCode="0.00">
                  <c:v>2.5068333333333332</c:v>
                </c:pt>
                <c:pt idx="4336" formatCode="0.00">
                  <c:v>2.5076666666666667</c:v>
                </c:pt>
                <c:pt idx="4337" formatCode="0.00">
                  <c:v>2.5084999999999997</c:v>
                </c:pt>
                <c:pt idx="4338" formatCode="0.00">
                  <c:v>2.5093333333333332</c:v>
                </c:pt>
                <c:pt idx="4339" formatCode="0.00">
                  <c:v>2.5101666666666671</c:v>
                </c:pt>
                <c:pt idx="4340" formatCode="0.00">
                  <c:v>2.5110000000000001</c:v>
                </c:pt>
                <c:pt idx="4341" formatCode="0.00">
                  <c:v>2.5118333333333336</c:v>
                </c:pt>
                <c:pt idx="4342" formatCode="0.00">
                  <c:v>2.5126666666666666</c:v>
                </c:pt>
                <c:pt idx="4343" formatCode="0.00">
                  <c:v>2.5135000000000001</c:v>
                </c:pt>
                <c:pt idx="4344" formatCode="0.00">
                  <c:v>2.5143333333333335</c:v>
                </c:pt>
                <c:pt idx="4345" formatCode="0.00">
                  <c:v>2.5151666666666666</c:v>
                </c:pt>
                <c:pt idx="4346" formatCode="0.00">
                  <c:v>2.516</c:v>
                </c:pt>
                <c:pt idx="4347" formatCode="0.00">
                  <c:v>2.516833333333333</c:v>
                </c:pt>
                <c:pt idx="4348" formatCode="0.00">
                  <c:v>2.5176666666666669</c:v>
                </c:pt>
                <c:pt idx="4349" formatCode="0.00">
                  <c:v>2.5185000000000004</c:v>
                </c:pt>
                <c:pt idx="4350" formatCode="0.00">
                  <c:v>2.5193333333333334</c:v>
                </c:pt>
                <c:pt idx="4351" formatCode="0.00">
                  <c:v>2.5201666666666669</c:v>
                </c:pt>
                <c:pt idx="4352" formatCode="0.00">
                  <c:v>2.5209999999999999</c:v>
                </c:pt>
                <c:pt idx="4353" formatCode="0.00">
                  <c:v>2.5218333333333334</c:v>
                </c:pt>
                <c:pt idx="4354" formatCode="0.00">
                  <c:v>2.5226666666666668</c:v>
                </c:pt>
                <c:pt idx="4355" formatCode="0.00">
                  <c:v>2.5234999999999999</c:v>
                </c:pt>
                <c:pt idx="4356" formatCode="0.00">
                  <c:v>2.5243333333333333</c:v>
                </c:pt>
                <c:pt idx="4357" formatCode="0.00">
                  <c:v>2.5251666666666663</c:v>
                </c:pt>
                <c:pt idx="4358" formatCode="0.00">
                  <c:v>2.5260000000000002</c:v>
                </c:pt>
                <c:pt idx="4359" formatCode="0.00">
                  <c:v>2.5268333333333337</c:v>
                </c:pt>
                <c:pt idx="4360" formatCode="0.00">
                  <c:v>2.5276666666666667</c:v>
                </c:pt>
                <c:pt idx="4361" formatCode="0.00">
                  <c:v>2.5285000000000002</c:v>
                </c:pt>
                <c:pt idx="4362" formatCode="0.00">
                  <c:v>2.5293333333333332</c:v>
                </c:pt>
                <c:pt idx="4363" formatCode="0.00">
                  <c:v>2.5301666666666667</c:v>
                </c:pt>
                <c:pt idx="4364" formatCode="0.00">
                  <c:v>2.5310000000000001</c:v>
                </c:pt>
                <c:pt idx="4365" formatCode="0.00">
                  <c:v>2.5318333333333332</c:v>
                </c:pt>
                <c:pt idx="4366" formatCode="0.00">
                  <c:v>2.5326666666666666</c:v>
                </c:pt>
                <c:pt idx="4367" formatCode="0.00">
                  <c:v>2.5335000000000001</c:v>
                </c:pt>
                <c:pt idx="4368" formatCode="0.00">
                  <c:v>2.5343333333333335</c:v>
                </c:pt>
                <c:pt idx="4369" formatCode="0.00">
                  <c:v>2.535166666666667</c:v>
                </c:pt>
                <c:pt idx="4370" formatCode="0.00">
                  <c:v>2.536</c:v>
                </c:pt>
                <c:pt idx="4371" formatCode="0.00">
                  <c:v>2.5368333333333335</c:v>
                </c:pt>
                <c:pt idx="4372" formatCode="0.00">
                  <c:v>2.5376666666666665</c:v>
                </c:pt>
                <c:pt idx="4373" formatCode="0.00">
                  <c:v>2.5385</c:v>
                </c:pt>
                <c:pt idx="4374" formatCode="0.00">
                  <c:v>2.5393333333333334</c:v>
                </c:pt>
                <c:pt idx="4375" formatCode="0.00">
                  <c:v>2.5401666666666665</c:v>
                </c:pt>
                <c:pt idx="4376" formatCode="0.00">
                  <c:v>2.5410000000000004</c:v>
                </c:pt>
                <c:pt idx="4377" formatCode="0.00">
                  <c:v>2.5418333333333334</c:v>
                </c:pt>
                <c:pt idx="4378" formatCode="0.00">
                  <c:v>2.5426666666666669</c:v>
                </c:pt>
                <c:pt idx="4379" formatCode="0.00">
                  <c:v>2.5435000000000003</c:v>
                </c:pt>
                <c:pt idx="4380" formatCode="0.00">
                  <c:v>2.5443333333333333</c:v>
                </c:pt>
                <c:pt idx="4381" formatCode="0.00">
                  <c:v>2.5451666666666668</c:v>
                </c:pt>
                <c:pt idx="4382" formatCode="0.00">
                  <c:v>2.5459999999999998</c:v>
                </c:pt>
                <c:pt idx="4383" formatCode="0.00">
                  <c:v>2.5468333333333333</c:v>
                </c:pt>
                <c:pt idx="4384" formatCode="0.00">
                  <c:v>2.5476666666666667</c:v>
                </c:pt>
                <c:pt idx="4385" formatCode="0.00">
                  <c:v>2.5484999999999998</c:v>
                </c:pt>
                <c:pt idx="4386" formatCode="0.00">
                  <c:v>2.5493333333333337</c:v>
                </c:pt>
                <c:pt idx="4387" formatCode="0.00">
                  <c:v>2.5501666666666667</c:v>
                </c:pt>
                <c:pt idx="4388" formatCode="0.00">
                  <c:v>2.5510000000000002</c:v>
                </c:pt>
                <c:pt idx="4389" formatCode="0.00">
                  <c:v>2.5518333333333336</c:v>
                </c:pt>
                <c:pt idx="4390" formatCode="0.00">
                  <c:v>2.5526666666666666</c:v>
                </c:pt>
                <c:pt idx="4391" formatCode="0.00">
                  <c:v>2.5535000000000001</c:v>
                </c:pt>
                <c:pt idx="4392" formatCode="0.00">
                  <c:v>2.5543333333333331</c:v>
                </c:pt>
                <c:pt idx="4393" formatCode="0.00">
                  <c:v>2.5551666666666666</c:v>
                </c:pt>
                <c:pt idx="4394" formatCode="0.00">
                  <c:v>2.556</c:v>
                </c:pt>
                <c:pt idx="4395" formatCode="0.00">
                  <c:v>2.5568333333333335</c:v>
                </c:pt>
                <c:pt idx="4396" formatCode="0.00">
                  <c:v>2.557666666666667</c:v>
                </c:pt>
                <c:pt idx="4397" formatCode="0.00">
                  <c:v>2.5585</c:v>
                </c:pt>
                <c:pt idx="4398" formatCode="0.00">
                  <c:v>2.5593333333333335</c:v>
                </c:pt>
                <c:pt idx="4399" formatCode="0.00">
                  <c:v>2.5601666666666669</c:v>
                </c:pt>
                <c:pt idx="4400" formatCode="0.00">
                  <c:v>2.5609999999999999</c:v>
                </c:pt>
                <c:pt idx="4401" formatCode="0.00">
                  <c:v>2.5618333333333334</c:v>
                </c:pt>
                <c:pt idx="4402" formatCode="0.00">
                  <c:v>2.5626666666666664</c:v>
                </c:pt>
                <c:pt idx="4403" formatCode="0.00">
                  <c:v>2.5634999999999999</c:v>
                </c:pt>
                <c:pt idx="4404" formatCode="0.00">
                  <c:v>2.5643333333333338</c:v>
                </c:pt>
                <c:pt idx="4405" formatCode="0.00">
                  <c:v>2.5651666666666668</c:v>
                </c:pt>
                <c:pt idx="4406" formatCode="0.00">
                  <c:v>2.5660000000000003</c:v>
                </c:pt>
                <c:pt idx="4407" formatCode="0.00">
                  <c:v>2.5668333333333333</c:v>
                </c:pt>
                <c:pt idx="4408" formatCode="0.00">
                  <c:v>2.5676666666666668</c:v>
                </c:pt>
                <c:pt idx="4409" formatCode="0.00">
                  <c:v>2.5685000000000002</c:v>
                </c:pt>
                <c:pt idx="4410" formatCode="0.00">
                  <c:v>2.5693333333333332</c:v>
                </c:pt>
                <c:pt idx="4411" formatCode="0.00">
                  <c:v>2.5701666666666667</c:v>
                </c:pt>
                <c:pt idx="4412" formatCode="0.00">
                  <c:v>2.5709999999999997</c:v>
                </c:pt>
                <c:pt idx="4413" formatCode="0.00">
                  <c:v>2.5718333333333332</c:v>
                </c:pt>
                <c:pt idx="4414" formatCode="0.00">
                  <c:v>2.5726666666666671</c:v>
                </c:pt>
                <c:pt idx="4415" formatCode="0.00">
                  <c:v>2.5735000000000001</c:v>
                </c:pt>
                <c:pt idx="4416" formatCode="0.00">
                  <c:v>2.5743333333333336</c:v>
                </c:pt>
                <c:pt idx="4417" formatCode="0.00">
                  <c:v>2.5751666666666666</c:v>
                </c:pt>
                <c:pt idx="4418" formatCode="0.00">
                  <c:v>2.5760000000000001</c:v>
                </c:pt>
                <c:pt idx="4419" formatCode="0.00">
                  <c:v>2.5768333333333335</c:v>
                </c:pt>
                <c:pt idx="4420" formatCode="0.00">
                  <c:v>2.5776666666666666</c:v>
                </c:pt>
                <c:pt idx="4421" formatCode="0.00">
                  <c:v>2.5785</c:v>
                </c:pt>
                <c:pt idx="4422" formatCode="0.00">
                  <c:v>2.579333333333333</c:v>
                </c:pt>
                <c:pt idx="4423" formatCode="0.00">
                  <c:v>2.5801666666666669</c:v>
                </c:pt>
                <c:pt idx="4424" formatCode="0.00">
                  <c:v>2.5810000000000004</c:v>
                </c:pt>
                <c:pt idx="4425" formatCode="0.00">
                  <c:v>2.5818333333333334</c:v>
                </c:pt>
                <c:pt idx="4426" formatCode="0.00">
                  <c:v>2.5826666666666669</c:v>
                </c:pt>
                <c:pt idx="4427" formatCode="0.00">
                  <c:v>2.5834999999999999</c:v>
                </c:pt>
                <c:pt idx="4428" formatCode="0.00">
                  <c:v>2.5843333333333334</c:v>
                </c:pt>
                <c:pt idx="4429" formatCode="0.00">
                  <c:v>2.5851666666666668</c:v>
                </c:pt>
                <c:pt idx="4430" formatCode="0.00">
                  <c:v>2.5859999999999999</c:v>
                </c:pt>
                <c:pt idx="4431" formatCode="0.00">
                  <c:v>2.5868333333333333</c:v>
                </c:pt>
                <c:pt idx="4432" formatCode="0.00">
                  <c:v>2.5876666666666663</c:v>
                </c:pt>
                <c:pt idx="4433" formatCode="0.00">
                  <c:v>2.5885000000000002</c:v>
                </c:pt>
                <c:pt idx="4434" formatCode="0.00">
                  <c:v>2.5893333333333337</c:v>
                </c:pt>
                <c:pt idx="4435" formatCode="0.00">
                  <c:v>2.5901666666666667</c:v>
                </c:pt>
                <c:pt idx="4436" formatCode="0.00">
                  <c:v>2.5910000000000002</c:v>
                </c:pt>
                <c:pt idx="4437" formatCode="0.00">
                  <c:v>2.5918333333333332</c:v>
                </c:pt>
                <c:pt idx="4438" formatCode="0.00">
                  <c:v>2.5926666666666667</c:v>
                </c:pt>
                <c:pt idx="4439" formatCode="0.00">
                  <c:v>2.5935000000000001</c:v>
                </c:pt>
                <c:pt idx="4440" formatCode="0.00">
                  <c:v>2.5943333333333332</c:v>
                </c:pt>
                <c:pt idx="4441" formatCode="0.00">
                  <c:v>2.5951666666666666</c:v>
                </c:pt>
                <c:pt idx="4442" formatCode="0.00">
                  <c:v>2.5960000000000001</c:v>
                </c:pt>
                <c:pt idx="4443" formatCode="0.00">
                  <c:v>2.5968333333333335</c:v>
                </c:pt>
                <c:pt idx="4444" formatCode="0.00">
                  <c:v>2.597666666666667</c:v>
                </c:pt>
                <c:pt idx="4445" formatCode="0.00">
                  <c:v>2.5985</c:v>
                </c:pt>
                <c:pt idx="4446" formatCode="0.00">
                  <c:v>2.5993333333333335</c:v>
                </c:pt>
                <c:pt idx="4447" formatCode="0.00">
                  <c:v>2.6001666666666665</c:v>
                </c:pt>
                <c:pt idx="4448" formatCode="0.00">
                  <c:v>2.601</c:v>
                </c:pt>
                <c:pt idx="4449" formatCode="0.00">
                  <c:v>2.6018333333333334</c:v>
                </c:pt>
                <c:pt idx="4450" formatCode="0.00">
                  <c:v>2.6026666666666665</c:v>
                </c:pt>
                <c:pt idx="4451" formatCode="0.00">
                  <c:v>2.6035000000000004</c:v>
                </c:pt>
                <c:pt idx="4452" formatCode="0.00">
                  <c:v>2.6043333333333334</c:v>
                </c:pt>
                <c:pt idx="4453" formatCode="0.00">
                  <c:v>2.6051666666666669</c:v>
                </c:pt>
                <c:pt idx="4454" formatCode="0.00">
                  <c:v>2.6060000000000003</c:v>
                </c:pt>
                <c:pt idx="4455" formatCode="0.00">
                  <c:v>2.6068333333333333</c:v>
                </c:pt>
                <c:pt idx="4456" formatCode="0.00">
                  <c:v>2.6076666666666668</c:v>
                </c:pt>
                <c:pt idx="4457" formatCode="0.00">
                  <c:v>2.6084999999999998</c:v>
                </c:pt>
                <c:pt idx="4458" formatCode="0.00">
                  <c:v>2.6093333333333333</c:v>
                </c:pt>
                <c:pt idx="4459" formatCode="0.00">
                  <c:v>2.6101666666666667</c:v>
                </c:pt>
                <c:pt idx="4460" formatCode="0.00">
                  <c:v>2.6109999999999998</c:v>
                </c:pt>
                <c:pt idx="4461" formatCode="0.00">
                  <c:v>2.6118333333333337</c:v>
                </c:pt>
                <c:pt idx="4462" formatCode="0.00">
                  <c:v>2.6126666666666667</c:v>
                </c:pt>
                <c:pt idx="4463" formatCode="0.00">
                  <c:v>2.6135000000000002</c:v>
                </c:pt>
                <c:pt idx="4464" formatCode="0.00">
                  <c:v>2.6143333333333336</c:v>
                </c:pt>
                <c:pt idx="4465" formatCode="0.00">
                  <c:v>2.6151666666666666</c:v>
                </c:pt>
                <c:pt idx="4466" formatCode="0.00">
                  <c:v>2.6160000000000001</c:v>
                </c:pt>
                <c:pt idx="4467" formatCode="0.00">
                  <c:v>2.6168333333333331</c:v>
                </c:pt>
                <c:pt idx="4468" formatCode="0.00">
                  <c:v>2.6176666666666666</c:v>
                </c:pt>
                <c:pt idx="4469" formatCode="0.00">
                  <c:v>2.6185</c:v>
                </c:pt>
                <c:pt idx="4470" formatCode="0.00">
                  <c:v>2.6193333333333335</c:v>
                </c:pt>
                <c:pt idx="4471" formatCode="0.00">
                  <c:v>2.620166666666667</c:v>
                </c:pt>
                <c:pt idx="4472" formatCode="0.00">
                  <c:v>2.621</c:v>
                </c:pt>
                <c:pt idx="4473" formatCode="0.00">
                  <c:v>2.6218333333333335</c:v>
                </c:pt>
                <c:pt idx="4474" formatCode="0.00">
                  <c:v>2.6226666666666669</c:v>
                </c:pt>
                <c:pt idx="4475" formatCode="0.00">
                  <c:v>2.6234999999999999</c:v>
                </c:pt>
                <c:pt idx="4476" formatCode="0.00">
                  <c:v>2.6243333333333334</c:v>
                </c:pt>
                <c:pt idx="4477" formatCode="0.00">
                  <c:v>2.6251666666666664</c:v>
                </c:pt>
                <c:pt idx="4478" formatCode="0.00">
                  <c:v>2.6259999999999999</c:v>
                </c:pt>
                <c:pt idx="4479" formatCode="0.00">
                  <c:v>2.6268333333333338</c:v>
                </c:pt>
                <c:pt idx="4480" formatCode="0.00">
                  <c:v>2.6276666666666668</c:v>
                </c:pt>
                <c:pt idx="4481" formatCode="0.00">
                  <c:v>2.6285000000000003</c:v>
                </c:pt>
                <c:pt idx="4482" formatCode="0.00">
                  <c:v>2.6293333333333333</c:v>
                </c:pt>
                <c:pt idx="4483" formatCode="0.00">
                  <c:v>2.6301666666666668</c:v>
                </c:pt>
                <c:pt idx="4484" formatCode="0.00">
                  <c:v>2.6310000000000002</c:v>
                </c:pt>
                <c:pt idx="4485" formatCode="0.00">
                  <c:v>2.6318333333333332</c:v>
                </c:pt>
                <c:pt idx="4486" formatCode="0.00">
                  <c:v>2.6326666666666667</c:v>
                </c:pt>
                <c:pt idx="4487" formatCode="0.00">
                  <c:v>2.6334999999999997</c:v>
                </c:pt>
                <c:pt idx="4488" formatCode="0.00">
                  <c:v>2.6343333333333332</c:v>
                </c:pt>
                <c:pt idx="4489" formatCode="0.00">
                  <c:v>2.6351666666666671</c:v>
                </c:pt>
                <c:pt idx="4490" formatCode="0.00">
                  <c:v>2.6360000000000001</c:v>
                </c:pt>
                <c:pt idx="4491" formatCode="0.00">
                  <c:v>2.6368333333333336</c:v>
                </c:pt>
                <c:pt idx="4492" formatCode="0.00">
                  <c:v>2.6376666666666666</c:v>
                </c:pt>
                <c:pt idx="4493" formatCode="0.00">
                  <c:v>2.6385000000000001</c:v>
                </c:pt>
                <c:pt idx="4494" formatCode="0.00">
                  <c:v>2.6393333333333335</c:v>
                </c:pt>
                <c:pt idx="4495" formatCode="0.00">
                  <c:v>2.6401666666666666</c:v>
                </c:pt>
                <c:pt idx="4496" formatCode="0.00">
                  <c:v>2.641</c:v>
                </c:pt>
                <c:pt idx="4497" formatCode="0.00">
                  <c:v>2.641833333333333</c:v>
                </c:pt>
                <c:pt idx="4498" formatCode="0.00">
                  <c:v>2.6426666666666669</c:v>
                </c:pt>
                <c:pt idx="4499" formatCode="0.00">
                  <c:v>2.6435000000000004</c:v>
                </c:pt>
                <c:pt idx="4500" formatCode="0.00">
                  <c:v>2.6443333333333334</c:v>
                </c:pt>
                <c:pt idx="4501" formatCode="0.00">
                  <c:v>2.6451666666666669</c:v>
                </c:pt>
                <c:pt idx="4502" formatCode="0.00">
                  <c:v>2.6459999999999999</c:v>
                </c:pt>
                <c:pt idx="4503" formatCode="0.00">
                  <c:v>2.6468333333333334</c:v>
                </c:pt>
                <c:pt idx="4504" formatCode="0.00">
                  <c:v>2.6476666666666668</c:v>
                </c:pt>
                <c:pt idx="4505" formatCode="0.00">
                  <c:v>2.6484999999999999</c:v>
                </c:pt>
                <c:pt idx="4506" formatCode="0.00">
                  <c:v>2.6493333333333333</c:v>
                </c:pt>
                <c:pt idx="4507" formatCode="0.00">
                  <c:v>2.6501666666666663</c:v>
                </c:pt>
                <c:pt idx="4508" formatCode="0.00">
                  <c:v>2.6510000000000002</c:v>
                </c:pt>
                <c:pt idx="4509" formatCode="0.00">
                  <c:v>2.6518333333333337</c:v>
                </c:pt>
                <c:pt idx="4510" formatCode="0.00">
                  <c:v>2.6526666666666667</c:v>
                </c:pt>
                <c:pt idx="4511" formatCode="0.00">
                  <c:v>2.6535000000000002</c:v>
                </c:pt>
                <c:pt idx="4512" formatCode="0.00">
                  <c:v>2.6543333333333332</c:v>
                </c:pt>
                <c:pt idx="4513" formatCode="0.00">
                  <c:v>2.6551666666666667</c:v>
                </c:pt>
                <c:pt idx="4514" formatCode="0.00">
                  <c:v>2.6560000000000001</c:v>
                </c:pt>
                <c:pt idx="4515" formatCode="0.00">
                  <c:v>2.6568333333333332</c:v>
                </c:pt>
                <c:pt idx="4516" formatCode="0.00">
                  <c:v>2.6576666666666666</c:v>
                </c:pt>
                <c:pt idx="4517" formatCode="0.00">
                  <c:v>2.6585000000000001</c:v>
                </c:pt>
                <c:pt idx="4518" formatCode="0.00">
                  <c:v>2.6593333333333335</c:v>
                </c:pt>
                <c:pt idx="4519" formatCode="0.00">
                  <c:v>2.660166666666667</c:v>
                </c:pt>
                <c:pt idx="4520" formatCode="0.00">
                  <c:v>2.661</c:v>
                </c:pt>
                <c:pt idx="4521" formatCode="0.00">
                  <c:v>2.6618333333333335</c:v>
                </c:pt>
                <c:pt idx="4522" formatCode="0.00">
                  <c:v>2.6626666666666665</c:v>
                </c:pt>
                <c:pt idx="4523" formatCode="0.00">
                  <c:v>2.6635</c:v>
                </c:pt>
                <c:pt idx="4524" formatCode="0.00">
                  <c:v>2.6643333333333334</c:v>
                </c:pt>
                <c:pt idx="4525" formatCode="0.00">
                  <c:v>2.6651666666666665</c:v>
                </c:pt>
                <c:pt idx="4526" formatCode="0.00">
                  <c:v>2.6660000000000004</c:v>
                </c:pt>
                <c:pt idx="4527" formatCode="0.00">
                  <c:v>2.6668333333333334</c:v>
                </c:pt>
                <c:pt idx="4528" formatCode="0.00">
                  <c:v>2.6676666666666669</c:v>
                </c:pt>
                <c:pt idx="4529" formatCode="0.00">
                  <c:v>2.6685000000000003</c:v>
                </c:pt>
                <c:pt idx="4530" formatCode="0.00">
                  <c:v>2.6693333333333333</c:v>
                </c:pt>
                <c:pt idx="4531" formatCode="0.00">
                  <c:v>2.6701666666666668</c:v>
                </c:pt>
                <c:pt idx="4532" formatCode="0.00">
                  <c:v>2.6709999999999998</c:v>
                </c:pt>
                <c:pt idx="4533" formatCode="0.00">
                  <c:v>2.6718333333333333</c:v>
                </c:pt>
                <c:pt idx="4534" formatCode="0.00">
                  <c:v>2.6726666666666667</c:v>
                </c:pt>
                <c:pt idx="4535" formatCode="0.00">
                  <c:v>2.6734999999999998</c:v>
                </c:pt>
                <c:pt idx="4536" formatCode="0.00">
                  <c:v>2.6743333333333337</c:v>
                </c:pt>
                <c:pt idx="4537" formatCode="0.00">
                  <c:v>2.6751666666666667</c:v>
                </c:pt>
                <c:pt idx="4538" formatCode="0.00">
                  <c:v>2.6760000000000002</c:v>
                </c:pt>
                <c:pt idx="4539" formatCode="0.00">
                  <c:v>2.6768333333333336</c:v>
                </c:pt>
                <c:pt idx="4540" formatCode="0.00">
                  <c:v>2.6776666666666666</c:v>
                </c:pt>
                <c:pt idx="4541" formatCode="0.00">
                  <c:v>2.6785000000000001</c:v>
                </c:pt>
                <c:pt idx="4542" formatCode="0.00">
                  <c:v>2.6793333333333331</c:v>
                </c:pt>
                <c:pt idx="4543" formatCode="0.00">
                  <c:v>2.6801666666666666</c:v>
                </c:pt>
                <c:pt idx="4544" formatCode="0.00">
                  <c:v>2.681</c:v>
                </c:pt>
                <c:pt idx="4545" formatCode="0.00">
                  <c:v>2.6818333333333335</c:v>
                </c:pt>
                <c:pt idx="4546" formatCode="0.00">
                  <c:v>2.682666666666667</c:v>
                </c:pt>
                <c:pt idx="4547" formatCode="0.00">
                  <c:v>2.6835</c:v>
                </c:pt>
                <c:pt idx="4548" formatCode="0.00">
                  <c:v>2.6843333333333335</c:v>
                </c:pt>
                <c:pt idx="4549" formatCode="0.00">
                  <c:v>2.6851666666666669</c:v>
                </c:pt>
                <c:pt idx="4550" formatCode="0.00">
                  <c:v>2.6859999999999999</c:v>
                </c:pt>
                <c:pt idx="4551" formatCode="0.00">
                  <c:v>2.6868333333333334</c:v>
                </c:pt>
                <c:pt idx="4552" formatCode="0.00">
                  <c:v>2.6876666666666664</c:v>
                </c:pt>
                <c:pt idx="4553" formatCode="0.00">
                  <c:v>2.6884999999999999</c:v>
                </c:pt>
                <c:pt idx="4554" formatCode="0.00">
                  <c:v>2.6893333333333338</c:v>
                </c:pt>
                <c:pt idx="4555" formatCode="0.00">
                  <c:v>2.6901666666666668</c:v>
                </c:pt>
                <c:pt idx="4556" formatCode="0.00">
                  <c:v>2.6910000000000003</c:v>
                </c:pt>
                <c:pt idx="4557" formatCode="0.00">
                  <c:v>2.6918333333333333</c:v>
                </c:pt>
                <c:pt idx="4558" formatCode="0.00">
                  <c:v>2.6926666666666668</c:v>
                </c:pt>
                <c:pt idx="4559" formatCode="0.00">
                  <c:v>2.6935000000000002</c:v>
                </c:pt>
                <c:pt idx="4560" formatCode="0.00">
                  <c:v>2.6943333333333332</c:v>
                </c:pt>
                <c:pt idx="4561" formatCode="0.00">
                  <c:v>2.6951666666666667</c:v>
                </c:pt>
                <c:pt idx="4562" formatCode="0.00">
                  <c:v>2.6959999999999997</c:v>
                </c:pt>
                <c:pt idx="4563" formatCode="0.00">
                  <c:v>2.6968333333333332</c:v>
                </c:pt>
                <c:pt idx="4564" formatCode="0.00">
                  <c:v>2.6976666666666671</c:v>
                </c:pt>
                <c:pt idx="4565" formatCode="0.00">
                  <c:v>2.6985000000000001</c:v>
                </c:pt>
                <c:pt idx="4566" formatCode="0.00">
                  <c:v>2.6993333333333336</c:v>
                </c:pt>
                <c:pt idx="4567" formatCode="0.00">
                  <c:v>2.7001666666666666</c:v>
                </c:pt>
                <c:pt idx="4568" formatCode="0.00">
                  <c:v>2.7010000000000001</c:v>
                </c:pt>
                <c:pt idx="4569" formatCode="0.00">
                  <c:v>2.7018333333333335</c:v>
                </c:pt>
                <c:pt idx="4570" formatCode="0.00">
                  <c:v>2.7026666666666666</c:v>
                </c:pt>
                <c:pt idx="4571" formatCode="0.00">
                  <c:v>2.7035</c:v>
                </c:pt>
                <c:pt idx="4572" formatCode="0.00">
                  <c:v>2.704333333333333</c:v>
                </c:pt>
                <c:pt idx="4573" formatCode="0.00">
                  <c:v>2.7051666666666669</c:v>
                </c:pt>
                <c:pt idx="4574" formatCode="0.00">
                  <c:v>2.7060000000000004</c:v>
                </c:pt>
                <c:pt idx="4575" formatCode="0.00">
                  <c:v>2.7068333333333334</c:v>
                </c:pt>
                <c:pt idx="4576" formatCode="0.00">
                  <c:v>2.7076666666666669</c:v>
                </c:pt>
                <c:pt idx="4577" formatCode="0.00">
                  <c:v>2.7084999999999999</c:v>
                </c:pt>
                <c:pt idx="4578" formatCode="0.00">
                  <c:v>2.7093333333333334</c:v>
                </c:pt>
                <c:pt idx="4579" formatCode="0.00">
                  <c:v>2.7101666666666668</c:v>
                </c:pt>
                <c:pt idx="4580" formatCode="0.00">
                  <c:v>2.7109999999999999</c:v>
                </c:pt>
                <c:pt idx="4581" formatCode="0.00">
                  <c:v>2.7118333333333333</c:v>
                </c:pt>
                <c:pt idx="4582" formatCode="0.00">
                  <c:v>2.7126666666666663</c:v>
                </c:pt>
                <c:pt idx="4583" formatCode="0.00">
                  <c:v>2.7135000000000002</c:v>
                </c:pt>
                <c:pt idx="4584" formatCode="0.00">
                  <c:v>2.7143333333333337</c:v>
                </c:pt>
                <c:pt idx="4585" formatCode="0.00">
                  <c:v>2.7151666666666667</c:v>
                </c:pt>
                <c:pt idx="4586" formatCode="0.00">
                  <c:v>2.7160000000000002</c:v>
                </c:pt>
                <c:pt idx="4587" formatCode="0.00">
                  <c:v>2.7168333333333332</c:v>
                </c:pt>
                <c:pt idx="4588" formatCode="0.00">
                  <c:v>2.7176666666666667</c:v>
                </c:pt>
                <c:pt idx="4589" formatCode="0.00">
                  <c:v>2.7185000000000001</c:v>
                </c:pt>
                <c:pt idx="4590" formatCode="0.00">
                  <c:v>2.7193333333333332</c:v>
                </c:pt>
                <c:pt idx="4591" formatCode="0.00">
                  <c:v>2.7201666666666666</c:v>
                </c:pt>
                <c:pt idx="4592" formatCode="0.00">
                  <c:v>2.7210000000000001</c:v>
                </c:pt>
                <c:pt idx="4593" formatCode="0.00">
                  <c:v>2.7218333333333335</c:v>
                </c:pt>
                <c:pt idx="4594" formatCode="0.00">
                  <c:v>2.722666666666667</c:v>
                </c:pt>
                <c:pt idx="4595" formatCode="0.00">
                  <c:v>2.7235</c:v>
                </c:pt>
                <c:pt idx="4596" formatCode="0.00">
                  <c:v>2.7243333333333335</c:v>
                </c:pt>
                <c:pt idx="4597" formatCode="0.00">
                  <c:v>2.7251666666666665</c:v>
                </c:pt>
                <c:pt idx="4598" formatCode="0.00">
                  <c:v>2.726</c:v>
                </c:pt>
                <c:pt idx="4599" formatCode="0.00">
                  <c:v>2.7268333333333334</c:v>
                </c:pt>
                <c:pt idx="4600" formatCode="0.00">
                  <c:v>2.7276666666666665</c:v>
                </c:pt>
                <c:pt idx="4601" formatCode="0.00">
                  <c:v>2.7285000000000004</c:v>
                </c:pt>
                <c:pt idx="4602" formatCode="0.00">
                  <c:v>2.7293333333333334</c:v>
                </c:pt>
                <c:pt idx="4603" formatCode="0.00">
                  <c:v>2.7301666666666669</c:v>
                </c:pt>
                <c:pt idx="4604" formatCode="0.00">
                  <c:v>2.7310000000000003</c:v>
                </c:pt>
                <c:pt idx="4605" formatCode="0.00">
                  <c:v>2.7318333333333333</c:v>
                </c:pt>
                <c:pt idx="4606" formatCode="0.00">
                  <c:v>2.7326666666666668</c:v>
                </c:pt>
                <c:pt idx="4607" formatCode="0.00">
                  <c:v>2.7334999999999998</c:v>
                </c:pt>
                <c:pt idx="4608" formatCode="0.00">
                  <c:v>2.7343333333333333</c:v>
                </c:pt>
                <c:pt idx="4609" formatCode="0.00">
                  <c:v>2.7351666666666667</c:v>
                </c:pt>
                <c:pt idx="4610" formatCode="0.00">
                  <c:v>2.7359999999999998</c:v>
                </c:pt>
                <c:pt idx="4611" formatCode="0.00">
                  <c:v>2.7368333333333337</c:v>
                </c:pt>
                <c:pt idx="4612" formatCode="0.00">
                  <c:v>2.7376666666666667</c:v>
                </c:pt>
                <c:pt idx="4613" formatCode="0.00">
                  <c:v>2.7385000000000002</c:v>
                </c:pt>
                <c:pt idx="4614" formatCode="0.00">
                  <c:v>2.7393333333333336</c:v>
                </c:pt>
                <c:pt idx="4615" formatCode="0.00">
                  <c:v>2.7401666666666666</c:v>
                </c:pt>
                <c:pt idx="4616" formatCode="0.00">
                  <c:v>2.7410000000000001</c:v>
                </c:pt>
                <c:pt idx="4617" formatCode="0.00">
                  <c:v>2.7418333333333331</c:v>
                </c:pt>
                <c:pt idx="4618" formatCode="0.00">
                  <c:v>2.7426666666666666</c:v>
                </c:pt>
                <c:pt idx="4619" formatCode="0.00">
                  <c:v>2.7435</c:v>
                </c:pt>
                <c:pt idx="4620" formatCode="0.00">
                  <c:v>2.7443333333333335</c:v>
                </c:pt>
                <c:pt idx="4621" formatCode="0.00">
                  <c:v>2.745166666666667</c:v>
                </c:pt>
                <c:pt idx="4622" formatCode="0.00">
                  <c:v>2.746</c:v>
                </c:pt>
                <c:pt idx="4623" formatCode="0.00">
                  <c:v>2.7468333333333335</c:v>
                </c:pt>
                <c:pt idx="4624" formatCode="0.00">
                  <c:v>2.7476666666666669</c:v>
                </c:pt>
                <c:pt idx="4625" formatCode="0.00">
                  <c:v>2.7484999999999999</c:v>
                </c:pt>
                <c:pt idx="4626" formatCode="0.00">
                  <c:v>2.7493333333333334</c:v>
                </c:pt>
                <c:pt idx="4627" formatCode="0.00">
                  <c:v>2.7501666666666664</c:v>
                </c:pt>
                <c:pt idx="4628" formatCode="0.00">
                  <c:v>2.7509999999999999</c:v>
                </c:pt>
                <c:pt idx="4629" formatCode="0.00">
                  <c:v>2.7518333333333338</c:v>
                </c:pt>
                <c:pt idx="4630" formatCode="0.00">
                  <c:v>2.7526666666666668</c:v>
                </c:pt>
                <c:pt idx="4631" formatCode="0.00">
                  <c:v>2.7535000000000003</c:v>
                </c:pt>
                <c:pt idx="4632" formatCode="0.00">
                  <c:v>2.7543333333333333</c:v>
                </c:pt>
                <c:pt idx="4633" formatCode="0.00">
                  <c:v>2.7551666666666668</c:v>
                </c:pt>
                <c:pt idx="4634" formatCode="0.00">
                  <c:v>2.7560000000000002</c:v>
                </c:pt>
                <c:pt idx="4635" formatCode="0.00">
                  <c:v>2.7568333333333332</c:v>
                </c:pt>
                <c:pt idx="4636" formatCode="0.00">
                  <c:v>2.7576666666666667</c:v>
                </c:pt>
                <c:pt idx="4637" formatCode="0.00">
                  <c:v>2.7584999999999997</c:v>
                </c:pt>
                <c:pt idx="4638" formatCode="0.00">
                  <c:v>2.7593333333333332</c:v>
                </c:pt>
                <c:pt idx="4639" formatCode="0.00">
                  <c:v>2.7601666666666671</c:v>
                </c:pt>
                <c:pt idx="4640" formatCode="0.00">
                  <c:v>2.7610000000000001</c:v>
                </c:pt>
                <c:pt idx="4641" formatCode="0.00">
                  <c:v>2.7618333333333336</c:v>
                </c:pt>
                <c:pt idx="4642" formatCode="0.00">
                  <c:v>2.7626666666666666</c:v>
                </c:pt>
                <c:pt idx="4643" formatCode="0.00">
                  <c:v>2.7635000000000001</c:v>
                </c:pt>
                <c:pt idx="4644" formatCode="0.00">
                  <c:v>2.7643333333333335</c:v>
                </c:pt>
                <c:pt idx="4645" formatCode="0.00">
                  <c:v>2.7651666666666666</c:v>
                </c:pt>
                <c:pt idx="4646" formatCode="0.00">
                  <c:v>2.766</c:v>
                </c:pt>
                <c:pt idx="4647" formatCode="0.00">
                  <c:v>2.766833333333333</c:v>
                </c:pt>
                <c:pt idx="4648" formatCode="0.00">
                  <c:v>2.7676666666666669</c:v>
                </c:pt>
                <c:pt idx="4649" formatCode="0.00">
                  <c:v>2.7685000000000004</c:v>
                </c:pt>
                <c:pt idx="4650" formatCode="0.00">
                  <c:v>2.7693333333333334</c:v>
                </c:pt>
                <c:pt idx="4651" formatCode="0.00">
                  <c:v>2.7701666666666669</c:v>
                </c:pt>
                <c:pt idx="4652" formatCode="0.00">
                  <c:v>2.7709999999999999</c:v>
                </c:pt>
                <c:pt idx="4653" formatCode="0.00">
                  <c:v>2.7718333333333334</c:v>
                </c:pt>
                <c:pt idx="4654" formatCode="0.00">
                  <c:v>2.7726666666666668</c:v>
                </c:pt>
                <c:pt idx="4655" formatCode="0.00">
                  <c:v>2.7734999999999999</c:v>
                </c:pt>
                <c:pt idx="4656" formatCode="0.00">
                  <c:v>2.7743333333333333</c:v>
                </c:pt>
                <c:pt idx="4657" formatCode="0.00">
                  <c:v>2.7751666666666663</c:v>
                </c:pt>
                <c:pt idx="4658" formatCode="0.00">
                  <c:v>2.7760000000000002</c:v>
                </c:pt>
                <c:pt idx="4659" formatCode="0.00">
                  <c:v>2.7768333333333337</c:v>
                </c:pt>
                <c:pt idx="4660" formatCode="0.00">
                  <c:v>2.7776666666666667</c:v>
                </c:pt>
                <c:pt idx="4661" formatCode="0.00">
                  <c:v>2.7785000000000002</c:v>
                </c:pt>
                <c:pt idx="4662" formatCode="0.00">
                  <c:v>2.7793333333333332</c:v>
                </c:pt>
                <c:pt idx="4663" formatCode="0.00">
                  <c:v>2.7801666666666667</c:v>
                </c:pt>
                <c:pt idx="4664" formatCode="0.00">
                  <c:v>2.7810000000000001</c:v>
                </c:pt>
                <c:pt idx="4665" formatCode="0.00">
                  <c:v>2.7818333333333332</c:v>
                </c:pt>
                <c:pt idx="4666" formatCode="0.00">
                  <c:v>2.7826666666666666</c:v>
                </c:pt>
                <c:pt idx="4667" formatCode="0.00">
                  <c:v>2.7835000000000001</c:v>
                </c:pt>
                <c:pt idx="4668" formatCode="0.00">
                  <c:v>2.7843333333333335</c:v>
                </c:pt>
                <c:pt idx="4669" formatCode="0.00">
                  <c:v>2.785166666666667</c:v>
                </c:pt>
                <c:pt idx="4670" formatCode="0.00">
                  <c:v>2.786</c:v>
                </c:pt>
                <c:pt idx="4671" formatCode="0.00">
                  <c:v>2.7868333333333335</c:v>
                </c:pt>
                <c:pt idx="4672" formatCode="0.00">
                  <c:v>2.7876666666666665</c:v>
                </c:pt>
                <c:pt idx="4673" formatCode="0.00">
                  <c:v>2.7885</c:v>
                </c:pt>
                <c:pt idx="4674" formatCode="0.00">
                  <c:v>2.7893333333333334</c:v>
                </c:pt>
                <c:pt idx="4675" formatCode="0.00">
                  <c:v>2.7901666666666665</c:v>
                </c:pt>
                <c:pt idx="4676" formatCode="0.00">
                  <c:v>2.7910000000000004</c:v>
                </c:pt>
                <c:pt idx="4677" formatCode="0.00">
                  <c:v>2.7918333333333334</c:v>
                </c:pt>
                <c:pt idx="4678" formatCode="0.00">
                  <c:v>2.7926666666666669</c:v>
                </c:pt>
                <c:pt idx="4679" formatCode="0.00">
                  <c:v>2.7935000000000003</c:v>
                </c:pt>
                <c:pt idx="4680" formatCode="0.00">
                  <c:v>2.7943333333333333</c:v>
                </c:pt>
                <c:pt idx="4681" formatCode="0.00">
                  <c:v>2.7951666666666668</c:v>
                </c:pt>
                <c:pt idx="4682" formatCode="0.00">
                  <c:v>2.7959999999999998</c:v>
                </c:pt>
                <c:pt idx="4683" formatCode="0.00">
                  <c:v>2.7968333333333333</c:v>
                </c:pt>
                <c:pt idx="4684" formatCode="0.00">
                  <c:v>2.7976666666666667</c:v>
                </c:pt>
                <c:pt idx="4685" formatCode="0.00">
                  <c:v>2.7984999999999998</c:v>
                </c:pt>
                <c:pt idx="4686" formatCode="0.00">
                  <c:v>2.7993333333333337</c:v>
                </c:pt>
                <c:pt idx="4687" formatCode="0.00">
                  <c:v>2.8001666666666667</c:v>
                </c:pt>
                <c:pt idx="4688" formatCode="0.00">
                  <c:v>2.8010000000000002</c:v>
                </c:pt>
                <c:pt idx="4689" formatCode="0.00">
                  <c:v>2.8018333333333336</c:v>
                </c:pt>
                <c:pt idx="4690" formatCode="0.00">
                  <c:v>2.8026666666666666</c:v>
                </c:pt>
                <c:pt idx="4691" formatCode="0.00">
                  <c:v>2.8035000000000001</c:v>
                </c:pt>
                <c:pt idx="4692" formatCode="0.00">
                  <c:v>2.8043333333333331</c:v>
                </c:pt>
                <c:pt idx="4693" formatCode="0.00">
                  <c:v>2.8051666666666666</c:v>
                </c:pt>
                <c:pt idx="4694" formatCode="0.00">
                  <c:v>2.806</c:v>
                </c:pt>
                <c:pt idx="4695" formatCode="0.00">
                  <c:v>2.8068333333333335</c:v>
                </c:pt>
                <c:pt idx="4696" formatCode="0.00">
                  <c:v>2.807666666666667</c:v>
                </c:pt>
                <c:pt idx="4697" formatCode="0.00">
                  <c:v>2.8085</c:v>
                </c:pt>
                <c:pt idx="4698" formatCode="0.00">
                  <c:v>2.8093333333333335</c:v>
                </c:pt>
                <c:pt idx="4699" formatCode="0.00">
                  <c:v>2.8101666666666669</c:v>
                </c:pt>
                <c:pt idx="4700" formatCode="0.00">
                  <c:v>2.8109999999999999</c:v>
                </c:pt>
                <c:pt idx="4701" formatCode="0.00">
                  <c:v>2.8118333333333334</c:v>
                </c:pt>
                <c:pt idx="4702" formatCode="0.00">
                  <c:v>2.8126666666666664</c:v>
                </c:pt>
                <c:pt idx="4703" formatCode="0.00">
                  <c:v>2.8134999999999999</c:v>
                </c:pt>
                <c:pt idx="4704" formatCode="0.00">
                  <c:v>2.8143333333333338</c:v>
                </c:pt>
                <c:pt idx="4705" formatCode="0.00">
                  <c:v>2.8151666666666668</c:v>
                </c:pt>
                <c:pt idx="4706" formatCode="0.00">
                  <c:v>2.8160000000000003</c:v>
                </c:pt>
                <c:pt idx="4707" formatCode="0.00">
                  <c:v>2.8168333333333333</c:v>
                </c:pt>
                <c:pt idx="4708" formatCode="0.00">
                  <c:v>2.8176666666666668</c:v>
                </c:pt>
                <c:pt idx="4709" formatCode="0.00">
                  <c:v>2.8185000000000002</c:v>
                </c:pt>
                <c:pt idx="4710" formatCode="0.00">
                  <c:v>2.8193333333333332</c:v>
                </c:pt>
                <c:pt idx="4711" formatCode="0.00">
                  <c:v>2.8201666666666667</c:v>
                </c:pt>
                <c:pt idx="4712" formatCode="0.00">
                  <c:v>2.8209999999999997</c:v>
                </c:pt>
                <c:pt idx="4713" formatCode="0.00">
                  <c:v>2.8218333333333332</c:v>
                </c:pt>
                <c:pt idx="4714" formatCode="0.00">
                  <c:v>2.8226666666666671</c:v>
                </c:pt>
                <c:pt idx="4715" formatCode="0.00">
                  <c:v>2.8235000000000001</c:v>
                </c:pt>
                <c:pt idx="4716" formatCode="0.00">
                  <c:v>2.8243333333333336</c:v>
                </c:pt>
                <c:pt idx="4717" formatCode="0.00">
                  <c:v>2.8251666666666666</c:v>
                </c:pt>
                <c:pt idx="4718" formatCode="0.00">
                  <c:v>2.8260000000000001</c:v>
                </c:pt>
                <c:pt idx="4719" formatCode="0.00">
                  <c:v>2.8268333333333335</c:v>
                </c:pt>
                <c:pt idx="4720" formatCode="0.00">
                  <c:v>2.8276666666666666</c:v>
                </c:pt>
                <c:pt idx="4721" formatCode="0.00">
                  <c:v>2.8285</c:v>
                </c:pt>
                <c:pt idx="4722" formatCode="0.00">
                  <c:v>2.829333333333333</c:v>
                </c:pt>
                <c:pt idx="4723" formatCode="0.00">
                  <c:v>2.8301666666666669</c:v>
                </c:pt>
                <c:pt idx="4724" formatCode="0.00">
                  <c:v>2.8310000000000004</c:v>
                </c:pt>
                <c:pt idx="4725" formatCode="0.00">
                  <c:v>2.8318333333333334</c:v>
                </c:pt>
                <c:pt idx="4726" formatCode="0.00">
                  <c:v>2.8326666666666669</c:v>
                </c:pt>
                <c:pt idx="4727" formatCode="0.00">
                  <c:v>2.8334999999999999</c:v>
                </c:pt>
                <c:pt idx="4728" formatCode="0.00">
                  <c:v>2.8343333333333334</c:v>
                </c:pt>
                <c:pt idx="4729" formatCode="0.00">
                  <c:v>2.8351666666666668</c:v>
                </c:pt>
                <c:pt idx="4730" formatCode="0.00">
                  <c:v>2.8359999999999999</c:v>
                </c:pt>
                <c:pt idx="4731" formatCode="0.00">
                  <c:v>2.8368333333333333</c:v>
                </c:pt>
                <c:pt idx="4732" formatCode="0.00">
                  <c:v>2.8376666666666663</c:v>
                </c:pt>
                <c:pt idx="4733" formatCode="0.00">
                  <c:v>2.8385000000000002</c:v>
                </c:pt>
                <c:pt idx="4734" formatCode="0.00">
                  <c:v>2.8393333333333337</c:v>
                </c:pt>
                <c:pt idx="4735" formatCode="0.00">
                  <c:v>2.8401666666666667</c:v>
                </c:pt>
                <c:pt idx="4736" formatCode="0.00">
                  <c:v>2.8410000000000002</c:v>
                </c:pt>
                <c:pt idx="4737" formatCode="0.00">
                  <c:v>2.8418333333333332</c:v>
                </c:pt>
                <c:pt idx="4738" formatCode="0.00">
                  <c:v>2.8426666666666667</c:v>
                </c:pt>
                <c:pt idx="4739" formatCode="0.00">
                  <c:v>2.8435000000000001</c:v>
                </c:pt>
                <c:pt idx="4740" formatCode="0.00">
                  <c:v>2.8443333333333332</c:v>
                </c:pt>
                <c:pt idx="4741" formatCode="0.00">
                  <c:v>2.8451666666666666</c:v>
                </c:pt>
                <c:pt idx="4742" formatCode="0.00">
                  <c:v>2.8460000000000001</c:v>
                </c:pt>
                <c:pt idx="4743" formatCode="0.00">
                  <c:v>2.8468333333333335</c:v>
                </c:pt>
                <c:pt idx="4744" formatCode="0.00">
                  <c:v>2.847666666666667</c:v>
                </c:pt>
                <c:pt idx="4745" formatCode="0.00">
                  <c:v>2.8485</c:v>
                </c:pt>
                <c:pt idx="4746" formatCode="0.00">
                  <c:v>2.8493333333333335</c:v>
                </c:pt>
                <c:pt idx="4747" formatCode="0.00">
                  <c:v>2.8501666666666665</c:v>
                </c:pt>
                <c:pt idx="4748" formatCode="0.00">
                  <c:v>2.851</c:v>
                </c:pt>
                <c:pt idx="4749" formatCode="0.00">
                  <c:v>2.8518333333333334</c:v>
                </c:pt>
                <c:pt idx="4750" formatCode="0.00">
                  <c:v>2.8526666666666665</c:v>
                </c:pt>
                <c:pt idx="4751" formatCode="0.00">
                  <c:v>2.8535000000000004</c:v>
                </c:pt>
                <c:pt idx="4752" formatCode="0.00">
                  <c:v>2.8543333333333334</c:v>
                </c:pt>
                <c:pt idx="4753" formatCode="0.00">
                  <c:v>2.8551666666666669</c:v>
                </c:pt>
                <c:pt idx="4754" formatCode="0.00">
                  <c:v>2.8560000000000003</c:v>
                </c:pt>
                <c:pt idx="4755" formatCode="0.00">
                  <c:v>2.8568333333333333</c:v>
                </c:pt>
                <c:pt idx="4756" formatCode="0.00">
                  <c:v>2.8576666666666668</c:v>
                </c:pt>
                <c:pt idx="4757" formatCode="0.00">
                  <c:v>2.8584999999999998</c:v>
                </c:pt>
                <c:pt idx="4758" formatCode="0.00">
                  <c:v>2.8593333333333333</c:v>
                </c:pt>
                <c:pt idx="4759" formatCode="0.00">
                  <c:v>2.8601666666666667</c:v>
                </c:pt>
                <c:pt idx="4760" formatCode="0.00">
                  <c:v>2.8609999999999998</c:v>
                </c:pt>
                <c:pt idx="4761" formatCode="0.00">
                  <c:v>2.8618333333333337</c:v>
                </c:pt>
                <c:pt idx="4762" formatCode="0.00">
                  <c:v>2.8626666666666667</c:v>
                </c:pt>
                <c:pt idx="4763" formatCode="0.00">
                  <c:v>2.8635000000000002</c:v>
                </c:pt>
                <c:pt idx="4764" formatCode="0.00">
                  <c:v>2.8643333333333336</c:v>
                </c:pt>
                <c:pt idx="4765" formatCode="0.00">
                  <c:v>2.8651666666666666</c:v>
                </c:pt>
                <c:pt idx="4766" formatCode="0.00">
                  <c:v>2.8660000000000001</c:v>
                </c:pt>
                <c:pt idx="4767" formatCode="0.00">
                  <c:v>2.8668333333333331</c:v>
                </c:pt>
                <c:pt idx="4768" formatCode="0.00">
                  <c:v>2.8676666666666666</c:v>
                </c:pt>
                <c:pt idx="4769" formatCode="0.00">
                  <c:v>2.8685</c:v>
                </c:pt>
                <c:pt idx="4770" formatCode="0.00">
                  <c:v>2.8693333333333335</c:v>
                </c:pt>
                <c:pt idx="4771" formatCode="0.00">
                  <c:v>2.870166666666667</c:v>
                </c:pt>
                <c:pt idx="4772" formatCode="0.00">
                  <c:v>2.871</c:v>
                </c:pt>
                <c:pt idx="4773" formatCode="0.00">
                  <c:v>2.8718333333333335</c:v>
                </c:pt>
                <c:pt idx="4774" formatCode="0.00">
                  <c:v>2.8726666666666669</c:v>
                </c:pt>
                <c:pt idx="4775" formatCode="0.00">
                  <c:v>2.8734999999999999</c:v>
                </c:pt>
                <c:pt idx="4776" formatCode="0.00">
                  <c:v>2.8743333333333334</c:v>
                </c:pt>
                <c:pt idx="4777" formatCode="0.00">
                  <c:v>2.8751666666666664</c:v>
                </c:pt>
                <c:pt idx="4778" formatCode="0.00">
                  <c:v>2.8759999999999999</c:v>
                </c:pt>
                <c:pt idx="4779" formatCode="0.00">
                  <c:v>2.8768333333333338</c:v>
                </c:pt>
                <c:pt idx="4780" formatCode="0.00">
                  <c:v>2.8776666666666668</c:v>
                </c:pt>
                <c:pt idx="4781" formatCode="0.00">
                  <c:v>2.8785000000000003</c:v>
                </c:pt>
                <c:pt idx="4782" formatCode="0.00">
                  <c:v>2.8793333333333333</c:v>
                </c:pt>
                <c:pt idx="4783" formatCode="0.00">
                  <c:v>2.8801666666666668</c:v>
                </c:pt>
                <c:pt idx="4784" formatCode="0.00">
                  <c:v>2.8810000000000002</c:v>
                </c:pt>
                <c:pt idx="4785" formatCode="0.00">
                  <c:v>2.8818333333333332</c:v>
                </c:pt>
                <c:pt idx="4786" formatCode="0.00">
                  <c:v>2.8826666666666667</c:v>
                </c:pt>
                <c:pt idx="4787" formatCode="0.00">
                  <c:v>2.8834999999999997</c:v>
                </c:pt>
                <c:pt idx="4788" formatCode="0.00">
                  <c:v>2.8843333333333332</c:v>
                </c:pt>
                <c:pt idx="4789" formatCode="0.00">
                  <c:v>2.8851666666666671</c:v>
                </c:pt>
                <c:pt idx="4790" formatCode="0.00">
                  <c:v>2.8860000000000001</c:v>
                </c:pt>
                <c:pt idx="4791" formatCode="0.00">
                  <c:v>2.8868333333333336</c:v>
                </c:pt>
                <c:pt idx="4792" formatCode="0.00">
                  <c:v>2.8876666666666666</c:v>
                </c:pt>
                <c:pt idx="4793" formatCode="0.00">
                  <c:v>2.8885000000000001</c:v>
                </c:pt>
                <c:pt idx="4794" formatCode="0.00">
                  <c:v>2.8893333333333335</c:v>
                </c:pt>
                <c:pt idx="4795" formatCode="0.00">
                  <c:v>2.8901666666666666</c:v>
                </c:pt>
                <c:pt idx="4796" formatCode="0.00">
                  <c:v>2.891</c:v>
                </c:pt>
                <c:pt idx="4797" formatCode="0.00">
                  <c:v>2.891833333333333</c:v>
                </c:pt>
                <c:pt idx="4798" formatCode="0.00">
                  <c:v>2.8926666666666669</c:v>
                </c:pt>
                <c:pt idx="4799" formatCode="0.00">
                  <c:v>2.8935000000000004</c:v>
                </c:pt>
                <c:pt idx="4800" formatCode="0.00">
                  <c:v>2.8943333333333334</c:v>
                </c:pt>
                <c:pt idx="4801" formatCode="0.00">
                  <c:v>2.8951666666666669</c:v>
                </c:pt>
                <c:pt idx="4802" formatCode="0.00">
                  <c:v>2.8959999999999999</c:v>
                </c:pt>
                <c:pt idx="4803" formatCode="0.00">
                  <c:v>2.8968333333333334</c:v>
                </c:pt>
                <c:pt idx="4804" formatCode="0.00">
                  <c:v>2.8976666666666668</c:v>
                </c:pt>
                <c:pt idx="4805" formatCode="0.00">
                  <c:v>2.8984999999999999</c:v>
                </c:pt>
                <c:pt idx="4806" formatCode="0.00">
                  <c:v>2.8993333333333333</c:v>
                </c:pt>
                <c:pt idx="4807" formatCode="0.00">
                  <c:v>2.9001666666666663</c:v>
                </c:pt>
                <c:pt idx="4808" formatCode="0.00">
                  <c:v>2.9010000000000002</c:v>
                </c:pt>
                <c:pt idx="4809" formatCode="0.00">
                  <c:v>2.9018333333333337</c:v>
                </c:pt>
                <c:pt idx="4810" formatCode="0.00">
                  <c:v>2.9026666666666667</c:v>
                </c:pt>
                <c:pt idx="4811" formatCode="0.00">
                  <c:v>2.9035000000000002</c:v>
                </c:pt>
                <c:pt idx="4812" formatCode="0.00">
                  <c:v>2.9043333333333332</c:v>
                </c:pt>
                <c:pt idx="4813" formatCode="0.00">
                  <c:v>2.9051666666666667</c:v>
                </c:pt>
                <c:pt idx="4814" formatCode="0.00">
                  <c:v>2.9060000000000001</c:v>
                </c:pt>
                <c:pt idx="4815" formatCode="0.00">
                  <c:v>2.9068333333333332</c:v>
                </c:pt>
                <c:pt idx="4816" formatCode="0.00">
                  <c:v>2.9076666666666666</c:v>
                </c:pt>
                <c:pt idx="4817" formatCode="0.00">
                  <c:v>2.9085000000000001</c:v>
                </c:pt>
                <c:pt idx="4818" formatCode="0.00">
                  <c:v>2.9093333333333335</c:v>
                </c:pt>
                <c:pt idx="4819" formatCode="0.00">
                  <c:v>2.910166666666667</c:v>
                </c:pt>
                <c:pt idx="4820" formatCode="0.00">
                  <c:v>2.911</c:v>
                </c:pt>
                <c:pt idx="4821" formatCode="0.00">
                  <c:v>2.9118333333333335</c:v>
                </c:pt>
                <c:pt idx="4822" formatCode="0.00">
                  <c:v>2.9126666666666665</c:v>
                </c:pt>
                <c:pt idx="4823" formatCode="0.00">
                  <c:v>2.9135</c:v>
                </c:pt>
                <c:pt idx="4824" formatCode="0.00">
                  <c:v>2.9143333333333334</c:v>
                </c:pt>
                <c:pt idx="4825" formatCode="0.00">
                  <c:v>2.9151666666666665</c:v>
                </c:pt>
                <c:pt idx="4826" formatCode="0.00">
                  <c:v>2.9160000000000004</c:v>
                </c:pt>
                <c:pt idx="4827" formatCode="0.00">
                  <c:v>2.9168333333333334</c:v>
                </c:pt>
                <c:pt idx="4828" formatCode="0.00">
                  <c:v>2.9176666666666669</c:v>
                </c:pt>
                <c:pt idx="4829" formatCode="0.00">
                  <c:v>2.9185000000000003</c:v>
                </c:pt>
                <c:pt idx="4830" formatCode="0.00">
                  <c:v>2.9193333333333333</c:v>
                </c:pt>
                <c:pt idx="4831" formatCode="0.00">
                  <c:v>2.9201666666666668</c:v>
                </c:pt>
                <c:pt idx="4832" formatCode="0.00">
                  <c:v>2.9209999999999998</c:v>
                </c:pt>
                <c:pt idx="4833" formatCode="0.00">
                  <c:v>2.9218333333333333</c:v>
                </c:pt>
                <c:pt idx="4834" formatCode="0.00">
                  <c:v>2.9226666666666667</c:v>
                </c:pt>
                <c:pt idx="4835" formatCode="0.00">
                  <c:v>2.9234999999999998</c:v>
                </c:pt>
                <c:pt idx="4836" formatCode="0.00">
                  <c:v>2.9243333333333337</c:v>
                </c:pt>
                <c:pt idx="4837" formatCode="0.00">
                  <c:v>2.9251666666666667</c:v>
                </c:pt>
                <c:pt idx="4838" formatCode="0.00">
                  <c:v>2.9260000000000002</c:v>
                </c:pt>
                <c:pt idx="4839" formatCode="0.00">
                  <c:v>2.9268333333333336</c:v>
                </c:pt>
                <c:pt idx="4840" formatCode="0.00">
                  <c:v>2.9276666666666666</c:v>
                </c:pt>
                <c:pt idx="4841" formatCode="0.00">
                  <c:v>2.9285000000000001</c:v>
                </c:pt>
                <c:pt idx="4842" formatCode="0.00">
                  <c:v>2.9293333333333331</c:v>
                </c:pt>
                <c:pt idx="4843" formatCode="0.00">
                  <c:v>2.9301666666666666</c:v>
                </c:pt>
                <c:pt idx="4844" formatCode="0.00">
                  <c:v>2.931</c:v>
                </c:pt>
                <c:pt idx="4845" formatCode="0.00">
                  <c:v>2.9318333333333335</c:v>
                </c:pt>
                <c:pt idx="4846" formatCode="0.00">
                  <c:v>2.932666666666667</c:v>
                </c:pt>
                <c:pt idx="4847" formatCode="0.00">
                  <c:v>2.9335</c:v>
                </c:pt>
                <c:pt idx="4848" formatCode="0.00">
                  <c:v>2.9343333333333335</c:v>
                </c:pt>
                <c:pt idx="4849" formatCode="0.00">
                  <c:v>2.9351666666666669</c:v>
                </c:pt>
                <c:pt idx="4850" formatCode="0.00">
                  <c:v>2.9359999999999999</c:v>
                </c:pt>
                <c:pt idx="4851" formatCode="0.00">
                  <c:v>2.9368333333333334</c:v>
                </c:pt>
                <c:pt idx="4852" formatCode="0.00">
                  <c:v>2.9376666666666664</c:v>
                </c:pt>
                <c:pt idx="4853" formatCode="0.00">
                  <c:v>2.9384999999999999</c:v>
                </c:pt>
                <c:pt idx="4854" formatCode="0.00">
                  <c:v>2.9393333333333338</c:v>
                </c:pt>
                <c:pt idx="4855" formatCode="0.00">
                  <c:v>2.9401666666666668</c:v>
                </c:pt>
                <c:pt idx="4856" formatCode="0.00">
                  <c:v>2.9410000000000003</c:v>
                </c:pt>
                <c:pt idx="4857" formatCode="0.00">
                  <c:v>2.9418333333333333</c:v>
                </c:pt>
                <c:pt idx="4858" formatCode="0.00">
                  <c:v>2.9426666666666668</c:v>
                </c:pt>
                <c:pt idx="4859" formatCode="0.00">
                  <c:v>2.9435000000000002</c:v>
                </c:pt>
                <c:pt idx="4860" formatCode="0.00">
                  <c:v>2.9443333333333332</c:v>
                </c:pt>
                <c:pt idx="4861" formatCode="0.00">
                  <c:v>2.9451666666666667</c:v>
                </c:pt>
                <c:pt idx="4862" formatCode="0.00">
                  <c:v>2.9459999999999997</c:v>
                </c:pt>
                <c:pt idx="4863" formatCode="0.00">
                  <c:v>2.9468333333333332</c:v>
                </c:pt>
                <c:pt idx="4864" formatCode="0.00">
                  <c:v>2.9476666666666671</c:v>
                </c:pt>
                <c:pt idx="4865" formatCode="0.00">
                  <c:v>2.9485000000000001</c:v>
                </c:pt>
                <c:pt idx="4866" formatCode="0.00">
                  <c:v>2.9493333333333336</c:v>
                </c:pt>
                <c:pt idx="4867" formatCode="0.00">
                  <c:v>2.9501666666666666</c:v>
                </c:pt>
                <c:pt idx="4868" formatCode="0.00">
                  <c:v>2.9510000000000001</c:v>
                </c:pt>
                <c:pt idx="4869" formatCode="0.00">
                  <c:v>2.9518333333333335</c:v>
                </c:pt>
                <c:pt idx="4870" formatCode="0.00">
                  <c:v>2.9526666666666666</c:v>
                </c:pt>
                <c:pt idx="4871" formatCode="0.00">
                  <c:v>2.9535</c:v>
                </c:pt>
                <c:pt idx="4872" formatCode="0.00">
                  <c:v>2.954333333333333</c:v>
                </c:pt>
                <c:pt idx="4873" formatCode="0.00">
                  <c:v>2.9551666666666669</c:v>
                </c:pt>
                <c:pt idx="4874" formatCode="0.00">
                  <c:v>2.9560000000000004</c:v>
                </c:pt>
                <c:pt idx="4875" formatCode="0.00">
                  <c:v>2.9568333333333334</c:v>
                </c:pt>
                <c:pt idx="4876" formatCode="0.00">
                  <c:v>2.9576666666666669</c:v>
                </c:pt>
                <c:pt idx="4877" formatCode="0.00">
                  <c:v>2.9584999999999999</c:v>
                </c:pt>
                <c:pt idx="4878" formatCode="0.00">
                  <c:v>2.9593333333333334</c:v>
                </c:pt>
                <c:pt idx="4879" formatCode="0.00">
                  <c:v>2.9601666666666668</c:v>
                </c:pt>
                <c:pt idx="4880" formatCode="0.00">
                  <c:v>2.9609999999999999</c:v>
                </c:pt>
                <c:pt idx="4881" formatCode="0.00">
                  <c:v>2.9618333333333333</c:v>
                </c:pt>
                <c:pt idx="4882" formatCode="0.00">
                  <c:v>2.9626666666666663</c:v>
                </c:pt>
                <c:pt idx="4883" formatCode="0.00">
                  <c:v>2.9635000000000002</c:v>
                </c:pt>
                <c:pt idx="4884" formatCode="0.00">
                  <c:v>2.9643333333333337</c:v>
                </c:pt>
                <c:pt idx="4885" formatCode="0.00">
                  <c:v>2.9651666666666667</c:v>
                </c:pt>
                <c:pt idx="4886" formatCode="0.00">
                  <c:v>2.9660000000000002</c:v>
                </c:pt>
                <c:pt idx="4887" formatCode="0.00">
                  <c:v>2.9668333333333332</c:v>
                </c:pt>
                <c:pt idx="4888" formatCode="0.00">
                  <c:v>2.9676666666666667</c:v>
                </c:pt>
                <c:pt idx="4889" formatCode="0.00">
                  <c:v>2.9685000000000001</c:v>
                </c:pt>
                <c:pt idx="4890" formatCode="0.00">
                  <c:v>2.9693333333333332</c:v>
                </c:pt>
                <c:pt idx="4891" formatCode="0.00">
                  <c:v>2.9701666666666666</c:v>
                </c:pt>
                <c:pt idx="4892" formatCode="0.00">
                  <c:v>2.9710000000000001</c:v>
                </c:pt>
                <c:pt idx="4893" formatCode="0.00">
                  <c:v>2.9718333333333335</c:v>
                </c:pt>
                <c:pt idx="4894" formatCode="0.00">
                  <c:v>2.972666666666667</c:v>
                </c:pt>
                <c:pt idx="4895" formatCode="0.00">
                  <c:v>2.9735</c:v>
                </c:pt>
                <c:pt idx="4896" formatCode="0.00">
                  <c:v>2.9743333333333335</c:v>
                </c:pt>
                <c:pt idx="4897" formatCode="0.00">
                  <c:v>2.9751666666666665</c:v>
                </c:pt>
                <c:pt idx="4898" formatCode="0.00">
                  <c:v>2.976</c:v>
                </c:pt>
                <c:pt idx="4899" formatCode="0.00">
                  <c:v>2.9768333333333334</c:v>
                </c:pt>
                <c:pt idx="4900" formatCode="0.00">
                  <c:v>2.9776666666666665</c:v>
                </c:pt>
                <c:pt idx="4901" formatCode="0.00">
                  <c:v>2.9785000000000004</c:v>
                </c:pt>
                <c:pt idx="4902" formatCode="0.00">
                  <c:v>2.9793333333333334</c:v>
                </c:pt>
                <c:pt idx="4903" formatCode="0.00">
                  <c:v>2.9801666666666669</c:v>
                </c:pt>
                <c:pt idx="4904" formatCode="0.00">
                  <c:v>2.9810000000000003</c:v>
                </c:pt>
                <c:pt idx="4905" formatCode="0.00">
                  <c:v>2.9818333333333333</c:v>
                </c:pt>
                <c:pt idx="4906" formatCode="0.00">
                  <c:v>2.9826666666666668</c:v>
                </c:pt>
                <c:pt idx="4907" formatCode="0.00">
                  <c:v>2.9834999999999998</c:v>
                </c:pt>
                <c:pt idx="4908" formatCode="0.00">
                  <c:v>2.9843333333333333</c:v>
                </c:pt>
                <c:pt idx="4909" formatCode="0.00">
                  <c:v>2.9851666666666667</c:v>
                </c:pt>
                <c:pt idx="4910" formatCode="0.00">
                  <c:v>2.9859999999999998</c:v>
                </c:pt>
                <c:pt idx="4911" formatCode="0.00">
                  <c:v>2.9868333333333337</c:v>
                </c:pt>
                <c:pt idx="4912" formatCode="0.00">
                  <c:v>2.9876666666666667</c:v>
                </c:pt>
                <c:pt idx="4913" formatCode="0.00">
                  <c:v>2.9885000000000002</c:v>
                </c:pt>
                <c:pt idx="4914" formatCode="0.00">
                  <c:v>2.9893333333333336</c:v>
                </c:pt>
                <c:pt idx="4915" formatCode="0.00">
                  <c:v>2.9901666666666666</c:v>
                </c:pt>
                <c:pt idx="4916" formatCode="0.00">
                  <c:v>2.9910000000000001</c:v>
                </c:pt>
                <c:pt idx="4917" formatCode="0.00">
                  <c:v>2.9918333333333331</c:v>
                </c:pt>
                <c:pt idx="4918" formatCode="0.00">
                  <c:v>2.9926666666666666</c:v>
                </c:pt>
                <c:pt idx="4919" formatCode="0.00">
                  <c:v>2.9935</c:v>
                </c:pt>
                <c:pt idx="4920" formatCode="0.00">
                  <c:v>2.9943333333333335</c:v>
                </c:pt>
                <c:pt idx="4921" formatCode="0.00">
                  <c:v>2.995166666666667</c:v>
                </c:pt>
                <c:pt idx="4922" formatCode="0.00">
                  <c:v>2.996</c:v>
                </c:pt>
                <c:pt idx="4923" formatCode="0.00">
                  <c:v>2.9968333333333335</c:v>
                </c:pt>
                <c:pt idx="4924" formatCode="0.00">
                  <c:v>2.9976666666666669</c:v>
                </c:pt>
                <c:pt idx="4925" formatCode="0.00">
                  <c:v>2.9984999999999999</c:v>
                </c:pt>
                <c:pt idx="4926" formatCode="0.00">
                  <c:v>2.9993333333333334</c:v>
                </c:pt>
                <c:pt idx="4927" formatCode="0.00">
                  <c:v>3.0001666666666664</c:v>
                </c:pt>
                <c:pt idx="4928" formatCode="0.00">
                  <c:v>3.0009999999999999</c:v>
                </c:pt>
                <c:pt idx="4929" formatCode="0.00">
                  <c:v>3.0018333333333338</c:v>
                </c:pt>
                <c:pt idx="4930" formatCode="0.00">
                  <c:v>3.0026666666666668</c:v>
                </c:pt>
                <c:pt idx="4931" formatCode="0.00">
                  <c:v>3.0035000000000003</c:v>
                </c:pt>
                <c:pt idx="4932" formatCode="0.00">
                  <c:v>3.0043333333333333</c:v>
                </c:pt>
                <c:pt idx="4933" formatCode="0.00">
                  <c:v>3.0051666666666668</c:v>
                </c:pt>
                <c:pt idx="4934" formatCode="0.00">
                  <c:v>3.0060000000000002</c:v>
                </c:pt>
                <c:pt idx="4935" formatCode="0.00">
                  <c:v>3.0068333333333332</c:v>
                </c:pt>
                <c:pt idx="4936" formatCode="0.00">
                  <c:v>3.0076666666666667</c:v>
                </c:pt>
                <c:pt idx="4937" formatCode="0.00">
                  <c:v>3.0084999999999997</c:v>
                </c:pt>
                <c:pt idx="4938" formatCode="0.00">
                  <c:v>3.0093333333333332</c:v>
                </c:pt>
                <c:pt idx="4939" formatCode="0.00">
                  <c:v>3.0101666666666671</c:v>
                </c:pt>
                <c:pt idx="4940" formatCode="0.00">
                  <c:v>3.0110000000000001</c:v>
                </c:pt>
                <c:pt idx="4941" formatCode="0.00">
                  <c:v>3.0118333333333336</c:v>
                </c:pt>
                <c:pt idx="4942" formatCode="0.00">
                  <c:v>3.0126666666666666</c:v>
                </c:pt>
                <c:pt idx="4943" formatCode="0.00">
                  <c:v>3.0135000000000001</c:v>
                </c:pt>
                <c:pt idx="4944" formatCode="0.00">
                  <c:v>3.0143333333333335</c:v>
                </c:pt>
                <c:pt idx="4945" formatCode="0.00">
                  <c:v>3.0151666666666666</c:v>
                </c:pt>
                <c:pt idx="4946" formatCode="0.00">
                  <c:v>3.016</c:v>
                </c:pt>
                <c:pt idx="4947" formatCode="0.00">
                  <c:v>3.016833333333333</c:v>
                </c:pt>
                <c:pt idx="4948" formatCode="0.00">
                  <c:v>3.0176666666666669</c:v>
                </c:pt>
                <c:pt idx="4949" formatCode="0.00">
                  <c:v>3.0185000000000004</c:v>
                </c:pt>
                <c:pt idx="4950" formatCode="0.00">
                  <c:v>3.0193333333333334</c:v>
                </c:pt>
                <c:pt idx="4951" formatCode="0.00">
                  <c:v>3.0201666666666669</c:v>
                </c:pt>
                <c:pt idx="4952" formatCode="0.00">
                  <c:v>3.0209999999999999</c:v>
                </c:pt>
                <c:pt idx="4953" formatCode="0.00">
                  <c:v>3.0218333333333334</c:v>
                </c:pt>
                <c:pt idx="4954" formatCode="0.00">
                  <c:v>3.0226666666666668</c:v>
                </c:pt>
                <c:pt idx="4955" formatCode="0.00">
                  <c:v>3.0234999999999999</c:v>
                </c:pt>
                <c:pt idx="4956" formatCode="0.00">
                  <c:v>3.0243333333333333</c:v>
                </c:pt>
                <c:pt idx="4957" formatCode="0.00">
                  <c:v>3.0251666666666663</c:v>
                </c:pt>
                <c:pt idx="4958" formatCode="0.00">
                  <c:v>3.0260000000000002</c:v>
                </c:pt>
                <c:pt idx="4959" formatCode="0.00">
                  <c:v>3.0268333333333337</c:v>
                </c:pt>
                <c:pt idx="4960" formatCode="0.00">
                  <c:v>3.0276666666666667</c:v>
                </c:pt>
                <c:pt idx="4961" formatCode="0.00">
                  <c:v>3.0285000000000002</c:v>
                </c:pt>
                <c:pt idx="4962" formatCode="0.00">
                  <c:v>3.0293333333333332</c:v>
                </c:pt>
                <c:pt idx="4963" formatCode="0.00">
                  <c:v>3.0301666666666667</c:v>
                </c:pt>
                <c:pt idx="4964" formatCode="0.00">
                  <c:v>3.0310000000000001</c:v>
                </c:pt>
                <c:pt idx="4965" formatCode="0.00">
                  <c:v>3.0318333333333332</c:v>
                </c:pt>
                <c:pt idx="4966" formatCode="0.00">
                  <c:v>3.0326666666666666</c:v>
                </c:pt>
                <c:pt idx="4967" formatCode="0.00">
                  <c:v>3.0335000000000001</c:v>
                </c:pt>
                <c:pt idx="4968" formatCode="0.00">
                  <c:v>3.0343333333333335</c:v>
                </c:pt>
                <c:pt idx="4969" formatCode="0.00">
                  <c:v>3.035166666666667</c:v>
                </c:pt>
                <c:pt idx="4970" formatCode="0.00">
                  <c:v>3.036</c:v>
                </c:pt>
                <c:pt idx="4971" formatCode="0.00">
                  <c:v>3.0368333333333335</c:v>
                </c:pt>
                <c:pt idx="4972" formatCode="0.00">
                  <c:v>3.0376666666666665</c:v>
                </c:pt>
                <c:pt idx="4973" formatCode="0.00">
                  <c:v>3.0385</c:v>
                </c:pt>
                <c:pt idx="4974" formatCode="0.00">
                  <c:v>3.0393333333333334</c:v>
                </c:pt>
                <c:pt idx="4975" formatCode="0.00">
                  <c:v>3.0401666666666665</c:v>
                </c:pt>
                <c:pt idx="4976" formatCode="0.00">
                  <c:v>3.0410000000000004</c:v>
                </c:pt>
                <c:pt idx="4977" formatCode="0.00">
                  <c:v>3.0418333333333334</c:v>
                </c:pt>
                <c:pt idx="4978" formatCode="0.00">
                  <c:v>3.0426666666666669</c:v>
                </c:pt>
                <c:pt idx="4979" formatCode="0.00">
                  <c:v>3.0435000000000003</c:v>
                </c:pt>
                <c:pt idx="4980" formatCode="0.00">
                  <c:v>3.0443333333333333</c:v>
                </c:pt>
                <c:pt idx="4981" formatCode="0.00">
                  <c:v>3.0451666666666668</c:v>
                </c:pt>
                <c:pt idx="4982" formatCode="0.00">
                  <c:v>3.0459999999999998</c:v>
                </c:pt>
                <c:pt idx="4983" formatCode="0.00">
                  <c:v>3.0468333333333333</c:v>
                </c:pt>
                <c:pt idx="4984" formatCode="0.00">
                  <c:v>3.0476666666666667</c:v>
                </c:pt>
                <c:pt idx="4985" formatCode="0.00">
                  <c:v>3.0484999999999998</c:v>
                </c:pt>
                <c:pt idx="4986" formatCode="0.00">
                  <c:v>3.0493333333333337</c:v>
                </c:pt>
                <c:pt idx="4987" formatCode="0.00">
                  <c:v>3.0501666666666667</c:v>
                </c:pt>
                <c:pt idx="4988" formatCode="0.00">
                  <c:v>3.0510000000000002</c:v>
                </c:pt>
                <c:pt idx="4989" formatCode="0.00">
                  <c:v>3.0518333333333336</c:v>
                </c:pt>
                <c:pt idx="4990" formatCode="0.00">
                  <c:v>3.0526666666666666</c:v>
                </c:pt>
                <c:pt idx="4991" formatCode="0.00">
                  <c:v>3.0535000000000001</c:v>
                </c:pt>
                <c:pt idx="4992" formatCode="0.00">
                  <c:v>3.0543333333333331</c:v>
                </c:pt>
                <c:pt idx="4993" formatCode="0.00">
                  <c:v>3.0551666666666666</c:v>
                </c:pt>
                <c:pt idx="4994" formatCode="0.00">
                  <c:v>3.056</c:v>
                </c:pt>
                <c:pt idx="4995" formatCode="0.00">
                  <c:v>3.0568333333333335</c:v>
                </c:pt>
                <c:pt idx="4996" formatCode="0.00">
                  <c:v>3.057666666666667</c:v>
                </c:pt>
                <c:pt idx="4997" formatCode="0.00">
                  <c:v>3.0585</c:v>
                </c:pt>
                <c:pt idx="4998" formatCode="0.00">
                  <c:v>3.0593333333333335</c:v>
                </c:pt>
                <c:pt idx="4999" formatCode="0.00">
                  <c:v>3.0601666666666669</c:v>
                </c:pt>
                <c:pt idx="5000" formatCode="0.00">
                  <c:v>3.0609999999999999</c:v>
                </c:pt>
                <c:pt idx="5001" formatCode="0.00">
                  <c:v>3.0618333333333334</c:v>
                </c:pt>
                <c:pt idx="5002" formatCode="0.00">
                  <c:v>3.0626666666666664</c:v>
                </c:pt>
                <c:pt idx="5003" formatCode="0.00">
                  <c:v>3.0634999999999999</c:v>
                </c:pt>
                <c:pt idx="5004" formatCode="0.00">
                  <c:v>3.0643333333333338</c:v>
                </c:pt>
                <c:pt idx="5005" formatCode="0.00">
                  <c:v>3.0651666666666668</c:v>
                </c:pt>
                <c:pt idx="5006" formatCode="0.00">
                  <c:v>3.0660000000000003</c:v>
                </c:pt>
                <c:pt idx="5007" formatCode="0.00">
                  <c:v>3.0668333333333333</c:v>
                </c:pt>
                <c:pt idx="5008" formatCode="0.00">
                  <c:v>3.0676666666666668</c:v>
                </c:pt>
                <c:pt idx="5009" formatCode="0.00">
                  <c:v>3.0685000000000002</c:v>
                </c:pt>
                <c:pt idx="5010" formatCode="0.00">
                  <c:v>3.0693333333333332</c:v>
                </c:pt>
                <c:pt idx="5011" formatCode="0.00">
                  <c:v>3.0701666666666667</c:v>
                </c:pt>
                <c:pt idx="5012" formatCode="0.00">
                  <c:v>3.0709999999999997</c:v>
                </c:pt>
                <c:pt idx="5013" formatCode="0.00">
                  <c:v>3.0718333333333332</c:v>
                </c:pt>
                <c:pt idx="5014" formatCode="0.00">
                  <c:v>3.0726666666666671</c:v>
                </c:pt>
                <c:pt idx="5015" formatCode="0.00">
                  <c:v>3.0735000000000001</c:v>
                </c:pt>
                <c:pt idx="5016" formatCode="0.00">
                  <c:v>3.0743333333333336</c:v>
                </c:pt>
                <c:pt idx="5017" formatCode="0.00">
                  <c:v>3.0751666666666666</c:v>
                </c:pt>
                <c:pt idx="5018" formatCode="0.00">
                  <c:v>3.0760000000000001</c:v>
                </c:pt>
                <c:pt idx="5019" formatCode="0.00">
                  <c:v>3.0768333333333335</c:v>
                </c:pt>
                <c:pt idx="5020" formatCode="0.00">
                  <c:v>3.0776666666666666</c:v>
                </c:pt>
                <c:pt idx="5021" formatCode="0.00">
                  <c:v>3.0785</c:v>
                </c:pt>
                <c:pt idx="5022" formatCode="0.00">
                  <c:v>3.079333333333333</c:v>
                </c:pt>
                <c:pt idx="5023" formatCode="0.00">
                  <c:v>3.0801666666666669</c:v>
                </c:pt>
                <c:pt idx="5024" formatCode="0.00">
                  <c:v>3.0810000000000004</c:v>
                </c:pt>
                <c:pt idx="5025" formatCode="0.00">
                  <c:v>3.0818333333333334</c:v>
                </c:pt>
                <c:pt idx="5026" formatCode="0.00">
                  <c:v>3.0826666666666669</c:v>
                </c:pt>
                <c:pt idx="5027" formatCode="0.00">
                  <c:v>3.0834999999999999</c:v>
                </c:pt>
                <c:pt idx="5028" formatCode="0.00">
                  <c:v>3.0843333333333334</c:v>
                </c:pt>
                <c:pt idx="5029" formatCode="0.00">
                  <c:v>3.0851666666666668</c:v>
                </c:pt>
                <c:pt idx="5030" formatCode="0.00">
                  <c:v>3.0859999999999999</c:v>
                </c:pt>
                <c:pt idx="5031" formatCode="0.00">
                  <c:v>3.0868333333333333</c:v>
                </c:pt>
                <c:pt idx="5032" formatCode="0.00">
                  <c:v>3.0876666666666663</c:v>
                </c:pt>
                <c:pt idx="5033" formatCode="0.00">
                  <c:v>3.0885000000000002</c:v>
                </c:pt>
                <c:pt idx="5034" formatCode="0.00">
                  <c:v>3.0893333333333337</c:v>
                </c:pt>
                <c:pt idx="5035" formatCode="0.00">
                  <c:v>3.0901666666666667</c:v>
                </c:pt>
                <c:pt idx="5036" formatCode="0.00">
                  <c:v>3.0910000000000002</c:v>
                </c:pt>
                <c:pt idx="5037" formatCode="0.00">
                  <c:v>3.0918333333333332</c:v>
                </c:pt>
                <c:pt idx="5038" formatCode="0.00">
                  <c:v>3.0926666666666667</c:v>
                </c:pt>
                <c:pt idx="5039" formatCode="0.00">
                  <c:v>3.0935000000000001</c:v>
                </c:pt>
                <c:pt idx="5040" formatCode="0.00">
                  <c:v>3.0943333333333332</c:v>
                </c:pt>
                <c:pt idx="5041" formatCode="0.00">
                  <c:v>3.0951666666666666</c:v>
                </c:pt>
                <c:pt idx="5042" formatCode="0.00">
                  <c:v>3.0960000000000001</c:v>
                </c:pt>
                <c:pt idx="5043" formatCode="0.00">
                  <c:v>3.0968333333333335</c:v>
                </c:pt>
                <c:pt idx="5044" formatCode="0.00">
                  <c:v>3.097666666666667</c:v>
                </c:pt>
                <c:pt idx="5045" formatCode="0.00">
                  <c:v>3.0985</c:v>
                </c:pt>
                <c:pt idx="5046" formatCode="0.00">
                  <c:v>3.0993333333333335</c:v>
                </c:pt>
                <c:pt idx="5047" formatCode="0.00">
                  <c:v>3.1001666666666665</c:v>
                </c:pt>
                <c:pt idx="5048" formatCode="0.00">
                  <c:v>3.101</c:v>
                </c:pt>
                <c:pt idx="5049" formatCode="0.00">
                  <c:v>3.1018333333333334</c:v>
                </c:pt>
                <c:pt idx="5050" formatCode="0.00">
                  <c:v>3.1026666666666665</c:v>
                </c:pt>
                <c:pt idx="5051" formatCode="0.00">
                  <c:v>3.1035000000000004</c:v>
                </c:pt>
                <c:pt idx="5052" formatCode="0.00">
                  <c:v>3.1043333333333334</c:v>
                </c:pt>
                <c:pt idx="5053" formatCode="0.00">
                  <c:v>3.1051666666666669</c:v>
                </c:pt>
                <c:pt idx="5054" formatCode="0.00">
                  <c:v>3.1060000000000003</c:v>
                </c:pt>
                <c:pt idx="5055" formatCode="0.00">
                  <c:v>3.1068333333333333</c:v>
                </c:pt>
                <c:pt idx="5056" formatCode="0.00">
                  <c:v>3.1076666666666668</c:v>
                </c:pt>
                <c:pt idx="5057" formatCode="0.00">
                  <c:v>3.1084999999999998</c:v>
                </c:pt>
                <c:pt idx="5058" formatCode="0.00">
                  <c:v>3.1093333333333333</c:v>
                </c:pt>
                <c:pt idx="5059" formatCode="0.00">
                  <c:v>3.1101666666666667</c:v>
                </c:pt>
                <c:pt idx="5060" formatCode="0.00">
                  <c:v>3.1109999999999998</c:v>
                </c:pt>
                <c:pt idx="5061" formatCode="0.00">
                  <c:v>3.1118333333333337</c:v>
                </c:pt>
                <c:pt idx="5062" formatCode="0.00">
                  <c:v>3.1126666666666667</c:v>
                </c:pt>
                <c:pt idx="5063" formatCode="0.00">
                  <c:v>3.1135000000000002</c:v>
                </c:pt>
                <c:pt idx="5064" formatCode="0.00">
                  <c:v>3.1143333333333336</c:v>
                </c:pt>
                <c:pt idx="5065" formatCode="0.00">
                  <c:v>3.1151666666666666</c:v>
                </c:pt>
                <c:pt idx="5066" formatCode="0.00">
                  <c:v>3.1160000000000001</c:v>
                </c:pt>
                <c:pt idx="5067" formatCode="0.00">
                  <c:v>3.1168333333333331</c:v>
                </c:pt>
                <c:pt idx="5068" formatCode="0.00">
                  <c:v>3.1176666666666666</c:v>
                </c:pt>
                <c:pt idx="5069" formatCode="0.00">
                  <c:v>3.1185</c:v>
                </c:pt>
                <c:pt idx="5070" formatCode="0.00">
                  <c:v>3.1193333333333335</c:v>
                </c:pt>
                <c:pt idx="5071" formatCode="0.00">
                  <c:v>3.120166666666667</c:v>
                </c:pt>
                <c:pt idx="5072" formatCode="0.00">
                  <c:v>3.121</c:v>
                </c:pt>
                <c:pt idx="5073" formatCode="0.00">
                  <c:v>3.1218333333333335</c:v>
                </c:pt>
                <c:pt idx="5074" formatCode="0.00">
                  <c:v>3.1226666666666669</c:v>
                </c:pt>
                <c:pt idx="5075" formatCode="0.00">
                  <c:v>3.1234999999999999</c:v>
                </c:pt>
                <c:pt idx="5076" formatCode="0.00">
                  <c:v>3.1243333333333334</c:v>
                </c:pt>
                <c:pt idx="5077" formatCode="0.00">
                  <c:v>3.1251666666666664</c:v>
                </c:pt>
                <c:pt idx="5078" formatCode="0.00">
                  <c:v>3.1259999999999999</c:v>
                </c:pt>
                <c:pt idx="5079" formatCode="0.00">
                  <c:v>3.1268333333333338</c:v>
                </c:pt>
                <c:pt idx="5080" formatCode="0.00">
                  <c:v>3.1276666666666668</c:v>
                </c:pt>
                <c:pt idx="5081" formatCode="0.00">
                  <c:v>3.1285000000000003</c:v>
                </c:pt>
                <c:pt idx="5082" formatCode="0.00">
                  <c:v>3.1293333333333333</c:v>
                </c:pt>
                <c:pt idx="5083" formatCode="0.00">
                  <c:v>3.1301666666666668</c:v>
                </c:pt>
                <c:pt idx="5084" formatCode="0.00">
                  <c:v>3.1310000000000002</c:v>
                </c:pt>
                <c:pt idx="5085" formatCode="0.00">
                  <c:v>3.1318333333333332</c:v>
                </c:pt>
                <c:pt idx="5086" formatCode="0.00">
                  <c:v>3.1326666666666667</c:v>
                </c:pt>
                <c:pt idx="5087" formatCode="0.00">
                  <c:v>3.1334999999999997</c:v>
                </c:pt>
                <c:pt idx="5088" formatCode="0.00">
                  <c:v>3.1343333333333332</c:v>
                </c:pt>
                <c:pt idx="5089" formatCode="0.00">
                  <c:v>3.1351666666666671</c:v>
                </c:pt>
                <c:pt idx="5090" formatCode="0.00">
                  <c:v>3.1360000000000001</c:v>
                </c:pt>
                <c:pt idx="5091" formatCode="0.00">
                  <c:v>3.1368333333333336</c:v>
                </c:pt>
                <c:pt idx="5092" formatCode="0.00">
                  <c:v>3.1376666666666666</c:v>
                </c:pt>
                <c:pt idx="5093" formatCode="0.00">
                  <c:v>3.1385000000000001</c:v>
                </c:pt>
                <c:pt idx="5094" formatCode="0.00">
                  <c:v>3.1393333333333335</c:v>
                </c:pt>
                <c:pt idx="5095" formatCode="0.00">
                  <c:v>3.1401666666666666</c:v>
                </c:pt>
                <c:pt idx="5096" formatCode="0.00">
                  <c:v>3.141</c:v>
                </c:pt>
                <c:pt idx="5097" formatCode="0.00">
                  <c:v>3.141833333333333</c:v>
                </c:pt>
                <c:pt idx="5098" formatCode="0.00">
                  <c:v>3.1426666666666669</c:v>
                </c:pt>
                <c:pt idx="5099" formatCode="0.00">
                  <c:v>3.1435000000000004</c:v>
                </c:pt>
                <c:pt idx="5100" formatCode="0.00">
                  <c:v>3.1443333333333334</c:v>
                </c:pt>
                <c:pt idx="5101" formatCode="0.00">
                  <c:v>3.1451666666666669</c:v>
                </c:pt>
                <c:pt idx="5102" formatCode="0.00">
                  <c:v>3.1459999999999999</c:v>
                </c:pt>
                <c:pt idx="5103" formatCode="0.00">
                  <c:v>3.1468333333333334</c:v>
                </c:pt>
                <c:pt idx="5104" formatCode="0.00">
                  <c:v>3.1476666666666668</c:v>
                </c:pt>
                <c:pt idx="5105" formatCode="0.00">
                  <c:v>3.1484999999999999</c:v>
                </c:pt>
                <c:pt idx="5106" formatCode="0.00">
                  <c:v>3.1493333333333333</c:v>
                </c:pt>
                <c:pt idx="5107" formatCode="0.00">
                  <c:v>3.1501666666666663</c:v>
                </c:pt>
                <c:pt idx="5108" formatCode="0.00">
                  <c:v>3.1510000000000002</c:v>
                </c:pt>
                <c:pt idx="5109" formatCode="0.00">
                  <c:v>3.1518333333333337</c:v>
                </c:pt>
                <c:pt idx="5110" formatCode="0.00">
                  <c:v>3.1526666666666667</c:v>
                </c:pt>
                <c:pt idx="5111" formatCode="0.00">
                  <c:v>3.1535000000000002</c:v>
                </c:pt>
                <c:pt idx="5112" formatCode="0.00">
                  <c:v>3.1543333333333332</c:v>
                </c:pt>
                <c:pt idx="5113" formatCode="0.00">
                  <c:v>3.1551666666666667</c:v>
                </c:pt>
                <c:pt idx="5114" formatCode="0.00">
                  <c:v>3.1560000000000001</c:v>
                </c:pt>
                <c:pt idx="5115" formatCode="0.00">
                  <c:v>3.1568333333333332</c:v>
                </c:pt>
                <c:pt idx="5116" formatCode="0.00">
                  <c:v>3.1576666666666666</c:v>
                </c:pt>
                <c:pt idx="5117" formatCode="0.00">
                  <c:v>3.1585000000000001</c:v>
                </c:pt>
                <c:pt idx="5118" formatCode="0.00">
                  <c:v>3.1593333333333335</c:v>
                </c:pt>
                <c:pt idx="5119" formatCode="0.00">
                  <c:v>3.160166666666667</c:v>
                </c:pt>
                <c:pt idx="5120" formatCode="0.00">
                  <c:v>3.161</c:v>
                </c:pt>
                <c:pt idx="5121" formatCode="0.00">
                  <c:v>3.1618333333333335</c:v>
                </c:pt>
                <c:pt idx="5122" formatCode="0.00">
                  <c:v>3.1626666666666665</c:v>
                </c:pt>
                <c:pt idx="5123" formatCode="0.00">
                  <c:v>3.1635</c:v>
                </c:pt>
                <c:pt idx="5124" formatCode="0.00">
                  <c:v>3.1643333333333334</c:v>
                </c:pt>
                <c:pt idx="5125" formatCode="0.00">
                  <c:v>3.1651666666666665</c:v>
                </c:pt>
                <c:pt idx="5126" formatCode="0.00">
                  <c:v>3.1660000000000004</c:v>
                </c:pt>
                <c:pt idx="5127" formatCode="0.00">
                  <c:v>3.1668333333333334</c:v>
                </c:pt>
                <c:pt idx="5128" formatCode="0.00">
                  <c:v>3.1676666666666669</c:v>
                </c:pt>
                <c:pt idx="5129" formatCode="0.00">
                  <c:v>3.1685000000000003</c:v>
                </c:pt>
                <c:pt idx="5130" formatCode="0.00">
                  <c:v>3.1693333333333333</c:v>
                </c:pt>
                <c:pt idx="5131" formatCode="0.00">
                  <c:v>3.1701666666666668</c:v>
                </c:pt>
                <c:pt idx="5132" formatCode="0.00">
                  <c:v>3.1709999999999998</c:v>
                </c:pt>
                <c:pt idx="5133" formatCode="0.00">
                  <c:v>3.1718333333333333</c:v>
                </c:pt>
                <c:pt idx="5134" formatCode="0.00">
                  <c:v>3.1726666666666667</c:v>
                </c:pt>
                <c:pt idx="5135" formatCode="0.00">
                  <c:v>3.1734999999999998</c:v>
                </c:pt>
                <c:pt idx="5136" formatCode="0.00">
                  <c:v>3.1743333333333337</c:v>
                </c:pt>
                <c:pt idx="5137" formatCode="0.00">
                  <c:v>3.1751666666666667</c:v>
                </c:pt>
                <c:pt idx="5138" formatCode="0.00">
                  <c:v>3.1760000000000002</c:v>
                </c:pt>
                <c:pt idx="5139" formatCode="0.00">
                  <c:v>3.1768333333333336</c:v>
                </c:pt>
                <c:pt idx="5140" formatCode="0.00">
                  <c:v>3.1776666666666666</c:v>
                </c:pt>
                <c:pt idx="5141" formatCode="0.00">
                  <c:v>3.1785000000000001</c:v>
                </c:pt>
                <c:pt idx="5142" formatCode="0.00">
                  <c:v>3.1793333333333331</c:v>
                </c:pt>
                <c:pt idx="5143" formatCode="0.00">
                  <c:v>3.1801666666666666</c:v>
                </c:pt>
                <c:pt idx="5144" formatCode="0.00">
                  <c:v>3.181</c:v>
                </c:pt>
                <c:pt idx="5145" formatCode="0.00">
                  <c:v>3.1818333333333335</c:v>
                </c:pt>
                <c:pt idx="5146" formatCode="0.00">
                  <c:v>3.182666666666667</c:v>
                </c:pt>
                <c:pt idx="5147" formatCode="0.00">
                  <c:v>3.1835</c:v>
                </c:pt>
                <c:pt idx="5148" formatCode="0.00">
                  <c:v>3.1843333333333335</c:v>
                </c:pt>
                <c:pt idx="5149" formatCode="0.00">
                  <c:v>3.1851666666666669</c:v>
                </c:pt>
                <c:pt idx="5150" formatCode="0.00">
                  <c:v>3.1859999999999999</c:v>
                </c:pt>
                <c:pt idx="5151" formatCode="0.00">
                  <c:v>3.1868333333333334</c:v>
                </c:pt>
                <c:pt idx="5152" formatCode="0.00">
                  <c:v>3.1876666666666664</c:v>
                </c:pt>
                <c:pt idx="5153" formatCode="0.00">
                  <c:v>3.1884999999999999</c:v>
                </c:pt>
                <c:pt idx="5154" formatCode="0.00">
                  <c:v>3.1893333333333338</c:v>
                </c:pt>
                <c:pt idx="5155" formatCode="0.00">
                  <c:v>3.1901666666666668</c:v>
                </c:pt>
                <c:pt idx="5156" formatCode="0.00">
                  <c:v>3.1910000000000003</c:v>
                </c:pt>
                <c:pt idx="5157" formatCode="0.00">
                  <c:v>3.1918333333333333</c:v>
                </c:pt>
                <c:pt idx="5158" formatCode="0.00">
                  <c:v>3.1926666666666668</c:v>
                </c:pt>
                <c:pt idx="5159" formatCode="0.00">
                  <c:v>3.1935000000000002</c:v>
                </c:pt>
                <c:pt idx="5160" formatCode="0.00">
                  <c:v>3.1943333333333332</c:v>
                </c:pt>
                <c:pt idx="5161" formatCode="0.00">
                  <c:v>3.1951666666666667</c:v>
                </c:pt>
                <c:pt idx="5162" formatCode="0.00">
                  <c:v>3.1959999999999997</c:v>
                </c:pt>
                <c:pt idx="5163" formatCode="0.00">
                  <c:v>3.1968333333333332</c:v>
                </c:pt>
                <c:pt idx="5164" formatCode="0.00">
                  <c:v>3.1976666666666671</c:v>
                </c:pt>
                <c:pt idx="5165" formatCode="0.00">
                  <c:v>3.1985000000000001</c:v>
                </c:pt>
                <c:pt idx="5166" formatCode="0.00">
                  <c:v>3.1993333333333336</c:v>
                </c:pt>
                <c:pt idx="5167" formatCode="0.00">
                  <c:v>3.2001666666666666</c:v>
                </c:pt>
                <c:pt idx="5168" formatCode="0.00">
                  <c:v>3.2010000000000001</c:v>
                </c:pt>
                <c:pt idx="5169" formatCode="0.00">
                  <c:v>3.2018333333333335</c:v>
                </c:pt>
                <c:pt idx="5170" formatCode="0.00">
                  <c:v>3.2026666666666666</c:v>
                </c:pt>
                <c:pt idx="5171" formatCode="0.00">
                  <c:v>3.2035</c:v>
                </c:pt>
                <c:pt idx="5172" formatCode="0.00">
                  <c:v>3.204333333333333</c:v>
                </c:pt>
                <c:pt idx="5173" formatCode="0.00">
                  <c:v>3.2051666666666669</c:v>
                </c:pt>
                <c:pt idx="5174" formatCode="0.00">
                  <c:v>3.2060000000000004</c:v>
                </c:pt>
                <c:pt idx="5175" formatCode="0.00">
                  <c:v>3.2068333333333334</c:v>
                </c:pt>
                <c:pt idx="5176" formatCode="0.00">
                  <c:v>3.2076666666666669</c:v>
                </c:pt>
                <c:pt idx="5177" formatCode="0.00">
                  <c:v>3.2084999999999999</c:v>
                </c:pt>
                <c:pt idx="5178" formatCode="0.00">
                  <c:v>3.2093333333333334</c:v>
                </c:pt>
                <c:pt idx="5179" formatCode="0.00">
                  <c:v>3.2101666666666668</c:v>
                </c:pt>
                <c:pt idx="5180" formatCode="0.00">
                  <c:v>3.2109999999999999</c:v>
                </c:pt>
                <c:pt idx="5181" formatCode="0.00">
                  <c:v>3.2118333333333333</c:v>
                </c:pt>
                <c:pt idx="5182" formatCode="0.00">
                  <c:v>3.2126666666666663</c:v>
                </c:pt>
                <c:pt idx="5183" formatCode="0.00">
                  <c:v>3.2135000000000002</c:v>
                </c:pt>
                <c:pt idx="5184" formatCode="0.00">
                  <c:v>3.2143333333333337</c:v>
                </c:pt>
                <c:pt idx="5185" formatCode="0.00">
                  <c:v>3.2151666666666667</c:v>
                </c:pt>
                <c:pt idx="5186" formatCode="0.00">
                  <c:v>3.2160000000000002</c:v>
                </c:pt>
                <c:pt idx="5187" formatCode="0.00">
                  <c:v>3.2168333333333332</c:v>
                </c:pt>
                <c:pt idx="5188" formatCode="0.00">
                  <c:v>3.2176666666666667</c:v>
                </c:pt>
                <c:pt idx="5189" formatCode="0.00">
                  <c:v>3.2185000000000001</c:v>
                </c:pt>
                <c:pt idx="5190" formatCode="0.00">
                  <c:v>3.2193333333333332</c:v>
                </c:pt>
                <c:pt idx="5191" formatCode="0.00">
                  <c:v>3.2201666666666666</c:v>
                </c:pt>
                <c:pt idx="5192" formatCode="0.00">
                  <c:v>3.2210000000000001</c:v>
                </c:pt>
                <c:pt idx="5193" formatCode="0.00">
                  <c:v>3.2218333333333335</c:v>
                </c:pt>
                <c:pt idx="5194" formatCode="0.00">
                  <c:v>3.222666666666667</c:v>
                </c:pt>
                <c:pt idx="5195" formatCode="0.00">
                  <c:v>3.2235</c:v>
                </c:pt>
                <c:pt idx="5196" formatCode="0.00">
                  <c:v>3.2243333333333335</c:v>
                </c:pt>
                <c:pt idx="5197" formatCode="0.00">
                  <c:v>3.2251666666666665</c:v>
                </c:pt>
                <c:pt idx="5198" formatCode="0.00">
                  <c:v>3.226</c:v>
                </c:pt>
                <c:pt idx="5199" formatCode="0.00">
                  <c:v>3.2268333333333334</c:v>
                </c:pt>
                <c:pt idx="5200" formatCode="0.00">
                  <c:v>3.2276666666666665</c:v>
                </c:pt>
                <c:pt idx="5201" formatCode="0.00">
                  <c:v>3.2285000000000004</c:v>
                </c:pt>
                <c:pt idx="5202" formatCode="0.00">
                  <c:v>3.2293333333333334</c:v>
                </c:pt>
                <c:pt idx="5203" formatCode="0.00">
                  <c:v>3.2301666666666669</c:v>
                </c:pt>
                <c:pt idx="5204" formatCode="0.00">
                  <c:v>3.2310000000000003</c:v>
                </c:pt>
                <c:pt idx="5205" formatCode="0.00">
                  <c:v>3.2318333333333333</c:v>
                </c:pt>
                <c:pt idx="5206" formatCode="0.00">
                  <c:v>3.2326666666666668</c:v>
                </c:pt>
                <c:pt idx="5207" formatCode="0.00">
                  <c:v>3.2334999999999998</c:v>
                </c:pt>
                <c:pt idx="5208" formatCode="0.00">
                  <c:v>3.2343333333333333</c:v>
                </c:pt>
                <c:pt idx="5209" formatCode="0.00">
                  <c:v>3.2351666666666667</c:v>
                </c:pt>
                <c:pt idx="5210" formatCode="0.00">
                  <c:v>3.2359999999999998</c:v>
                </c:pt>
                <c:pt idx="5211" formatCode="0.00">
                  <c:v>3.2368333333333337</c:v>
                </c:pt>
                <c:pt idx="5212" formatCode="0.00">
                  <c:v>3.2376666666666667</c:v>
                </c:pt>
                <c:pt idx="5213" formatCode="0.00">
                  <c:v>3.2385000000000002</c:v>
                </c:pt>
                <c:pt idx="5214" formatCode="0.00">
                  <c:v>3.2393333333333336</c:v>
                </c:pt>
                <c:pt idx="5215" formatCode="0.00">
                  <c:v>3.2401666666666666</c:v>
                </c:pt>
                <c:pt idx="5216" formatCode="0.00">
                  <c:v>3.2410000000000001</c:v>
                </c:pt>
                <c:pt idx="5217" formatCode="0.00">
                  <c:v>3.2418333333333331</c:v>
                </c:pt>
                <c:pt idx="5218" formatCode="0.00">
                  <c:v>3.2426666666666666</c:v>
                </c:pt>
                <c:pt idx="5219" formatCode="0.00">
                  <c:v>3.2435</c:v>
                </c:pt>
                <c:pt idx="5220" formatCode="0.00">
                  <c:v>3.2443333333333335</c:v>
                </c:pt>
                <c:pt idx="5221" formatCode="0.00">
                  <c:v>3.245166666666667</c:v>
                </c:pt>
                <c:pt idx="5222" formatCode="0.00">
                  <c:v>3.246</c:v>
                </c:pt>
                <c:pt idx="5223" formatCode="0.00">
                  <c:v>3.2468333333333335</c:v>
                </c:pt>
                <c:pt idx="5224" formatCode="0.00">
                  <c:v>3.2476666666666669</c:v>
                </c:pt>
                <c:pt idx="5225" formatCode="0.00">
                  <c:v>3.2484999999999999</c:v>
                </c:pt>
                <c:pt idx="5226" formatCode="0.00">
                  <c:v>3.2493333333333334</c:v>
                </c:pt>
                <c:pt idx="5227" formatCode="0.00">
                  <c:v>3.2501666666666664</c:v>
                </c:pt>
                <c:pt idx="5228" formatCode="0.00">
                  <c:v>3.2509999999999999</c:v>
                </c:pt>
                <c:pt idx="5229" formatCode="0.00">
                  <c:v>3.2518333333333338</c:v>
                </c:pt>
                <c:pt idx="5230" formatCode="0.00">
                  <c:v>3.2526666666666668</c:v>
                </c:pt>
                <c:pt idx="5231" formatCode="0.00">
                  <c:v>3.2535000000000003</c:v>
                </c:pt>
                <c:pt idx="5232" formatCode="0.00">
                  <c:v>3.2543333333333333</c:v>
                </c:pt>
                <c:pt idx="5233" formatCode="0.00">
                  <c:v>3.2551666666666668</c:v>
                </c:pt>
                <c:pt idx="5234" formatCode="0.00">
                  <c:v>3.2560000000000002</c:v>
                </c:pt>
                <c:pt idx="5235" formatCode="0.00">
                  <c:v>3.2568333333333332</c:v>
                </c:pt>
                <c:pt idx="5236" formatCode="0.00">
                  <c:v>3.2576666666666667</c:v>
                </c:pt>
                <c:pt idx="5237" formatCode="0.00">
                  <c:v>3.2584999999999997</c:v>
                </c:pt>
                <c:pt idx="5238" formatCode="0.00">
                  <c:v>3.2593333333333332</c:v>
                </c:pt>
                <c:pt idx="5239" formatCode="0.00">
                  <c:v>3.2601666666666671</c:v>
                </c:pt>
                <c:pt idx="5240" formatCode="0.00">
                  <c:v>3.2610000000000001</c:v>
                </c:pt>
                <c:pt idx="5241" formatCode="0.00">
                  <c:v>3.2618333333333336</c:v>
                </c:pt>
                <c:pt idx="5242" formatCode="0.00">
                  <c:v>3.2626666666666666</c:v>
                </c:pt>
                <c:pt idx="5243" formatCode="0.00">
                  <c:v>3.2635000000000001</c:v>
                </c:pt>
                <c:pt idx="5244" formatCode="0.00">
                  <c:v>3.2643333333333335</c:v>
                </c:pt>
                <c:pt idx="5245" formatCode="0.00">
                  <c:v>3.2651666666666666</c:v>
                </c:pt>
                <c:pt idx="5246" formatCode="0.00">
                  <c:v>3.266</c:v>
                </c:pt>
                <c:pt idx="5247" formatCode="0.00">
                  <c:v>3.266833333333333</c:v>
                </c:pt>
                <c:pt idx="5248" formatCode="0.00">
                  <c:v>3.2676666666666669</c:v>
                </c:pt>
                <c:pt idx="5249" formatCode="0.00">
                  <c:v>3.2685000000000004</c:v>
                </c:pt>
                <c:pt idx="5250" formatCode="0.00">
                  <c:v>3.2693333333333334</c:v>
                </c:pt>
                <c:pt idx="5251" formatCode="0.00">
                  <c:v>3.2701666666666669</c:v>
                </c:pt>
                <c:pt idx="5252" formatCode="0.00">
                  <c:v>3.2709999999999999</c:v>
                </c:pt>
                <c:pt idx="5253" formatCode="0.00">
                  <c:v>3.2718333333333334</c:v>
                </c:pt>
                <c:pt idx="5254" formatCode="0.00">
                  <c:v>3.2726666666666668</c:v>
                </c:pt>
                <c:pt idx="5255" formatCode="0.00">
                  <c:v>3.2734999999999999</c:v>
                </c:pt>
                <c:pt idx="5256" formatCode="0.00">
                  <c:v>3.2743333333333333</c:v>
                </c:pt>
                <c:pt idx="5257" formatCode="0.00">
                  <c:v>3.2751666666666663</c:v>
                </c:pt>
                <c:pt idx="5258" formatCode="0.00">
                  <c:v>3.2760000000000002</c:v>
                </c:pt>
                <c:pt idx="5259" formatCode="0.00">
                  <c:v>3.2768333333333337</c:v>
                </c:pt>
                <c:pt idx="5260" formatCode="0.00">
                  <c:v>3.2776666666666667</c:v>
                </c:pt>
                <c:pt idx="5261" formatCode="0.00">
                  <c:v>3.2785000000000002</c:v>
                </c:pt>
                <c:pt idx="5262" formatCode="0.00">
                  <c:v>3.2793333333333332</c:v>
                </c:pt>
                <c:pt idx="5263" formatCode="0.00">
                  <c:v>3.2801666666666667</c:v>
                </c:pt>
                <c:pt idx="5264" formatCode="0.00">
                  <c:v>3.2810000000000001</c:v>
                </c:pt>
                <c:pt idx="5265" formatCode="0.00">
                  <c:v>3.2818333333333332</c:v>
                </c:pt>
                <c:pt idx="5266" formatCode="0.00">
                  <c:v>3.2826666666666666</c:v>
                </c:pt>
                <c:pt idx="5267" formatCode="0.00">
                  <c:v>3.2835000000000001</c:v>
                </c:pt>
                <c:pt idx="5268" formatCode="0.00">
                  <c:v>3.2843333333333335</c:v>
                </c:pt>
                <c:pt idx="5269" formatCode="0.00">
                  <c:v>3.285166666666667</c:v>
                </c:pt>
                <c:pt idx="5270" formatCode="0.00">
                  <c:v>3.286</c:v>
                </c:pt>
                <c:pt idx="5271" formatCode="0.00">
                  <c:v>3.2868333333333335</c:v>
                </c:pt>
                <c:pt idx="5272" formatCode="0.00">
                  <c:v>3.2876666666666665</c:v>
                </c:pt>
                <c:pt idx="5273" formatCode="0.00">
                  <c:v>3.2885</c:v>
                </c:pt>
                <c:pt idx="5274" formatCode="0.00">
                  <c:v>3.2893333333333334</c:v>
                </c:pt>
                <c:pt idx="5275" formatCode="0.00">
                  <c:v>3.2901666666666665</c:v>
                </c:pt>
                <c:pt idx="5276" formatCode="0.00">
                  <c:v>3.2910000000000004</c:v>
                </c:pt>
                <c:pt idx="5277" formatCode="0.00">
                  <c:v>3.2918333333333334</c:v>
                </c:pt>
                <c:pt idx="5278" formatCode="0.00">
                  <c:v>3.2926666666666669</c:v>
                </c:pt>
                <c:pt idx="5279" formatCode="0.00">
                  <c:v>3.2935000000000003</c:v>
                </c:pt>
                <c:pt idx="5280" formatCode="0.00">
                  <c:v>3.2943333333333333</c:v>
                </c:pt>
                <c:pt idx="5281" formatCode="0.00">
                  <c:v>3.2951666666666668</c:v>
                </c:pt>
                <c:pt idx="5282" formatCode="0.00">
                  <c:v>3.2959999999999998</c:v>
                </c:pt>
                <c:pt idx="5283" formatCode="0.00">
                  <c:v>3.2968333333333333</c:v>
                </c:pt>
                <c:pt idx="5284" formatCode="0.00">
                  <c:v>3.2976666666666667</c:v>
                </c:pt>
                <c:pt idx="5285" formatCode="0.00">
                  <c:v>3.2984999999999998</c:v>
                </c:pt>
                <c:pt idx="5286" formatCode="0.00">
                  <c:v>3.2993333333333337</c:v>
                </c:pt>
                <c:pt idx="5287" formatCode="0.00">
                  <c:v>3.3001666666666667</c:v>
                </c:pt>
                <c:pt idx="5288" formatCode="0.00">
                  <c:v>3.3010000000000002</c:v>
                </c:pt>
                <c:pt idx="5289" formatCode="0.00">
                  <c:v>3.3018333333333336</c:v>
                </c:pt>
                <c:pt idx="5290" formatCode="0.00">
                  <c:v>3.3026666666666666</c:v>
                </c:pt>
                <c:pt idx="5291" formatCode="0.00">
                  <c:v>3.3035000000000001</c:v>
                </c:pt>
                <c:pt idx="5292" formatCode="0.00">
                  <c:v>3.3043333333333331</c:v>
                </c:pt>
                <c:pt idx="5293" formatCode="0.00">
                  <c:v>3.3051666666666666</c:v>
                </c:pt>
                <c:pt idx="5294" formatCode="0.00">
                  <c:v>3.306</c:v>
                </c:pt>
                <c:pt idx="5295" formatCode="0.00">
                  <c:v>3.3068333333333335</c:v>
                </c:pt>
                <c:pt idx="5296" formatCode="0.00">
                  <c:v>3.307666666666667</c:v>
                </c:pt>
                <c:pt idx="5297" formatCode="0.00">
                  <c:v>3.3085</c:v>
                </c:pt>
                <c:pt idx="5298" formatCode="0.00">
                  <c:v>3.3093333333333335</c:v>
                </c:pt>
                <c:pt idx="5299" formatCode="0.00">
                  <c:v>3.3101666666666669</c:v>
                </c:pt>
                <c:pt idx="5300" formatCode="0.00">
                  <c:v>3.3109999999999999</c:v>
                </c:pt>
                <c:pt idx="5301" formatCode="0.00">
                  <c:v>3.3118333333333334</c:v>
                </c:pt>
                <c:pt idx="5302" formatCode="0.00">
                  <c:v>3.3126666666666664</c:v>
                </c:pt>
                <c:pt idx="5303" formatCode="0.00">
                  <c:v>3.3134999999999999</c:v>
                </c:pt>
                <c:pt idx="5304" formatCode="0.00">
                  <c:v>3.3143333333333338</c:v>
                </c:pt>
                <c:pt idx="5305" formatCode="0.00">
                  <c:v>3.3151666666666668</c:v>
                </c:pt>
                <c:pt idx="5306" formatCode="0.00">
                  <c:v>3.3160000000000003</c:v>
                </c:pt>
                <c:pt idx="5307" formatCode="0.00">
                  <c:v>3.3168333333333333</c:v>
                </c:pt>
                <c:pt idx="5308" formatCode="0.00">
                  <c:v>3.3176666666666668</c:v>
                </c:pt>
                <c:pt idx="5309" formatCode="0.00">
                  <c:v>3.3185000000000002</c:v>
                </c:pt>
                <c:pt idx="5310" formatCode="0.00">
                  <c:v>3.3193333333333332</c:v>
                </c:pt>
                <c:pt idx="5311" formatCode="0.00">
                  <c:v>3.3201666666666667</c:v>
                </c:pt>
                <c:pt idx="5312" formatCode="0.00">
                  <c:v>3.3209999999999997</c:v>
                </c:pt>
                <c:pt idx="5313" formatCode="0.00">
                  <c:v>3.3218333333333332</c:v>
                </c:pt>
                <c:pt idx="5314" formatCode="0.00">
                  <c:v>3.3226666666666671</c:v>
                </c:pt>
                <c:pt idx="5315" formatCode="0.00">
                  <c:v>3.3235000000000001</c:v>
                </c:pt>
                <c:pt idx="5316" formatCode="0.00">
                  <c:v>3.3243333333333336</c:v>
                </c:pt>
                <c:pt idx="5317" formatCode="0.00">
                  <c:v>3.3251666666666666</c:v>
                </c:pt>
                <c:pt idx="5318" formatCode="0.00">
                  <c:v>3.3260000000000001</c:v>
                </c:pt>
                <c:pt idx="5319" formatCode="0.00">
                  <c:v>3.3268333333333335</c:v>
                </c:pt>
                <c:pt idx="5320" formatCode="0.00">
                  <c:v>3.3276666666666666</c:v>
                </c:pt>
                <c:pt idx="5321" formatCode="0.00">
                  <c:v>3.3285</c:v>
                </c:pt>
                <c:pt idx="5322" formatCode="0.00">
                  <c:v>3.329333333333333</c:v>
                </c:pt>
                <c:pt idx="5323" formatCode="0.00">
                  <c:v>3.3301666666666669</c:v>
                </c:pt>
                <c:pt idx="5324" formatCode="0.00">
                  <c:v>3.3310000000000004</c:v>
                </c:pt>
                <c:pt idx="5325" formatCode="0.00">
                  <c:v>3.3318333333333334</c:v>
                </c:pt>
                <c:pt idx="5326" formatCode="0.00">
                  <c:v>3.3326666666666669</c:v>
                </c:pt>
                <c:pt idx="5327" formatCode="0.00">
                  <c:v>3.3334999999999999</c:v>
                </c:pt>
                <c:pt idx="5328" formatCode="0.00">
                  <c:v>3.3343333333333334</c:v>
                </c:pt>
                <c:pt idx="5329" formatCode="0.00">
                  <c:v>3.3351666666666668</c:v>
                </c:pt>
                <c:pt idx="5330" formatCode="0.00">
                  <c:v>3.3359999999999999</c:v>
                </c:pt>
                <c:pt idx="5331" formatCode="0.00">
                  <c:v>3.3368333333333333</c:v>
                </c:pt>
                <c:pt idx="5332" formatCode="0.00">
                  <c:v>3.3376666666666663</c:v>
                </c:pt>
                <c:pt idx="5333" formatCode="0.00">
                  <c:v>3.3385000000000002</c:v>
                </c:pt>
                <c:pt idx="5334" formatCode="0.00">
                  <c:v>3.3393333333333337</c:v>
                </c:pt>
                <c:pt idx="5335" formatCode="0.00">
                  <c:v>3.3401666666666667</c:v>
                </c:pt>
                <c:pt idx="5336" formatCode="0.00">
                  <c:v>3.3410000000000002</c:v>
                </c:pt>
                <c:pt idx="5337" formatCode="0.00">
                  <c:v>3.3418333333333332</c:v>
                </c:pt>
                <c:pt idx="5338" formatCode="0.00">
                  <c:v>3.3426666666666667</c:v>
                </c:pt>
                <c:pt idx="5339" formatCode="0.00">
                  <c:v>3.3435000000000001</c:v>
                </c:pt>
                <c:pt idx="5340" formatCode="0.00">
                  <c:v>3.3443333333333332</c:v>
                </c:pt>
                <c:pt idx="5341" formatCode="0.00">
                  <c:v>3.3451666666666666</c:v>
                </c:pt>
                <c:pt idx="5342" formatCode="0.00">
                  <c:v>3.3460000000000001</c:v>
                </c:pt>
                <c:pt idx="5343" formatCode="0.00">
                  <c:v>3.3468333333333335</c:v>
                </c:pt>
                <c:pt idx="5344" formatCode="0.00">
                  <c:v>3.347666666666667</c:v>
                </c:pt>
                <c:pt idx="5345" formatCode="0.00">
                  <c:v>3.3485</c:v>
                </c:pt>
                <c:pt idx="5346" formatCode="0.00">
                  <c:v>3.3493333333333335</c:v>
                </c:pt>
                <c:pt idx="5347" formatCode="0.00">
                  <c:v>3.3501666666666665</c:v>
                </c:pt>
                <c:pt idx="5348" formatCode="0.00">
                  <c:v>3.351</c:v>
                </c:pt>
                <c:pt idx="5349" formatCode="0.00">
                  <c:v>3.3518333333333334</c:v>
                </c:pt>
                <c:pt idx="5350" formatCode="0.00">
                  <c:v>3.3526666666666665</c:v>
                </c:pt>
                <c:pt idx="5351" formatCode="0.00">
                  <c:v>3.3535000000000004</c:v>
                </c:pt>
                <c:pt idx="5352" formatCode="0.00">
                  <c:v>3.3543333333333334</c:v>
                </c:pt>
                <c:pt idx="5353" formatCode="0.00">
                  <c:v>3.3551666666666669</c:v>
                </c:pt>
                <c:pt idx="5354" formatCode="0.00">
                  <c:v>3.3560000000000003</c:v>
                </c:pt>
                <c:pt idx="5355" formatCode="0.00">
                  <c:v>3.3568333333333333</c:v>
                </c:pt>
                <c:pt idx="5356" formatCode="0.00">
                  <c:v>3.3576666666666668</c:v>
                </c:pt>
                <c:pt idx="5357" formatCode="0.00">
                  <c:v>3.3584999999999998</c:v>
                </c:pt>
                <c:pt idx="5358" formatCode="0.00">
                  <c:v>3.3593333333333333</c:v>
                </c:pt>
                <c:pt idx="5359" formatCode="0.00">
                  <c:v>3.3601666666666667</c:v>
                </c:pt>
                <c:pt idx="5360" formatCode="0.00">
                  <c:v>3.3609999999999998</c:v>
                </c:pt>
                <c:pt idx="5361" formatCode="0.00">
                  <c:v>3.3618333333333337</c:v>
                </c:pt>
                <c:pt idx="5362" formatCode="0.00">
                  <c:v>3.3626666666666667</c:v>
                </c:pt>
                <c:pt idx="5363" formatCode="0.00">
                  <c:v>3.3635000000000002</c:v>
                </c:pt>
                <c:pt idx="5364" formatCode="0.00">
                  <c:v>3.3643333333333336</c:v>
                </c:pt>
                <c:pt idx="5365" formatCode="0.00">
                  <c:v>3.3651666666666666</c:v>
                </c:pt>
                <c:pt idx="5366" formatCode="0.00">
                  <c:v>3.3660000000000001</c:v>
                </c:pt>
                <c:pt idx="5367" formatCode="0.00">
                  <c:v>3.3668333333333331</c:v>
                </c:pt>
                <c:pt idx="5368" formatCode="0.00">
                  <c:v>3.3676666666666666</c:v>
                </c:pt>
                <c:pt idx="5369" formatCode="0.00">
                  <c:v>3.3685</c:v>
                </c:pt>
                <c:pt idx="5370" formatCode="0.00">
                  <c:v>3.3693333333333335</c:v>
                </c:pt>
                <c:pt idx="5371" formatCode="0.00">
                  <c:v>3.370166666666667</c:v>
                </c:pt>
                <c:pt idx="5372" formatCode="0.00">
                  <c:v>3.371</c:v>
                </c:pt>
                <c:pt idx="5373" formatCode="0.00">
                  <c:v>3.3718333333333335</c:v>
                </c:pt>
                <c:pt idx="5374" formatCode="0.00">
                  <c:v>3.3726666666666669</c:v>
                </c:pt>
                <c:pt idx="5375" formatCode="0.00">
                  <c:v>3.3734999999999999</c:v>
                </c:pt>
                <c:pt idx="5376" formatCode="0.00">
                  <c:v>3.3743333333333334</c:v>
                </c:pt>
                <c:pt idx="5377" formatCode="0.00">
                  <c:v>3.3751666666666664</c:v>
                </c:pt>
                <c:pt idx="5378" formatCode="0.00">
                  <c:v>3.3759999999999999</c:v>
                </c:pt>
                <c:pt idx="5379" formatCode="0.00">
                  <c:v>3.3768333333333338</c:v>
                </c:pt>
                <c:pt idx="5380" formatCode="0.00">
                  <c:v>3.3776666666666668</c:v>
                </c:pt>
                <c:pt idx="5381" formatCode="0.00">
                  <c:v>3.3785000000000003</c:v>
                </c:pt>
                <c:pt idx="5382" formatCode="0.00">
                  <c:v>3.3793333333333333</c:v>
                </c:pt>
                <c:pt idx="5383" formatCode="0.00">
                  <c:v>3.3801666666666668</c:v>
                </c:pt>
                <c:pt idx="5384" formatCode="0.00">
                  <c:v>3.3810000000000002</c:v>
                </c:pt>
                <c:pt idx="5385" formatCode="0.00">
                  <c:v>3.3818333333333332</c:v>
                </c:pt>
                <c:pt idx="5386" formatCode="0.00">
                  <c:v>3.3826666666666667</c:v>
                </c:pt>
                <c:pt idx="5387" formatCode="0.00">
                  <c:v>3.3834999999999997</c:v>
                </c:pt>
                <c:pt idx="5388" formatCode="0.00">
                  <c:v>3.3843333333333332</c:v>
                </c:pt>
                <c:pt idx="5389" formatCode="0.00">
                  <c:v>3.3851666666666671</c:v>
                </c:pt>
                <c:pt idx="5390" formatCode="0.00">
                  <c:v>3.3860000000000001</c:v>
                </c:pt>
                <c:pt idx="5391" formatCode="0.00">
                  <c:v>3.3868333333333336</c:v>
                </c:pt>
                <c:pt idx="5392" formatCode="0.00">
                  <c:v>3.3876666666666666</c:v>
                </c:pt>
                <c:pt idx="5393" formatCode="0.00">
                  <c:v>3.3885000000000001</c:v>
                </c:pt>
                <c:pt idx="5394" formatCode="0.00">
                  <c:v>3.3893333333333335</c:v>
                </c:pt>
                <c:pt idx="5395" formatCode="0.00">
                  <c:v>3.3901666666666666</c:v>
                </c:pt>
                <c:pt idx="5396" formatCode="0.00">
                  <c:v>3.391</c:v>
                </c:pt>
                <c:pt idx="5397" formatCode="0.00">
                  <c:v>3.391833333333333</c:v>
                </c:pt>
                <c:pt idx="5398" formatCode="0.00">
                  <c:v>3.3926666666666669</c:v>
                </c:pt>
                <c:pt idx="5399" formatCode="0.00">
                  <c:v>3.3935000000000004</c:v>
                </c:pt>
                <c:pt idx="5400" formatCode="0.00">
                  <c:v>3.3943333333333334</c:v>
                </c:pt>
                <c:pt idx="5401" formatCode="0.00">
                  <c:v>3.3951666666666669</c:v>
                </c:pt>
                <c:pt idx="5402" formatCode="0.00">
                  <c:v>3.3959999999999999</c:v>
                </c:pt>
                <c:pt idx="5403" formatCode="0.00">
                  <c:v>3.3968333333333334</c:v>
                </c:pt>
                <c:pt idx="5404" formatCode="0.00">
                  <c:v>3.3976666666666668</c:v>
                </c:pt>
                <c:pt idx="5405" formatCode="0.00">
                  <c:v>3.3984999999999999</c:v>
                </c:pt>
                <c:pt idx="5406" formatCode="0.00">
                  <c:v>3.3993333333333333</c:v>
                </c:pt>
                <c:pt idx="5407" formatCode="0.00">
                  <c:v>3.4001666666666663</c:v>
                </c:pt>
                <c:pt idx="5408" formatCode="0.00">
                  <c:v>3.4010000000000002</c:v>
                </c:pt>
                <c:pt idx="5409" formatCode="0.00">
                  <c:v>3.4018333333333337</c:v>
                </c:pt>
                <c:pt idx="5410" formatCode="0.00">
                  <c:v>3.4026666666666667</c:v>
                </c:pt>
                <c:pt idx="5411" formatCode="0.00">
                  <c:v>3.4035000000000002</c:v>
                </c:pt>
                <c:pt idx="5412" formatCode="0.00">
                  <c:v>3.4043333333333332</c:v>
                </c:pt>
                <c:pt idx="5413" formatCode="0.00">
                  <c:v>3.4051666666666667</c:v>
                </c:pt>
                <c:pt idx="5414" formatCode="0.00">
                  <c:v>3.4060000000000001</c:v>
                </c:pt>
                <c:pt idx="5415" formatCode="0.00">
                  <c:v>3.4068333333333332</c:v>
                </c:pt>
                <c:pt idx="5416" formatCode="0.00">
                  <c:v>3.4076666666666666</c:v>
                </c:pt>
                <c:pt idx="5417" formatCode="0.00">
                  <c:v>3.4085000000000001</c:v>
                </c:pt>
                <c:pt idx="5418" formatCode="0.00">
                  <c:v>3.4093333333333335</c:v>
                </c:pt>
                <c:pt idx="5419" formatCode="0.00">
                  <c:v>3.410166666666667</c:v>
                </c:pt>
                <c:pt idx="5420" formatCode="0.00">
                  <c:v>3.411</c:v>
                </c:pt>
                <c:pt idx="5421" formatCode="0.00">
                  <c:v>3.4118333333333335</c:v>
                </c:pt>
                <c:pt idx="5422" formatCode="0.00">
                  <c:v>3.4126666666666665</c:v>
                </c:pt>
                <c:pt idx="5423" formatCode="0.00">
                  <c:v>3.4135</c:v>
                </c:pt>
                <c:pt idx="5424" formatCode="0.00">
                  <c:v>3.4143333333333334</c:v>
                </c:pt>
                <c:pt idx="5425" formatCode="0.00">
                  <c:v>3.4151666666666665</c:v>
                </c:pt>
                <c:pt idx="5426" formatCode="0.00">
                  <c:v>3.4160000000000004</c:v>
                </c:pt>
                <c:pt idx="5427" formatCode="0.00">
                  <c:v>3.4168333333333334</c:v>
                </c:pt>
                <c:pt idx="5428" formatCode="0.00">
                  <c:v>3.4176666666666669</c:v>
                </c:pt>
                <c:pt idx="5429" formatCode="0.00">
                  <c:v>3.4185000000000003</c:v>
                </c:pt>
                <c:pt idx="5430" formatCode="0.00">
                  <c:v>3.4193333333333333</c:v>
                </c:pt>
                <c:pt idx="5431" formatCode="0.00">
                  <c:v>3.4201666666666668</c:v>
                </c:pt>
                <c:pt idx="5432" formatCode="0.00">
                  <c:v>3.4209999999999998</c:v>
                </c:pt>
                <c:pt idx="5433" formatCode="0.00">
                  <c:v>3.4218333333333333</c:v>
                </c:pt>
                <c:pt idx="5434" formatCode="0.00">
                  <c:v>3.4226666666666667</c:v>
                </c:pt>
                <c:pt idx="5435" formatCode="0.00">
                  <c:v>3.4234999999999998</c:v>
                </c:pt>
                <c:pt idx="5436" formatCode="0.00">
                  <c:v>3.4243333333333337</c:v>
                </c:pt>
                <c:pt idx="5437" formatCode="0.00">
                  <c:v>3.4251666666666667</c:v>
                </c:pt>
                <c:pt idx="5438" formatCode="0.00">
                  <c:v>3.4260000000000002</c:v>
                </c:pt>
                <c:pt idx="5439" formatCode="0.00">
                  <c:v>3.4268333333333336</c:v>
                </c:pt>
                <c:pt idx="5440" formatCode="0.00">
                  <c:v>3.4276666666666666</c:v>
                </c:pt>
                <c:pt idx="5441" formatCode="0.00">
                  <c:v>3.4285000000000001</c:v>
                </c:pt>
                <c:pt idx="5442" formatCode="0.00">
                  <c:v>3.4293333333333331</c:v>
                </c:pt>
                <c:pt idx="5443" formatCode="0.00">
                  <c:v>3.4301666666666666</c:v>
                </c:pt>
                <c:pt idx="5444" formatCode="0.00">
                  <c:v>3.431</c:v>
                </c:pt>
                <c:pt idx="5445" formatCode="0.00">
                  <c:v>3.4318333333333335</c:v>
                </c:pt>
                <c:pt idx="5446" formatCode="0.00">
                  <c:v>3.432666666666667</c:v>
                </c:pt>
                <c:pt idx="5447" formatCode="0.00">
                  <c:v>3.4335</c:v>
                </c:pt>
                <c:pt idx="5448" formatCode="0.00">
                  <c:v>3.4343333333333335</c:v>
                </c:pt>
                <c:pt idx="5449" formatCode="0.00">
                  <c:v>3.4351666666666669</c:v>
                </c:pt>
                <c:pt idx="5450" formatCode="0.00">
                  <c:v>3.4359999999999999</c:v>
                </c:pt>
                <c:pt idx="5451" formatCode="0.00">
                  <c:v>3.4368333333333334</c:v>
                </c:pt>
                <c:pt idx="5452" formatCode="0.00">
                  <c:v>3.4376666666666664</c:v>
                </c:pt>
                <c:pt idx="5453" formatCode="0.00">
                  <c:v>3.4384999999999999</c:v>
                </c:pt>
                <c:pt idx="5454" formatCode="0.00">
                  <c:v>3.4393333333333338</c:v>
                </c:pt>
                <c:pt idx="5455" formatCode="0.00">
                  <c:v>3.4401666666666668</c:v>
                </c:pt>
                <c:pt idx="5456" formatCode="0.00">
                  <c:v>3.4410000000000003</c:v>
                </c:pt>
                <c:pt idx="5457" formatCode="0.00">
                  <c:v>3.4418333333333333</c:v>
                </c:pt>
                <c:pt idx="5458" formatCode="0.00">
                  <c:v>3.4426666666666668</c:v>
                </c:pt>
                <c:pt idx="5459" formatCode="0.00">
                  <c:v>3.4435000000000002</c:v>
                </c:pt>
                <c:pt idx="5460" formatCode="0.00">
                  <c:v>3.4443333333333332</c:v>
                </c:pt>
                <c:pt idx="5461" formatCode="0.00">
                  <c:v>3.4451666666666667</c:v>
                </c:pt>
                <c:pt idx="5462" formatCode="0.00">
                  <c:v>3.4459999999999997</c:v>
                </c:pt>
                <c:pt idx="5463" formatCode="0.00">
                  <c:v>3.4468333333333332</c:v>
                </c:pt>
                <c:pt idx="5464" formatCode="0.00">
                  <c:v>3.4476666666666671</c:v>
                </c:pt>
                <c:pt idx="5465" formatCode="0.00">
                  <c:v>3.4485000000000001</c:v>
                </c:pt>
                <c:pt idx="5466" formatCode="0.00">
                  <c:v>3.4493333333333336</c:v>
                </c:pt>
                <c:pt idx="5467" formatCode="0.00">
                  <c:v>3.4501666666666666</c:v>
                </c:pt>
                <c:pt idx="5468" formatCode="0.00">
                  <c:v>3.4510000000000001</c:v>
                </c:pt>
                <c:pt idx="5469" formatCode="0.00">
                  <c:v>3.4518333333333335</c:v>
                </c:pt>
                <c:pt idx="5470" formatCode="0.00">
                  <c:v>3.4526666666666666</c:v>
                </c:pt>
                <c:pt idx="5471" formatCode="0.00">
                  <c:v>3.4535</c:v>
                </c:pt>
                <c:pt idx="5472" formatCode="0.00">
                  <c:v>3.454333333333333</c:v>
                </c:pt>
                <c:pt idx="5473" formatCode="0.00">
                  <c:v>3.4551666666666669</c:v>
                </c:pt>
                <c:pt idx="5474" formatCode="0.00">
                  <c:v>3.4560000000000004</c:v>
                </c:pt>
                <c:pt idx="5475" formatCode="0.00">
                  <c:v>3.4568333333333334</c:v>
                </c:pt>
                <c:pt idx="5476" formatCode="0.00">
                  <c:v>3.4576666666666669</c:v>
                </c:pt>
                <c:pt idx="5477" formatCode="0.00">
                  <c:v>3.4584999999999999</c:v>
                </c:pt>
                <c:pt idx="5478" formatCode="0.00">
                  <c:v>3.4593333333333334</c:v>
                </c:pt>
                <c:pt idx="5479" formatCode="0.00">
                  <c:v>3.4601666666666668</c:v>
                </c:pt>
                <c:pt idx="5480" formatCode="0.00">
                  <c:v>3.4609999999999999</c:v>
                </c:pt>
                <c:pt idx="5481" formatCode="0.00">
                  <c:v>3.4618333333333333</c:v>
                </c:pt>
                <c:pt idx="5482" formatCode="0.00">
                  <c:v>3.4626666666666663</c:v>
                </c:pt>
                <c:pt idx="5483" formatCode="0.00">
                  <c:v>3.4635000000000002</c:v>
                </c:pt>
                <c:pt idx="5484" formatCode="0.00">
                  <c:v>3.4643333333333337</c:v>
                </c:pt>
                <c:pt idx="5485" formatCode="0.00">
                  <c:v>3.4651666666666667</c:v>
                </c:pt>
                <c:pt idx="5486" formatCode="0.00">
                  <c:v>3.4660000000000002</c:v>
                </c:pt>
                <c:pt idx="5487" formatCode="0.00">
                  <c:v>3.4668333333333332</c:v>
                </c:pt>
                <c:pt idx="5488" formatCode="0.00">
                  <c:v>3.4676666666666667</c:v>
                </c:pt>
                <c:pt idx="5489" formatCode="0.00">
                  <c:v>3.4685000000000001</c:v>
                </c:pt>
                <c:pt idx="5490" formatCode="0.00">
                  <c:v>3.4693333333333332</c:v>
                </c:pt>
                <c:pt idx="5491" formatCode="0.00">
                  <c:v>3.4701666666666666</c:v>
                </c:pt>
                <c:pt idx="5492" formatCode="0.00">
                  <c:v>3.4710000000000001</c:v>
                </c:pt>
                <c:pt idx="5493" formatCode="0.00">
                  <c:v>3.4718333333333335</c:v>
                </c:pt>
                <c:pt idx="5494" formatCode="0.00">
                  <c:v>3.472666666666667</c:v>
                </c:pt>
                <c:pt idx="5495" formatCode="0.00">
                  <c:v>3.4735</c:v>
                </c:pt>
                <c:pt idx="5496" formatCode="0.00">
                  <c:v>3.4743333333333335</c:v>
                </c:pt>
                <c:pt idx="5497" formatCode="0.00">
                  <c:v>3.4751666666666665</c:v>
                </c:pt>
                <c:pt idx="5498" formatCode="0.00">
                  <c:v>3.476</c:v>
                </c:pt>
                <c:pt idx="5499" formatCode="0.00">
                  <c:v>3.4768333333333334</c:v>
                </c:pt>
                <c:pt idx="5500" formatCode="0.00">
                  <c:v>3.4776666666666665</c:v>
                </c:pt>
                <c:pt idx="5501" formatCode="0.00">
                  <c:v>3.4785000000000004</c:v>
                </c:pt>
                <c:pt idx="5502" formatCode="0.00">
                  <c:v>3.4793333333333334</c:v>
                </c:pt>
                <c:pt idx="5503" formatCode="0.00">
                  <c:v>3.4801666666666669</c:v>
                </c:pt>
                <c:pt idx="5504" formatCode="0.00">
                  <c:v>3.4810000000000003</c:v>
                </c:pt>
                <c:pt idx="5505" formatCode="0.00">
                  <c:v>3.4818333333333333</c:v>
                </c:pt>
                <c:pt idx="5506" formatCode="0.00">
                  <c:v>3.4826666666666668</c:v>
                </c:pt>
                <c:pt idx="5507" formatCode="0.00">
                  <c:v>3.4834999999999998</c:v>
                </c:pt>
                <c:pt idx="5508" formatCode="0.00">
                  <c:v>3.4843333333333333</c:v>
                </c:pt>
                <c:pt idx="5509" formatCode="0.00">
                  <c:v>3.4851666666666667</c:v>
                </c:pt>
                <c:pt idx="5510" formatCode="0.00">
                  <c:v>3.4859999999999998</c:v>
                </c:pt>
                <c:pt idx="5511" formatCode="0.00">
                  <c:v>3.4868333333333337</c:v>
                </c:pt>
                <c:pt idx="5512" formatCode="0.00">
                  <c:v>3.4876666666666667</c:v>
                </c:pt>
                <c:pt idx="5513" formatCode="0.00">
                  <c:v>3.4885000000000002</c:v>
                </c:pt>
                <c:pt idx="5514" formatCode="0.00">
                  <c:v>3.4893333333333336</c:v>
                </c:pt>
                <c:pt idx="5515" formatCode="0.00">
                  <c:v>3.4901666666666666</c:v>
                </c:pt>
                <c:pt idx="5516" formatCode="0.00">
                  <c:v>3.4910000000000001</c:v>
                </c:pt>
                <c:pt idx="5517" formatCode="0.00">
                  <c:v>3.4918333333333331</c:v>
                </c:pt>
                <c:pt idx="5518" formatCode="0.00">
                  <c:v>3.4926666666666666</c:v>
                </c:pt>
                <c:pt idx="5519" formatCode="0.00">
                  <c:v>3.4935</c:v>
                </c:pt>
                <c:pt idx="5520" formatCode="0.00">
                  <c:v>3.4943333333333335</c:v>
                </c:pt>
                <c:pt idx="5521" formatCode="0.00">
                  <c:v>3.495166666666667</c:v>
                </c:pt>
                <c:pt idx="5522" formatCode="0.00">
                  <c:v>3.496</c:v>
                </c:pt>
                <c:pt idx="5523" formatCode="0.00">
                  <c:v>3.4968333333333335</c:v>
                </c:pt>
                <c:pt idx="5524" formatCode="0.00">
                  <c:v>3.4976666666666669</c:v>
                </c:pt>
                <c:pt idx="5525" formatCode="0.00">
                  <c:v>3.4984999999999999</c:v>
                </c:pt>
                <c:pt idx="5526" formatCode="0.00">
                  <c:v>3.4993333333333334</c:v>
                </c:pt>
                <c:pt idx="5527" formatCode="0.00">
                  <c:v>3.5001666666666664</c:v>
                </c:pt>
                <c:pt idx="5528" formatCode="0.00">
                  <c:v>3.5009999999999999</c:v>
                </c:pt>
                <c:pt idx="5529" formatCode="0.00">
                  <c:v>3.5018333333333338</c:v>
                </c:pt>
                <c:pt idx="5530" formatCode="0.00">
                  <c:v>3.5026666666666668</c:v>
                </c:pt>
                <c:pt idx="5531" formatCode="0.00">
                  <c:v>3.5035000000000003</c:v>
                </c:pt>
                <c:pt idx="5532" formatCode="0.00">
                  <c:v>3.5043333333333333</c:v>
                </c:pt>
                <c:pt idx="5533" formatCode="0.00">
                  <c:v>3.5051666666666668</c:v>
                </c:pt>
                <c:pt idx="5534" formatCode="0.00">
                  <c:v>3.5060000000000002</c:v>
                </c:pt>
                <c:pt idx="5535" formatCode="0.00">
                  <c:v>3.5068333333333332</c:v>
                </c:pt>
                <c:pt idx="5536" formatCode="0.00">
                  <c:v>3.5076666666666667</c:v>
                </c:pt>
                <c:pt idx="5537" formatCode="0.00">
                  <c:v>3.5084999999999997</c:v>
                </c:pt>
                <c:pt idx="5538" formatCode="0.00">
                  <c:v>3.5093333333333332</c:v>
                </c:pt>
                <c:pt idx="5539" formatCode="0.00">
                  <c:v>3.5101666666666671</c:v>
                </c:pt>
                <c:pt idx="5540" formatCode="0.00">
                  <c:v>3.5110000000000001</c:v>
                </c:pt>
                <c:pt idx="5541" formatCode="0.00">
                  <c:v>3.5118333333333336</c:v>
                </c:pt>
                <c:pt idx="5542" formatCode="0.00">
                  <c:v>3.5126666666666666</c:v>
                </c:pt>
                <c:pt idx="5543" formatCode="0.00">
                  <c:v>3.5135000000000001</c:v>
                </c:pt>
                <c:pt idx="5544" formatCode="0.00">
                  <c:v>3.5143333333333335</c:v>
                </c:pt>
                <c:pt idx="5545" formatCode="0.00">
                  <c:v>3.5151666666666666</c:v>
                </c:pt>
                <c:pt idx="5546" formatCode="0.00">
                  <c:v>3.516</c:v>
                </c:pt>
                <c:pt idx="5547" formatCode="0.00">
                  <c:v>3.516833333333333</c:v>
                </c:pt>
                <c:pt idx="5548" formatCode="0.00">
                  <c:v>3.5176666666666669</c:v>
                </c:pt>
                <c:pt idx="5549" formatCode="0.00">
                  <c:v>3.5185000000000004</c:v>
                </c:pt>
                <c:pt idx="5550" formatCode="0.00">
                  <c:v>3.5193333333333334</c:v>
                </c:pt>
                <c:pt idx="5551" formatCode="0.00">
                  <c:v>3.5201666666666669</c:v>
                </c:pt>
                <c:pt idx="5552" formatCode="0.00">
                  <c:v>3.5209999999999999</c:v>
                </c:pt>
                <c:pt idx="5553" formatCode="0.00">
                  <c:v>3.5218333333333334</c:v>
                </c:pt>
                <c:pt idx="5554" formatCode="0.00">
                  <c:v>3.5226666666666668</c:v>
                </c:pt>
                <c:pt idx="5555" formatCode="0.00">
                  <c:v>3.5234999999999999</c:v>
                </c:pt>
                <c:pt idx="5556" formatCode="0.00">
                  <c:v>3.5243333333333333</c:v>
                </c:pt>
                <c:pt idx="5557" formatCode="0.00">
                  <c:v>3.5251666666666663</c:v>
                </c:pt>
                <c:pt idx="5558" formatCode="0.00">
                  <c:v>3.5260000000000002</c:v>
                </c:pt>
                <c:pt idx="5559" formatCode="0.00">
                  <c:v>3.5268333333333337</c:v>
                </c:pt>
                <c:pt idx="5560" formatCode="0.00">
                  <c:v>3.5276666666666667</c:v>
                </c:pt>
                <c:pt idx="5561" formatCode="0.00">
                  <c:v>3.5285000000000002</c:v>
                </c:pt>
                <c:pt idx="5562" formatCode="0.00">
                  <c:v>3.5293333333333332</c:v>
                </c:pt>
                <c:pt idx="5563" formatCode="0.00">
                  <c:v>3.5301666666666667</c:v>
                </c:pt>
                <c:pt idx="5564" formatCode="0.00">
                  <c:v>3.5310000000000001</c:v>
                </c:pt>
                <c:pt idx="5565" formatCode="0.00">
                  <c:v>3.5318333333333332</c:v>
                </c:pt>
                <c:pt idx="5566" formatCode="0.00">
                  <c:v>3.5326666666666666</c:v>
                </c:pt>
                <c:pt idx="5567" formatCode="0.00">
                  <c:v>3.5335000000000001</c:v>
                </c:pt>
                <c:pt idx="5568" formatCode="0.00">
                  <c:v>3.5343333333333335</c:v>
                </c:pt>
                <c:pt idx="5569" formatCode="0.00">
                  <c:v>3.535166666666667</c:v>
                </c:pt>
                <c:pt idx="5570" formatCode="0.00">
                  <c:v>3.536</c:v>
                </c:pt>
                <c:pt idx="5571" formatCode="0.00">
                  <c:v>3.5368333333333335</c:v>
                </c:pt>
                <c:pt idx="5572" formatCode="0.00">
                  <c:v>3.5376666666666665</c:v>
                </c:pt>
                <c:pt idx="5573" formatCode="0.00">
                  <c:v>3.5385</c:v>
                </c:pt>
                <c:pt idx="5574" formatCode="0.00">
                  <c:v>3.5393333333333334</c:v>
                </c:pt>
                <c:pt idx="5575" formatCode="0.00">
                  <c:v>3.5401666666666665</c:v>
                </c:pt>
                <c:pt idx="5576" formatCode="0.00">
                  <c:v>3.5410000000000004</c:v>
                </c:pt>
                <c:pt idx="5577" formatCode="0.00">
                  <c:v>3.5418333333333334</c:v>
                </c:pt>
                <c:pt idx="5578" formatCode="0.00">
                  <c:v>3.5426666666666669</c:v>
                </c:pt>
                <c:pt idx="5579" formatCode="0.00">
                  <c:v>3.5435000000000003</c:v>
                </c:pt>
                <c:pt idx="5580" formatCode="0.00">
                  <c:v>3.5443333333333333</c:v>
                </c:pt>
                <c:pt idx="5581" formatCode="0.00">
                  <c:v>3.5451666666666668</c:v>
                </c:pt>
                <c:pt idx="5582" formatCode="0.00">
                  <c:v>3.5459999999999998</c:v>
                </c:pt>
                <c:pt idx="5583" formatCode="0.00">
                  <c:v>3.5468333333333333</c:v>
                </c:pt>
                <c:pt idx="5584" formatCode="0.00">
                  <c:v>3.5476666666666667</c:v>
                </c:pt>
                <c:pt idx="5585" formatCode="0.00">
                  <c:v>3.5484999999999998</c:v>
                </c:pt>
                <c:pt idx="5586" formatCode="0.00">
                  <c:v>3.5493333333333337</c:v>
                </c:pt>
                <c:pt idx="5587" formatCode="0.00">
                  <c:v>3.5501666666666667</c:v>
                </c:pt>
                <c:pt idx="5588" formatCode="0.00">
                  <c:v>3.5510000000000002</c:v>
                </c:pt>
                <c:pt idx="5589" formatCode="0.00">
                  <c:v>3.5518333333333336</c:v>
                </c:pt>
                <c:pt idx="5590" formatCode="0.00">
                  <c:v>3.5526666666666666</c:v>
                </c:pt>
                <c:pt idx="5591" formatCode="0.00">
                  <c:v>3.5535000000000001</c:v>
                </c:pt>
                <c:pt idx="5592" formatCode="0.00">
                  <c:v>3.5543333333333331</c:v>
                </c:pt>
                <c:pt idx="5593" formatCode="0.00">
                  <c:v>3.5551666666666666</c:v>
                </c:pt>
                <c:pt idx="5594" formatCode="0.00">
                  <c:v>3.556</c:v>
                </c:pt>
                <c:pt idx="5595" formatCode="0.00">
                  <c:v>3.5568333333333335</c:v>
                </c:pt>
                <c:pt idx="5596" formatCode="0.00">
                  <c:v>3.557666666666667</c:v>
                </c:pt>
                <c:pt idx="5597" formatCode="0.00">
                  <c:v>3.5585</c:v>
                </c:pt>
                <c:pt idx="5598" formatCode="0.00">
                  <c:v>3.5593333333333335</c:v>
                </c:pt>
                <c:pt idx="5599" formatCode="0.00">
                  <c:v>3.5601666666666669</c:v>
                </c:pt>
                <c:pt idx="5600" formatCode="0.00">
                  <c:v>3.5609999999999999</c:v>
                </c:pt>
                <c:pt idx="5601" formatCode="0.00">
                  <c:v>3.5618333333333334</c:v>
                </c:pt>
                <c:pt idx="5602" formatCode="0.00">
                  <c:v>3.5626666666666664</c:v>
                </c:pt>
                <c:pt idx="5603" formatCode="0.00">
                  <c:v>3.5634999999999999</c:v>
                </c:pt>
                <c:pt idx="5604" formatCode="0.00">
                  <c:v>3.5643333333333338</c:v>
                </c:pt>
                <c:pt idx="5605" formatCode="0.00">
                  <c:v>3.5651666666666668</c:v>
                </c:pt>
                <c:pt idx="5606" formatCode="0.00">
                  <c:v>3.5660000000000003</c:v>
                </c:pt>
                <c:pt idx="5607" formatCode="0.00">
                  <c:v>3.5668333333333333</c:v>
                </c:pt>
                <c:pt idx="5608" formatCode="0.00">
                  <c:v>3.5676666666666668</c:v>
                </c:pt>
                <c:pt idx="5609" formatCode="0.00">
                  <c:v>3.5685000000000002</c:v>
                </c:pt>
                <c:pt idx="5610" formatCode="0.00">
                  <c:v>3.5693333333333332</c:v>
                </c:pt>
                <c:pt idx="5611" formatCode="0.00">
                  <c:v>3.5701666666666667</c:v>
                </c:pt>
                <c:pt idx="5612" formatCode="0.00">
                  <c:v>3.5709999999999997</c:v>
                </c:pt>
                <c:pt idx="5613" formatCode="0.00">
                  <c:v>3.5718333333333332</c:v>
                </c:pt>
                <c:pt idx="5614" formatCode="0.00">
                  <c:v>3.5726666666666671</c:v>
                </c:pt>
                <c:pt idx="5615" formatCode="0.00">
                  <c:v>3.5735000000000001</c:v>
                </c:pt>
                <c:pt idx="5616" formatCode="0.00">
                  <c:v>3.5743333333333336</c:v>
                </c:pt>
                <c:pt idx="5617" formatCode="0.00">
                  <c:v>3.5751666666666666</c:v>
                </c:pt>
                <c:pt idx="5618" formatCode="0.00">
                  <c:v>3.5760000000000001</c:v>
                </c:pt>
                <c:pt idx="5619" formatCode="0.00">
                  <c:v>3.5768333333333335</c:v>
                </c:pt>
                <c:pt idx="5620" formatCode="0.00">
                  <c:v>3.5776666666666666</c:v>
                </c:pt>
                <c:pt idx="5621" formatCode="0.00">
                  <c:v>3.5785</c:v>
                </c:pt>
                <c:pt idx="5622" formatCode="0.00">
                  <c:v>3.579333333333333</c:v>
                </c:pt>
                <c:pt idx="5623" formatCode="0.00">
                  <c:v>3.5801666666666669</c:v>
                </c:pt>
                <c:pt idx="5624" formatCode="0.00">
                  <c:v>3.5810000000000004</c:v>
                </c:pt>
                <c:pt idx="5625" formatCode="0.00">
                  <c:v>3.5818333333333334</c:v>
                </c:pt>
                <c:pt idx="5626" formatCode="0.00">
                  <c:v>3.5826666666666669</c:v>
                </c:pt>
                <c:pt idx="5627" formatCode="0.00">
                  <c:v>3.5834999999999999</c:v>
                </c:pt>
                <c:pt idx="5628" formatCode="0.00">
                  <c:v>3.5843333333333334</c:v>
                </c:pt>
                <c:pt idx="5629" formatCode="0.00">
                  <c:v>3.5851666666666668</c:v>
                </c:pt>
                <c:pt idx="5630" formatCode="0.00">
                  <c:v>3.5859999999999999</c:v>
                </c:pt>
                <c:pt idx="5631" formatCode="0.00">
                  <c:v>3.5868333333333333</c:v>
                </c:pt>
                <c:pt idx="5632" formatCode="0.00">
                  <c:v>3.5876666666666663</c:v>
                </c:pt>
                <c:pt idx="5633" formatCode="0.00">
                  <c:v>3.5885000000000002</c:v>
                </c:pt>
                <c:pt idx="5634" formatCode="0.00">
                  <c:v>3.5893333333333337</c:v>
                </c:pt>
                <c:pt idx="5635" formatCode="0.00">
                  <c:v>3.5901666666666667</c:v>
                </c:pt>
                <c:pt idx="5636" formatCode="0.00">
                  <c:v>3.5910000000000002</c:v>
                </c:pt>
                <c:pt idx="5637" formatCode="0.00">
                  <c:v>3.5918333333333332</c:v>
                </c:pt>
                <c:pt idx="5638" formatCode="0.00">
                  <c:v>3.5926666666666667</c:v>
                </c:pt>
                <c:pt idx="5639" formatCode="0.00">
                  <c:v>3.5935000000000001</c:v>
                </c:pt>
                <c:pt idx="5640" formatCode="0.00">
                  <c:v>3.5943333333333332</c:v>
                </c:pt>
                <c:pt idx="5641" formatCode="0.00">
                  <c:v>3.5951666666666666</c:v>
                </c:pt>
                <c:pt idx="5642" formatCode="0.00">
                  <c:v>3.5960000000000001</c:v>
                </c:pt>
                <c:pt idx="5643" formatCode="0.00">
                  <c:v>3.5968333333333335</c:v>
                </c:pt>
                <c:pt idx="5644" formatCode="0.00">
                  <c:v>3.597666666666667</c:v>
                </c:pt>
                <c:pt idx="5645" formatCode="0.00">
                  <c:v>3.5985</c:v>
                </c:pt>
                <c:pt idx="5646" formatCode="0.00">
                  <c:v>3.5993333333333335</c:v>
                </c:pt>
                <c:pt idx="5647" formatCode="0.00">
                  <c:v>3.6001666666666665</c:v>
                </c:pt>
                <c:pt idx="5648" formatCode="0.00">
                  <c:v>3.601</c:v>
                </c:pt>
                <c:pt idx="5649" formatCode="0.00">
                  <c:v>3.6018333333333334</c:v>
                </c:pt>
                <c:pt idx="5650" formatCode="0.00">
                  <c:v>3.6026666666666665</c:v>
                </c:pt>
                <c:pt idx="5651" formatCode="0.00">
                  <c:v>3.6035000000000004</c:v>
                </c:pt>
                <c:pt idx="5652" formatCode="0.00">
                  <c:v>3.6043333333333334</c:v>
                </c:pt>
                <c:pt idx="5653" formatCode="0.00">
                  <c:v>3.6051666666666669</c:v>
                </c:pt>
                <c:pt idx="5654" formatCode="0.00">
                  <c:v>3.6060000000000003</c:v>
                </c:pt>
                <c:pt idx="5655" formatCode="0.00">
                  <c:v>3.6068333333333333</c:v>
                </c:pt>
                <c:pt idx="5656" formatCode="0.00">
                  <c:v>3.6076666666666668</c:v>
                </c:pt>
                <c:pt idx="5657" formatCode="0.00">
                  <c:v>3.6084999999999998</c:v>
                </c:pt>
                <c:pt idx="5658" formatCode="0.00">
                  <c:v>3.6093333333333333</c:v>
                </c:pt>
                <c:pt idx="5659" formatCode="0.00">
                  <c:v>3.6101666666666667</c:v>
                </c:pt>
                <c:pt idx="5660" formatCode="0.00">
                  <c:v>3.6109999999999998</c:v>
                </c:pt>
                <c:pt idx="5661" formatCode="0.00">
                  <c:v>3.6118333333333337</c:v>
                </c:pt>
                <c:pt idx="5662" formatCode="0.00">
                  <c:v>3.6126666666666667</c:v>
                </c:pt>
                <c:pt idx="5663" formatCode="0.00">
                  <c:v>3.6135000000000002</c:v>
                </c:pt>
                <c:pt idx="5664" formatCode="0.00">
                  <c:v>3.6143333333333336</c:v>
                </c:pt>
                <c:pt idx="5665" formatCode="0.00">
                  <c:v>3.6151666666666666</c:v>
                </c:pt>
                <c:pt idx="5666" formatCode="0.00">
                  <c:v>3.6160000000000001</c:v>
                </c:pt>
                <c:pt idx="5667" formatCode="0.00">
                  <c:v>3.6168333333333331</c:v>
                </c:pt>
                <c:pt idx="5668" formatCode="0.00">
                  <c:v>3.6176666666666666</c:v>
                </c:pt>
                <c:pt idx="5669" formatCode="0.00">
                  <c:v>3.6185</c:v>
                </c:pt>
                <c:pt idx="5670" formatCode="0.00">
                  <c:v>3.6193333333333335</c:v>
                </c:pt>
                <c:pt idx="5671" formatCode="0.00">
                  <c:v>3.620166666666667</c:v>
                </c:pt>
                <c:pt idx="5672" formatCode="0.00">
                  <c:v>3.621</c:v>
                </c:pt>
                <c:pt idx="5673" formatCode="0.00">
                  <c:v>3.6218333333333335</c:v>
                </c:pt>
                <c:pt idx="5674" formatCode="0.00">
                  <c:v>3.6226666666666669</c:v>
                </c:pt>
                <c:pt idx="5675" formatCode="0.00">
                  <c:v>3.6234999999999999</c:v>
                </c:pt>
                <c:pt idx="5676" formatCode="0.00">
                  <c:v>3.6243333333333334</c:v>
                </c:pt>
                <c:pt idx="5677" formatCode="0.00">
                  <c:v>3.6251666666666664</c:v>
                </c:pt>
                <c:pt idx="5678" formatCode="0.00">
                  <c:v>3.6259999999999999</c:v>
                </c:pt>
                <c:pt idx="5679" formatCode="0.00">
                  <c:v>3.6268333333333338</c:v>
                </c:pt>
                <c:pt idx="5680" formatCode="0.00">
                  <c:v>3.6276666666666668</c:v>
                </c:pt>
                <c:pt idx="5681" formatCode="0.00">
                  <c:v>3.6285000000000003</c:v>
                </c:pt>
                <c:pt idx="5682" formatCode="0.00">
                  <c:v>3.6293333333333333</c:v>
                </c:pt>
                <c:pt idx="5683" formatCode="0.00">
                  <c:v>3.6301666666666668</c:v>
                </c:pt>
                <c:pt idx="5684" formatCode="0.00">
                  <c:v>3.6310000000000002</c:v>
                </c:pt>
                <c:pt idx="5685" formatCode="0.00">
                  <c:v>3.6318333333333332</c:v>
                </c:pt>
                <c:pt idx="5686" formatCode="0.00">
                  <c:v>3.6326666666666667</c:v>
                </c:pt>
                <c:pt idx="5687" formatCode="0.00">
                  <c:v>3.6334999999999997</c:v>
                </c:pt>
                <c:pt idx="5688" formatCode="0.00">
                  <c:v>3.6343333333333332</c:v>
                </c:pt>
                <c:pt idx="5689" formatCode="0.00">
                  <c:v>3.6351666666666671</c:v>
                </c:pt>
                <c:pt idx="5690" formatCode="0.00">
                  <c:v>3.6360000000000001</c:v>
                </c:pt>
                <c:pt idx="5691" formatCode="0.00">
                  <c:v>3.6368333333333336</c:v>
                </c:pt>
                <c:pt idx="5692" formatCode="0.00">
                  <c:v>3.6376666666666666</c:v>
                </c:pt>
                <c:pt idx="5693" formatCode="0.00">
                  <c:v>3.6385000000000001</c:v>
                </c:pt>
                <c:pt idx="5694" formatCode="0.00">
                  <c:v>3.6393333333333335</c:v>
                </c:pt>
                <c:pt idx="5695" formatCode="0.00">
                  <c:v>3.6401666666666666</c:v>
                </c:pt>
                <c:pt idx="5696" formatCode="0.00">
                  <c:v>3.641</c:v>
                </c:pt>
                <c:pt idx="5697" formatCode="0.00">
                  <c:v>3.641833333333333</c:v>
                </c:pt>
                <c:pt idx="5698" formatCode="0.00">
                  <c:v>3.6426666666666669</c:v>
                </c:pt>
                <c:pt idx="5699" formatCode="0.00">
                  <c:v>3.6435000000000004</c:v>
                </c:pt>
                <c:pt idx="5700" formatCode="0.00">
                  <c:v>3.6443333333333334</c:v>
                </c:pt>
                <c:pt idx="5701" formatCode="0.00">
                  <c:v>3.6451666666666669</c:v>
                </c:pt>
                <c:pt idx="5702" formatCode="0.00">
                  <c:v>3.6459999999999999</c:v>
                </c:pt>
                <c:pt idx="5703" formatCode="0.00">
                  <c:v>3.6468333333333334</c:v>
                </c:pt>
                <c:pt idx="5704" formatCode="0.00">
                  <c:v>3.6476666666666668</c:v>
                </c:pt>
                <c:pt idx="5705" formatCode="0.00">
                  <c:v>3.6484999999999999</c:v>
                </c:pt>
                <c:pt idx="5706" formatCode="0.00">
                  <c:v>3.6493333333333333</c:v>
                </c:pt>
                <c:pt idx="5707" formatCode="0.00">
                  <c:v>3.6501666666666663</c:v>
                </c:pt>
                <c:pt idx="5708" formatCode="0.00">
                  <c:v>3.6510000000000002</c:v>
                </c:pt>
                <c:pt idx="5709" formatCode="0.00">
                  <c:v>3.6518333333333337</c:v>
                </c:pt>
                <c:pt idx="5710" formatCode="0.00">
                  <c:v>3.6526666666666667</c:v>
                </c:pt>
                <c:pt idx="5711" formatCode="0.00">
                  <c:v>3.6535000000000002</c:v>
                </c:pt>
                <c:pt idx="5712" formatCode="0.00">
                  <c:v>3.6543333333333332</c:v>
                </c:pt>
                <c:pt idx="5713" formatCode="0.00">
                  <c:v>3.6551666666666667</c:v>
                </c:pt>
                <c:pt idx="5714" formatCode="0.00">
                  <c:v>3.6560000000000001</c:v>
                </c:pt>
                <c:pt idx="5715" formatCode="0.00">
                  <c:v>3.6568333333333332</c:v>
                </c:pt>
                <c:pt idx="5716" formatCode="0.00">
                  <c:v>3.6576666666666666</c:v>
                </c:pt>
                <c:pt idx="5717" formatCode="0.00">
                  <c:v>3.6585000000000001</c:v>
                </c:pt>
                <c:pt idx="5718" formatCode="0.00">
                  <c:v>3.6593333333333335</c:v>
                </c:pt>
                <c:pt idx="5719" formatCode="0.00">
                  <c:v>3.660166666666667</c:v>
                </c:pt>
                <c:pt idx="5720" formatCode="0.00">
                  <c:v>3.661</c:v>
                </c:pt>
                <c:pt idx="5721" formatCode="0.00">
                  <c:v>3.6618333333333335</c:v>
                </c:pt>
                <c:pt idx="5722" formatCode="0.00">
                  <c:v>3.6626666666666665</c:v>
                </c:pt>
                <c:pt idx="5723" formatCode="0.00">
                  <c:v>3.6635</c:v>
                </c:pt>
                <c:pt idx="5724" formatCode="0.00">
                  <c:v>3.6643333333333334</c:v>
                </c:pt>
                <c:pt idx="5725" formatCode="0.00">
                  <c:v>3.6651666666666665</c:v>
                </c:pt>
                <c:pt idx="5726" formatCode="0.00">
                  <c:v>3.6660000000000004</c:v>
                </c:pt>
                <c:pt idx="5727" formatCode="0.00">
                  <c:v>3.6668333333333334</c:v>
                </c:pt>
                <c:pt idx="5728" formatCode="0.00">
                  <c:v>3.6676666666666669</c:v>
                </c:pt>
                <c:pt idx="5729" formatCode="0.00">
                  <c:v>3.6685000000000003</c:v>
                </c:pt>
                <c:pt idx="5730" formatCode="0.00">
                  <c:v>3.6693333333333333</c:v>
                </c:pt>
                <c:pt idx="5731" formatCode="0.00">
                  <c:v>3.6701666666666668</c:v>
                </c:pt>
                <c:pt idx="5732" formatCode="0.00">
                  <c:v>3.6709999999999998</c:v>
                </c:pt>
                <c:pt idx="5733" formatCode="0.00">
                  <c:v>3.6718333333333333</c:v>
                </c:pt>
                <c:pt idx="5734" formatCode="0.00">
                  <c:v>3.6726666666666667</c:v>
                </c:pt>
                <c:pt idx="5735" formatCode="0.00">
                  <c:v>3.6734999999999998</c:v>
                </c:pt>
                <c:pt idx="5736" formatCode="0.00">
                  <c:v>3.6743333333333337</c:v>
                </c:pt>
                <c:pt idx="5737" formatCode="0.00">
                  <c:v>3.6751666666666667</c:v>
                </c:pt>
                <c:pt idx="5738" formatCode="0.00">
                  <c:v>3.6760000000000002</c:v>
                </c:pt>
                <c:pt idx="5739" formatCode="0.00">
                  <c:v>3.6768333333333336</c:v>
                </c:pt>
                <c:pt idx="5740" formatCode="0.00">
                  <c:v>3.6776666666666666</c:v>
                </c:pt>
                <c:pt idx="5741" formatCode="0.00">
                  <c:v>3.6785000000000001</c:v>
                </c:pt>
                <c:pt idx="5742" formatCode="0.00">
                  <c:v>3.6793333333333331</c:v>
                </c:pt>
                <c:pt idx="5743" formatCode="0.00">
                  <c:v>3.6801666666666666</c:v>
                </c:pt>
                <c:pt idx="5744" formatCode="0.00">
                  <c:v>3.681</c:v>
                </c:pt>
                <c:pt idx="5745" formatCode="0.00">
                  <c:v>3.6818333333333335</c:v>
                </c:pt>
                <c:pt idx="5746" formatCode="0.00">
                  <c:v>3.682666666666667</c:v>
                </c:pt>
                <c:pt idx="5747" formatCode="0.00">
                  <c:v>3.6835</c:v>
                </c:pt>
                <c:pt idx="5748" formatCode="0.00">
                  <c:v>3.6843333333333335</c:v>
                </c:pt>
                <c:pt idx="5749" formatCode="0.00">
                  <c:v>3.6851666666666669</c:v>
                </c:pt>
                <c:pt idx="5750" formatCode="0.00">
                  <c:v>3.6859999999999999</c:v>
                </c:pt>
                <c:pt idx="5751" formatCode="0.00">
                  <c:v>3.6868333333333334</c:v>
                </c:pt>
                <c:pt idx="5752" formatCode="0.00">
                  <c:v>3.6876666666666664</c:v>
                </c:pt>
                <c:pt idx="5753" formatCode="0.00">
                  <c:v>3.6884999999999999</c:v>
                </c:pt>
                <c:pt idx="5754" formatCode="0.00">
                  <c:v>3.6893333333333338</c:v>
                </c:pt>
                <c:pt idx="5755" formatCode="0.00">
                  <c:v>3.6901666666666668</c:v>
                </c:pt>
                <c:pt idx="5756" formatCode="0.00">
                  <c:v>3.6910000000000003</c:v>
                </c:pt>
                <c:pt idx="5757" formatCode="0.00">
                  <c:v>3.6918333333333333</c:v>
                </c:pt>
                <c:pt idx="5758" formatCode="0.00">
                  <c:v>3.6926666666666668</c:v>
                </c:pt>
                <c:pt idx="5759" formatCode="0.00">
                  <c:v>3.6935000000000002</c:v>
                </c:pt>
                <c:pt idx="5760" formatCode="0.00">
                  <c:v>3.6943333333333332</c:v>
                </c:pt>
                <c:pt idx="5761" formatCode="0.00">
                  <c:v>3.6951666666666667</c:v>
                </c:pt>
                <c:pt idx="5762" formatCode="0.00">
                  <c:v>3.6959999999999997</c:v>
                </c:pt>
                <c:pt idx="5763" formatCode="0.00">
                  <c:v>3.6968333333333332</c:v>
                </c:pt>
                <c:pt idx="5764" formatCode="0.00">
                  <c:v>3.6976666666666671</c:v>
                </c:pt>
                <c:pt idx="5765" formatCode="0.00">
                  <c:v>3.6985000000000001</c:v>
                </c:pt>
                <c:pt idx="5766" formatCode="0.00">
                  <c:v>3.6993333333333336</c:v>
                </c:pt>
                <c:pt idx="5767" formatCode="0.00">
                  <c:v>3.7001666666666666</c:v>
                </c:pt>
                <c:pt idx="5768" formatCode="0.00">
                  <c:v>3.7010000000000001</c:v>
                </c:pt>
                <c:pt idx="5769" formatCode="0.00">
                  <c:v>3.7018333333333335</c:v>
                </c:pt>
                <c:pt idx="5770" formatCode="0.00">
                  <c:v>3.702666666666667</c:v>
                </c:pt>
                <c:pt idx="5771" formatCode="0.00">
                  <c:v>3.7035000000000005</c:v>
                </c:pt>
                <c:pt idx="5772" formatCode="0.00">
                  <c:v>3.704333333333333</c:v>
                </c:pt>
                <c:pt idx="5773" formatCode="0.00">
                  <c:v>3.7051666666666665</c:v>
                </c:pt>
                <c:pt idx="5774" formatCode="0.00">
                  <c:v>3.706</c:v>
                </c:pt>
                <c:pt idx="5775" formatCode="0.00">
                  <c:v>3.7068333333333334</c:v>
                </c:pt>
                <c:pt idx="5776" formatCode="0.00">
                  <c:v>3.7076666666666669</c:v>
                </c:pt>
                <c:pt idx="5777" formatCode="0.00">
                  <c:v>3.7084999999999995</c:v>
                </c:pt>
                <c:pt idx="5778" formatCode="0.00">
                  <c:v>3.7093333333333338</c:v>
                </c:pt>
                <c:pt idx="5779" formatCode="0.00">
                  <c:v>3.7101666666666673</c:v>
                </c:pt>
                <c:pt idx="5780" formatCode="0.00">
                  <c:v>3.7109999999999999</c:v>
                </c:pt>
                <c:pt idx="5781" formatCode="0.00">
                  <c:v>3.7118333333333333</c:v>
                </c:pt>
                <c:pt idx="5782" formatCode="0.00">
                  <c:v>3.7126666666666668</c:v>
                </c:pt>
                <c:pt idx="5783" formatCode="0.00">
                  <c:v>3.7135000000000002</c:v>
                </c:pt>
                <c:pt idx="5784" formatCode="0.00">
                  <c:v>3.7143333333333337</c:v>
                </c:pt>
                <c:pt idx="5785" formatCode="0.00">
                  <c:v>3.7151666666666663</c:v>
                </c:pt>
                <c:pt idx="5786" formatCode="0.00">
                  <c:v>3.7159999999999997</c:v>
                </c:pt>
                <c:pt idx="5787" formatCode="0.00">
                  <c:v>3.7168333333333332</c:v>
                </c:pt>
                <c:pt idx="5788" formatCode="0.00">
                  <c:v>3.7176666666666667</c:v>
                </c:pt>
                <c:pt idx="5789" formatCode="0.00">
                  <c:v>3.7185000000000001</c:v>
                </c:pt>
                <c:pt idx="5790" formatCode="0.00">
                  <c:v>3.7193333333333336</c:v>
                </c:pt>
                <c:pt idx="5791" formatCode="0.00">
                  <c:v>3.7201666666666671</c:v>
                </c:pt>
                <c:pt idx="5792" formatCode="0.00">
                  <c:v>3.7209999999999996</c:v>
                </c:pt>
                <c:pt idx="5793" formatCode="0.00">
                  <c:v>3.7218333333333331</c:v>
                </c:pt>
                <c:pt idx="5794" formatCode="0.00">
                  <c:v>3.7226666666666666</c:v>
                </c:pt>
                <c:pt idx="5795" formatCode="0.00">
                  <c:v>3.7235</c:v>
                </c:pt>
                <c:pt idx="5796" formatCode="0.00">
                  <c:v>3.7243333333333335</c:v>
                </c:pt>
                <c:pt idx="5797" formatCode="0.00">
                  <c:v>3.725166666666667</c:v>
                </c:pt>
                <c:pt idx="5798" formatCode="0.00">
                  <c:v>3.7260000000000004</c:v>
                </c:pt>
                <c:pt idx="5799" formatCode="0.00">
                  <c:v>3.7268333333333339</c:v>
                </c:pt>
                <c:pt idx="5800" formatCode="0.00">
                  <c:v>3.7276666666666665</c:v>
                </c:pt>
                <c:pt idx="5801" formatCode="0.00">
                  <c:v>3.7284999999999999</c:v>
                </c:pt>
                <c:pt idx="5802" formatCode="0.00">
                  <c:v>3.7293333333333334</c:v>
                </c:pt>
                <c:pt idx="5803" formatCode="0.00">
                  <c:v>3.7301666666666669</c:v>
                </c:pt>
                <c:pt idx="5804" formatCode="0.00">
                  <c:v>3.7310000000000003</c:v>
                </c:pt>
                <c:pt idx="5805" formatCode="0.00">
                  <c:v>3.7318333333333329</c:v>
                </c:pt>
                <c:pt idx="5806" formatCode="0.00">
                  <c:v>3.7326666666666672</c:v>
                </c:pt>
                <c:pt idx="5807" formatCode="0.00">
                  <c:v>3.7334999999999998</c:v>
                </c:pt>
                <c:pt idx="5808" formatCode="0.00">
                  <c:v>3.7343333333333333</c:v>
                </c:pt>
                <c:pt idx="5809" formatCode="0.00">
                  <c:v>3.7351666666666667</c:v>
                </c:pt>
                <c:pt idx="5810" formatCode="0.00">
                  <c:v>3.7360000000000002</c:v>
                </c:pt>
                <c:pt idx="5811" formatCode="0.00">
                  <c:v>3.7368333333333337</c:v>
                </c:pt>
                <c:pt idx="5812" formatCode="0.00">
                  <c:v>3.7376666666666662</c:v>
                </c:pt>
                <c:pt idx="5813" formatCode="0.00">
                  <c:v>3.7384999999999997</c:v>
                </c:pt>
                <c:pt idx="5814" formatCode="0.00">
                  <c:v>3.7393333333333332</c:v>
                </c:pt>
                <c:pt idx="5815" formatCode="0.00">
                  <c:v>3.7401666666666666</c:v>
                </c:pt>
                <c:pt idx="5816" formatCode="0.00">
                  <c:v>3.7410000000000001</c:v>
                </c:pt>
                <c:pt idx="5817" formatCode="0.00">
                  <c:v>3.7418333333333336</c:v>
                </c:pt>
                <c:pt idx="5818" formatCode="0.00">
                  <c:v>3.742666666666667</c:v>
                </c:pt>
                <c:pt idx="5819" formatCode="0.00">
                  <c:v>3.7435000000000005</c:v>
                </c:pt>
                <c:pt idx="5820" formatCode="0.00">
                  <c:v>3.7443333333333331</c:v>
                </c:pt>
                <c:pt idx="5821" formatCode="0.00">
                  <c:v>3.7451666666666665</c:v>
                </c:pt>
                <c:pt idx="5822" formatCode="0.00">
                  <c:v>3.746</c:v>
                </c:pt>
                <c:pt idx="5823" formatCode="0.00">
                  <c:v>3.7468333333333335</c:v>
                </c:pt>
                <c:pt idx="5824" formatCode="0.00">
                  <c:v>3.7476666666666669</c:v>
                </c:pt>
                <c:pt idx="5825" formatCode="0.00">
                  <c:v>3.7485000000000004</c:v>
                </c:pt>
                <c:pt idx="5826" formatCode="0.00">
                  <c:v>3.7493333333333339</c:v>
                </c:pt>
                <c:pt idx="5827" formatCode="0.00">
                  <c:v>3.7501666666666664</c:v>
                </c:pt>
                <c:pt idx="5828" formatCode="0.00">
                  <c:v>3.7509999999999999</c:v>
                </c:pt>
                <c:pt idx="5829" formatCode="0.00">
                  <c:v>3.7518333333333334</c:v>
                </c:pt>
                <c:pt idx="5830" formatCode="0.00">
                  <c:v>3.7526666666666668</c:v>
                </c:pt>
                <c:pt idx="5831" formatCode="0.00">
                  <c:v>3.7535000000000003</c:v>
                </c:pt>
                <c:pt idx="5832" formatCode="0.00">
                  <c:v>3.7543333333333329</c:v>
                </c:pt>
                <c:pt idx="5833" formatCode="0.00">
                  <c:v>3.7551666666666663</c:v>
                </c:pt>
                <c:pt idx="5834" formatCode="0.00">
                  <c:v>3.7560000000000007</c:v>
                </c:pt>
                <c:pt idx="5835" formatCode="0.00">
                  <c:v>3.7568333333333332</c:v>
                </c:pt>
                <c:pt idx="5836" formatCode="0.00">
                  <c:v>3.7576666666666667</c:v>
                </c:pt>
                <c:pt idx="5837" formatCode="0.00">
                  <c:v>3.7585000000000002</c:v>
                </c:pt>
                <c:pt idx="5838" formatCode="0.00">
                  <c:v>3.7593333333333336</c:v>
                </c:pt>
                <c:pt idx="5839" formatCode="0.00">
                  <c:v>3.7601666666666671</c:v>
                </c:pt>
                <c:pt idx="5840" formatCode="0.00">
                  <c:v>3.7609999999999997</c:v>
                </c:pt>
                <c:pt idx="5841" formatCode="0.00">
                  <c:v>3.7618333333333331</c:v>
                </c:pt>
                <c:pt idx="5842" formatCode="0.00">
                  <c:v>3.7626666666666666</c:v>
                </c:pt>
                <c:pt idx="5843" formatCode="0.00">
                  <c:v>3.7635000000000001</c:v>
                </c:pt>
                <c:pt idx="5844" formatCode="0.00">
                  <c:v>3.7643333333333335</c:v>
                </c:pt>
                <c:pt idx="5845" formatCode="0.00">
                  <c:v>3.765166666666667</c:v>
                </c:pt>
                <c:pt idx="5846" formatCode="0.00">
                  <c:v>3.7660000000000005</c:v>
                </c:pt>
                <c:pt idx="5847" formatCode="0.00">
                  <c:v>3.766833333333333</c:v>
                </c:pt>
                <c:pt idx="5848" formatCode="0.00">
                  <c:v>3.7676666666666665</c:v>
                </c:pt>
                <c:pt idx="5849" formatCode="0.00">
                  <c:v>3.7685</c:v>
                </c:pt>
                <c:pt idx="5850" formatCode="0.00">
                  <c:v>3.7693333333333334</c:v>
                </c:pt>
                <c:pt idx="5851" formatCode="0.00">
                  <c:v>3.7701666666666669</c:v>
                </c:pt>
                <c:pt idx="5852" formatCode="0.00">
                  <c:v>3.7709999999999995</c:v>
                </c:pt>
                <c:pt idx="5853" formatCode="0.00">
                  <c:v>3.7718333333333338</c:v>
                </c:pt>
                <c:pt idx="5854" formatCode="0.00">
                  <c:v>3.7726666666666673</c:v>
                </c:pt>
                <c:pt idx="5855" formatCode="0.00">
                  <c:v>3.7734999999999999</c:v>
                </c:pt>
                <c:pt idx="5856" formatCode="0.00">
                  <c:v>3.7743333333333333</c:v>
                </c:pt>
                <c:pt idx="5857" formatCode="0.00">
                  <c:v>3.7751666666666668</c:v>
                </c:pt>
                <c:pt idx="5858" formatCode="0.00">
                  <c:v>3.7760000000000002</c:v>
                </c:pt>
                <c:pt idx="5859" formatCode="0.00">
                  <c:v>3.7768333333333337</c:v>
                </c:pt>
                <c:pt idx="5860" formatCode="0.00">
                  <c:v>3.7776666666666663</c:v>
                </c:pt>
                <c:pt idx="5861" formatCode="0.00">
                  <c:v>3.7784999999999997</c:v>
                </c:pt>
                <c:pt idx="5862" formatCode="0.00">
                  <c:v>3.7793333333333332</c:v>
                </c:pt>
                <c:pt idx="5863" formatCode="0.00">
                  <c:v>3.7801666666666667</c:v>
                </c:pt>
                <c:pt idx="5864" formatCode="0.00">
                  <c:v>3.7810000000000001</c:v>
                </c:pt>
                <c:pt idx="5865" formatCode="0.00">
                  <c:v>3.7818333333333336</c:v>
                </c:pt>
                <c:pt idx="5866" formatCode="0.00">
                  <c:v>3.7826666666666671</c:v>
                </c:pt>
                <c:pt idx="5867" formatCode="0.00">
                  <c:v>3.7834999999999996</c:v>
                </c:pt>
                <c:pt idx="5868" formatCode="0.00">
                  <c:v>3.7843333333333331</c:v>
                </c:pt>
                <c:pt idx="5869" formatCode="0.00">
                  <c:v>3.7851666666666666</c:v>
                </c:pt>
                <c:pt idx="5870" formatCode="0.00">
                  <c:v>3.786</c:v>
                </c:pt>
                <c:pt idx="5871" formatCode="0.00">
                  <c:v>3.7868333333333335</c:v>
                </c:pt>
                <c:pt idx="5872" formatCode="0.00">
                  <c:v>3.787666666666667</c:v>
                </c:pt>
                <c:pt idx="5873" formatCode="0.00">
                  <c:v>3.7885000000000004</c:v>
                </c:pt>
                <c:pt idx="5874" formatCode="0.00">
                  <c:v>3.7893333333333339</c:v>
                </c:pt>
                <c:pt idx="5875" formatCode="0.00">
                  <c:v>3.7901666666666665</c:v>
                </c:pt>
                <c:pt idx="5876" formatCode="0.00">
                  <c:v>3.7909999999999999</c:v>
                </c:pt>
                <c:pt idx="5877" formatCode="0.00">
                  <c:v>3.7918333333333334</c:v>
                </c:pt>
                <c:pt idx="5878" formatCode="0.00">
                  <c:v>3.7926666666666669</c:v>
                </c:pt>
                <c:pt idx="5879" formatCode="0.00">
                  <c:v>3.7935000000000003</c:v>
                </c:pt>
                <c:pt idx="5880" formatCode="0.00">
                  <c:v>3.7943333333333329</c:v>
                </c:pt>
                <c:pt idx="5881" formatCode="0.00">
                  <c:v>3.7951666666666672</c:v>
                </c:pt>
                <c:pt idx="5882" formatCode="0.00">
                  <c:v>3.7959999999999998</c:v>
                </c:pt>
                <c:pt idx="5883" formatCode="0.00">
                  <c:v>3.7968333333333333</c:v>
                </c:pt>
                <c:pt idx="5884" formatCode="0.00">
                  <c:v>3.7976666666666667</c:v>
                </c:pt>
                <c:pt idx="5885" formatCode="0.00">
                  <c:v>3.7985000000000002</c:v>
                </c:pt>
                <c:pt idx="5886" formatCode="0.00">
                  <c:v>3.7993333333333337</c:v>
                </c:pt>
                <c:pt idx="5887" formatCode="0.00">
                  <c:v>3.8001666666666662</c:v>
                </c:pt>
                <c:pt idx="5888" formatCode="0.00">
                  <c:v>3.8009999999999997</c:v>
                </c:pt>
                <c:pt idx="5889" formatCode="0.00">
                  <c:v>3.8018333333333332</c:v>
                </c:pt>
                <c:pt idx="5890" formatCode="0.00">
                  <c:v>3.8026666666666666</c:v>
                </c:pt>
                <c:pt idx="5891" formatCode="0.00">
                  <c:v>3.8035000000000001</c:v>
                </c:pt>
                <c:pt idx="5892" formatCode="0.00">
                  <c:v>3.8043333333333336</c:v>
                </c:pt>
                <c:pt idx="5893" formatCode="0.00">
                  <c:v>3.805166666666667</c:v>
                </c:pt>
                <c:pt idx="5894" formatCode="0.00">
                  <c:v>3.8060000000000005</c:v>
                </c:pt>
                <c:pt idx="5895" formatCode="0.00">
                  <c:v>3.8068333333333331</c:v>
                </c:pt>
                <c:pt idx="5896" formatCode="0.00">
                  <c:v>3.8076666666666665</c:v>
                </c:pt>
                <c:pt idx="5897" formatCode="0.00">
                  <c:v>3.8085</c:v>
                </c:pt>
                <c:pt idx="5898" formatCode="0.00">
                  <c:v>3.8093333333333335</c:v>
                </c:pt>
                <c:pt idx="5899" formatCode="0.00">
                  <c:v>3.8101666666666669</c:v>
                </c:pt>
                <c:pt idx="5900" formatCode="0.00">
                  <c:v>3.8110000000000004</c:v>
                </c:pt>
                <c:pt idx="5901" formatCode="0.00">
                  <c:v>3.8118333333333339</c:v>
                </c:pt>
                <c:pt idx="5902" formatCode="0.00">
                  <c:v>3.8126666666666664</c:v>
                </c:pt>
                <c:pt idx="5903" formatCode="0.00">
                  <c:v>3.8134999999999999</c:v>
                </c:pt>
                <c:pt idx="5904" formatCode="0.00">
                  <c:v>3.8143333333333334</c:v>
                </c:pt>
                <c:pt idx="5905" formatCode="0.00">
                  <c:v>3.8151666666666668</c:v>
                </c:pt>
                <c:pt idx="5906" formatCode="0.00">
                  <c:v>3.8160000000000003</c:v>
                </c:pt>
                <c:pt idx="5907" formatCode="0.00">
                  <c:v>3.8168333333333329</c:v>
                </c:pt>
                <c:pt idx="5908" formatCode="0.00">
                  <c:v>3.8176666666666663</c:v>
                </c:pt>
                <c:pt idx="5909" formatCode="0.00">
                  <c:v>3.8185000000000007</c:v>
                </c:pt>
                <c:pt idx="5910" formatCode="0.00">
                  <c:v>3.8193333333333332</c:v>
                </c:pt>
                <c:pt idx="5911" formatCode="0.00">
                  <c:v>3.8201666666666667</c:v>
                </c:pt>
                <c:pt idx="5912" formatCode="0.00">
                  <c:v>3.8210000000000002</c:v>
                </c:pt>
                <c:pt idx="5913" formatCode="0.00">
                  <c:v>3.8218333333333336</c:v>
                </c:pt>
                <c:pt idx="5914" formatCode="0.00">
                  <c:v>3.8226666666666671</c:v>
                </c:pt>
                <c:pt idx="5915" formatCode="0.00">
                  <c:v>3.8234999999999997</c:v>
                </c:pt>
                <c:pt idx="5916" formatCode="0.00">
                  <c:v>3.8243333333333331</c:v>
                </c:pt>
                <c:pt idx="5917" formatCode="0.00">
                  <c:v>3.8251666666666666</c:v>
                </c:pt>
                <c:pt idx="5918" formatCode="0.00">
                  <c:v>3.8260000000000001</c:v>
                </c:pt>
                <c:pt idx="5919" formatCode="0.00">
                  <c:v>3.8268333333333335</c:v>
                </c:pt>
                <c:pt idx="5920" formatCode="0.00">
                  <c:v>3.827666666666667</c:v>
                </c:pt>
                <c:pt idx="5921" formatCode="0.00">
                  <c:v>3.8285000000000005</c:v>
                </c:pt>
                <c:pt idx="5922" formatCode="0.00">
                  <c:v>3.829333333333333</c:v>
                </c:pt>
                <c:pt idx="5923" formatCode="0.00">
                  <c:v>3.8301666666666665</c:v>
                </c:pt>
                <c:pt idx="5924" formatCode="0.00">
                  <c:v>3.831</c:v>
                </c:pt>
                <c:pt idx="5925" formatCode="0.00">
                  <c:v>3.8318333333333334</c:v>
                </c:pt>
                <c:pt idx="5926" formatCode="0.00">
                  <c:v>3.8326666666666669</c:v>
                </c:pt>
                <c:pt idx="5927" formatCode="0.00">
                  <c:v>3.8334999999999995</c:v>
                </c:pt>
                <c:pt idx="5928" formatCode="0.00">
                  <c:v>3.8343333333333338</c:v>
                </c:pt>
                <c:pt idx="5929" formatCode="0.00">
                  <c:v>3.8351666666666673</c:v>
                </c:pt>
                <c:pt idx="5930" formatCode="0.00">
                  <c:v>3.8359999999999999</c:v>
                </c:pt>
                <c:pt idx="5931" formatCode="0.00">
                  <c:v>3.8368333333333333</c:v>
                </c:pt>
                <c:pt idx="5932" formatCode="0.00">
                  <c:v>3.8376666666666668</c:v>
                </c:pt>
                <c:pt idx="5933" formatCode="0.00">
                  <c:v>3.8385000000000002</c:v>
                </c:pt>
                <c:pt idx="5934" formatCode="0.00">
                  <c:v>3.8393333333333337</c:v>
                </c:pt>
                <c:pt idx="5935" formatCode="0.00">
                  <c:v>3.8401666666666663</c:v>
                </c:pt>
                <c:pt idx="5936" formatCode="0.00">
                  <c:v>3.8409999999999997</c:v>
                </c:pt>
                <c:pt idx="5937" formatCode="0.00">
                  <c:v>3.8418333333333332</c:v>
                </c:pt>
                <c:pt idx="5938" formatCode="0.00">
                  <c:v>3.8426666666666667</c:v>
                </c:pt>
                <c:pt idx="5939" formatCode="0.00">
                  <c:v>3.8435000000000001</c:v>
                </c:pt>
                <c:pt idx="5940" formatCode="0.00">
                  <c:v>3.8443333333333336</c:v>
                </c:pt>
                <c:pt idx="5941" formatCode="0.00">
                  <c:v>3.8451666666666671</c:v>
                </c:pt>
                <c:pt idx="5942" formatCode="0.00">
                  <c:v>3.8459999999999996</c:v>
                </c:pt>
                <c:pt idx="5943" formatCode="0.00">
                  <c:v>3.8468333333333331</c:v>
                </c:pt>
                <c:pt idx="5944" formatCode="0.00">
                  <c:v>3.8476666666666666</c:v>
                </c:pt>
                <c:pt idx="5945" formatCode="0.00">
                  <c:v>3.8485</c:v>
                </c:pt>
                <c:pt idx="5946" formatCode="0.00">
                  <c:v>3.8493333333333335</c:v>
                </c:pt>
                <c:pt idx="5947" formatCode="0.00">
                  <c:v>3.850166666666667</c:v>
                </c:pt>
                <c:pt idx="5948" formatCode="0.00">
                  <c:v>3.8510000000000004</c:v>
                </c:pt>
                <c:pt idx="5949" formatCode="0.00">
                  <c:v>3.8518333333333339</c:v>
                </c:pt>
                <c:pt idx="5950" formatCode="0.00">
                  <c:v>3.8526666666666665</c:v>
                </c:pt>
                <c:pt idx="5951" formatCode="0.00">
                  <c:v>3.8534999999999999</c:v>
                </c:pt>
                <c:pt idx="5952" formatCode="0.00">
                  <c:v>3.8543333333333334</c:v>
                </c:pt>
                <c:pt idx="5953" formatCode="0.00">
                  <c:v>3.8551666666666669</c:v>
                </c:pt>
                <c:pt idx="5954" formatCode="0.00">
                  <c:v>3.8560000000000003</c:v>
                </c:pt>
                <c:pt idx="5955" formatCode="0.00">
                  <c:v>3.8568333333333329</c:v>
                </c:pt>
                <c:pt idx="5956" formatCode="0.00">
                  <c:v>3.8576666666666672</c:v>
                </c:pt>
                <c:pt idx="5957" formatCode="0.00">
                  <c:v>3.8584999999999998</c:v>
                </c:pt>
                <c:pt idx="5958" formatCode="0.00">
                  <c:v>3.8593333333333333</c:v>
                </c:pt>
                <c:pt idx="5959" formatCode="0.00">
                  <c:v>3.8601666666666667</c:v>
                </c:pt>
                <c:pt idx="5960" formatCode="0.00">
                  <c:v>3.8610000000000002</c:v>
                </c:pt>
                <c:pt idx="5961" formatCode="0.00">
                  <c:v>3.8618333333333337</c:v>
                </c:pt>
                <c:pt idx="5962" formatCode="0.00">
                  <c:v>3.8626666666666662</c:v>
                </c:pt>
                <c:pt idx="5963" formatCode="0.00">
                  <c:v>3.8634999999999997</c:v>
                </c:pt>
                <c:pt idx="5964" formatCode="0.00">
                  <c:v>3.8643333333333332</c:v>
                </c:pt>
                <c:pt idx="5965" formatCode="0.00">
                  <c:v>3.8651666666666666</c:v>
                </c:pt>
                <c:pt idx="5966" formatCode="0.00">
                  <c:v>3.8660000000000001</c:v>
                </c:pt>
                <c:pt idx="5967" formatCode="0.00">
                  <c:v>3.8668333333333336</c:v>
                </c:pt>
                <c:pt idx="5968" formatCode="0.00">
                  <c:v>3.867666666666667</c:v>
                </c:pt>
                <c:pt idx="5969" formatCode="0.00">
                  <c:v>3.8685000000000005</c:v>
                </c:pt>
                <c:pt idx="5970" formatCode="0.00">
                  <c:v>3.8693333333333331</c:v>
                </c:pt>
                <c:pt idx="5971" formatCode="0.00">
                  <c:v>3.8701666666666665</c:v>
                </c:pt>
                <c:pt idx="5972" formatCode="0.00">
                  <c:v>3.871</c:v>
                </c:pt>
                <c:pt idx="5973" formatCode="0.00">
                  <c:v>3.8718333333333335</c:v>
                </c:pt>
                <c:pt idx="5974" formatCode="0.00">
                  <c:v>3.8726666666666669</c:v>
                </c:pt>
                <c:pt idx="5975" formatCode="0.00">
                  <c:v>3.8735000000000004</c:v>
                </c:pt>
                <c:pt idx="5976" formatCode="0.00">
                  <c:v>3.8743333333333339</c:v>
                </c:pt>
                <c:pt idx="5977" formatCode="0.00">
                  <c:v>3.8751666666666664</c:v>
                </c:pt>
                <c:pt idx="5978" formatCode="0.00">
                  <c:v>3.8759999999999999</c:v>
                </c:pt>
                <c:pt idx="5979" formatCode="0.00">
                  <c:v>3.8768333333333334</c:v>
                </c:pt>
                <c:pt idx="5980" formatCode="0.00">
                  <c:v>3.8776666666666668</c:v>
                </c:pt>
                <c:pt idx="5981" formatCode="0.00">
                  <c:v>3.8785000000000003</c:v>
                </c:pt>
                <c:pt idx="5982" formatCode="0.00">
                  <c:v>3.8793333333333329</c:v>
                </c:pt>
                <c:pt idx="5983" formatCode="0.00">
                  <c:v>3.8801666666666663</c:v>
                </c:pt>
                <c:pt idx="5984" formatCode="0.00">
                  <c:v>3.8810000000000007</c:v>
                </c:pt>
                <c:pt idx="5985" formatCode="0.00">
                  <c:v>3.8818333333333332</c:v>
                </c:pt>
                <c:pt idx="5986" formatCode="0.00">
                  <c:v>3.8826666666666667</c:v>
                </c:pt>
                <c:pt idx="5987" formatCode="0.00">
                  <c:v>3.8835000000000002</c:v>
                </c:pt>
                <c:pt idx="5988" formatCode="0.00">
                  <c:v>3.8843333333333336</c:v>
                </c:pt>
                <c:pt idx="5989" formatCode="0.00">
                  <c:v>3.8851666666666671</c:v>
                </c:pt>
                <c:pt idx="5990" formatCode="0.00">
                  <c:v>3.8859999999999997</c:v>
                </c:pt>
                <c:pt idx="5991" formatCode="0.00">
                  <c:v>3.8868333333333331</c:v>
                </c:pt>
                <c:pt idx="5992" formatCode="0.00">
                  <c:v>3.8876666666666666</c:v>
                </c:pt>
                <c:pt idx="5993" formatCode="0.00">
                  <c:v>3.8885000000000001</c:v>
                </c:pt>
                <c:pt idx="5994" formatCode="0.00">
                  <c:v>3.8893333333333335</c:v>
                </c:pt>
                <c:pt idx="5995" formatCode="0.00">
                  <c:v>3.890166666666667</c:v>
                </c:pt>
                <c:pt idx="5996" formatCode="0.00">
                  <c:v>3.8910000000000005</c:v>
                </c:pt>
                <c:pt idx="5997" formatCode="0.00">
                  <c:v>3.891833333333333</c:v>
                </c:pt>
                <c:pt idx="5998" formatCode="0.00">
                  <c:v>3.8926666666666665</c:v>
                </c:pt>
                <c:pt idx="5999" formatCode="0.00">
                  <c:v>3.8935</c:v>
                </c:pt>
                <c:pt idx="6000" formatCode="0.00">
                  <c:v>3.8943333333333334</c:v>
                </c:pt>
                <c:pt idx="6001" formatCode="0.00">
                  <c:v>3.8951666666666669</c:v>
                </c:pt>
                <c:pt idx="6002" formatCode="0.00">
                  <c:v>3.8959999999999995</c:v>
                </c:pt>
                <c:pt idx="6003" formatCode="0.00">
                  <c:v>3.8968333333333338</c:v>
                </c:pt>
                <c:pt idx="6004" formatCode="0.00">
                  <c:v>3.8976666666666673</c:v>
                </c:pt>
                <c:pt idx="6005" formatCode="0.00">
                  <c:v>3.8984999999999999</c:v>
                </c:pt>
                <c:pt idx="6006" formatCode="0.00">
                  <c:v>3.8993333333333333</c:v>
                </c:pt>
                <c:pt idx="6007" formatCode="0.00">
                  <c:v>3.9001666666666668</c:v>
                </c:pt>
                <c:pt idx="6008" formatCode="0.00">
                  <c:v>3.9010000000000002</c:v>
                </c:pt>
                <c:pt idx="6009" formatCode="0.00">
                  <c:v>3.9018333333333337</c:v>
                </c:pt>
                <c:pt idx="6010" formatCode="0.00">
                  <c:v>3.9026666666666663</c:v>
                </c:pt>
                <c:pt idx="6011" formatCode="0.00">
                  <c:v>3.9034999999999997</c:v>
                </c:pt>
                <c:pt idx="6012" formatCode="0.00">
                  <c:v>3.9043333333333332</c:v>
                </c:pt>
                <c:pt idx="6013" formatCode="0.00">
                  <c:v>3.9051666666666667</c:v>
                </c:pt>
                <c:pt idx="6014" formatCode="0.00">
                  <c:v>3.9060000000000001</c:v>
                </c:pt>
                <c:pt idx="6015" formatCode="0.00">
                  <c:v>3.9068333333333336</c:v>
                </c:pt>
                <c:pt idx="6016" formatCode="0.00">
                  <c:v>3.9076666666666671</c:v>
                </c:pt>
                <c:pt idx="6017" formatCode="0.00">
                  <c:v>3.9084999999999996</c:v>
                </c:pt>
                <c:pt idx="6018" formatCode="0.00">
                  <c:v>3.9093333333333331</c:v>
                </c:pt>
                <c:pt idx="6019" formatCode="0.00">
                  <c:v>3.9101666666666666</c:v>
                </c:pt>
                <c:pt idx="6020" formatCode="0.00">
                  <c:v>3.911</c:v>
                </c:pt>
                <c:pt idx="6021" formatCode="0.00">
                  <c:v>3.9118333333333335</c:v>
                </c:pt>
                <c:pt idx="6022" formatCode="0.00">
                  <c:v>3.912666666666667</c:v>
                </c:pt>
                <c:pt idx="6023" formatCode="0.00">
                  <c:v>3.9135000000000004</c:v>
                </c:pt>
                <c:pt idx="6024" formatCode="0.00">
                  <c:v>3.9143333333333339</c:v>
                </c:pt>
                <c:pt idx="6025" formatCode="0.00">
                  <c:v>3.9151666666666665</c:v>
                </c:pt>
                <c:pt idx="6026" formatCode="0.00">
                  <c:v>3.9159999999999999</c:v>
                </c:pt>
                <c:pt idx="6027" formatCode="0.00">
                  <c:v>3.9168333333333334</c:v>
                </c:pt>
                <c:pt idx="6028" formatCode="0.00">
                  <c:v>3.9176666666666669</c:v>
                </c:pt>
                <c:pt idx="6029" formatCode="0.00">
                  <c:v>3.9185000000000003</c:v>
                </c:pt>
                <c:pt idx="6030" formatCode="0.00">
                  <c:v>3.9193333333333329</c:v>
                </c:pt>
                <c:pt idx="6031" formatCode="0.00">
                  <c:v>3.9201666666666672</c:v>
                </c:pt>
                <c:pt idx="6032" formatCode="0.00">
                  <c:v>3.9209999999999998</c:v>
                </c:pt>
                <c:pt idx="6033" formatCode="0.00">
                  <c:v>3.9218333333333333</c:v>
                </c:pt>
                <c:pt idx="6034" formatCode="0.00">
                  <c:v>3.9226666666666667</c:v>
                </c:pt>
                <c:pt idx="6035" formatCode="0.00">
                  <c:v>3.9235000000000002</c:v>
                </c:pt>
                <c:pt idx="6036" formatCode="0.00">
                  <c:v>3.9243333333333337</c:v>
                </c:pt>
                <c:pt idx="6037" formatCode="0.00">
                  <c:v>3.9251666666666662</c:v>
                </c:pt>
                <c:pt idx="6038" formatCode="0.00">
                  <c:v>3.9259999999999997</c:v>
                </c:pt>
                <c:pt idx="6039" formatCode="0.00">
                  <c:v>3.9268333333333332</c:v>
                </c:pt>
                <c:pt idx="6040" formatCode="0.00">
                  <c:v>3.9276666666666666</c:v>
                </c:pt>
                <c:pt idx="6041" formatCode="0.00">
                  <c:v>3.9285000000000001</c:v>
                </c:pt>
                <c:pt idx="6042" formatCode="0.00">
                  <c:v>3.9293333333333336</c:v>
                </c:pt>
                <c:pt idx="6043" formatCode="0.00">
                  <c:v>3.930166666666667</c:v>
                </c:pt>
                <c:pt idx="6044" formatCode="0.00">
                  <c:v>3.9310000000000005</c:v>
                </c:pt>
                <c:pt idx="6045" formatCode="0.00">
                  <c:v>3.9318333333333331</c:v>
                </c:pt>
                <c:pt idx="6046" formatCode="0.00">
                  <c:v>3.9326666666666665</c:v>
                </c:pt>
                <c:pt idx="6047" formatCode="0.00">
                  <c:v>3.9335</c:v>
                </c:pt>
                <c:pt idx="6048" formatCode="0.00">
                  <c:v>3.9343333333333335</c:v>
                </c:pt>
                <c:pt idx="6049" formatCode="0.00">
                  <c:v>3.9351666666666669</c:v>
                </c:pt>
                <c:pt idx="6050" formatCode="0.00">
                  <c:v>3.9360000000000004</c:v>
                </c:pt>
                <c:pt idx="6051" formatCode="0.00">
                  <c:v>3.9368333333333339</c:v>
                </c:pt>
                <c:pt idx="6052" formatCode="0.00">
                  <c:v>3.9376666666666664</c:v>
                </c:pt>
                <c:pt idx="6053" formatCode="0.00">
                  <c:v>3.9384999999999999</c:v>
                </c:pt>
                <c:pt idx="6054" formatCode="0.00">
                  <c:v>3.9393333333333334</c:v>
                </c:pt>
                <c:pt idx="6055" formatCode="0.00">
                  <c:v>3.9401666666666668</c:v>
                </c:pt>
                <c:pt idx="6056" formatCode="0.00">
                  <c:v>3.9410000000000003</c:v>
                </c:pt>
                <c:pt idx="6057" formatCode="0.00">
                  <c:v>3.9418333333333329</c:v>
                </c:pt>
                <c:pt idx="6058" formatCode="0.00">
                  <c:v>3.9426666666666663</c:v>
                </c:pt>
                <c:pt idx="6059" formatCode="0.00">
                  <c:v>3.9435000000000007</c:v>
                </c:pt>
                <c:pt idx="6060" formatCode="0.00">
                  <c:v>3.9443333333333332</c:v>
                </c:pt>
                <c:pt idx="6061" formatCode="0.00">
                  <c:v>3.9451666666666667</c:v>
                </c:pt>
                <c:pt idx="6062" formatCode="0.00">
                  <c:v>3.9460000000000002</c:v>
                </c:pt>
                <c:pt idx="6063" formatCode="0.00">
                  <c:v>3.9468333333333336</c:v>
                </c:pt>
                <c:pt idx="6064" formatCode="0.00">
                  <c:v>3.9476666666666671</c:v>
                </c:pt>
                <c:pt idx="6065" formatCode="0.00">
                  <c:v>3.9484999999999997</c:v>
                </c:pt>
                <c:pt idx="6066" formatCode="0.00">
                  <c:v>3.9493333333333331</c:v>
                </c:pt>
                <c:pt idx="6067" formatCode="0.00">
                  <c:v>3.9501666666666666</c:v>
                </c:pt>
                <c:pt idx="6068" formatCode="0.00">
                  <c:v>3.9510000000000001</c:v>
                </c:pt>
                <c:pt idx="6069" formatCode="0.00">
                  <c:v>3.9518333333333335</c:v>
                </c:pt>
                <c:pt idx="6070" formatCode="0.00">
                  <c:v>3.952666666666667</c:v>
                </c:pt>
                <c:pt idx="6071" formatCode="0.00">
                  <c:v>3.9535000000000005</c:v>
                </c:pt>
                <c:pt idx="6072" formatCode="0.00">
                  <c:v>3.954333333333333</c:v>
                </c:pt>
                <c:pt idx="6073" formatCode="0.00">
                  <c:v>3.9551666666666665</c:v>
                </c:pt>
                <c:pt idx="6074" formatCode="0.00">
                  <c:v>3.956</c:v>
                </c:pt>
                <c:pt idx="6075" formatCode="0.00">
                  <c:v>3.9568333333333334</c:v>
                </c:pt>
                <c:pt idx="6076" formatCode="0.00">
                  <c:v>3.9576666666666669</c:v>
                </c:pt>
                <c:pt idx="6077" formatCode="0.00">
                  <c:v>3.9584999999999995</c:v>
                </c:pt>
                <c:pt idx="6078" formatCode="0.00">
                  <c:v>3.9593333333333338</c:v>
                </c:pt>
                <c:pt idx="6079" formatCode="0.00">
                  <c:v>3.9601666666666673</c:v>
                </c:pt>
                <c:pt idx="6080" formatCode="0.00">
                  <c:v>3.9609999999999999</c:v>
                </c:pt>
                <c:pt idx="6081" formatCode="0.00">
                  <c:v>3.9618333333333333</c:v>
                </c:pt>
                <c:pt idx="6082" formatCode="0.00">
                  <c:v>3.9626666666666668</c:v>
                </c:pt>
                <c:pt idx="6083" formatCode="0.00">
                  <c:v>3.9635000000000002</c:v>
                </c:pt>
                <c:pt idx="6084" formatCode="0.00">
                  <c:v>3.9643333333333337</c:v>
                </c:pt>
                <c:pt idx="6085" formatCode="0.00">
                  <c:v>3.9651666666666663</c:v>
                </c:pt>
                <c:pt idx="6086" formatCode="0.00">
                  <c:v>3.9659999999999997</c:v>
                </c:pt>
                <c:pt idx="6087" formatCode="0.00">
                  <c:v>3.9668333333333332</c:v>
                </c:pt>
                <c:pt idx="6088" formatCode="0.00">
                  <c:v>3.9676666666666667</c:v>
                </c:pt>
                <c:pt idx="6089" formatCode="0.00">
                  <c:v>3.9685000000000001</c:v>
                </c:pt>
                <c:pt idx="6090" formatCode="0.00">
                  <c:v>3.9693333333333336</c:v>
                </c:pt>
                <c:pt idx="6091" formatCode="0.00">
                  <c:v>3.9701666666666662</c:v>
                </c:pt>
                <c:pt idx="6092" formatCode="0.00">
                  <c:v>3.9709999999999996</c:v>
                </c:pt>
                <c:pt idx="6093" formatCode="0.00">
                  <c:v>3.9718333333333331</c:v>
                </c:pt>
                <c:pt idx="6094" formatCode="0.00">
                  <c:v>3.9726666666666666</c:v>
                </c:pt>
                <c:pt idx="6095" formatCode="0.00">
                  <c:v>3.9735</c:v>
                </c:pt>
                <c:pt idx="6096" formatCode="0.00">
                  <c:v>3.9743333333333326</c:v>
                </c:pt>
                <c:pt idx="6097" formatCode="0.00">
                  <c:v>3.975166666666667</c:v>
                </c:pt>
                <c:pt idx="6098" formatCode="0.00">
                  <c:v>3.9760000000000004</c:v>
                </c:pt>
                <c:pt idx="6099" formatCode="0.00">
                  <c:v>3.9768333333333339</c:v>
                </c:pt>
                <c:pt idx="6100" formatCode="0.00">
                  <c:v>3.9776666666666673</c:v>
                </c:pt>
                <c:pt idx="6101" formatCode="0.00">
                  <c:v>3.9784999999999999</c:v>
                </c:pt>
                <c:pt idx="6102" formatCode="0.00">
                  <c:v>3.9793333333333334</c:v>
                </c:pt>
                <c:pt idx="6103" formatCode="0.00">
                  <c:v>3.9801666666666669</c:v>
                </c:pt>
                <c:pt idx="6104" formatCode="0.00">
                  <c:v>3.9810000000000003</c:v>
                </c:pt>
                <c:pt idx="6105" formatCode="0.00">
                  <c:v>3.9818333333333338</c:v>
                </c:pt>
                <c:pt idx="6106" formatCode="0.00">
                  <c:v>3.9826666666666664</c:v>
                </c:pt>
                <c:pt idx="6107" formatCode="0.00">
                  <c:v>3.9834999999999998</c:v>
                </c:pt>
                <c:pt idx="6108" formatCode="0.00">
                  <c:v>3.9843333333333333</c:v>
                </c:pt>
                <c:pt idx="6109" formatCode="0.00">
                  <c:v>3.9851666666666667</c:v>
                </c:pt>
                <c:pt idx="6110" formatCode="0.00">
                  <c:v>3.9860000000000002</c:v>
                </c:pt>
                <c:pt idx="6111" formatCode="0.00">
                  <c:v>3.9868333333333328</c:v>
                </c:pt>
                <c:pt idx="6112" formatCode="0.00">
                  <c:v>3.9876666666666662</c:v>
                </c:pt>
                <c:pt idx="6113" formatCode="0.00">
                  <c:v>3.9884999999999997</c:v>
                </c:pt>
                <c:pt idx="6114" formatCode="0.00">
                  <c:v>3.9893333333333332</c:v>
                </c:pt>
                <c:pt idx="6115" formatCode="0.00">
                  <c:v>3.9901666666666675</c:v>
                </c:pt>
                <c:pt idx="6116" formatCode="0.00">
                  <c:v>3.9910000000000001</c:v>
                </c:pt>
                <c:pt idx="6117" formatCode="0.00">
                  <c:v>3.9918333333333336</c:v>
                </c:pt>
                <c:pt idx="6118" formatCode="0.00">
                  <c:v>3.992666666666667</c:v>
                </c:pt>
                <c:pt idx="6119" formatCode="0.00">
                  <c:v>3.9935000000000005</c:v>
                </c:pt>
                <c:pt idx="6120" formatCode="0.00">
                  <c:v>3.994333333333334</c:v>
                </c:pt>
                <c:pt idx="6121" formatCode="0.00">
                  <c:v>3.9951666666666665</c:v>
                </c:pt>
                <c:pt idx="6122" formatCode="0.00">
                  <c:v>3.996</c:v>
                </c:pt>
                <c:pt idx="6123" formatCode="0.00">
                  <c:v>3.9968333333333335</c:v>
                </c:pt>
                <c:pt idx="6124" formatCode="0.00">
                  <c:v>3.9976666666666669</c:v>
                </c:pt>
                <c:pt idx="6125" formatCode="0.00">
                  <c:v>3.9985000000000004</c:v>
                </c:pt>
                <c:pt idx="6126" formatCode="0.00">
                  <c:v>3.999333333333333</c:v>
                </c:pt>
                <c:pt idx="6127" formatCode="0.00">
                  <c:v>4.000166666666666</c:v>
                </c:pt>
                <c:pt idx="6128" formatCode="0.00">
                  <c:v>4.0009999999999994</c:v>
                </c:pt>
                <c:pt idx="6129" formatCode="0.00">
                  <c:v>4.0018333333333329</c:v>
                </c:pt>
                <c:pt idx="6130" formatCode="0.00">
                  <c:v>4.0026666666666664</c:v>
                </c:pt>
                <c:pt idx="6131" formatCode="0.00">
                  <c:v>4.0034999999999989</c:v>
                </c:pt>
                <c:pt idx="6132" formatCode="0.00">
                  <c:v>4.0043333333333324</c:v>
                </c:pt>
                <c:pt idx="6133" formatCode="0.00">
                  <c:v>4.0051666666666659</c:v>
                </c:pt>
                <c:pt idx="6134" formatCode="0.00">
                  <c:v>4.0060000000000002</c:v>
                </c:pt>
                <c:pt idx="6135" formatCode="0.00">
                  <c:v>4.0068333333333337</c:v>
                </c:pt>
                <c:pt idx="6136" formatCode="0.00">
                  <c:v>4.0076666666666663</c:v>
                </c:pt>
                <c:pt idx="6137" formatCode="0.00">
                  <c:v>4.0084999999999997</c:v>
                </c:pt>
                <c:pt idx="6138" formatCode="0.00">
                  <c:v>4.0093333333333332</c:v>
                </c:pt>
                <c:pt idx="6139" formatCode="0.00">
                  <c:v>4.0101666666666667</c:v>
                </c:pt>
                <c:pt idx="6140" formatCode="0.00">
                  <c:v>4.0110000000000001</c:v>
                </c:pt>
                <c:pt idx="6141" formatCode="0.00">
                  <c:v>4.0118333333333327</c:v>
                </c:pt>
                <c:pt idx="6142" formatCode="0.00">
                  <c:v>4.0126666666666662</c:v>
                </c:pt>
                <c:pt idx="6143" formatCode="0.00">
                  <c:v>4.0134999999999996</c:v>
                </c:pt>
                <c:pt idx="6144" formatCode="0.00">
                  <c:v>4.0143333333333331</c:v>
                </c:pt>
                <c:pt idx="6145" formatCode="0.00">
                  <c:v>4.0151666666666666</c:v>
                </c:pt>
                <c:pt idx="6146" formatCode="0.00">
                  <c:v>4.0159999999999991</c:v>
                </c:pt>
                <c:pt idx="6147" formatCode="0.00">
                  <c:v>4.0168333333333326</c:v>
                </c:pt>
                <c:pt idx="6148" formatCode="0.00">
                  <c:v>4.0176666666666661</c:v>
                </c:pt>
                <c:pt idx="6149" formatCode="0.00">
                  <c:v>4.0184999999999995</c:v>
                </c:pt>
                <c:pt idx="6150" formatCode="0.00">
                  <c:v>4.019333333333333</c:v>
                </c:pt>
                <c:pt idx="6151" formatCode="0.00">
                  <c:v>4.0201666666666656</c:v>
                </c:pt>
                <c:pt idx="6152" formatCode="0.00">
                  <c:v>4.020999999999999</c:v>
                </c:pt>
                <c:pt idx="6153" formatCode="0.00">
                  <c:v>4.0218333333333334</c:v>
                </c:pt>
                <c:pt idx="6154" formatCode="0.00">
                  <c:v>4.0226666666666668</c:v>
                </c:pt>
                <c:pt idx="6155" formatCode="0.00">
                  <c:v>4.0235000000000003</c:v>
                </c:pt>
                <c:pt idx="6156" formatCode="0.00">
                  <c:v>4.0243333333333329</c:v>
                </c:pt>
                <c:pt idx="6157" formatCode="0.00">
                  <c:v>4.0251666666666663</c:v>
                </c:pt>
                <c:pt idx="6158" formatCode="0.00">
                  <c:v>4.0259999999999998</c:v>
                </c:pt>
                <c:pt idx="6159" formatCode="0.00">
                  <c:v>4.0268333333333333</c:v>
                </c:pt>
                <c:pt idx="6160" formatCode="0.00">
                  <c:v>4.0276666666666667</c:v>
                </c:pt>
                <c:pt idx="6161" formatCode="0.00">
                  <c:v>4.0284999999999993</c:v>
                </c:pt>
                <c:pt idx="6162" formatCode="0.00">
                  <c:v>4.0293333333333328</c:v>
                </c:pt>
                <c:pt idx="6163" formatCode="0.00">
                  <c:v>4.0301666666666662</c:v>
                </c:pt>
                <c:pt idx="6164" formatCode="0.00">
                  <c:v>4.0309999999999997</c:v>
                </c:pt>
                <c:pt idx="6165" formatCode="0.00">
                  <c:v>4.0318333333333332</c:v>
                </c:pt>
                <c:pt idx="6166" formatCode="0.00">
                  <c:v>4.0326666666666657</c:v>
                </c:pt>
                <c:pt idx="6167" formatCode="0.00">
                  <c:v>4.0334999999999992</c:v>
                </c:pt>
                <c:pt idx="6168" formatCode="0.00">
                  <c:v>4.0343333333333327</c:v>
                </c:pt>
                <c:pt idx="6169" formatCode="0.00">
                  <c:v>4.0351666666666661</c:v>
                </c:pt>
                <c:pt idx="6170" formatCode="0.00">
                  <c:v>4.0359999999999996</c:v>
                </c:pt>
                <c:pt idx="6171" formatCode="0.00">
                  <c:v>4.0368333333333322</c:v>
                </c:pt>
                <c:pt idx="6172" formatCode="0.00">
                  <c:v>4.0376666666666665</c:v>
                </c:pt>
                <c:pt idx="6173" formatCode="0.00">
                  <c:v>4.0385</c:v>
                </c:pt>
                <c:pt idx="6174" formatCode="0.00">
                  <c:v>4.0393333333333334</c:v>
                </c:pt>
                <c:pt idx="6175" formatCode="0.00">
                  <c:v>4.0401666666666669</c:v>
                </c:pt>
                <c:pt idx="6176" formatCode="0.00">
                  <c:v>4.0409999999999995</c:v>
                </c:pt>
                <c:pt idx="6177" formatCode="0.00">
                  <c:v>4.0418333333333329</c:v>
                </c:pt>
                <c:pt idx="6178" formatCode="0.00">
                  <c:v>4.0426666666666664</c:v>
                </c:pt>
                <c:pt idx="6179" formatCode="0.00">
                  <c:v>4.0434999999999999</c:v>
                </c:pt>
                <c:pt idx="6180" formatCode="0.00">
                  <c:v>4.0443333333333333</c:v>
                </c:pt>
                <c:pt idx="6181" formatCode="0.00">
                  <c:v>4.0451666666666659</c:v>
                </c:pt>
                <c:pt idx="6182" formatCode="0.00">
                  <c:v>4.0459999999999994</c:v>
                </c:pt>
                <c:pt idx="6183" formatCode="0.00">
                  <c:v>4.0468333333333328</c:v>
                </c:pt>
                <c:pt idx="6184" formatCode="0.00">
                  <c:v>4.0476666666666663</c:v>
                </c:pt>
                <c:pt idx="6185" formatCode="0.00">
                  <c:v>4.0484999999999998</c:v>
                </c:pt>
                <c:pt idx="6186" formatCode="0.00">
                  <c:v>4.0493333333333323</c:v>
                </c:pt>
                <c:pt idx="6187" formatCode="0.00">
                  <c:v>4.0501666666666658</c:v>
                </c:pt>
                <c:pt idx="6188" formatCode="0.00">
                  <c:v>4.0509999999999993</c:v>
                </c:pt>
                <c:pt idx="6189" formatCode="0.00">
                  <c:v>4.0518333333333327</c:v>
                </c:pt>
                <c:pt idx="6190" formatCode="0.00">
                  <c:v>4.0526666666666671</c:v>
                </c:pt>
                <c:pt idx="6191" formatCode="0.00">
                  <c:v>4.0534999999999997</c:v>
                </c:pt>
                <c:pt idx="6192" formatCode="0.00">
                  <c:v>4.0543333333333331</c:v>
                </c:pt>
                <c:pt idx="6193" formatCode="0.00">
                  <c:v>4.0551666666666666</c:v>
                </c:pt>
                <c:pt idx="6194" formatCode="0.00">
                  <c:v>4.056</c:v>
                </c:pt>
                <c:pt idx="6195" formatCode="0.00">
                  <c:v>4.0568333333333335</c:v>
                </c:pt>
                <c:pt idx="6196" formatCode="0.00">
                  <c:v>4.0576666666666661</c:v>
                </c:pt>
                <c:pt idx="6197" formatCode="0.00">
                  <c:v>4.0584999999999996</c:v>
                </c:pt>
                <c:pt idx="6198" formatCode="0.00">
                  <c:v>4.059333333333333</c:v>
                </c:pt>
                <c:pt idx="6199" formatCode="0.00">
                  <c:v>4.0601666666666665</c:v>
                </c:pt>
                <c:pt idx="6200" formatCode="0.00">
                  <c:v>4.0609999999999999</c:v>
                </c:pt>
                <c:pt idx="6201" formatCode="0.00">
                  <c:v>4.0618333333333325</c:v>
                </c:pt>
                <c:pt idx="6202" formatCode="0.00">
                  <c:v>4.062666666666666</c:v>
                </c:pt>
                <c:pt idx="6203" formatCode="0.00">
                  <c:v>4.0634999999999994</c:v>
                </c:pt>
                <c:pt idx="6204" formatCode="0.00">
                  <c:v>4.0643333333333329</c:v>
                </c:pt>
                <c:pt idx="6205" formatCode="0.00">
                  <c:v>4.0651666666666664</c:v>
                </c:pt>
                <c:pt idx="6206" formatCode="0.00">
                  <c:v>4.0659999999999989</c:v>
                </c:pt>
                <c:pt idx="6207" formatCode="0.00">
                  <c:v>4.0668333333333324</c:v>
                </c:pt>
                <c:pt idx="6208" formatCode="0.00">
                  <c:v>4.0676666666666659</c:v>
                </c:pt>
                <c:pt idx="6209" formatCode="0.00">
                  <c:v>4.0685000000000002</c:v>
                </c:pt>
                <c:pt idx="6210" formatCode="0.00">
                  <c:v>4.0693333333333337</c:v>
                </c:pt>
                <c:pt idx="6211" formatCode="0.00">
                  <c:v>4.0701666666666663</c:v>
                </c:pt>
                <c:pt idx="6212" formatCode="0.00">
                  <c:v>4.0709999999999997</c:v>
                </c:pt>
                <c:pt idx="6213" formatCode="0.00">
                  <c:v>4.0718333333333332</c:v>
                </c:pt>
                <c:pt idx="6214" formatCode="0.00">
                  <c:v>4.0726666666666667</c:v>
                </c:pt>
                <c:pt idx="6215" formatCode="0.00">
                  <c:v>4.0735000000000001</c:v>
                </c:pt>
                <c:pt idx="6216" formatCode="0.00">
                  <c:v>4.0743333333333327</c:v>
                </c:pt>
                <c:pt idx="6217" formatCode="0.00">
                  <c:v>4.0751666666666662</c:v>
                </c:pt>
                <c:pt idx="6218" formatCode="0.00">
                  <c:v>4.0759999999999996</c:v>
                </c:pt>
                <c:pt idx="6219" formatCode="0.00">
                  <c:v>4.0768333333333331</c:v>
                </c:pt>
                <c:pt idx="6220" formatCode="0.00">
                  <c:v>4.0776666666666666</c:v>
                </c:pt>
                <c:pt idx="6221" formatCode="0.00">
                  <c:v>4.0784999999999991</c:v>
                </c:pt>
                <c:pt idx="6222" formatCode="0.00">
                  <c:v>4.0793333333333326</c:v>
                </c:pt>
                <c:pt idx="6223" formatCode="0.00">
                  <c:v>4.0801666666666661</c:v>
                </c:pt>
                <c:pt idx="6224" formatCode="0.00">
                  <c:v>4.0809999999999995</c:v>
                </c:pt>
                <c:pt idx="6225" formatCode="0.00">
                  <c:v>4.081833333333333</c:v>
                </c:pt>
                <c:pt idx="6226" formatCode="0.00">
                  <c:v>4.0826666666666656</c:v>
                </c:pt>
                <c:pt idx="6227" formatCode="0.00">
                  <c:v>4.083499999999999</c:v>
                </c:pt>
                <c:pt idx="6228" formatCode="0.00">
                  <c:v>4.0843333333333334</c:v>
                </c:pt>
                <c:pt idx="6229" formatCode="0.00">
                  <c:v>4.0851666666666668</c:v>
                </c:pt>
                <c:pt idx="6230" formatCode="0.00">
                  <c:v>4.0860000000000003</c:v>
                </c:pt>
                <c:pt idx="6231" formatCode="0.00">
                  <c:v>4.0868333333333329</c:v>
                </c:pt>
                <c:pt idx="6232" formatCode="0.00">
                  <c:v>4.0876666666666663</c:v>
                </c:pt>
                <c:pt idx="6233" formatCode="0.00">
                  <c:v>4.0884999999999998</c:v>
                </c:pt>
                <c:pt idx="6234" formatCode="0.00">
                  <c:v>4.0893333333333333</c:v>
                </c:pt>
                <c:pt idx="6235" formatCode="0.00">
                  <c:v>4.0901666666666667</c:v>
                </c:pt>
                <c:pt idx="6236" formatCode="0.00">
                  <c:v>4.0909999999999993</c:v>
                </c:pt>
                <c:pt idx="6237" formatCode="0.00">
                  <c:v>4.0918333333333328</c:v>
                </c:pt>
                <c:pt idx="6238" formatCode="0.00">
                  <c:v>4.0926666666666662</c:v>
                </c:pt>
                <c:pt idx="6239" formatCode="0.00">
                  <c:v>4.0934999999999997</c:v>
                </c:pt>
                <c:pt idx="6240" formatCode="0.00">
                  <c:v>4.0943333333333332</c:v>
                </c:pt>
                <c:pt idx="6241" formatCode="0.00">
                  <c:v>4.0951666666666657</c:v>
                </c:pt>
                <c:pt idx="6242" formatCode="0.00">
                  <c:v>4.0959999999999992</c:v>
                </c:pt>
                <c:pt idx="6243" formatCode="0.00">
                  <c:v>4.0968333333333327</c:v>
                </c:pt>
                <c:pt idx="6244" formatCode="0.00">
                  <c:v>4.0976666666666661</c:v>
                </c:pt>
                <c:pt idx="6245" formatCode="0.00">
                  <c:v>4.0984999999999996</c:v>
                </c:pt>
                <c:pt idx="6246" formatCode="0.00">
                  <c:v>4.0993333333333322</c:v>
                </c:pt>
                <c:pt idx="6247" formatCode="0.00">
                  <c:v>4.1001666666666665</c:v>
                </c:pt>
                <c:pt idx="6248" formatCode="0.00">
                  <c:v>4.101</c:v>
                </c:pt>
                <c:pt idx="6249" formatCode="0.00">
                  <c:v>4.1018333333333334</c:v>
                </c:pt>
                <c:pt idx="6250" formatCode="0.00">
                  <c:v>4.1026666666666669</c:v>
                </c:pt>
                <c:pt idx="6251" formatCode="0.00">
                  <c:v>4.1034999999999995</c:v>
                </c:pt>
                <c:pt idx="6252" formatCode="0.00">
                  <c:v>4.1043333333333329</c:v>
                </c:pt>
                <c:pt idx="6253" formatCode="0.00">
                  <c:v>4.1051666666666664</c:v>
                </c:pt>
                <c:pt idx="6254" formatCode="0.00">
                  <c:v>4.1059999999999999</c:v>
                </c:pt>
                <c:pt idx="6255" formatCode="0.00">
                  <c:v>4.1068333333333333</c:v>
                </c:pt>
                <c:pt idx="6256" formatCode="0.00">
                  <c:v>4.1076666666666659</c:v>
                </c:pt>
                <c:pt idx="6257" formatCode="0.00">
                  <c:v>4.1084999999999994</c:v>
                </c:pt>
                <c:pt idx="6258" formatCode="0.00">
                  <c:v>4.1093333333333328</c:v>
                </c:pt>
                <c:pt idx="6259" formatCode="0.00">
                  <c:v>4.1101666666666663</c:v>
                </c:pt>
                <c:pt idx="6260" formatCode="0.00">
                  <c:v>4.1109999999999998</c:v>
                </c:pt>
                <c:pt idx="6261" formatCode="0.00">
                  <c:v>4.1118333333333323</c:v>
                </c:pt>
                <c:pt idx="6262" formatCode="0.00">
                  <c:v>4.1126666666666658</c:v>
                </c:pt>
                <c:pt idx="6263" formatCode="0.00">
                  <c:v>4.1134999999999993</c:v>
                </c:pt>
                <c:pt idx="6264" formatCode="0.00">
                  <c:v>4.1143333333333327</c:v>
                </c:pt>
                <c:pt idx="6265" formatCode="0.00">
                  <c:v>4.1151666666666671</c:v>
                </c:pt>
                <c:pt idx="6266" formatCode="0.00">
                  <c:v>4.1159999999999997</c:v>
                </c:pt>
                <c:pt idx="6267" formatCode="0.00">
                  <c:v>4.1168333333333331</c:v>
                </c:pt>
                <c:pt idx="6268" formatCode="0.00">
                  <c:v>4.1176666666666666</c:v>
                </c:pt>
                <c:pt idx="6269" formatCode="0.00">
                  <c:v>4.1185</c:v>
                </c:pt>
                <c:pt idx="6270" formatCode="0.00">
                  <c:v>4.1193333333333335</c:v>
                </c:pt>
                <c:pt idx="6271" formatCode="0.00">
                  <c:v>4.1201666666666661</c:v>
                </c:pt>
                <c:pt idx="6272" formatCode="0.00">
                  <c:v>4.1209999999999996</c:v>
                </c:pt>
                <c:pt idx="6273" formatCode="0.00">
                  <c:v>4.121833333333333</c:v>
                </c:pt>
                <c:pt idx="6274" formatCode="0.00">
                  <c:v>4.1226666666666665</c:v>
                </c:pt>
                <c:pt idx="6275" formatCode="0.00">
                  <c:v>4.1234999999999999</c:v>
                </c:pt>
                <c:pt idx="6276" formatCode="0.00">
                  <c:v>4.1243333333333325</c:v>
                </c:pt>
                <c:pt idx="6277" formatCode="0.00">
                  <c:v>4.125166666666666</c:v>
                </c:pt>
                <c:pt idx="6278" formatCode="0.00">
                  <c:v>4.1259999999999994</c:v>
                </c:pt>
                <c:pt idx="6279" formatCode="0.00">
                  <c:v>4.1268333333333329</c:v>
                </c:pt>
                <c:pt idx="6280" formatCode="0.00">
                  <c:v>4.1276666666666664</c:v>
                </c:pt>
                <c:pt idx="6281" formatCode="0.00">
                  <c:v>4.1284999999999989</c:v>
                </c:pt>
                <c:pt idx="6282" formatCode="0.00">
                  <c:v>4.1293333333333324</c:v>
                </c:pt>
                <c:pt idx="6283" formatCode="0.00">
                  <c:v>4.1301666666666659</c:v>
                </c:pt>
                <c:pt idx="6284" formatCode="0.00">
                  <c:v>4.1310000000000002</c:v>
                </c:pt>
                <c:pt idx="6285" formatCode="0.00">
                  <c:v>4.1318333333333337</c:v>
                </c:pt>
                <c:pt idx="6286" formatCode="0.00">
                  <c:v>4.1326666666666663</c:v>
                </c:pt>
                <c:pt idx="6287" formatCode="0.00">
                  <c:v>4.1334999999999997</c:v>
                </c:pt>
                <c:pt idx="6288" formatCode="0.00">
                  <c:v>4.1343333333333332</c:v>
                </c:pt>
                <c:pt idx="6289" formatCode="0.00">
                  <c:v>4.1351666666666667</c:v>
                </c:pt>
                <c:pt idx="6290" formatCode="0.00">
                  <c:v>4.1360000000000001</c:v>
                </c:pt>
                <c:pt idx="6291" formatCode="0.00">
                  <c:v>4.1368333333333327</c:v>
                </c:pt>
                <c:pt idx="6292" formatCode="0.00">
                  <c:v>4.1376666666666662</c:v>
                </c:pt>
                <c:pt idx="6293" formatCode="0.00">
                  <c:v>4.1384999999999996</c:v>
                </c:pt>
                <c:pt idx="6294" formatCode="0.00">
                  <c:v>4.1393333333333331</c:v>
                </c:pt>
                <c:pt idx="6295" formatCode="0.00">
                  <c:v>4.1401666666666666</c:v>
                </c:pt>
                <c:pt idx="6296" formatCode="0.00">
                  <c:v>4.1409999999999991</c:v>
                </c:pt>
                <c:pt idx="6297" formatCode="0.00">
                  <c:v>4.1418333333333326</c:v>
                </c:pt>
                <c:pt idx="6298" formatCode="0.00">
                  <c:v>4.1426666666666661</c:v>
                </c:pt>
                <c:pt idx="6299" formatCode="0.00">
                  <c:v>4.1434999999999995</c:v>
                </c:pt>
                <c:pt idx="6300" formatCode="0.00">
                  <c:v>4.144333333333333</c:v>
                </c:pt>
                <c:pt idx="6301" formatCode="0.00">
                  <c:v>4.1451666666666656</c:v>
                </c:pt>
                <c:pt idx="6302" formatCode="0.00">
                  <c:v>4.145999999999999</c:v>
                </c:pt>
                <c:pt idx="6303" formatCode="0.00">
                  <c:v>4.1468333333333334</c:v>
                </c:pt>
                <c:pt idx="6304" formatCode="0.00">
                  <c:v>4.1476666666666668</c:v>
                </c:pt>
                <c:pt idx="6305" formatCode="0.00">
                  <c:v>4.1485000000000003</c:v>
                </c:pt>
                <c:pt idx="6306" formatCode="0.00">
                  <c:v>4.1493333333333329</c:v>
                </c:pt>
                <c:pt idx="6307" formatCode="0.00">
                  <c:v>4.1501666666666663</c:v>
                </c:pt>
                <c:pt idx="6308" formatCode="0.00">
                  <c:v>4.1509999999999998</c:v>
                </c:pt>
                <c:pt idx="6309" formatCode="0.00">
                  <c:v>4.1518333333333333</c:v>
                </c:pt>
                <c:pt idx="6310" formatCode="0.00">
                  <c:v>4.1526666666666667</c:v>
                </c:pt>
                <c:pt idx="6311" formatCode="0.00">
                  <c:v>4.1534999999999993</c:v>
                </c:pt>
                <c:pt idx="6312" formatCode="0.00">
                  <c:v>4.1543333333333328</c:v>
                </c:pt>
                <c:pt idx="6313" formatCode="0.00">
                  <c:v>4.1551666666666662</c:v>
                </c:pt>
                <c:pt idx="6314" formatCode="0.00">
                  <c:v>4.1559999999999997</c:v>
                </c:pt>
                <c:pt idx="6315" formatCode="0.00">
                  <c:v>4.1568333333333332</c:v>
                </c:pt>
                <c:pt idx="6316" formatCode="0.00">
                  <c:v>4.1576666666666657</c:v>
                </c:pt>
                <c:pt idx="6317" formatCode="0.00">
                  <c:v>4.1584999999999992</c:v>
                </c:pt>
                <c:pt idx="6318" formatCode="0.00">
                  <c:v>4.1593333333333327</c:v>
                </c:pt>
                <c:pt idx="6319" formatCode="0.00">
                  <c:v>4.1601666666666661</c:v>
                </c:pt>
                <c:pt idx="6320" formatCode="0.00">
                  <c:v>4.1609999999999996</c:v>
                </c:pt>
                <c:pt idx="6321" formatCode="0.00">
                  <c:v>4.1618333333333322</c:v>
                </c:pt>
                <c:pt idx="6322" formatCode="0.00">
                  <c:v>4.1626666666666665</c:v>
                </c:pt>
                <c:pt idx="6323" formatCode="0.00">
                  <c:v>4.1635</c:v>
                </c:pt>
                <c:pt idx="6324" formatCode="0.00">
                  <c:v>4.1643333333333334</c:v>
                </c:pt>
                <c:pt idx="6325" formatCode="0.00">
                  <c:v>4.1651666666666669</c:v>
                </c:pt>
                <c:pt idx="6326" formatCode="0.00">
                  <c:v>4.1659999999999995</c:v>
                </c:pt>
                <c:pt idx="6327" formatCode="0.00">
                  <c:v>4.1668333333333329</c:v>
                </c:pt>
                <c:pt idx="6328" formatCode="0.00">
                  <c:v>4.1676666666666664</c:v>
                </c:pt>
                <c:pt idx="6329" formatCode="0.00">
                  <c:v>4.1684999999999999</c:v>
                </c:pt>
                <c:pt idx="6330" formatCode="0.00">
                  <c:v>4.1693333333333333</c:v>
                </c:pt>
                <c:pt idx="6331" formatCode="0.00">
                  <c:v>4.1701666666666659</c:v>
                </c:pt>
                <c:pt idx="6332" formatCode="0.00">
                  <c:v>4.1709999999999994</c:v>
                </c:pt>
                <c:pt idx="6333" formatCode="0.00">
                  <c:v>4.1718333333333328</c:v>
                </c:pt>
                <c:pt idx="6334" formatCode="0.00">
                  <c:v>4.1726666666666663</c:v>
                </c:pt>
                <c:pt idx="6335" formatCode="0.00">
                  <c:v>4.1734999999999998</c:v>
                </c:pt>
                <c:pt idx="6336" formatCode="0.00">
                  <c:v>4.1743333333333323</c:v>
                </c:pt>
                <c:pt idx="6337" formatCode="0.00">
                  <c:v>4.1751666666666658</c:v>
                </c:pt>
                <c:pt idx="6338" formatCode="0.00">
                  <c:v>4.1759999999999993</c:v>
                </c:pt>
                <c:pt idx="6339" formatCode="0.00">
                  <c:v>4.1768333333333327</c:v>
                </c:pt>
                <c:pt idx="6340" formatCode="0.00">
                  <c:v>4.1776666666666671</c:v>
                </c:pt>
                <c:pt idx="6341" formatCode="0.00">
                  <c:v>4.1784999999999997</c:v>
                </c:pt>
                <c:pt idx="6342" formatCode="0.00">
                  <c:v>4.1793333333333331</c:v>
                </c:pt>
                <c:pt idx="6343" formatCode="0.00">
                  <c:v>4.1801666666666666</c:v>
                </c:pt>
                <c:pt idx="6344" formatCode="0.00">
                  <c:v>4.181</c:v>
                </c:pt>
                <c:pt idx="6345" formatCode="0.00">
                  <c:v>4.1818333333333335</c:v>
                </c:pt>
                <c:pt idx="6346" formatCode="0.00">
                  <c:v>4.1826666666666661</c:v>
                </c:pt>
                <c:pt idx="6347" formatCode="0.00">
                  <c:v>4.1834999999999996</c:v>
                </c:pt>
                <c:pt idx="6348" formatCode="0.00">
                  <c:v>4.184333333333333</c:v>
                </c:pt>
                <c:pt idx="6349" formatCode="0.00">
                  <c:v>4.1851666666666665</c:v>
                </c:pt>
                <c:pt idx="6350" formatCode="0.00">
                  <c:v>4.1859999999999999</c:v>
                </c:pt>
                <c:pt idx="6351" formatCode="0.00">
                  <c:v>4.1868333333333325</c:v>
                </c:pt>
                <c:pt idx="6352" formatCode="0.00">
                  <c:v>4.187666666666666</c:v>
                </c:pt>
                <c:pt idx="6353" formatCode="0.00">
                  <c:v>4.1884999999999994</c:v>
                </c:pt>
                <c:pt idx="6354" formatCode="0.00">
                  <c:v>4.1893333333333329</c:v>
                </c:pt>
                <c:pt idx="6355" formatCode="0.00">
                  <c:v>4.1901666666666664</c:v>
                </c:pt>
                <c:pt idx="6356" formatCode="0.00">
                  <c:v>4.1909999999999989</c:v>
                </c:pt>
                <c:pt idx="6357" formatCode="0.00">
                  <c:v>4.1918333333333324</c:v>
                </c:pt>
                <c:pt idx="6358" formatCode="0.00">
                  <c:v>4.1926666666666659</c:v>
                </c:pt>
                <c:pt idx="6359" formatCode="0.00">
                  <c:v>4.1935000000000002</c:v>
                </c:pt>
                <c:pt idx="6360" formatCode="0.00">
                  <c:v>4.1943333333333337</c:v>
                </c:pt>
                <c:pt idx="6361" formatCode="0.00">
                  <c:v>4.1951666666666663</c:v>
                </c:pt>
                <c:pt idx="6362" formatCode="0.00">
                  <c:v>4.1959999999999997</c:v>
                </c:pt>
                <c:pt idx="6363" formatCode="0.00">
                  <c:v>4.1968333333333332</c:v>
                </c:pt>
                <c:pt idx="6364" formatCode="0.00">
                  <c:v>4.1976666666666667</c:v>
                </c:pt>
                <c:pt idx="6365" formatCode="0.00">
                  <c:v>4.1985000000000001</c:v>
                </c:pt>
                <c:pt idx="6366" formatCode="0.00">
                  <c:v>4.1993333333333327</c:v>
                </c:pt>
                <c:pt idx="6367" formatCode="0.00">
                  <c:v>4.2001666666666662</c:v>
                </c:pt>
                <c:pt idx="6368" formatCode="0.00">
                  <c:v>4.2009999999999996</c:v>
                </c:pt>
                <c:pt idx="6369" formatCode="0.00">
                  <c:v>4.2018333333333331</c:v>
                </c:pt>
                <c:pt idx="6370" formatCode="0.00">
                  <c:v>4.2026666666666666</c:v>
                </c:pt>
                <c:pt idx="6371" formatCode="0.00">
                  <c:v>4.2034999999999991</c:v>
                </c:pt>
                <c:pt idx="6372" formatCode="0.00">
                  <c:v>4.2043333333333326</c:v>
                </c:pt>
                <c:pt idx="6373" formatCode="0.00">
                  <c:v>4.2051666666666661</c:v>
                </c:pt>
                <c:pt idx="6374" formatCode="0.00">
                  <c:v>4.2059999999999995</c:v>
                </c:pt>
                <c:pt idx="6375" formatCode="0.00">
                  <c:v>4.206833333333333</c:v>
                </c:pt>
                <c:pt idx="6376" formatCode="0.00">
                  <c:v>4.2076666666666656</c:v>
                </c:pt>
                <c:pt idx="6377" formatCode="0.00">
                  <c:v>4.208499999999999</c:v>
                </c:pt>
                <c:pt idx="6378" formatCode="0.00">
                  <c:v>4.2093333333333334</c:v>
                </c:pt>
                <c:pt idx="6379" formatCode="0.00">
                  <c:v>4.2101666666666668</c:v>
                </c:pt>
                <c:pt idx="6380" formatCode="0.00">
                  <c:v>4.2110000000000003</c:v>
                </c:pt>
                <c:pt idx="6381" formatCode="0.00">
                  <c:v>4.2118333333333329</c:v>
                </c:pt>
                <c:pt idx="6382" formatCode="0.00">
                  <c:v>4.2126666666666663</c:v>
                </c:pt>
                <c:pt idx="6383" formatCode="0.00">
                  <c:v>4.2134999999999998</c:v>
                </c:pt>
                <c:pt idx="6384" formatCode="0.00">
                  <c:v>4.2143333333333333</c:v>
                </c:pt>
                <c:pt idx="6385" formatCode="0.00">
                  <c:v>4.2151666666666667</c:v>
                </c:pt>
                <c:pt idx="6386" formatCode="0.00">
                  <c:v>4.2159999999999993</c:v>
                </c:pt>
                <c:pt idx="6387" formatCode="0.00">
                  <c:v>4.2168333333333328</c:v>
                </c:pt>
                <c:pt idx="6388" formatCode="0.00">
                  <c:v>4.2176666666666662</c:v>
                </c:pt>
                <c:pt idx="6389" formatCode="0.00">
                  <c:v>4.2184999999999997</c:v>
                </c:pt>
                <c:pt idx="6390" formatCode="0.00">
                  <c:v>4.2193333333333332</c:v>
                </c:pt>
                <c:pt idx="6391" formatCode="0.00">
                  <c:v>4.2201666666666657</c:v>
                </c:pt>
                <c:pt idx="6392" formatCode="0.00">
                  <c:v>4.2209999999999992</c:v>
                </c:pt>
                <c:pt idx="6393" formatCode="0.00">
                  <c:v>4.2218333333333327</c:v>
                </c:pt>
                <c:pt idx="6394" formatCode="0.00">
                  <c:v>4.2226666666666661</c:v>
                </c:pt>
                <c:pt idx="6395" formatCode="0.00">
                  <c:v>4.2234999999999996</c:v>
                </c:pt>
                <c:pt idx="6396" formatCode="0.00">
                  <c:v>4.2243333333333322</c:v>
                </c:pt>
                <c:pt idx="6397" formatCode="0.00">
                  <c:v>4.2251666666666665</c:v>
                </c:pt>
                <c:pt idx="6398" formatCode="0.00">
                  <c:v>4.226</c:v>
                </c:pt>
                <c:pt idx="6399" formatCode="0.00">
                  <c:v>4.2268333333333334</c:v>
                </c:pt>
                <c:pt idx="6400" formatCode="0.00">
                  <c:v>4.2276666666666669</c:v>
                </c:pt>
                <c:pt idx="6401" formatCode="0.00">
                  <c:v>4.2284999999999995</c:v>
                </c:pt>
                <c:pt idx="6402" formatCode="0.00">
                  <c:v>4.2293333333333329</c:v>
                </c:pt>
                <c:pt idx="6403" formatCode="0.00">
                  <c:v>4.2301666666666664</c:v>
                </c:pt>
                <c:pt idx="6404" formatCode="0.00">
                  <c:v>4.2309999999999999</c:v>
                </c:pt>
                <c:pt idx="6405" formatCode="0.00">
                  <c:v>4.2318333333333333</c:v>
                </c:pt>
                <c:pt idx="6406" formatCode="0.00">
                  <c:v>4.2326666666666659</c:v>
                </c:pt>
                <c:pt idx="6407" formatCode="0.00">
                  <c:v>4.2334999999999994</c:v>
                </c:pt>
                <c:pt idx="6408" formatCode="0.00">
                  <c:v>4.2343333333333328</c:v>
                </c:pt>
                <c:pt idx="6409" formatCode="0.00">
                  <c:v>4.2351666666666663</c:v>
                </c:pt>
                <c:pt idx="6410" formatCode="0.00">
                  <c:v>4.2359999999999998</c:v>
                </c:pt>
                <c:pt idx="6411" formatCode="0.00">
                  <c:v>4.2368333333333323</c:v>
                </c:pt>
                <c:pt idx="6412" formatCode="0.00">
                  <c:v>4.2376666666666658</c:v>
                </c:pt>
                <c:pt idx="6413" formatCode="0.00">
                  <c:v>4.2384999999999993</c:v>
                </c:pt>
                <c:pt idx="6414" formatCode="0.00">
                  <c:v>4.2393333333333327</c:v>
                </c:pt>
                <c:pt idx="6415" formatCode="0.00">
                  <c:v>4.2401666666666671</c:v>
                </c:pt>
                <c:pt idx="6416" formatCode="0.00">
                  <c:v>4.2409999999999997</c:v>
                </c:pt>
                <c:pt idx="6417" formatCode="0.00">
                  <c:v>4.2418333333333331</c:v>
                </c:pt>
                <c:pt idx="6418" formatCode="0.00">
                  <c:v>4.2426666666666666</c:v>
                </c:pt>
                <c:pt idx="6419" formatCode="0.00">
                  <c:v>4.2435</c:v>
                </c:pt>
                <c:pt idx="6420" formatCode="0.00">
                  <c:v>4.2443333333333335</c:v>
                </c:pt>
                <c:pt idx="6421" formatCode="0.00">
                  <c:v>4.2451666666666661</c:v>
                </c:pt>
                <c:pt idx="6422" formatCode="0.00">
                  <c:v>4.2459999999999996</c:v>
                </c:pt>
                <c:pt idx="6423" formatCode="0.00">
                  <c:v>4.246833333333333</c:v>
                </c:pt>
                <c:pt idx="6424" formatCode="0.00">
                  <c:v>4.2476666666666665</c:v>
                </c:pt>
                <c:pt idx="6425" formatCode="0.00">
                  <c:v>4.2484999999999999</c:v>
                </c:pt>
                <c:pt idx="6426" formatCode="0.00">
                  <c:v>4.2493333333333325</c:v>
                </c:pt>
                <c:pt idx="6427" formatCode="0.00">
                  <c:v>4.250166666666666</c:v>
                </c:pt>
                <c:pt idx="6428" formatCode="0.00">
                  <c:v>4.2509999999999994</c:v>
                </c:pt>
                <c:pt idx="6429" formatCode="0.00">
                  <c:v>4.2518333333333329</c:v>
                </c:pt>
                <c:pt idx="6430" formatCode="0.00">
                  <c:v>4.2526666666666664</c:v>
                </c:pt>
                <c:pt idx="6431" formatCode="0.00">
                  <c:v>4.2534999999999989</c:v>
                </c:pt>
                <c:pt idx="6432" formatCode="0.00">
                  <c:v>4.2543333333333324</c:v>
                </c:pt>
                <c:pt idx="6433" formatCode="0.00">
                  <c:v>4.2551666666666659</c:v>
                </c:pt>
                <c:pt idx="6434" formatCode="0.00">
                  <c:v>4.2560000000000002</c:v>
                </c:pt>
                <c:pt idx="6435" formatCode="0.00">
                  <c:v>4.2568333333333337</c:v>
                </c:pt>
                <c:pt idx="6436" formatCode="0.00">
                  <c:v>4.2576666666666663</c:v>
                </c:pt>
                <c:pt idx="6437" formatCode="0.00">
                  <c:v>4.2584999999999997</c:v>
                </c:pt>
                <c:pt idx="6438" formatCode="0.00">
                  <c:v>4.2593333333333332</c:v>
                </c:pt>
                <c:pt idx="6439" formatCode="0.00">
                  <c:v>4.2601666666666667</c:v>
                </c:pt>
                <c:pt idx="6440" formatCode="0.00">
                  <c:v>4.2610000000000001</c:v>
                </c:pt>
                <c:pt idx="6441" formatCode="0.00">
                  <c:v>4.2618333333333327</c:v>
                </c:pt>
                <c:pt idx="6442" formatCode="0.00">
                  <c:v>4.2626666666666662</c:v>
                </c:pt>
                <c:pt idx="6443" formatCode="0.00">
                  <c:v>4.2634999999999996</c:v>
                </c:pt>
                <c:pt idx="6444" formatCode="0.00">
                  <c:v>4.2643333333333331</c:v>
                </c:pt>
                <c:pt idx="6445" formatCode="0.00">
                  <c:v>4.2651666666666666</c:v>
                </c:pt>
                <c:pt idx="6446" formatCode="0.00">
                  <c:v>4.2659999999999991</c:v>
                </c:pt>
                <c:pt idx="6447" formatCode="0.00">
                  <c:v>4.2668333333333326</c:v>
                </c:pt>
                <c:pt idx="6448" formatCode="0.00">
                  <c:v>4.2676666666666661</c:v>
                </c:pt>
                <c:pt idx="6449" formatCode="0.00">
                  <c:v>4.2684999999999995</c:v>
                </c:pt>
                <c:pt idx="6450" formatCode="0.00">
                  <c:v>4.269333333333333</c:v>
                </c:pt>
                <c:pt idx="6451" formatCode="0.00">
                  <c:v>4.2701666666666656</c:v>
                </c:pt>
                <c:pt idx="6452" formatCode="0.00">
                  <c:v>4.270999999999999</c:v>
                </c:pt>
                <c:pt idx="6453" formatCode="0.00">
                  <c:v>4.2718333333333334</c:v>
                </c:pt>
                <c:pt idx="6454" formatCode="0.00">
                  <c:v>4.2726666666666668</c:v>
                </c:pt>
                <c:pt idx="6455" formatCode="0.00">
                  <c:v>4.2735000000000003</c:v>
                </c:pt>
                <c:pt idx="6456" formatCode="0.00">
                  <c:v>4.2743333333333329</c:v>
                </c:pt>
                <c:pt idx="6457" formatCode="0.00">
                  <c:v>4.2751666666666663</c:v>
                </c:pt>
                <c:pt idx="6458" formatCode="0.00">
                  <c:v>4.2759999999999998</c:v>
                </c:pt>
                <c:pt idx="6459" formatCode="0.00">
                  <c:v>4.2768333333333333</c:v>
                </c:pt>
                <c:pt idx="6460" formatCode="0.00">
                  <c:v>4.2776666666666667</c:v>
                </c:pt>
                <c:pt idx="6461" formatCode="0.00">
                  <c:v>4.2784999999999993</c:v>
                </c:pt>
                <c:pt idx="6462" formatCode="0.00">
                  <c:v>4.2793333333333328</c:v>
                </c:pt>
                <c:pt idx="6463" formatCode="0.00">
                  <c:v>4.2801666666666662</c:v>
                </c:pt>
                <c:pt idx="6464" formatCode="0.00">
                  <c:v>4.2809999999999997</c:v>
                </c:pt>
                <c:pt idx="6465" formatCode="0.00">
                  <c:v>4.2818333333333332</c:v>
                </c:pt>
                <c:pt idx="6466" formatCode="0.00">
                  <c:v>4.2826666666666657</c:v>
                </c:pt>
                <c:pt idx="6467" formatCode="0.00">
                  <c:v>4.2834999999999992</c:v>
                </c:pt>
                <c:pt idx="6468" formatCode="0.00">
                  <c:v>4.2843333333333327</c:v>
                </c:pt>
                <c:pt idx="6469" formatCode="0.00">
                  <c:v>4.2851666666666661</c:v>
                </c:pt>
                <c:pt idx="6470" formatCode="0.00">
                  <c:v>4.2859999999999996</c:v>
                </c:pt>
                <c:pt idx="6471" formatCode="0.00">
                  <c:v>4.2868333333333322</c:v>
                </c:pt>
                <c:pt idx="6472" formatCode="0.00">
                  <c:v>4.2876666666666665</c:v>
                </c:pt>
                <c:pt idx="6473" formatCode="0.00">
                  <c:v>4.2885</c:v>
                </c:pt>
                <c:pt idx="6474" formatCode="0.00">
                  <c:v>4.2893333333333334</c:v>
                </c:pt>
                <c:pt idx="6475" formatCode="0.00">
                  <c:v>4.2901666666666669</c:v>
                </c:pt>
                <c:pt idx="6476" formatCode="0.00">
                  <c:v>4.2909999999999995</c:v>
                </c:pt>
                <c:pt idx="6477" formatCode="0.00">
                  <c:v>4.2918333333333329</c:v>
                </c:pt>
                <c:pt idx="6478" formatCode="0.00">
                  <c:v>4.2926666666666664</c:v>
                </c:pt>
                <c:pt idx="6479" formatCode="0.00">
                  <c:v>4.2934999999999999</c:v>
                </c:pt>
                <c:pt idx="6480" formatCode="0.00">
                  <c:v>4.2943333333333333</c:v>
                </c:pt>
                <c:pt idx="6481" formatCode="0.00">
                  <c:v>4.2951666666666659</c:v>
                </c:pt>
                <c:pt idx="6482" formatCode="0.00">
                  <c:v>4.2959999999999994</c:v>
                </c:pt>
                <c:pt idx="6483" formatCode="0.00">
                  <c:v>4.2968333333333328</c:v>
                </c:pt>
                <c:pt idx="6484" formatCode="0.00">
                  <c:v>4.2976666666666663</c:v>
                </c:pt>
                <c:pt idx="6485" formatCode="0.00">
                  <c:v>4.2984999999999998</c:v>
                </c:pt>
                <c:pt idx="6486" formatCode="0.00">
                  <c:v>4.2993333333333323</c:v>
                </c:pt>
                <c:pt idx="6487" formatCode="0.00">
                  <c:v>4.3001666666666658</c:v>
                </c:pt>
                <c:pt idx="6488" formatCode="0.00">
                  <c:v>4.3009999999999993</c:v>
                </c:pt>
                <c:pt idx="6489" formatCode="0.00">
                  <c:v>4.3018333333333327</c:v>
                </c:pt>
                <c:pt idx="6490" formatCode="0.00">
                  <c:v>4.3026666666666671</c:v>
                </c:pt>
                <c:pt idx="6491" formatCode="0.00">
                  <c:v>4.3034999999999997</c:v>
                </c:pt>
                <c:pt idx="6492" formatCode="0.00">
                  <c:v>4.3043333333333331</c:v>
                </c:pt>
                <c:pt idx="6493" formatCode="0.00">
                  <c:v>4.3051666666666666</c:v>
                </c:pt>
                <c:pt idx="6494" formatCode="0.00">
                  <c:v>4.306</c:v>
                </c:pt>
                <c:pt idx="6495" formatCode="0.00">
                  <c:v>4.3068333333333335</c:v>
                </c:pt>
                <c:pt idx="6496" formatCode="0.00">
                  <c:v>4.3076666666666661</c:v>
                </c:pt>
                <c:pt idx="6497" formatCode="0.00">
                  <c:v>4.3084999999999996</c:v>
                </c:pt>
                <c:pt idx="6498" formatCode="0.00">
                  <c:v>4.309333333333333</c:v>
                </c:pt>
                <c:pt idx="6499" formatCode="0.00">
                  <c:v>4.3101666666666665</c:v>
                </c:pt>
                <c:pt idx="6500" formatCode="0.00">
                  <c:v>4.3109999999999999</c:v>
                </c:pt>
                <c:pt idx="6501" formatCode="0.00">
                  <c:v>4.3118333333333325</c:v>
                </c:pt>
                <c:pt idx="6502" formatCode="0.00">
                  <c:v>4.312666666666666</c:v>
                </c:pt>
                <c:pt idx="6503" formatCode="0.00">
                  <c:v>4.3134999999999994</c:v>
                </c:pt>
                <c:pt idx="6504" formatCode="0.00">
                  <c:v>4.3143333333333329</c:v>
                </c:pt>
                <c:pt idx="6505" formatCode="0.00">
                  <c:v>4.3151666666666664</c:v>
                </c:pt>
                <c:pt idx="6506" formatCode="0.00">
                  <c:v>4.3159999999999989</c:v>
                </c:pt>
                <c:pt idx="6507" formatCode="0.00">
                  <c:v>4.3168333333333324</c:v>
                </c:pt>
                <c:pt idx="6508" formatCode="0.00">
                  <c:v>4.3176666666666659</c:v>
                </c:pt>
                <c:pt idx="6509" formatCode="0.00">
                  <c:v>4.3185000000000002</c:v>
                </c:pt>
                <c:pt idx="6510" formatCode="0.00">
                  <c:v>4.3193333333333337</c:v>
                </c:pt>
                <c:pt idx="6511" formatCode="0.00">
                  <c:v>4.3201666666666663</c:v>
                </c:pt>
                <c:pt idx="6512" formatCode="0.00">
                  <c:v>4.3209999999999997</c:v>
                </c:pt>
                <c:pt idx="6513" formatCode="0.00">
                  <c:v>4.3218333333333332</c:v>
                </c:pt>
                <c:pt idx="6514" formatCode="0.00">
                  <c:v>4.3226666666666667</c:v>
                </c:pt>
                <c:pt idx="6515" formatCode="0.00">
                  <c:v>4.3235000000000001</c:v>
                </c:pt>
                <c:pt idx="6516" formatCode="0.00">
                  <c:v>4.3243333333333327</c:v>
                </c:pt>
                <c:pt idx="6517" formatCode="0.00">
                  <c:v>4.3251666666666662</c:v>
                </c:pt>
                <c:pt idx="6518" formatCode="0.00">
                  <c:v>4.3259999999999996</c:v>
                </c:pt>
                <c:pt idx="6519" formatCode="0.00">
                  <c:v>4.3268333333333331</c:v>
                </c:pt>
                <c:pt idx="6520" formatCode="0.00">
                  <c:v>4.3276666666666666</c:v>
                </c:pt>
                <c:pt idx="6521" formatCode="0.00">
                  <c:v>4.3284999999999991</c:v>
                </c:pt>
                <c:pt idx="6522" formatCode="0.00">
                  <c:v>4.3293333333333326</c:v>
                </c:pt>
                <c:pt idx="6523" formatCode="0.00">
                  <c:v>4.3301666666666661</c:v>
                </c:pt>
                <c:pt idx="6524" formatCode="0.00">
                  <c:v>4.3309999999999995</c:v>
                </c:pt>
                <c:pt idx="6525" formatCode="0.00">
                  <c:v>4.331833333333333</c:v>
                </c:pt>
                <c:pt idx="6526" formatCode="0.00">
                  <c:v>4.3326666666666656</c:v>
                </c:pt>
                <c:pt idx="6527" formatCode="0.00">
                  <c:v>4.333499999999999</c:v>
                </c:pt>
                <c:pt idx="6528" formatCode="0.00">
                  <c:v>4.3343333333333334</c:v>
                </c:pt>
                <c:pt idx="6529" formatCode="0.00">
                  <c:v>4.3351666666666668</c:v>
                </c:pt>
                <c:pt idx="6530" formatCode="0.00">
                  <c:v>4.3360000000000003</c:v>
                </c:pt>
                <c:pt idx="6531" formatCode="0.00">
                  <c:v>4.3368333333333329</c:v>
                </c:pt>
                <c:pt idx="6532" formatCode="0.00">
                  <c:v>4.3376666666666663</c:v>
                </c:pt>
                <c:pt idx="6533" formatCode="0.00">
                  <c:v>4.3384999999999998</c:v>
                </c:pt>
                <c:pt idx="6534" formatCode="0.00">
                  <c:v>4.3393333333333333</c:v>
                </c:pt>
                <c:pt idx="6535" formatCode="0.00">
                  <c:v>4.3401666666666667</c:v>
                </c:pt>
                <c:pt idx="6536" formatCode="0.00">
                  <c:v>4.3409999999999993</c:v>
                </c:pt>
                <c:pt idx="6537" formatCode="0.00">
                  <c:v>4.3418333333333328</c:v>
                </c:pt>
                <c:pt idx="6538" formatCode="0.00">
                  <c:v>4.3426666666666662</c:v>
                </c:pt>
                <c:pt idx="6539" formatCode="0.00">
                  <c:v>4.3434999999999997</c:v>
                </c:pt>
                <c:pt idx="6540" formatCode="0.00">
                  <c:v>4.3443333333333332</c:v>
                </c:pt>
                <c:pt idx="6541" formatCode="0.00">
                  <c:v>4.3451666666666657</c:v>
                </c:pt>
                <c:pt idx="6542" formatCode="0.00">
                  <c:v>4.3459999999999992</c:v>
                </c:pt>
                <c:pt idx="6543" formatCode="0.00">
                  <c:v>4.3468333333333327</c:v>
                </c:pt>
                <c:pt idx="6544" formatCode="0.00">
                  <c:v>4.3476666666666661</c:v>
                </c:pt>
                <c:pt idx="6545" formatCode="0.00">
                  <c:v>4.3484999999999996</c:v>
                </c:pt>
                <c:pt idx="6546" formatCode="0.00">
                  <c:v>4.3493333333333322</c:v>
                </c:pt>
                <c:pt idx="6547" formatCode="0.00">
                  <c:v>4.3501666666666665</c:v>
                </c:pt>
                <c:pt idx="6548" formatCode="0.00">
                  <c:v>4.351</c:v>
                </c:pt>
                <c:pt idx="6549" formatCode="0.00">
                  <c:v>4.3518333333333334</c:v>
                </c:pt>
                <c:pt idx="6550" formatCode="0.00">
                  <c:v>4.3526666666666669</c:v>
                </c:pt>
                <c:pt idx="6551" formatCode="0.00">
                  <c:v>4.3534999999999995</c:v>
                </c:pt>
                <c:pt idx="6552" formatCode="0.00">
                  <c:v>4.3543333333333329</c:v>
                </c:pt>
                <c:pt idx="6553" formatCode="0.00">
                  <c:v>4.3551666666666664</c:v>
                </c:pt>
                <c:pt idx="6554" formatCode="0.00">
                  <c:v>4.3559999999999999</c:v>
                </c:pt>
                <c:pt idx="6555" formatCode="0.00">
                  <c:v>4.3568333333333333</c:v>
                </c:pt>
                <c:pt idx="6556" formatCode="0.00">
                  <c:v>4.3576666666666659</c:v>
                </c:pt>
                <c:pt idx="6557" formatCode="0.00">
                  <c:v>4.3584999999999994</c:v>
                </c:pt>
                <c:pt idx="6558" formatCode="0.00">
                  <c:v>4.3593333333333328</c:v>
                </c:pt>
                <c:pt idx="6559" formatCode="0.00">
                  <c:v>4.3601666666666663</c:v>
                </c:pt>
                <c:pt idx="6560" formatCode="0.00">
                  <c:v>4.3609999999999998</c:v>
                </c:pt>
                <c:pt idx="6561" formatCode="0.00">
                  <c:v>4.3618333333333323</c:v>
                </c:pt>
                <c:pt idx="6562" formatCode="0.00">
                  <c:v>4.3626666666666658</c:v>
                </c:pt>
                <c:pt idx="6563" formatCode="0.00">
                  <c:v>4.3634999999999993</c:v>
                </c:pt>
                <c:pt idx="6564" formatCode="0.00">
                  <c:v>4.3643333333333327</c:v>
                </c:pt>
                <c:pt idx="6565" formatCode="0.00">
                  <c:v>4.3651666666666671</c:v>
                </c:pt>
                <c:pt idx="6566" formatCode="0.00">
                  <c:v>4.3659999999999997</c:v>
                </c:pt>
                <c:pt idx="6567" formatCode="0.00">
                  <c:v>4.3668333333333331</c:v>
                </c:pt>
                <c:pt idx="6568" formatCode="0.00">
                  <c:v>4.3676666666666666</c:v>
                </c:pt>
                <c:pt idx="6569" formatCode="0.00">
                  <c:v>4.3685</c:v>
                </c:pt>
                <c:pt idx="6570" formatCode="0.00">
                  <c:v>4.3693333333333335</c:v>
                </c:pt>
                <c:pt idx="6571" formatCode="0.00">
                  <c:v>4.3701666666666661</c:v>
                </c:pt>
                <c:pt idx="6572" formatCode="0.00">
                  <c:v>4.3709999999999996</c:v>
                </c:pt>
                <c:pt idx="6573" formatCode="0.00">
                  <c:v>4.371833333333333</c:v>
                </c:pt>
                <c:pt idx="6574" formatCode="0.00">
                  <c:v>4.3726666666666665</c:v>
                </c:pt>
                <c:pt idx="6575" formatCode="0.00">
                  <c:v>4.3734999999999999</c:v>
                </c:pt>
                <c:pt idx="6576" formatCode="0.00">
                  <c:v>4.3743333333333325</c:v>
                </c:pt>
                <c:pt idx="6577" formatCode="0.00">
                  <c:v>4.375166666666666</c:v>
                </c:pt>
                <c:pt idx="6578" formatCode="0.00">
                  <c:v>4.3759999999999994</c:v>
                </c:pt>
                <c:pt idx="6579" formatCode="0.00">
                  <c:v>4.3768333333333329</c:v>
                </c:pt>
                <c:pt idx="6580" formatCode="0.00">
                  <c:v>4.3776666666666664</c:v>
                </c:pt>
                <c:pt idx="6581" formatCode="0.00">
                  <c:v>4.3784999999999989</c:v>
                </c:pt>
                <c:pt idx="6582" formatCode="0.00">
                  <c:v>4.3793333333333324</c:v>
                </c:pt>
                <c:pt idx="6583" formatCode="0.00">
                  <c:v>4.3801666666666659</c:v>
                </c:pt>
                <c:pt idx="6584" formatCode="0.00">
                  <c:v>4.3810000000000002</c:v>
                </c:pt>
                <c:pt idx="6585" formatCode="0.00">
                  <c:v>4.3818333333333337</c:v>
                </c:pt>
                <c:pt idx="6586" formatCode="0.00">
                  <c:v>4.3826666666666663</c:v>
                </c:pt>
                <c:pt idx="6587" formatCode="0.00">
                  <c:v>4.3834999999999997</c:v>
                </c:pt>
                <c:pt idx="6588" formatCode="0.00">
                  <c:v>4.3843333333333332</c:v>
                </c:pt>
                <c:pt idx="6589" formatCode="0.00">
                  <c:v>4.3851666666666667</c:v>
                </c:pt>
                <c:pt idx="6590" formatCode="0.00">
                  <c:v>4.3860000000000001</c:v>
                </c:pt>
                <c:pt idx="6591" formatCode="0.00">
                  <c:v>4.3868333333333327</c:v>
                </c:pt>
                <c:pt idx="6592" formatCode="0.00">
                  <c:v>4.3876666666666662</c:v>
                </c:pt>
                <c:pt idx="6593" formatCode="0.00">
                  <c:v>4.3884999999999996</c:v>
                </c:pt>
                <c:pt idx="6594" formatCode="0.00">
                  <c:v>4.3893333333333331</c:v>
                </c:pt>
                <c:pt idx="6595" formatCode="0.00">
                  <c:v>4.3901666666666666</c:v>
                </c:pt>
                <c:pt idx="6596" formatCode="0.00">
                  <c:v>4.3909999999999991</c:v>
                </c:pt>
                <c:pt idx="6597" formatCode="0.00">
                  <c:v>4.3918333333333326</c:v>
                </c:pt>
                <c:pt idx="6598" formatCode="0.00">
                  <c:v>4.3926666666666661</c:v>
                </c:pt>
                <c:pt idx="6599" formatCode="0.00">
                  <c:v>4.3934999999999995</c:v>
                </c:pt>
                <c:pt idx="6600" formatCode="0.00">
                  <c:v>4.394333333333333</c:v>
                </c:pt>
                <c:pt idx="6601" formatCode="0.00">
                  <c:v>4.3951666666666656</c:v>
                </c:pt>
                <c:pt idx="6602" formatCode="0.00">
                  <c:v>4.395999999999999</c:v>
                </c:pt>
                <c:pt idx="6603" formatCode="0.00">
                  <c:v>4.3968333333333334</c:v>
                </c:pt>
                <c:pt idx="6604" formatCode="0.00">
                  <c:v>4.3976666666666668</c:v>
                </c:pt>
                <c:pt idx="6605" formatCode="0.00">
                  <c:v>4.3985000000000003</c:v>
                </c:pt>
                <c:pt idx="6606" formatCode="0.00">
                  <c:v>4.3993333333333329</c:v>
                </c:pt>
                <c:pt idx="6607" formatCode="0.00">
                  <c:v>4.4001666666666663</c:v>
                </c:pt>
                <c:pt idx="6608" formatCode="0.00">
                  <c:v>4.4009999999999998</c:v>
                </c:pt>
                <c:pt idx="6609" formatCode="0.00">
                  <c:v>4.4018333333333333</c:v>
                </c:pt>
                <c:pt idx="6610" formatCode="0.00">
                  <c:v>4.4026666666666667</c:v>
                </c:pt>
                <c:pt idx="6611" formatCode="0.00">
                  <c:v>4.4034999999999993</c:v>
                </c:pt>
                <c:pt idx="6612" formatCode="0.00">
                  <c:v>4.4043333333333328</c:v>
                </c:pt>
                <c:pt idx="6613" formatCode="0.00">
                  <c:v>4.4051666666666662</c:v>
                </c:pt>
                <c:pt idx="6614" formatCode="0.00">
                  <c:v>4.4059999999999997</c:v>
                </c:pt>
                <c:pt idx="6615" formatCode="0.00">
                  <c:v>4.4068333333333332</c:v>
                </c:pt>
                <c:pt idx="6616" formatCode="0.00">
                  <c:v>4.4076666666666657</c:v>
                </c:pt>
                <c:pt idx="6617" formatCode="0.00">
                  <c:v>4.4084999999999992</c:v>
                </c:pt>
                <c:pt idx="6618" formatCode="0.00">
                  <c:v>4.4093333333333327</c:v>
                </c:pt>
                <c:pt idx="6619" formatCode="0.00">
                  <c:v>4.4101666666666661</c:v>
                </c:pt>
                <c:pt idx="6620" formatCode="0.00">
                  <c:v>4.4109999999999996</c:v>
                </c:pt>
                <c:pt idx="6621" formatCode="0.00">
                  <c:v>4.4118333333333322</c:v>
                </c:pt>
                <c:pt idx="6622" formatCode="0.00">
                  <c:v>4.4126666666666665</c:v>
                </c:pt>
                <c:pt idx="6623" formatCode="0.00">
                  <c:v>4.4135</c:v>
                </c:pt>
                <c:pt idx="6624" formatCode="0.00">
                  <c:v>4.4143333333333334</c:v>
                </c:pt>
                <c:pt idx="6625" formatCode="0.00">
                  <c:v>4.4151666666666669</c:v>
                </c:pt>
                <c:pt idx="6626" formatCode="0.00">
                  <c:v>4.4159999999999995</c:v>
                </c:pt>
                <c:pt idx="6627" formatCode="0.00">
                  <c:v>4.4168333333333329</c:v>
                </c:pt>
                <c:pt idx="6628" formatCode="0.00">
                  <c:v>4.4176666666666664</c:v>
                </c:pt>
                <c:pt idx="6629" formatCode="0.00">
                  <c:v>4.4184999999999999</c:v>
                </c:pt>
                <c:pt idx="6630" formatCode="0.00">
                  <c:v>4.4193333333333333</c:v>
                </c:pt>
                <c:pt idx="6631" formatCode="0.00">
                  <c:v>4.4201666666666659</c:v>
                </c:pt>
                <c:pt idx="6632" formatCode="0.00">
                  <c:v>4.4209999999999994</c:v>
                </c:pt>
                <c:pt idx="6633" formatCode="0.00">
                  <c:v>4.4218333333333328</c:v>
                </c:pt>
                <c:pt idx="6634" formatCode="0.00">
                  <c:v>4.4226666666666663</c:v>
                </c:pt>
                <c:pt idx="6635" formatCode="0.00">
                  <c:v>4.4234999999999998</c:v>
                </c:pt>
                <c:pt idx="6636" formatCode="0.00">
                  <c:v>4.4243333333333323</c:v>
                </c:pt>
                <c:pt idx="6637" formatCode="0.00">
                  <c:v>4.4251666666666658</c:v>
                </c:pt>
                <c:pt idx="6638" formatCode="0.00">
                  <c:v>4.4259999999999993</c:v>
                </c:pt>
                <c:pt idx="6639" formatCode="0.00">
                  <c:v>4.4268333333333327</c:v>
                </c:pt>
                <c:pt idx="6640" formatCode="0.00">
                  <c:v>4.4276666666666671</c:v>
                </c:pt>
                <c:pt idx="6641" formatCode="0.00">
                  <c:v>4.4284999999999997</c:v>
                </c:pt>
                <c:pt idx="6642" formatCode="0.00">
                  <c:v>4.4293333333333331</c:v>
                </c:pt>
                <c:pt idx="6643" formatCode="0.00">
                  <c:v>4.4301666666666666</c:v>
                </c:pt>
                <c:pt idx="6644" formatCode="0.00">
                  <c:v>4.431</c:v>
                </c:pt>
                <c:pt idx="6645" formatCode="0.00">
                  <c:v>4.4318333333333335</c:v>
                </c:pt>
                <c:pt idx="6646" formatCode="0.00">
                  <c:v>4.4326666666666661</c:v>
                </c:pt>
                <c:pt idx="6647" formatCode="0.00">
                  <c:v>4.4334999999999996</c:v>
                </c:pt>
                <c:pt idx="6648" formatCode="0.00">
                  <c:v>4.434333333333333</c:v>
                </c:pt>
                <c:pt idx="6649" formatCode="0.00">
                  <c:v>4.4351666666666665</c:v>
                </c:pt>
                <c:pt idx="6650" formatCode="0.00">
                  <c:v>4.4359999999999999</c:v>
                </c:pt>
                <c:pt idx="6651" formatCode="0.00">
                  <c:v>4.4368333333333325</c:v>
                </c:pt>
                <c:pt idx="6652" formatCode="0.00">
                  <c:v>4.437666666666666</c:v>
                </c:pt>
                <c:pt idx="6653" formatCode="0.00">
                  <c:v>4.4384999999999994</c:v>
                </c:pt>
                <c:pt idx="6654" formatCode="0.00">
                  <c:v>4.4393333333333329</c:v>
                </c:pt>
                <c:pt idx="6655" formatCode="0.00">
                  <c:v>4.4401666666666664</c:v>
                </c:pt>
                <c:pt idx="6656" formatCode="0.00">
                  <c:v>4.4409999999999989</c:v>
                </c:pt>
                <c:pt idx="6657" formatCode="0.00">
                  <c:v>4.4418333333333324</c:v>
                </c:pt>
                <c:pt idx="6658" formatCode="0.00">
                  <c:v>4.4426666666666659</c:v>
                </c:pt>
                <c:pt idx="6659" formatCode="0.00">
                  <c:v>4.4435000000000002</c:v>
                </c:pt>
                <c:pt idx="6660" formatCode="0.00">
                  <c:v>4.4443333333333337</c:v>
                </c:pt>
                <c:pt idx="6661" formatCode="0.00">
                  <c:v>4.4451666666666663</c:v>
                </c:pt>
                <c:pt idx="6662" formatCode="0.00">
                  <c:v>4.4459999999999997</c:v>
                </c:pt>
                <c:pt idx="6663" formatCode="0.00">
                  <c:v>4.4468333333333332</c:v>
                </c:pt>
                <c:pt idx="6664" formatCode="0.00">
                  <c:v>4.4476666666666667</c:v>
                </c:pt>
                <c:pt idx="6665" formatCode="0.00">
                  <c:v>4.4485000000000001</c:v>
                </c:pt>
                <c:pt idx="6666" formatCode="0.00">
                  <c:v>4.4493333333333327</c:v>
                </c:pt>
                <c:pt idx="6667" formatCode="0.00">
                  <c:v>4.4501666666666662</c:v>
                </c:pt>
                <c:pt idx="6668" formatCode="0.00">
                  <c:v>4.4509999999999996</c:v>
                </c:pt>
                <c:pt idx="6669" formatCode="0.00">
                  <c:v>4.4518333333333331</c:v>
                </c:pt>
                <c:pt idx="6670" formatCode="0.00">
                  <c:v>4.4526666666666666</c:v>
                </c:pt>
                <c:pt idx="6671" formatCode="0.00">
                  <c:v>4.4534999999999991</c:v>
                </c:pt>
                <c:pt idx="6672" formatCode="0.00">
                  <c:v>4.4543333333333326</c:v>
                </c:pt>
                <c:pt idx="6673" formatCode="0.00">
                  <c:v>4.4551666666666661</c:v>
                </c:pt>
                <c:pt idx="6674" formatCode="0.00">
                  <c:v>4.4559999999999995</c:v>
                </c:pt>
                <c:pt idx="6675" formatCode="0.00">
                  <c:v>4.456833333333333</c:v>
                </c:pt>
                <c:pt idx="6676" formatCode="0.00">
                  <c:v>4.4576666666666656</c:v>
                </c:pt>
                <c:pt idx="6677" formatCode="0.00">
                  <c:v>4.458499999999999</c:v>
                </c:pt>
                <c:pt idx="6678" formatCode="0.00">
                  <c:v>4.4593333333333334</c:v>
                </c:pt>
                <c:pt idx="6679" formatCode="0.00">
                  <c:v>4.4601666666666668</c:v>
                </c:pt>
                <c:pt idx="6680" formatCode="0.00">
                  <c:v>4.4610000000000003</c:v>
                </c:pt>
                <c:pt idx="6681" formatCode="0.00">
                  <c:v>4.4618333333333329</c:v>
                </c:pt>
                <c:pt idx="6682" formatCode="0.00">
                  <c:v>4.4626666666666663</c:v>
                </c:pt>
                <c:pt idx="6683" formatCode="0.00">
                  <c:v>4.4634999999999998</c:v>
                </c:pt>
                <c:pt idx="6684" formatCode="0.00">
                  <c:v>4.4643333333333333</c:v>
                </c:pt>
                <c:pt idx="6685" formatCode="0.00">
                  <c:v>4.4651666666666667</c:v>
                </c:pt>
                <c:pt idx="6686" formatCode="0.00">
                  <c:v>4.4659999999999993</c:v>
                </c:pt>
                <c:pt idx="6687" formatCode="0.00">
                  <c:v>4.4668333333333328</c:v>
                </c:pt>
                <c:pt idx="6688" formatCode="0.00">
                  <c:v>4.4676666666666662</c:v>
                </c:pt>
                <c:pt idx="6689" formatCode="0.00">
                  <c:v>4.4684999999999997</c:v>
                </c:pt>
                <c:pt idx="6690" formatCode="0.00">
                  <c:v>4.4693333333333332</c:v>
                </c:pt>
                <c:pt idx="6691" formatCode="0.00">
                  <c:v>4.4701666666666657</c:v>
                </c:pt>
                <c:pt idx="6692" formatCode="0.00">
                  <c:v>4.4709999999999992</c:v>
                </c:pt>
                <c:pt idx="6693" formatCode="0.00">
                  <c:v>4.4718333333333327</c:v>
                </c:pt>
                <c:pt idx="6694" formatCode="0.00">
                  <c:v>4.4726666666666661</c:v>
                </c:pt>
                <c:pt idx="6695" formatCode="0.00">
                  <c:v>4.4734999999999996</c:v>
                </c:pt>
                <c:pt idx="6696" formatCode="0.00">
                  <c:v>4.4743333333333322</c:v>
                </c:pt>
                <c:pt idx="6697" formatCode="0.00">
                  <c:v>4.4751666666666665</c:v>
                </c:pt>
                <c:pt idx="6698" formatCode="0.00">
                  <c:v>4.476</c:v>
                </c:pt>
                <c:pt idx="6699" formatCode="0.00">
                  <c:v>4.4768333333333334</c:v>
                </c:pt>
                <c:pt idx="6700" formatCode="0.00">
                  <c:v>4.4776666666666669</c:v>
                </c:pt>
                <c:pt idx="6701" formatCode="0.00">
                  <c:v>4.4784999999999995</c:v>
                </c:pt>
                <c:pt idx="6702" formatCode="0.00">
                  <c:v>4.4793333333333329</c:v>
                </c:pt>
                <c:pt idx="6703" formatCode="0.00">
                  <c:v>4.4801666666666664</c:v>
                </c:pt>
                <c:pt idx="6704" formatCode="0.00">
                  <c:v>4.4809999999999999</c:v>
                </c:pt>
                <c:pt idx="6705" formatCode="0.00">
                  <c:v>4.4818333333333333</c:v>
                </c:pt>
                <c:pt idx="6706" formatCode="0.00">
                  <c:v>4.4826666666666659</c:v>
                </c:pt>
                <c:pt idx="6707" formatCode="0.00">
                  <c:v>4.4834999999999994</c:v>
                </c:pt>
                <c:pt idx="6708" formatCode="0.00">
                  <c:v>4.4843333333333328</c:v>
                </c:pt>
                <c:pt idx="6709" formatCode="0.00">
                  <c:v>4.4851666666666663</c:v>
                </c:pt>
                <c:pt idx="6710" formatCode="0.00">
                  <c:v>4.4859999999999998</c:v>
                </c:pt>
                <c:pt idx="6711" formatCode="0.00">
                  <c:v>4.4868333333333323</c:v>
                </c:pt>
                <c:pt idx="6712" formatCode="0.00">
                  <c:v>4.4876666666666658</c:v>
                </c:pt>
                <c:pt idx="6713" formatCode="0.00">
                  <c:v>4.4884999999999993</c:v>
                </c:pt>
                <c:pt idx="6714" formatCode="0.00">
                  <c:v>4.4893333333333327</c:v>
                </c:pt>
                <c:pt idx="6715" formatCode="0.00">
                  <c:v>4.4901666666666671</c:v>
                </c:pt>
                <c:pt idx="6716" formatCode="0.00">
                  <c:v>4.4909999999999997</c:v>
                </c:pt>
                <c:pt idx="6717" formatCode="0.00">
                  <c:v>4.4918333333333331</c:v>
                </c:pt>
                <c:pt idx="6718" formatCode="0.00">
                  <c:v>4.4926666666666666</c:v>
                </c:pt>
                <c:pt idx="6719" formatCode="0.00">
                  <c:v>4.4935</c:v>
                </c:pt>
                <c:pt idx="6720" formatCode="0.00">
                  <c:v>4.4943333333333335</c:v>
                </c:pt>
                <c:pt idx="6721" formatCode="0.00">
                  <c:v>4.4951666666666661</c:v>
                </c:pt>
                <c:pt idx="6722" formatCode="0.00">
                  <c:v>4.4959999999999996</c:v>
                </c:pt>
                <c:pt idx="6723" formatCode="0.00">
                  <c:v>4.496833333333333</c:v>
                </c:pt>
                <c:pt idx="6724" formatCode="0.00">
                  <c:v>4.4976666666666665</c:v>
                </c:pt>
                <c:pt idx="6725" formatCode="0.00">
                  <c:v>4.4984999999999999</c:v>
                </c:pt>
                <c:pt idx="6726" formatCode="0.00">
                  <c:v>4.4993333333333325</c:v>
                </c:pt>
                <c:pt idx="6727" formatCode="0.00">
                  <c:v>4.500166666666666</c:v>
                </c:pt>
                <c:pt idx="6728" formatCode="0.00">
                  <c:v>4.5009999999999994</c:v>
                </c:pt>
                <c:pt idx="6729" formatCode="0.00">
                  <c:v>4.5018333333333329</c:v>
                </c:pt>
                <c:pt idx="6730" formatCode="0.00">
                  <c:v>4.5026666666666664</c:v>
                </c:pt>
                <c:pt idx="6731" formatCode="0.00">
                  <c:v>4.5034999999999989</c:v>
                </c:pt>
                <c:pt idx="6732" formatCode="0.00">
                  <c:v>4.5043333333333324</c:v>
                </c:pt>
                <c:pt idx="6733" formatCode="0.00">
                  <c:v>4.5051666666666659</c:v>
                </c:pt>
                <c:pt idx="6734" formatCode="0.00">
                  <c:v>4.5060000000000002</c:v>
                </c:pt>
                <c:pt idx="6735" formatCode="0.00">
                  <c:v>4.5068333333333337</c:v>
                </c:pt>
                <c:pt idx="6736" formatCode="0.00">
                  <c:v>4.5076666666666663</c:v>
                </c:pt>
                <c:pt idx="6737" formatCode="0.00">
                  <c:v>4.5084999999999997</c:v>
                </c:pt>
                <c:pt idx="6738" formatCode="0.00">
                  <c:v>4.5093333333333332</c:v>
                </c:pt>
                <c:pt idx="6739" formatCode="0.00">
                  <c:v>4.5101666666666667</c:v>
                </c:pt>
                <c:pt idx="6740" formatCode="0.00">
                  <c:v>4.5110000000000001</c:v>
                </c:pt>
                <c:pt idx="6741" formatCode="0.00">
                  <c:v>4.5118333333333327</c:v>
                </c:pt>
                <c:pt idx="6742" formatCode="0.00">
                  <c:v>4.5126666666666662</c:v>
                </c:pt>
                <c:pt idx="6743" formatCode="0.00">
                  <c:v>4.5134999999999996</c:v>
                </c:pt>
                <c:pt idx="6744" formatCode="0.00">
                  <c:v>4.5143333333333331</c:v>
                </c:pt>
                <c:pt idx="6745" formatCode="0.00">
                  <c:v>4.5151666666666666</c:v>
                </c:pt>
                <c:pt idx="6746" formatCode="0.00">
                  <c:v>4.5159999999999991</c:v>
                </c:pt>
                <c:pt idx="6747" formatCode="0.00">
                  <c:v>4.5168333333333326</c:v>
                </c:pt>
                <c:pt idx="6748" formatCode="0.00">
                  <c:v>4.5176666666666661</c:v>
                </c:pt>
                <c:pt idx="6749" formatCode="0.00">
                  <c:v>4.5184999999999995</c:v>
                </c:pt>
                <c:pt idx="6750" formatCode="0.00">
                  <c:v>4.519333333333333</c:v>
                </c:pt>
                <c:pt idx="6751" formatCode="0.00">
                  <c:v>4.5201666666666656</c:v>
                </c:pt>
                <c:pt idx="6752" formatCode="0.00">
                  <c:v>4.520999999999999</c:v>
                </c:pt>
                <c:pt idx="6753" formatCode="0.00">
                  <c:v>4.5218333333333334</c:v>
                </c:pt>
                <c:pt idx="6754" formatCode="0.00">
                  <c:v>4.5226666666666668</c:v>
                </c:pt>
                <c:pt idx="6755" formatCode="0.00">
                  <c:v>4.5235000000000003</c:v>
                </c:pt>
                <c:pt idx="6756" formatCode="0.00">
                  <c:v>4.5243333333333329</c:v>
                </c:pt>
                <c:pt idx="6757" formatCode="0.00">
                  <c:v>4.5251666666666663</c:v>
                </c:pt>
                <c:pt idx="6758" formatCode="0.00">
                  <c:v>4.5259999999999998</c:v>
                </c:pt>
                <c:pt idx="6759" formatCode="0.00">
                  <c:v>4.5268333333333333</c:v>
                </c:pt>
                <c:pt idx="6760" formatCode="0.00">
                  <c:v>4.5276666666666667</c:v>
                </c:pt>
                <c:pt idx="6761" formatCode="0.00">
                  <c:v>4.5284999999999993</c:v>
                </c:pt>
                <c:pt idx="6762" formatCode="0.00">
                  <c:v>4.5293333333333328</c:v>
                </c:pt>
                <c:pt idx="6763" formatCode="0.00">
                  <c:v>4.5301666666666662</c:v>
                </c:pt>
                <c:pt idx="6764" formatCode="0.00">
                  <c:v>4.5309999999999997</c:v>
                </c:pt>
                <c:pt idx="6765" formatCode="0.00">
                  <c:v>4.5318333333333332</c:v>
                </c:pt>
                <c:pt idx="6766" formatCode="0.00">
                  <c:v>4.5326666666666657</c:v>
                </c:pt>
                <c:pt idx="6767" formatCode="0.00">
                  <c:v>4.5334999999999992</c:v>
                </c:pt>
                <c:pt idx="6768" formatCode="0.00">
                  <c:v>4.5343333333333327</c:v>
                </c:pt>
                <c:pt idx="6769" formatCode="0.00">
                  <c:v>4.5351666666666661</c:v>
                </c:pt>
                <c:pt idx="6770" formatCode="0.00">
                  <c:v>4.5359999999999996</c:v>
                </c:pt>
                <c:pt idx="6771" formatCode="0.00">
                  <c:v>4.5368333333333322</c:v>
                </c:pt>
                <c:pt idx="6772" formatCode="0.00">
                  <c:v>4.5376666666666665</c:v>
                </c:pt>
                <c:pt idx="6773" formatCode="0.00">
                  <c:v>4.5385</c:v>
                </c:pt>
                <c:pt idx="6774" formatCode="0.00">
                  <c:v>4.5393333333333334</c:v>
                </c:pt>
                <c:pt idx="6775" formatCode="0.00">
                  <c:v>4.5401666666666669</c:v>
                </c:pt>
                <c:pt idx="6776" formatCode="0.00">
                  <c:v>4.5409999999999995</c:v>
                </c:pt>
                <c:pt idx="6777" formatCode="0.00">
                  <c:v>4.5418333333333329</c:v>
                </c:pt>
                <c:pt idx="6778" formatCode="0.00">
                  <c:v>4.5426666666666664</c:v>
                </c:pt>
                <c:pt idx="6779" formatCode="0.00">
                  <c:v>4.5434999999999999</c:v>
                </c:pt>
                <c:pt idx="6780" formatCode="0.00">
                  <c:v>4.5443333333333333</c:v>
                </c:pt>
                <c:pt idx="6781" formatCode="0.00">
                  <c:v>4.5451666666666659</c:v>
                </c:pt>
                <c:pt idx="6782" formatCode="0.00">
                  <c:v>4.5459999999999994</c:v>
                </c:pt>
                <c:pt idx="6783" formatCode="0.00">
                  <c:v>4.5468333333333328</c:v>
                </c:pt>
                <c:pt idx="6784" formatCode="0.00">
                  <c:v>4.5476666666666663</c:v>
                </c:pt>
                <c:pt idx="6785" formatCode="0.00">
                  <c:v>4.5484999999999998</c:v>
                </c:pt>
                <c:pt idx="6786" formatCode="0.00">
                  <c:v>4.5493333333333323</c:v>
                </c:pt>
                <c:pt idx="6787" formatCode="0.00">
                  <c:v>4.5501666666666658</c:v>
                </c:pt>
                <c:pt idx="6788" formatCode="0.00">
                  <c:v>4.5509999999999993</c:v>
                </c:pt>
                <c:pt idx="6789" formatCode="0.00">
                  <c:v>4.5518333333333327</c:v>
                </c:pt>
                <c:pt idx="6790" formatCode="0.00">
                  <c:v>4.5526666666666671</c:v>
                </c:pt>
                <c:pt idx="6791" formatCode="0.00">
                  <c:v>4.5534999999999997</c:v>
                </c:pt>
                <c:pt idx="6792" formatCode="0.00">
                  <c:v>4.5543333333333331</c:v>
                </c:pt>
                <c:pt idx="6793" formatCode="0.00">
                  <c:v>4.5551666666666666</c:v>
                </c:pt>
                <c:pt idx="6794" formatCode="0.00">
                  <c:v>4.556</c:v>
                </c:pt>
                <c:pt idx="6795" formatCode="0.00">
                  <c:v>4.5568333333333335</c:v>
                </c:pt>
                <c:pt idx="6796" formatCode="0.00">
                  <c:v>4.5576666666666661</c:v>
                </c:pt>
                <c:pt idx="6797" formatCode="0.00">
                  <c:v>4.5584999999999996</c:v>
                </c:pt>
                <c:pt idx="6798" formatCode="0.00">
                  <c:v>4.559333333333333</c:v>
                </c:pt>
                <c:pt idx="6799" formatCode="0.00">
                  <c:v>4.5601666666666665</c:v>
                </c:pt>
                <c:pt idx="6800" formatCode="0.00">
                  <c:v>4.5609999999999999</c:v>
                </c:pt>
                <c:pt idx="6801" formatCode="0.00">
                  <c:v>4.5618333333333325</c:v>
                </c:pt>
                <c:pt idx="6802" formatCode="0.00">
                  <c:v>4.562666666666666</c:v>
                </c:pt>
                <c:pt idx="6803" formatCode="0.00">
                  <c:v>4.5634999999999994</c:v>
                </c:pt>
                <c:pt idx="6804" formatCode="0.00">
                  <c:v>4.5643333333333329</c:v>
                </c:pt>
                <c:pt idx="6805" formatCode="0.00">
                  <c:v>4.5651666666666664</c:v>
                </c:pt>
                <c:pt idx="6806" formatCode="0.00">
                  <c:v>4.5659999999999989</c:v>
                </c:pt>
                <c:pt idx="6807" formatCode="0.00">
                  <c:v>4.5668333333333324</c:v>
                </c:pt>
                <c:pt idx="6808" formatCode="0.00">
                  <c:v>4.5676666666666659</c:v>
                </c:pt>
                <c:pt idx="6809" formatCode="0.00">
                  <c:v>4.5685000000000002</c:v>
                </c:pt>
                <c:pt idx="6810" formatCode="0.00">
                  <c:v>4.5693333333333337</c:v>
                </c:pt>
                <c:pt idx="6811" formatCode="0.00">
                  <c:v>4.5701666666666663</c:v>
                </c:pt>
                <c:pt idx="6812" formatCode="0.00">
                  <c:v>4.5709999999999997</c:v>
                </c:pt>
                <c:pt idx="6813" formatCode="0.00">
                  <c:v>4.5718333333333332</c:v>
                </c:pt>
                <c:pt idx="6814" formatCode="0.00">
                  <c:v>4.5726666666666667</c:v>
                </c:pt>
                <c:pt idx="6815" formatCode="0.00">
                  <c:v>4.5735000000000001</c:v>
                </c:pt>
                <c:pt idx="6816" formatCode="0.00">
                  <c:v>4.5743333333333327</c:v>
                </c:pt>
                <c:pt idx="6817" formatCode="0.00">
                  <c:v>4.5751666666666662</c:v>
                </c:pt>
                <c:pt idx="6818" formatCode="0.00">
                  <c:v>4.5759999999999996</c:v>
                </c:pt>
                <c:pt idx="6819" formatCode="0.00">
                  <c:v>4.5768333333333331</c:v>
                </c:pt>
                <c:pt idx="6820" formatCode="0.00">
                  <c:v>4.5776666666666666</c:v>
                </c:pt>
                <c:pt idx="6821" formatCode="0.00">
                  <c:v>4.5784999999999991</c:v>
                </c:pt>
                <c:pt idx="6822" formatCode="0.00">
                  <c:v>4.5793333333333326</c:v>
                </c:pt>
                <c:pt idx="6823" formatCode="0.00">
                  <c:v>4.5801666666666661</c:v>
                </c:pt>
                <c:pt idx="6824" formatCode="0.00">
                  <c:v>4.5809999999999995</c:v>
                </c:pt>
                <c:pt idx="6825" formatCode="0.00">
                  <c:v>4.581833333333333</c:v>
                </c:pt>
                <c:pt idx="6826" formatCode="0.00">
                  <c:v>4.5826666666666656</c:v>
                </c:pt>
                <c:pt idx="6827" formatCode="0.00">
                  <c:v>4.583499999999999</c:v>
                </c:pt>
                <c:pt idx="6828" formatCode="0.00">
                  <c:v>4.5843333333333334</c:v>
                </c:pt>
                <c:pt idx="6829" formatCode="0.00">
                  <c:v>4.5851666666666668</c:v>
                </c:pt>
                <c:pt idx="6830" formatCode="0.00">
                  <c:v>4.5860000000000003</c:v>
                </c:pt>
                <c:pt idx="6831" formatCode="0.00">
                  <c:v>4.5868333333333329</c:v>
                </c:pt>
                <c:pt idx="6832" formatCode="0.00">
                  <c:v>4.5876666666666663</c:v>
                </c:pt>
                <c:pt idx="6833" formatCode="0.00">
                  <c:v>4.5884999999999998</c:v>
                </c:pt>
                <c:pt idx="6834" formatCode="0.00">
                  <c:v>4.5893333333333333</c:v>
                </c:pt>
                <c:pt idx="6835" formatCode="0.00">
                  <c:v>4.5901666666666667</c:v>
                </c:pt>
                <c:pt idx="6836" formatCode="0.00">
                  <c:v>4.5909999999999993</c:v>
                </c:pt>
                <c:pt idx="6837" formatCode="0.00">
                  <c:v>4.5918333333333328</c:v>
                </c:pt>
                <c:pt idx="6838" formatCode="0.00">
                  <c:v>4.5926666666666662</c:v>
                </c:pt>
                <c:pt idx="6839" formatCode="0.00">
                  <c:v>4.5934999999999997</c:v>
                </c:pt>
                <c:pt idx="6840" formatCode="0.00">
                  <c:v>4.5943333333333332</c:v>
                </c:pt>
                <c:pt idx="6841" formatCode="0.00">
                  <c:v>4.5951666666666657</c:v>
                </c:pt>
                <c:pt idx="6842" formatCode="0.00">
                  <c:v>4.5959999999999992</c:v>
                </c:pt>
                <c:pt idx="6843" formatCode="0.00">
                  <c:v>4.5968333333333327</c:v>
                </c:pt>
                <c:pt idx="6844" formatCode="0.00">
                  <c:v>4.5976666666666661</c:v>
                </c:pt>
                <c:pt idx="6845" formatCode="0.00">
                  <c:v>4.5984999999999996</c:v>
                </c:pt>
                <c:pt idx="6846" formatCode="0.00">
                  <c:v>4.5993333333333322</c:v>
                </c:pt>
                <c:pt idx="6847" formatCode="0.00">
                  <c:v>4.6001666666666665</c:v>
                </c:pt>
                <c:pt idx="6848" formatCode="0.00">
                  <c:v>4.601</c:v>
                </c:pt>
                <c:pt idx="6849" formatCode="0.00">
                  <c:v>4.6018333333333334</c:v>
                </c:pt>
                <c:pt idx="6850" formatCode="0.00">
                  <c:v>4.6026666666666669</c:v>
                </c:pt>
                <c:pt idx="6851" formatCode="0.00">
                  <c:v>4.6034999999999995</c:v>
                </c:pt>
                <c:pt idx="6852" formatCode="0.00">
                  <c:v>4.6043333333333329</c:v>
                </c:pt>
                <c:pt idx="6853" formatCode="0.00">
                  <c:v>4.6051666666666664</c:v>
                </c:pt>
                <c:pt idx="6854" formatCode="0.00">
                  <c:v>4.6059999999999999</c:v>
                </c:pt>
                <c:pt idx="6855" formatCode="0.00">
                  <c:v>4.6068333333333333</c:v>
                </c:pt>
                <c:pt idx="6856" formatCode="0.00">
                  <c:v>4.6076666666666659</c:v>
                </c:pt>
                <c:pt idx="6857" formatCode="0.00">
                  <c:v>4.6084999999999994</c:v>
                </c:pt>
                <c:pt idx="6858" formatCode="0.00">
                  <c:v>4.6093333333333328</c:v>
                </c:pt>
                <c:pt idx="6859" formatCode="0.00">
                  <c:v>4.6101666666666663</c:v>
                </c:pt>
                <c:pt idx="6860" formatCode="0.00">
                  <c:v>4.6109999999999998</c:v>
                </c:pt>
                <c:pt idx="6861" formatCode="0.00">
                  <c:v>4.6118333333333323</c:v>
                </c:pt>
                <c:pt idx="6862" formatCode="0.00">
                  <c:v>4.6126666666666658</c:v>
                </c:pt>
                <c:pt idx="6863" formatCode="0.00">
                  <c:v>4.6134999999999993</c:v>
                </c:pt>
                <c:pt idx="6864" formatCode="0.00">
                  <c:v>4.6143333333333327</c:v>
                </c:pt>
                <c:pt idx="6865" formatCode="0.00">
                  <c:v>4.6151666666666671</c:v>
                </c:pt>
                <c:pt idx="6866" formatCode="0.00">
                  <c:v>4.6159999999999997</c:v>
                </c:pt>
                <c:pt idx="6867" formatCode="0.00">
                  <c:v>4.6168333333333331</c:v>
                </c:pt>
                <c:pt idx="6868" formatCode="0.00">
                  <c:v>4.6176666666666666</c:v>
                </c:pt>
                <c:pt idx="6869" formatCode="0.00">
                  <c:v>4.6185</c:v>
                </c:pt>
                <c:pt idx="6870" formatCode="0.00">
                  <c:v>4.6193333333333335</c:v>
                </c:pt>
                <c:pt idx="6871" formatCode="0.00">
                  <c:v>4.6201666666666661</c:v>
                </c:pt>
                <c:pt idx="6872" formatCode="0.00">
                  <c:v>4.6209999999999996</c:v>
                </c:pt>
                <c:pt idx="6873" formatCode="0.00">
                  <c:v>4.621833333333333</c:v>
                </c:pt>
                <c:pt idx="6874" formatCode="0.00">
                  <c:v>4.6226666666666665</c:v>
                </c:pt>
                <c:pt idx="6875" formatCode="0.00">
                  <c:v>4.6234999999999999</c:v>
                </c:pt>
                <c:pt idx="6876" formatCode="0.00">
                  <c:v>4.6243333333333325</c:v>
                </c:pt>
                <c:pt idx="6877" formatCode="0.00">
                  <c:v>4.625166666666666</c:v>
                </c:pt>
                <c:pt idx="6878" formatCode="0.00">
                  <c:v>4.6259999999999994</c:v>
                </c:pt>
                <c:pt idx="6879" formatCode="0.00">
                  <c:v>4.6268333333333329</c:v>
                </c:pt>
                <c:pt idx="6880" formatCode="0.00">
                  <c:v>4.6276666666666664</c:v>
                </c:pt>
                <c:pt idx="6881" formatCode="0.00">
                  <c:v>4.6284999999999989</c:v>
                </c:pt>
                <c:pt idx="6882" formatCode="0.00">
                  <c:v>4.6293333333333324</c:v>
                </c:pt>
                <c:pt idx="6883" formatCode="0.00">
                  <c:v>4.6301666666666659</c:v>
                </c:pt>
                <c:pt idx="6884" formatCode="0.00">
                  <c:v>4.6310000000000002</c:v>
                </c:pt>
                <c:pt idx="6885" formatCode="0.00">
                  <c:v>4.6318333333333337</c:v>
                </c:pt>
                <c:pt idx="6886" formatCode="0.00">
                  <c:v>4.6326666666666663</c:v>
                </c:pt>
                <c:pt idx="6887" formatCode="0.00">
                  <c:v>4.6334999999999997</c:v>
                </c:pt>
                <c:pt idx="6888" formatCode="0.00">
                  <c:v>4.6343333333333332</c:v>
                </c:pt>
                <c:pt idx="6889" formatCode="0.00">
                  <c:v>4.6351666666666667</c:v>
                </c:pt>
                <c:pt idx="6890" formatCode="0.00">
                  <c:v>4.6360000000000001</c:v>
                </c:pt>
                <c:pt idx="6891" formatCode="0.00">
                  <c:v>4.6368333333333327</c:v>
                </c:pt>
                <c:pt idx="6892" formatCode="0.00">
                  <c:v>4.6376666666666662</c:v>
                </c:pt>
                <c:pt idx="6893" formatCode="0.00">
                  <c:v>4.6384999999999996</c:v>
                </c:pt>
                <c:pt idx="6894" formatCode="0.00">
                  <c:v>4.6393333333333331</c:v>
                </c:pt>
                <c:pt idx="6895" formatCode="0.00">
                  <c:v>4.6401666666666666</c:v>
                </c:pt>
                <c:pt idx="6896" formatCode="0.00">
                  <c:v>4.6409999999999991</c:v>
                </c:pt>
                <c:pt idx="6897" formatCode="0.00">
                  <c:v>4.6418333333333326</c:v>
                </c:pt>
                <c:pt idx="6898" formatCode="0.00">
                  <c:v>4.6426666666666661</c:v>
                </c:pt>
                <c:pt idx="6899" formatCode="0.00">
                  <c:v>4.6434999999999995</c:v>
                </c:pt>
                <c:pt idx="6900" formatCode="0.00">
                  <c:v>4.644333333333333</c:v>
                </c:pt>
                <c:pt idx="6901" formatCode="0.00">
                  <c:v>4.6451666666666656</c:v>
                </c:pt>
                <c:pt idx="6902" formatCode="0.00">
                  <c:v>4.645999999999999</c:v>
                </c:pt>
                <c:pt idx="6903" formatCode="0.00">
                  <c:v>4.6468333333333334</c:v>
                </c:pt>
                <c:pt idx="6904" formatCode="0.00">
                  <c:v>4.6476666666666668</c:v>
                </c:pt>
                <c:pt idx="6905" formatCode="0.00">
                  <c:v>4.6485000000000003</c:v>
                </c:pt>
                <c:pt idx="6906" formatCode="0.00">
                  <c:v>4.6493333333333329</c:v>
                </c:pt>
                <c:pt idx="6907" formatCode="0.00">
                  <c:v>4.6501666666666663</c:v>
                </c:pt>
                <c:pt idx="6908" formatCode="0.00">
                  <c:v>4.6509999999999998</c:v>
                </c:pt>
                <c:pt idx="6909" formatCode="0.00">
                  <c:v>4.6518333333333333</c:v>
                </c:pt>
                <c:pt idx="6910" formatCode="0.00">
                  <c:v>4.6526666666666667</c:v>
                </c:pt>
                <c:pt idx="6911" formatCode="0.00">
                  <c:v>4.6534999999999993</c:v>
                </c:pt>
                <c:pt idx="6912" formatCode="0.00">
                  <c:v>4.6543333333333328</c:v>
                </c:pt>
                <c:pt idx="6913" formatCode="0.00">
                  <c:v>4.6551666666666662</c:v>
                </c:pt>
                <c:pt idx="6914" formatCode="0.00">
                  <c:v>4.6559999999999997</c:v>
                </c:pt>
                <c:pt idx="6915" formatCode="0.00">
                  <c:v>4.6568333333333332</c:v>
                </c:pt>
                <c:pt idx="6916" formatCode="0.00">
                  <c:v>4.6576666666666657</c:v>
                </c:pt>
                <c:pt idx="6917" formatCode="0.00">
                  <c:v>4.6584999999999992</c:v>
                </c:pt>
                <c:pt idx="6918" formatCode="0.00">
                  <c:v>4.6593333333333327</c:v>
                </c:pt>
                <c:pt idx="6919" formatCode="0.00">
                  <c:v>4.6601666666666661</c:v>
                </c:pt>
                <c:pt idx="6920" formatCode="0.00">
                  <c:v>4.6609999999999996</c:v>
                </c:pt>
                <c:pt idx="6921" formatCode="0.00">
                  <c:v>4.6618333333333322</c:v>
                </c:pt>
                <c:pt idx="6922" formatCode="0.00">
                  <c:v>4.6626666666666665</c:v>
                </c:pt>
                <c:pt idx="6923" formatCode="0.00">
                  <c:v>4.6635</c:v>
                </c:pt>
                <c:pt idx="6924" formatCode="0.00">
                  <c:v>4.6643333333333334</c:v>
                </c:pt>
                <c:pt idx="6925" formatCode="0.00">
                  <c:v>4.6651666666666669</c:v>
                </c:pt>
                <c:pt idx="6926" formatCode="0.00">
                  <c:v>4.6659999999999995</c:v>
                </c:pt>
                <c:pt idx="6927" formatCode="0.00">
                  <c:v>4.6668333333333329</c:v>
                </c:pt>
                <c:pt idx="6928" formatCode="0.00">
                  <c:v>4.6676666666666664</c:v>
                </c:pt>
                <c:pt idx="6929" formatCode="0.00">
                  <c:v>4.6684999999999999</c:v>
                </c:pt>
                <c:pt idx="6930" formatCode="0.00">
                  <c:v>4.6693333333333333</c:v>
                </c:pt>
                <c:pt idx="6931" formatCode="0.00">
                  <c:v>4.6701666666666659</c:v>
                </c:pt>
                <c:pt idx="6932" formatCode="0.00">
                  <c:v>4.6709999999999994</c:v>
                </c:pt>
                <c:pt idx="6933" formatCode="0.00">
                  <c:v>4.6718333333333328</c:v>
                </c:pt>
                <c:pt idx="6934" formatCode="0.00">
                  <c:v>4.6726666666666663</c:v>
                </c:pt>
                <c:pt idx="6935" formatCode="0.00">
                  <c:v>4.6734999999999998</c:v>
                </c:pt>
                <c:pt idx="6936" formatCode="0.00">
                  <c:v>4.6743333333333323</c:v>
                </c:pt>
                <c:pt idx="6937" formatCode="0.00">
                  <c:v>4.6751666666666658</c:v>
                </c:pt>
                <c:pt idx="6938" formatCode="0.00">
                  <c:v>4.6759999999999993</c:v>
                </c:pt>
                <c:pt idx="6939" formatCode="0.00">
                  <c:v>4.6768333333333327</c:v>
                </c:pt>
                <c:pt idx="6940" formatCode="0.00">
                  <c:v>4.6776666666666671</c:v>
                </c:pt>
                <c:pt idx="6941" formatCode="0.00">
                  <c:v>4.6784999999999997</c:v>
                </c:pt>
                <c:pt idx="6942" formatCode="0.00">
                  <c:v>4.6793333333333331</c:v>
                </c:pt>
                <c:pt idx="6943" formatCode="0.00">
                  <c:v>4.6801666666666666</c:v>
                </c:pt>
                <c:pt idx="6944" formatCode="0.00">
                  <c:v>4.681</c:v>
                </c:pt>
                <c:pt idx="6945" formatCode="0.00">
                  <c:v>4.6818333333333335</c:v>
                </c:pt>
                <c:pt idx="6946" formatCode="0.00">
                  <c:v>4.6826666666666661</c:v>
                </c:pt>
                <c:pt idx="6947" formatCode="0.00">
                  <c:v>4.6834999999999996</c:v>
                </c:pt>
                <c:pt idx="6948" formatCode="0.00">
                  <c:v>4.684333333333333</c:v>
                </c:pt>
                <c:pt idx="6949" formatCode="0.00">
                  <c:v>4.6851666666666665</c:v>
                </c:pt>
                <c:pt idx="6950" formatCode="0.00">
                  <c:v>4.6859999999999999</c:v>
                </c:pt>
                <c:pt idx="6951" formatCode="0.00">
                  <c:v>4.6868333333333325</c:v>
                </c:pt>
                <c:pt idx="6952" formatCode="0.00">
                  <c:v>4.687666666666666</c:v>
                </c:pt>
                <c:pt idx="6953" formatCode="0.00">
                  <c:v>4.6884999999999994</c:v>
                </c:pt>
                <c:pt idx="6954" formatCode="0.00">
                  <c:v>4.6893333333333329</c:v>
                </c:pt>
                <c:pt idx="6955" formatCode="0.00">
                  <c:v>4.6901666666666664</c:v>
                </c:pt>
                <c:pt idx="6956" formatCode="0.00">
                  <c:v>4.6909999999999989</c:v>
                </c:pt>
                <c:pt idx="6957" formatCode="0.00">
                  <c:v>4.6918333333333324</c:v>
                </c:pt>
                <c:pt idx="6958" formatCode="0.00">
                  <c:v>4.6926666666666659</c:v>
                </c:pt>
                <c:pt idx="6959" formatCode="0.00">
                  <c:v>4.6935000000000002</c:v>
                </c:pt>
                <c:pt idx="6960" formatCode="0.00">
                  <c:v>4.6943333333333337</c:v>
                </c:pt>
                <c:pt idx="6961" formatCode="0.00">
                  <c:v>4.6951666666666663</c:v>
                </c:pt>
                <c:pt idx="6962" formatCode="0.00">
                  <c:v>4.6959999999999997</c:v>
                </c:pt>
                <c:pt idx="6963" formatCode="0.00">
                  <c:v>4.6968333333333332</c:v>
                </c:pt>
                <c:pt idx="6964" formatCode="0.00">
                  <c:v>4.6976666666666667</c:v>
                </c:pt>
                <c:pt idx="6965" formatCode="0.00">
                  <c:v>4.6985000000000001</c:v>
                </c:pt>
                <c:pt idx="6966" formatCode="0.00">
                  <c:v>4.6993333333333327</c:v>
                </c:pt>
                <c:pt idx="6967" formatCode="0.00">
                  <c:v>4.7001666666666662</c:v>
                </c:pt>
                <c:pt idx="6968" formatCode="0.00">
                  <c:v>4.7009999999999996</c:v>
                </c:pt>
                <c:pt idx="6969" formatCode="0.00">
                  <c:v>4.7018333333333331</c:v>
                </c:pt>
                <c:pt idx="6970" formatCode="0.00">
                  <c:v>4.7026666666666666</c:v>
                </c:pt>
                <c:pt idx="6971" formatCode="0.00">
                  <c:v>4.7034999999999991</c:v>
                </c:pt>
                <c:pt idx="6972" formatCode="0.00">
                  <c:v>4.7043333333333326</c:v>
                </c:pt>
                <c:pt idx="6973" formatCode="0.00">
                  <c:v>4.7051666666666661</c:v>
                </c:pt>
                <c:pt idx="6974" formatCode="0.00">
                  <c:v>4.7059999999999995</c:v>
                </c:pt>
                <c:pt idx="6975" formatCode="0.00">
                  <c:v>4.706833333333333</c:v>
                </c:pt>
                <c:pt idx="6976" formatCode="0.00">
                  <c:v>4.7076666666666656</c:v>
                </c:pt>
                <c:pt idx="6977" formatCode="0.00">
                  <c:v>4.708499999999999</c:v>
                </c:pt>
                <c:pt idx="6978" formatCode="0.00">
                  <c:v>4.7093333333333334</c:v>
                </c:pt>
                <c:pt idx="6979" formatCode="0.00">
                  <c:v>4.7101666666666668</c:v>
                </c:pt>
                <c:pt idx="6980" formatCode="0.00">
                  <c:v>4.7110000000000003</c:v>
                </c:pt>
                <c:pt idx="6981" formatCode="0.00">
                  <c:v>4.7118333333333329</c:v>
                </c:pt>
                <c:pt idx="6982" formatCode="0.00">
                  <c:v>4.7126666666666663</c:v>
                </c:pt>
                <c:pt idx="6983" formatCode="0.00">
                  <c:v>4.7134999999999998</c:v>
                </c:pt>
                <c:pt idx="6984" formatCode="0.00">
                  <c:v>4.7143333333333333</c:v>
                </c:pt>
                <c:pt idx="6985" formatCode="0.00">
                  <c:v>4.7151666666666667</c:v>
                </c:pt>
                <c:pt idx="6986" formatCode="0.00">
                  <c:v>4.7159999999999993</c:v>
                </c:pt>
                <c:pt idx="6987" formatCode="0.00">
                  <c:v>4.7168333333333328</c:v>
                </c:pt>
                <c:pt idx="6988" formatCode="0.00">
                  <c:v>4.7176666666666662</c:v>
                </c:pt>
                <c:pt idx="6989" formatCode="0.00">
                  <c:v>4.7184999999999997</c:v>
                </c:pt>
                <c:pt idx="6990" formatCode="0.00">
                  <c:v>4.7193333333333332</c:v>
                </c:pt>
                <c:pt idx="6991" formatCode="0.00">
                  <c:v>4.7201666666666657</c:v>
                </c:pt>
                <c:pt idx="6992" formatCode="0.00">
                  <c:v>4.7209999999999992</c:v>
                </c:pt>
                <c:pt idx="6993" formatCode="0.00">
                  <c:v>4.7218333333333327</c:v>
                </c:pt>
                <c:pt idx="6994" formatCode="0.00">
                  <c:v>4.7226666666666661</c:v>
                </c:pt>
                <c:pt idx="6995" formatCode="0.00">
                  <c:v>4.7234999999999996</c:v>
                </c:pt>
                <c:pt idx="6996" formatCode="0.00">
                  <c:v>4.7243333333333322</c:v>
                </c:pt>
                <c:pt idx="6997" formatCode="0.00">
                  <c:v>4.7251666666666665</c:v>
                </c:pt>
                <c:pt idx="6998" formatCode="0.00">
                  <c:v>4.726</c:v>
                </c:pt>
                <c:pt idx="6999" formatCode="0.00">
                  <c:v>4.7268333333333334</c:v>
                </c:pt>
                <c:pt idx="7000" formatCode="0.00">
                  <c:v>4.7276666666666669</c:v>
                </c:pt>
                <c:pt idx="7001" formatCode="0.00">
                  <c:v>4.7284999999999995</c:v>
                </c:pt>
                <c:pt idx="7002" formatCode="0.00">
                  <c:v>4.7293333333333329</c:v>
                </c:pt>
                <c:pt idx="7003" formatCode="0.00">
                  <c:v>4.7301666666666664</c:v>
                </c:pt>
                <c:pt idx="7004" formatCode="0.00">
                  <c:v>4.7309999999999999</c:v>
                </c:pt>
                <c:pt idx="7005" formatCode="0.00">
                  <c:v>4.7318333333333333</c:v>
                </c:pt>
                <c:pt idx="7006" formatCode="0.00">
                  <c:v>4.7326666666666659</c:v>
                </c:pt>
                <c:pt idx="7007" formatCode="0.00">
                  <c:v>4.7334999999999994</c:v>
                </c:pt>
                <c:pt idx="7008" formatCode="0.00">
                  <c:v>4.7343333333333328</c:v>
                </c:pt>
                <c:pt idx="7009" formatCode="0.00">
                  <c:v>4.7351666666666663</c:v>
                </c:pt>
                <c:pt idx="7010" formatCode="0.00">
                  <c:v>4.7359999999999998</c:v>
                </c:pt>
                <c:pt idx="7011" formatCode="0.00">
                  <c:v>4.7368333333333323</c:v>
                </c:pt>
                <c:pt idx="7012" formatCode="0.00">
                  <c:v>4.7376666666666658</c:v>
                </c:pt>
                <c:pt idx="7013" formatCode="0.00">
                  <c:v>4.7384999999999993</c:v>
                </c:pt>
                <c:pt idx="7014" formatCode="0.00">
                  <c:v>4.7393333333333327</c:v>
                </c:pt>
                <c:pt idx="7015" formatCode="0.00">
                  <c:v>4.7401666666666671</c:v>
                </c:pt>
                <c:pt idx="7016" formatCode="0.00">
                  <c:v>4.7409999999999997</c:v>
                </c:pt>
                <c:pt idx="7017" formatCode="0.00">
                  <c:v>4.7418333333333331</c:v>
                </c:pt>
                <c:pt idx="7018" formatCode="0.00">
                  <c:v>4.7426666666666666</c:v>
                </c:pt>
                <c:pt idx="7019" formatCode="0.00">
                  <c:v>4.7435</c:v>
                </c:pt>
                <c:pt idx="7020" formatCode="0.00">
                  <c:v>4.7443333333333335</c:v>
                </c:pt>
                <c:pt idx="7021" formatCode="0.00">
                  <c:v>4.7451666666666661</c:v>
                </c:pt>
                <c:pt idx="7022" formatCode="0.00">
                  <c:v>4.7459999999999996</c:v>
                </c:pt>
                <c:pt idx="7023" formatCode="0.00">
                  <c:v>4.746833333333333</c:v>
                </c:pt>
                <c:pt idx="7024" formatCode="0.00">
                  <c:v>4.7476666666666665</c:v>
                </c:pt>
                <c:pt idx="7025" formatCode="0.00">
                  <c:v>4.7484999999999999</c:v>
                </c:pt>
                <c:pt idx="7026" formatCode="0.00">
                  <c:v>4.7493333333333325</c:v>
                </c:pt>
                <c:pt idx="7027" formatCode="0.00">
                  <c:v>4.750166666666666</c:v>
                </c:pt>
                <c:pt idx="7028" formatCode="0.00">
                  <c:v>4.7509999999999994</c:v>
                </c:pt>
                <c:pt idx="7029" formatCode="0.00">
                  <c:v>4.7518333333333329</c:v>
                </c:pt>
                <c:pt idx="7030" formatCode="0.00">
                  <c:v>4.7526666666666664</c:v>
                </c:pt>
                <c:pt idx="7031" formatCode="0.00">
                  <c:v>4.7534999999999989</c:v>
                </c:pt>
                <c:pt idx="7032" formatCode="0.00">
                  <c:v>4.7543333333333324</c:v>
                </c:pt>
                <c:pt idx="7033" formatCode="0.00">
                  <c:v>4.7551666666666659</c:v>
                </c:pt>
                <c:pt idx="7034" formatCode="0.00">
                  <c:v>4.7560000000000002</c:v>
                </c:pt>
                <c:pt idx="7035" formatCode="0.00">
                  <c:v>4.7568333333333337</c:v>
                </c:pt>
                <c:pt idx="7036" formatCode="0.00">
                  <c:v>4.7576666666666663</c:v>
                </c:pt>
                <c:pt idx="7037" formatCode="0.00">
                  <c:v>4.7584999999999997</c:v>
                </c:pt>
                <c:pt idx="7038" formatCode="0.00">
                  <c:v>4.7593333333333332</c:v>
                </c:pt>
                <c:pt idx="7039" formatCode="0.00">
                  <c:v>4.7601666666666667</c:v>
                </c:pt>
                <c:pt idx="7040" formatCode="0.00">
                  <c:v>4.7610000000000001</c:v>
                </c:pt>
                <c:pt idx="7041" formatCode="0.00">
                  <c:v>4.7618333333333327</c:v>
                </c:pt>
                <c:pt idx="7042" formatCode="0.00">
                  <c:v>4.7626666666666662</c:v>
                </c:pt>
                <c:pt idx="7043" formatCode="0.00">
                  <c:v>4.7634999999999996</c:v>
                </c:pt>
                <c:pt idx="7044" formatCode="0.00">
                  <c:v>4.7643333333333331</c:v>
                </c:pt>
                <c:pt idx="7045" formatCode="0.00">
                  <c:v>4.7651666666666666</c:v>
                </c:pt>
                <c:pt idx="7046" formatCode="0.00">
                  <c:v>4.7659999999999991</c:v>
                </c:pt>
                <c:pt idx="7047" formatCode="0.00">
                  <c:v>4.7668333333333326</c:v>
                </c:pt>
                <c:pt idx="7048" formatCode="0.00">
                  <c:v>4.7676666666666661</c:v>
                </c:pt>
                <c:pt idx="7049" formatCode="0.00">
                  <c:v>4.7684999999999995</c:v>
                </c:pt>
                <c:pt idx="7050" formatCode="0.00">
                  <c:v>4.769333333333333</c:v>
                </c:pt>
                <c:pt idx="7051" formatCode="0.00">
                  <c:v>4.7701666666666656</c:v>
                </c:pt>
                <c:pt idx="7052" formatCode="0.00">
                  <c:v>4.770999999999999</c:v>
                </c:pt>
                <c:pt idx="7053" formatCode="0.00">
                  <c:v>4.7718333333333334</c:v>
                </c:pt>
                <c:pt idx="7054" formatCode="0.00">
                  <c:v>4.7726666666666668</c:v>
                </c:pt>
                <c:pt idx="7055" formatCode="0.00">
                  <c:v>4.7735000000000003</c:v>
                </c:pt>
                <c:pt idx="7056" formatCode="0.00">
                  <c:v>4.7743333333333329</c:v>
                </c:pt>
                <c:pt idx="7057" formatCode="0.00">
                  <c:v>4.7751666666666663</c:v>
                </c:pt>
                <c:pt idx="7058" formatCode="0.00">
                  <c:v>4.7759999999999998</c:v>
                </c:pt>
                <c:pt idx="7059" formatCode="0.00">
                  <c:v>4.7768333333333333</c:v>
                </c:pt>
                <c:pt idx="7060" formatCode="0.00">
                  <c:v>4.7776666666666667</c:v>
                </c:pt>
                <c:pt idx="7061" formatCode="0.00">
                  <c:v>4.7784999999999993</c:v>
                </c:pt>
                <c:pt idx="7062" formatCode="0.00">
                  <c:v>4.7793333333333328</c:v>
                </c:pt>
                <c:pt idx="7063" formatCode="0.00">
                  <c:v>4.7801666666666662</c:v>
                </c:pt>
                <c:pt idx="7064" formatCode="0.00">
                  <c:v>4.7809999999999997</c:v>
                </c:pt>
                <c:pt idx="7065" formatCode="0.00">
                  <c:v>4.7818333333333332</c:v>
                </c:pt>
                <c:pt idx="7066" formatCode="0.00">
                  <c:v>4.7826666666666657</c:v>
                </c:pt>
                <c:pt idx="7067" formatCode="0.00">
                  <c:v>4.7834999999999992</c:v>
                </c:pt>
                <c:pt idx="7068" formatCode="0.00">
                  <c:v>4.7843333333333327</c:v>
                </c:pt>
                <c:pt idx="7069" formatCode="0.00">
                  <c:v>4.7851666666666661</c:v>
                </c:pt>
                <c:pt idx="7070" formatCode="0.00">
                  <c:v>4.7859999999999996</c:v>
                </c:pt>
                <c:pt idx="7071" formatCode="0.00">
                  <c:v>4.7868333333333322</c:v>
                </c:pt>
                <c:pt idx="7072" formatCode="0.00">
                  <c:v>4.7876666666666665</c:v>
                </c:pt>
                <c:pt idx="7073" formatCode="0.00">
                  <c:v>4.7885</c:v>
                </c:pt>
                <c:pt idx="7074" formatCode="0.00">
                  <c:v>4.7893333333333334</c:v>
                </c:pt>
                <c:pt idx="7075" formatCode="0.00">
                  <c:v>4.7901666666666669</c:v>
                </c:pt>
                <c:pt idx="7076" formatCode="0.00">
                  <c:v>4.7909999999999995</c:v>
                </c:pt>
                <c:pt idx="7077" formatCode="0.00">
                  <c:v>4.7918333333333329</c:v>
                </c:pt>
                <c:pt idx="7078" formatCode="0.00">
                  <c:v>4.7926666666666664</c:v>
                </c:pt>
                <c:pt idx="7079" formatCode="0.00">
                  <c:v>4.7934999999999999</c:v>
                </c:pt>
                <c:pt idx="7080" formatCode="0.00">
                  <c:v>4.7943333333333333</c:v>
                </c:pt>
                <c:pt idx="7081" formatCode="0.00">
                  <c:v>4.7951666666666659</c:v>
                </c:pt>
                <c:pt idx="7082" formatCode="0.00">
                  <c:v>4.7959999999999994</c:v>
                </c:pt>
                <c:pt idx="7083" formatCode="0.00">
                  <c:v>4.7968333333333328</c:v>
                </c:pt>
                <c:pt idx="7084" formatCode="0.00">
                  <c:v>4.7976666666666663</c:v>
                </c:pt>
                <c:pt idx="7085" formatCode="0.00">
                  <c:v>4.7984999999999998</c:v>
                </c:pt>
                <c:pt idx="7086" formatCode="0.00">
                  <c:v>4.7993333333333323</c:v>
                </c:pt>
                <c:pt idx="7087" formatCode="0.00">
                  <c:v>4.8001666666666658</c:v>
                </c:pt>
                <c:pt idx="7088" formatCode="0.00">
                  <c:v>4.8009999999999993</c:v>
                </c:pt>
                <c:pt idx="7089" formatCode="0.00">
                  <c:v>4.8018333333333327</c:v>
                </c:pt>
                <c:pt idx="7090" formatCode="0.00">
                  <c:v>4.8026666666666671</c:v>
                </c:pt>
                <c:pt idx="7091" formatCode="0.00">
                  <c:v>4.8034999999999997</c:v>
                </c:pt>
                <c:pt idx="7092" formatCode="0.00">
                  <c:v>4.8043333333333331</c:v>
                </c:pt>
                <c:pt idx="7093" formatCode="0.00">
                  <c:v>4.8051666666666666</c:v>
                </c:pt>
                <c:pt idx="7094" formatCode="0.00">
                  <c:v>4.806</c:v>
                </c:pt>
                <c:pt idx="7095" formatCode="0.00">
                  <c:v>4.8068333333333335</c:v>
                </c:pt>
                <c:pt idx="7096" formatCode="0.00">
                  <c:v>4.8076666666666661</c:v>
                </c:pt>
                <c:pt idx="7097" formatCode="0.00">
                  <c:v>4.8084999999999996</c:v>
                </c:pt>
                <c:pt idx="7098" formatCode="0.00">
                  <c:v>4.809333333333333</c:v>
                </c:pt>
                <c:pt idx="7099" formatCode="0.00">
                  <c:v>4.8101666666666665</c:v>
                </c:pt>
                <c:pt idx="7100" formatCode="0.00">
                  <c:v>4.8109999999999999</c:v>
                </c:pt>
                <c:pt idx="7101" formatCode="0.00">
                  <c:v>4.8118333333333325</c:v>
                </c:pt>
                <c:pt idx="7102" formatCode="0.00">
                  <c:v>4.812666666666666</c:v>
                </c:pt>
                <c:pt idx="7103" formatCode="0.00">
                  <c:v>4.8134999999999994</c:v>
                </c:pt>
                <c:pt idx="7104" formatCode="0.00">
                  <c:v>4.8143333333333329</c:v>
                </c:pt>
                <c:pt idx="7105" formatCode="0.00">
                  <c:v>4.8151666666666664</c:v>
                </c:pt>
                <c:pt idx="7106" formatCode="0.00">
                  <c:v>4.8159999999999989</c:v>
                </c:pt>
                <c:pt idx="7107" formatCode="0.00">
                  <c:v>4.8168333333333324</c:v>
                </c:pt>
                <c:pt idx="7108" formatCode="0.00">
                  <c:v>4.8176666666666659</c:v>
                </c:pt>
                <c:pt idx="7109" formatCode="0.00">
                  <c:v>4.8185000000000002</c:v>
                </c:pt>
                <c:pt idx="7110" formatCode="0.00">
                  <c:v>4.8193333333333337</c:v>
                </c:pt>
                <c:pt idx="7111" formatCode="0.00">
                  <c:v>4.8201666666666663</c:v>
                </c:pt>
                <c:pt idx="7112" formatCode="0.00">
                  <c:v>4.8209999999999997</c:v>
                </c:pt>
                <c:pt idx="7113" formatCode="0.00">
                  <c:v>4.8218333333333332</c:v>
                </c:pt>
                <c:pt idx="7114" formatCode="0.00">
                  <c:v>4.8226666666666667</c:v>
                </c:pt>
                <c:pt idx="7115" formatCode="0.00">
                  <c:v>4.8235000000000001</c:v>
                </c:pt>
                <c:pt idx="7116" formatCode="0.00">
                  <c:v>4.8243333333333327</c:v>
                </c:pt>
                <c:pt idx="7117" formatCode="0.00">
                  <c:v>4.8251666666666662</c:v>
                </c:pt>
                <c:pt idx="7118" formatCode="0.00">
                  <c:v>4.8259999999999996</c:v>
                </c:pt>
                <c:pt idx="7119" formatCode="0.00">
                  <c:v>4.8268333333333331</c:v>
                </c:pt>
                <c:pt idx="7120" formatCode="0.00">
                  <c:v>4.8276666666666666</c:v>
                </c:pt>
                <c:pt idx="7121" formatCode="0.00">
                  <c:v>4.8284999999999991</c:v>
                </c:pt>
                <c:pt idx="7122" formatCode="0.00">
                  <c:v>4.8293333333333326</c:v>
                </c:pt>
                <c:pt idx="7123" formatCode="0.00">
                  <c:v>4.8301666666666661</c:v>
                </c:pt>
                <c:pt idx="7124" formatCode="0.00">
                  <c:v>4.8309999999999995</c:v>
                </c:pt>
                <c:pt idx="7125" formatCode="0.00">
                  <c:v>4.831833333333333</c:v>
                </c:pt>
                <c:pt idx="7126" formatCode="0.00">
                  <c:v>4.8326666666666656</c:v>
                </c:pt>
                <c:pt idx="7127" formatCode="0.00">
                  <c:v>4.833499999999999</c:v>
                </c:pt>
                <c:pt idx="7128" formatCode="0.00">
                  <c:v>4.8343333333333334</c:v>
                </c:pt>
                <c:pt idx="7129" formatCode="0.00">
                  <c:v>4.8351666666666668</c:v>
                </c:pt>
                <c:pt idx="7130" formatCode="0.00">
                  <c:v>4.8360000000000003</c:v>
                </c:pt>
                <c:pt idx="7131" formatCode="0.00">
                  <c:v>4.8368333333333329</c:v>
                </c:pt>
                <c:pt idx="7132" formatCode="0.00">
                  <c:v>4.8376666666666663</c:v>
                </c:pt>
                <c:pt idx="7133" formatCode="0.00">
                  <c:v>4.8384999999999998</c:v>
                </c:pt>
                <c:pt idx="7134" formatCode="0.00">
                  <c:v>4.8393333333333333</c:v>
                </c:pt>
                <c:pt idx="7135" formatCode="0.00">
                  <c:v>4.8401666666666667</c:v>
                </c:pt>
                <c:pt idx="7136" formatCode="0.00">
                  <c:v>4.8409999999999993</c:v>
                </c:pt>
                <c:pt idx="7137" formatCode="0.00">
                  <c:v>4.8418333333333328</c:v>
                </c:pt>
                <c:pt idx="7138" formatCode="0.00">
                  <c:v>4.8426666666666662</c:v>
                </c:pt>
                <c:pt idx="7139" formatCode="0.00">
                  <c:v>4.8434999999999997</c:v>
                </c:pt>
                <c:pt idx="7140" formatCode="0.00">
                  <c:v>4.8443333333333332</c:v>
                </c:pt>
                <c:pt idx="7141" formatCode="0.00">
                  <c:v>4.8451666666666657</c:v>
                </c:pt>
                <c:pt idx="7142" formatCode="0.00">
                  <c:v>4.8459999999999992</c:v>
                </c:pt>
                <c:pt idx="7143" formatCode="0.00">
                  <c:v>4.8468333333333327</c:v>
                </c:pt>
                <c:pt idx="7144" formatCode="0.00">
                  <c:v>4.8476666666666661</c:v>
                </c:pt>
                <c:pt idx="7145" formatCode="0.00">
                  <c:v>4.8484999999999996</c:v>
                </c:pt>
                <c:pt idx="7146" formatCode="0.00">
                  <c:v>4.8493333333333322</c:v>
                </c:pt>
                <c:pt idx="7147" formatCode="0.00">
                  <c:v>4.8501666666666665</c:v>
                </c:pt>
                <c:pt idx="7148" formatCode="0.00">
                  <c:v>4.851</c:v>
                </c:pt>
                <c:pt idx="7149" formatCode="0.00">
                  <c:v>4.8518333333333334</c:v>
                </c:pt>
                <c:pt idx="7150" formatCode="0.00">
                  <c:v>4.8526666666666669</c:v>
                </c:pt>
                <c:pt idx="7151" formatCode="0.00">
                  <c:v>4.8534999999999995</c:v>
                </c:pt>
                <c:pt idx="7152" formatCode="0.00">
                  <c:v>4.8543333333333329</c:v>
                </c:pt>
                <c:pt idx="7153" formatCode="0.00">
                  <c:v>4.8551666666666664</c:v>
                </c:pt>
                <c:pt idx="7154" formatCode="0.00">
                  <c:v>4.8559999999999999</c:v>
                </c:pt>
                <c:pt idx="7155" formatCode="0.00">
                  <c:v>4.8568333333333333</c:v>
                </c:pt>
                <c:pt idx="7156" formatCode="0.00">
                  <c:v>4.8576666666666659</c:v>
                </c:pt>
                <c:pt idx="7157" formatCode="0.00">
                  <c:v>4.8584999999999994</c:v>
                </c:pt>
                <c:pt idx="7158" formatCode="0.00">
                  <c:v>4.8593333333333328</c:v>
                </c:pt>
                <c:pt idx="7159" formatCode="0.00">
                  <c:v>4.8601666666666663</c:v>
                </c:pt>
                <c:pt idx="7160" formatCode="0.00">
                  <c:v>4.8609999999999998</c:v>
                </c:pt>
                <c:pt idx="7161" formatCode="0.00">
                  <c:v>4.8618333333333323</c:v>
                </c:pt>
                <c:pt idx="7162" formatCode="0.00">
                  <c:v>4.8626666666666658</c:v>
                </c:pt>
                <c:pt idx="7163" formatCode="0.00">
                  <c:v>4.8634999999999993</c:v>
                </c:pt>
                <c:pt idx="7164" formatCode="0.00">
                  <c:v>4.8643333333333327</c:v>
                </c:pt>
                <c:pt idx="7165" formatCode="0.00">
                  <c:v>4.8651666666666671</c:v>
                </c:pt>
                <c:pt idx="7166" formatCode="0.00">
                  <c:v>4.8659999999999997</c:v>
                </c:pt>
                <c:pt idx="7167" formatCode="0.00">
                  <c:v>4.8668333333333331</c:v>
                </c:pt>
                <c:pt idx="7168" formatCode="0.00">
                  <c:v>4.8676666666666666</c:v>
                </c:pt>
                <c:pt idx="7169" formatCode="0.00">
                  <c:v>4.8685</c:v>
                </c:pt>
                <c:pt idx="7170" formatCode="0.00">
                  <c:v>4.8693333333333335</c:v>
                </c:pt>
                <c:pt idx="7171" formatCode="0.00">
                  <c:v>4.8701666666666661</c:v>
                </c:pt>
                <c:pt idx="7172" formatCode="0.00">
                  <c:v>4.8709999999999996</c:v>
                </c:pt>
                <c:pt idx="7173" formatCode="0.00">
                  <c:v>4.871833333333333</c:v>
                </c:pt>
                <c:pt idx="7174" formatCode="0.00">
                  <c:v>4.8726666666666665</c:v>
                </c:pt>
                <c:pt idx="7175" formatCode="0.00">
                  <c:v>4.8734999999999999</c:v>
                </c:pt>
                <c:pt idx="7176" formatCode="0.00">
                  <c:v>4.8743333333333325</c:v>
                </c:pt>
                <c:pt idx="7177" formatCode="0.00">
                  <c:v>4.875166666666666</c:v>
                </c:pt>
                <c:pt idx="7178" formatCode="0.00">
                  <c:v>4.8759999999999994</c:v>
                </c:pt>
                <c:pt idx="7179" formatCode="0.00">
                  <c:v>4.8768333333333329</c:v>
                </c:pt>
                <c:pt idx="7180" formatCode="0.00">
                  <c:v>4.8776666666666664</c:v>
                </c:pt>
                <c:pt idx="7181" formatCode="0.00">
                  <c:v>4.8784999999999989</c:v>
                </c:pt>
                <c:pt idx="7182" formatCode="0.00">
                  <c:v>4.8793333333333324</c:v>
                </c:pt>
                <c:pt idx="7183" formatCode="0.00">
                  <c:v>4.8801666666666659</c:v>
                </c:pt>
                <c:pt idx="7184" formatCode="0.00">
                  <c:v>4.8810000000000002</c:v>
                </c:pt>
                <c:pt idx="7185" formatCode="0.00">
                  <c:v>4.8818333333333337</c:v>
                </c:pt>
                <c:pt idx="7186" formatCode="0.00">
                  <c:v>4.8826666666666663</c:v>
                </c:pt>
                <c:pt idx="7187" formatCode="0.00">
                  <c:v>4.8834999999999997</c:v>
                </c:pt>
                <c:pt idx="7188" formatCode="0.00">
                  <c:v>4.8843333333333332</c:v>
                </c:pt>
                <c:pt idx="7189" formatCode="0.00">
                  <c:v>4.8851666666666667</c:v>
                </c:pt>
                <c:pt idx="7190" formatCode="0.00">
                  <c:v>4.8860000000000001</c:v>
                </c:pt>
                <c:pt idx="7191" formatCode="0.00">
                  <c:v>4.8868333333333327</c:v>
                </c:pt>
                <c:pt idx="7192" formatCode="0.00">
                  <c:v>4.8876666666666662</c:v>
                </c:pt>
                <c:pt idx="7193" formatCode="0.00">
                  <c:v>4.8884999999999996</c:v>
                </c:pt>
                <c:pt idx="7194" formatCode="0.00">
                  <c:v>4.8893333333333331</c:v>
                </c:pt>
                <c:pt idx="7195" formatCode="0.00">
                  <c:v>4.8901666666666666</c:v>
                </c:pt>
                <c:pt idx="7196" formatCode="0.00">
                  <c:v>4.8909999999999991</c:v>
                </c:pt>
                <c:pt idx="7197" formatCode="0.00">
                  <c:v>4.8918333333333326</c:v>
                </c:pt>
                <c:pt idx="7198" formatCode="0.00">
                  <c:v>4.8926666666666661</c:v>
                </c:pt>
                <c:pt idx="7199" formatCode="0.00">
                  <c:v>4.8934999999999995</c:v>
                </c:pt>
                <c:pt idx="7200" formatCode="0.00">
                  <c:v>4.894333333333333</c:v>
                </c:pt>
                <c:pt idx="7201" formatCode="0.00">
                  <c:v>4.8951666666666656</c:v>
                </c:pt>
                <c:pt idx="7202" formatCode="0.00">
                  <c:v>4.895999999999999</c:v>
                </c:pt>
                <c:pt idx="7203" formatCode="0.00">
                  <c:v>4.8968333333333334</c:v>
                </c:pt>
                <c:pt idx="7204" formatCode="0.00">
                  <c:v>4.8976666666666668</c:v>
                </c:pt>
                <c:pt idx="7205" formatCode="0.00">
                  <c:v>4.8985000000000003</c:v>
                </c:pt>
                <c:pt idx="7206" formatCode="0.00">
                  <c:v>4.8993333333333329</c:v>
                </c:pt>
                <c:pt idx="7207" formatCode="0.00">
                  <c:v>4.9001666666666663</c:v>
                </c:pt>
                <c:pt idx="7208" formatCode="0.00">
                  <c:v>4.9009999999999998</c:v>
                </c:pt>
                <c:pt idx="7209" formatCode="0.00">
                  <c:v>4.9018333333333333</c:v>
                </c:pt>
                <c:pt idx="7210" formatCode="0.00">
                  <c:v>4.9026666666666667</c:v>
                </c:pt>
                <c:pt idx="7211" formatCode="0.00">
                  <c:v>4.9034999999999993</c:v>
                </c:pt>
                <c:pt idx="7212" formatCode="0.00">
                  <c:v>4.9043333333333328</c:v>
                </c:pt>
                <c:pt idx="7213" formatCode="0.00">
                  <c:v>4.9051666666666662</c:v>
                </c:pt>
                <c:pt idx="7214" formatCode="0.00">
                  <c:v>4.9059999999999997</c:v>
                </c:pt>
                <c:pt idx="7215" formatCode="0.00">
                  <c:v>4.9068333333333332</c:v>
                </c:pt>
                <c:pt idx="7216" formatCode="0.00">
                  <c:v>4.9076666666666657</c:v>
                </c:pt>
                <c:pt idx="7217" formatCode="0.00">
                  <c:v>4.9084999999999992</c:v>
                </c:pt>
                <c:pt idx="7218" formatCode="0.00">
                  <c:v>4.9093333333333327</c:v>
                </c:pt>
                <c:pt idx="7219" formatCode="0.00">
                  <c:v>4.9101666666666661</c:v>
                </c:pt>
                <c:pt idx="7220" formatCode="0.00">
                  <c:v>4.9109999999999996</c:v>
                </c:pt>
                <c:pt idx="7221" formatCode="0.00">
                  <c:v>4.9118333333333322</c:v>
                </c:pt>
                <c:pt idx="7222" formatCode="0.00">
                  <c:v>4.9126666666666665</c:v>
                </c:pt>
                <c:pt idx="7223" formatCode="0.00">
                  <c:v>4.9135</c:v>
                </c:pt>
                <c:pt idx="7224" formatCode="0.00">
                  <c:v>4.9143333333333334</c:v>
                </c:pt>
                <c:pt idx="7225" formatCode="0.00">
                  <c:v>4.9151666666666669</c:v>
                </c:pt>
                <c:pt idx="7226" formatCode="0.00">
                  <c:v>4.9159999999999995</c:v>
                </c:pt>
                <c:pt idx="7227" formatCode="0.00">
                  <c:v>4.9168333333333329</c:v>
                </c:pt>
                <c:pt idx="7228" formatCode="0.00">
                  <c:v>4.9176666666666664</c:v>
                </c:pt>
                <c:pt idx="7229" formatCode="0.00">
                  <c:v>4.9184999999999999</c:v>
                </c:pt>
                <c:pt idx="7230" formatCode="0.00">
                  <c:v>4.9193333333333333</c:v>
                </c:pt>
                <c:pt idx="7231" formatCode="0.00">
                  <c:v>4.9201666666666659</c:v>
                </c:pt>
                <c:pt idx="7232" formatCode="0.00">
                  <c:v>4.9209999999999994</c:v>
                </c:pt>
                <c:pt idx="7233" formatCode="0.00">
                  <c:v>4.9218333333333328</c:v>
                </c:pt>
                <c:pt idx="7234" formatCode="0.00">
                  <c:v>4.9226666666666663</c:v>
                </c:pt>
                <c:pt idx="7235" formatCode="0.00">
                  <c:v>4.9234999999999998</c:v>
                </c:pt>
                <c:pt idx="7236" formatCode="0.00">
                  <c:v>4.9243333333333323</c:v>
                </c:pt>
                <c:pt idx="7237" formatCode="0.00">
                  <c:v>4.9251666666666658</c:v>
                </c:pt>
                <c:pt idx="7238" formatCode="0.00">
                  <c:v>4.9259999999999993</c:v>
                </c:pt>
                <c:pt idx="7239" formatCode="0.00">
                  <c:v>4.9268333333333327</c:v>
                </c:pt>
                <c:pt idx="7240" formatCode="0.00">
                  <c:v>4.9276666666666671</c:v>
                </c:pt>
                <c:pt idx="7241" formatCode="0.00">
                  <c:v>4.9284999999999997</c:v>
                </c:pt>
                <c:pt idx="7242" formatCode="0.00">
                  <c:v>4.9293333333333331</c:v>
                </c:pt>
                <c:pt idx="7243" formatCode="0.00">
                  <c:v>4.9301666666666666</c:v>
                </c:pt>
                <c:pt idx="7244" formatCode="0.00">
                  <c:v>4.931</c:v>
                </c:pt>
                <c:pt idx="7245" formatCode="0.00">
                  <c:v>4.9318333333333335</c:v>
                </c:pt>
                <c:pt idx="7246" formatCode="0.00">
                  <c:v>4.9326666666666661</c:v>
                </c:pt>
                <c:pt idx="7247" formatCode="0.00">
                  <c:v>4.9334999999999996</c:v>
                </c:pt>
                <c:pt idx="7248" formatCode="0.00">
                  <c:v>4.934333333333333</c:v>
                </c:pt>
                <c:pt idx="7249" formatCode="0.00">
                  <c:v>4.9351666666666665</c:v>
                </c:pt>
                <c:pt idx="7250" formatCode="0.00">
                  <c:v>4.9359999999999999</c:v>
                </c:pt>
                <c:pt idx="7251" formatCode="0.00">
                  <c:v>4.9368333333333325</c:v>
                </c:pt>
                <c:pt idx="7252" formatCode="0.00">
                  <c:v>4.937666666666666</c:v>
                </c:pt>
                <c:pt idx="7253" formatCode="0.00">
                  <c:v>4.9384999999999994</c:v>
                </c:pt>
                <c:pt idx="7254" formatCode="0.00">
                  <c:v>4.9393333333333329</c:v>
                </c:pt>
                <c:pt idx="7255" formatCode="0.00">
                  <c:v>4.9401666666666664</c:v>
                </c:pt>
                <c:pt idx="7256" formatCode="0.00">
                  <c:v>4.9409999999999989</c:v>
                </c:pt>
                <c:pt idx="7257" formatCode="0.00">
                  <c:v>4.9418333333333324</c:v>
                </c:pt>
                <c:pt idx="7258" formatCode="0.00">
                  <c:v>4.9426666666666659</c:v>
                </c:pt>
                <c:pt idx="7259" formatCode="0.00">
                  <c:v>4.9435000000000002</c:v>
                </c:pt>
                <c:pt idx="7260" formatCode="0.00">
                  <c:v>4.9443333333333337</c:v>
                </c:pt>
                <c:pt idx="7261" formatCode="0.00">
                  <c:v>4.9451666666666663</c:v>
                </c:pt>
                <c:pt idx="7262" formatCode="0.00">
                  <c:v>4.9459999999999997</c:v>
                </c:pt>
                <c:pt idx="7263" formatCode="0.00">
                  <c:v>4.9468333333333332</c:v>
                </c:pt>
                <c:pt idx="7264" formatCode="0.00">
                  <c:v>4.9476666666666667</c:v>
                </c:pt>
                <c:pt idx="7265" formatCode="0.00">
                  <c:v>4.9485000000000001</c:v>
                </c:pt>
                <c:pt idx="7266" formatCode="0.00">
                  <c:v>4.9493333333333327</c:v>
                </c:pt>
                <c:pt idx="7267" formatCode="0.00">
                  <c:v>4.9501666666666662</c:v>
                </c:pt>
                <c:pt idx="7268" formatCode="0.00">
                  <c:v>4.9509999999999996</c:v>
                </c:pt>
                <c:pt idx="7269" formatCode="0.00">
                  <c:v>4.9518333333333331</c:v>
                </c:pt>
                <c:pt idx="7270" formatCode="0.00">
                  <c:v>4.9526666666666666</c:v>
                </c:pt>
                <c:pt idx="7271" formatCode="0.00">
                  <c:v>4.9534999999999991</c:v>
                </c:pt>
                <c:pt idx="7272" formatCode="0.00">
                  <c:v>4.9543333333333326</c:v>
                </c:pt>
                <c:pt idx="7273" formatCode="0.00">
                  <c:v>4.9551666666666661</c:v>
                </c:pt>
                <c:pt idx="7274" formatCode="0.00">
                  <c:v>4.9559999999999995</c:v>
                </c:pt>
                <c:pt idx="7275" formatCode="0.00">
                  <c:v>4.956833333333333</c:v>
                </c:pt>
                <c:pt idx="7276" formatCode="0.00">
                  <c:v>4.9576666666666656</c:v>
                </c:pt>
                <c:pt idx="7277" formatCode="0.00">
                  <c:v>4.958499999999999</c:v>
                </c:pt>
                <c:pt idx="7278" formatCode="0.00">
                  <c:v>4.9593333333333334</c:v>
                </c:pt>
                <c:pt idx="7279" formatCode="0.00">
                  <c:v>4.9601666666666668</c:v>
                </c:pt>
                <c:pt idx="7280" formatCode="0.00">
                  <c:v>4.9610000000000003</c:v>
                </c:pt>
                <c:pt idx="7281" formatCode="0.00">
                  <c:v>4.9618333333333329</c:v>
                </c:pt>
                <c:pt idx="7282" formatCode="0.00">
                  <c:v>4.9626666666666663</c:v>
                </c:pt>
                <c:pt idx="7283" formatCode="0.00">
                  <c:v>4.9634999999999998</c:v>
                </c:pt>
                <c:pt idx="7284" formatCode="0.00">
                  <c:v>4.9643333333333333</c:v>
                </c:pt>
                <c:pt idx="7285" formatCode="0.00">
                  <c:v>4.9651666666666667</c:v>
                </c:pt>
                <c:pt idx="7286" formatCode="0.00">
                  <c:v>4.9659999999999993</c:v>
                </c:pt>
                <c:pt idx="7287" formatCode="0.00">
                  <c:v>4.9668333333333328</c:v>
                </c:pt>
                <c:pt idx="7288" formatCode="0.00">
                  <c:v>4.9676666666666662</c:v>
                </c:pt>
                <c:pt idx="7289" formatCode="0.00">
                  <c:v>4.9684999999999997</c:v>
                </c:pt>
                <c:pt idx="7290" formatCode="0.00">
                  <c:v>4.9693333333333332</c:v>
                </c:pt>
                <c:pt idx="7291" formatCode="0.00">
                  <c:v>4.9701666666666657</c:v>
                </c:pt>
                <c:pt idx="7292" formatCode="0.00">
                  <c:v>4.9709999999999992</c:v>
                </c:pt>
                <c:pt idx="7293" formatCode="0.00">
                  <c:v>4.9718333333333327</c:v>
                </c:pt>
                <c:pt idx="7294" formatCode="0.00">
                  <c:v>4.9726666666666661</c:v>
                </c:pt>
                <c:pt idx="7295" formatCode="0.00">
                  <c:v>4.9734999999999996</c:v>
                </c:pt>
                <c:pt idx="7296" formatCode="0.00">
                  <c:v>4.9743333333333322</c:v>
                </c:pt>
                <c:pt idx="7297" formatCode="0.00">
                  <c:v>4.9751666666666665</c:v>
                </c:pt>
                <c:pt idx="7298" formatCode="0.00">
                  <c:v>4.976</c:v>
                </c:pt>
                <c:pt idx="7299" formatCode="0.00">
                  <c:v>4.9768333333333334</c:v>
                </c:pt>
                <c:pt idx="7300" formatCode="0.00">
                  <c:v>4.9776666666666669</c:v>
                </c:pt>
                <c:pt idx="7301" formatCode="0.00">
                  <c:v>4.9784999999999995</c:v>
                </c:pt>
                <c:pt idx="7302" formatCode="0.00">
                  <c:v>4.9793333333333329</c:v>
                </c:pt>
                <c:pt idx="7303" formatCode="0.00">
                  <c:v>4.9801666666666664</c:v>
                </c:pt>
                <c:pt idx="7304" formatCode="0.00">
                  <c:v>4.9809999999999999</c:v>
                </c:pt>
                <c:pt idx="7305" formatCode="0.00">
                  <c:v>4.9818333333333333</c:v>
                </c:pt>
                <c:pt idx="7306" formatCode="0.00">
                  <c:v>4.9826666666666659</c:v>
                </c:pt>
                <c:pt idx="7307" formatCode="0.00">
                  <c:v>4.9834999999999994</c:v>
                </c:pt>
                <c:pt idx="7308" formatCode="0.00">
                  <c:v>4.9843333333333328</c:v>
                </c:pt>
                <c:pt idx="7309" formatCode="0.00">
                  <c:v>4.9851666666666663</c:v>
                </c:pt>
                <c:pt idx="7310" formatCode="0.00">
                  <c:v>4.9859999999999998</c:v>
                </c:pt>
                <c:pt idx="7311" formatCode="0.00">
                  <c:v>4.9868333333333323</c:v>
                </c:pt>
                <c:pt idx="7312" formatCode="0.00">
                  <c:v>4.9876666666666658</c:v>
                </c:pt>
                <c:pt idx="7313" formatCode="0.00">
                  <c:v>4.9884999999999993</c:v>
                </c:pt>
                <c:pt idx="7314" formatCode="0.00">
                  <c:v>4.9893333333333327</c:v>
                </c:pt>
                <c:pt idx="7315" formatCode="0.00">
                  <c:v>4.9901666666666671</c:v>
                </c:pt>
                <c:pt idx="7316" formatCode="0.00">
                  <c:v>4.9909999999999997</c:v>
                </c:pt>
                <c:pt idx="7317" formatCode="0.00">
                  <c:v>4.9918333333333331</c:v>
                </c:pt>
                <c:pt idx="7318" formatCode="0.00">
                  <c:v>4.9926666666666666</c:v>
                </c:pt>
                <c:pt idx="7319" formatCode="0.00">
                  <c:v>4.9935</c:v>
                </c:pt>
                <c:pt idx="7320" formatCode="0.00">
                  <c:v>4.9943333333333335</c:v>
                </c:pt>
                <c:pt idx="7321" formatCode="0.00">
                  <c:v>4.9951666666666661</c:v>
                </c:pt>
                <c:pt idx="7322" formatCode="0.00">
                  <c:v>4.9959999999999996</c:v>
                </c:pt>
                <c:pt idx="7323" formatCode="0.00">
                  <c:v>4.996833333333333</c:v>
                </c:pt>
                <c:pt idx="7324" formatCode="0.00">
                  <c:v>4.9976666666666665</c:v>
                </c:pt>
                <c:pt idx="7325" formatCode="0.00">
                  <c:v>4.9984999999999999</c:v>
                </c:pt>
                <c:pt idx="7326" formatCode="0.00">
                  <c:v>4.9993333333333325</c:v>
                </c:pt>
                <c:pt idx="7327" formatCode="0.00">
                  <c:v>5.000166666666666</c:v>
                </c:pt>
                <c:pt idx="7328" formatCode="0.00">
                  <c:v>5.0009999999999994</c:v>
                </c:pt>
                <c:pt idx="7329" formatCode="0.00">
                  <c:v>5.0018333333333329</c:v>
                </c:pt>
                <c:pt idx="7330" formatCode="0.00">
                  <c:v>5.0026666666666664</c:v>
                </c:pt>
                <c:pt idx="7331" formatCode="0.00">
                  <c:v>5.0034999999999989</c:v>
                </c:pt>
                <c:pt idx="7332" formatCode="0.00">
                  <c:v>5.0043333333333324</c:v>
                </c:pt>
                <c:pt idx="7333" formatCode="0.00">
                  <c:v>5.0051666666666659</c:v>
                </c:pt>
                <c:pt idx="7334" formatCode="0.00">
                  <c:v>5.0060000000000002</c:v>
                </c:pt>
                <c:pt idx="7335" formatCode="0.00">
                  <c:v>5.0068333333333337</c:v>
                </c:pt>
                <c:pt idx="7336" formatCode="0.00">
                  <c:v>5.0076666666666663</c:v>
                </c:pt>
                <c:pt idx="7337" formatCode="0.00">
                  <c:v>5.0084999999999997</c:v>
                </c:pt>
                <c:pt idx="7338" formatCode="0.00">
                  <c:v>5.0093333333333332</c:v>
                </c:pt>
                <c:pt idx="7339" formatCode="0.00">
                  <c:v>5.0101666666666667</c:v>
                </c:pt>
                <c:pt idx="7340" formatCode="0.00">
                  <c:v>5.0110000000000001</c:v>
                </c:pt>
                <c:pt idx="7341" formatCode="0.00">
                  <c:v>5.0118333333333327</c:v>
                </c:pt>
                <c:pt idx="7342" formatCode="0.00">
                  <c:v>5.0126666666666662</c:v>
                </c:pt>
                <c:pt idx="7343" formatCode="0.00">
                  <c:v>5.0134999999999996</c:v>
                </c:pt>
                <c:pt idx="7344" formatCode="0.00">
                  <c:v>5.0143333333333331</c:v>
                </c:pt>
                <c:pt idx="7345" formatCode="0.00">
                  <c:v>5.0151666666666666</c:v>
                </c:pt>
                <c:pt idx="7346" formatCode="0.00">
                  <c:v>5.0159999999999991</c:v>
                </c:pt>
                <c:pt idx="7347" formatCode="0.00">
                  <c:v>5.0168333333333326</c:v>
                </c:pt>
                <c:pt idx="7348" formatCode="0.00">
                  <c:v>5.0176666666666661</c:v>
                </c:pt>
                <c:pt idx="7349" formatCode="0.00">
                  <c:v>5.0184999999999995</c:v>
                </c:pt>
                <c:pt idx="7350" formatCode="0.00">
                  <c:v>5.019333333333333</c:v>
                </c:pt>
                <c:pt idx="7351" formatCode="0.00">
                  <c:v>5.0201666666666656</c:v>
                </c:pt>
                <c:pt idx="7352" formatCode="0.00">
                  <c:v>5.020999999999999</c:v>
                </c:pt>
                <c:pt idx="7353" formatCode="0.00">
                  <c:v>5.0218333333333334</c:v>
                </c:pt>
                <c:pt idx="7354" formatCode="0.00">
                  <c:v>5.0226666666666668</c:v>
                </c:pt>
                <c:pt idx="7355" formatCode="0.00">
                  <c:v>5.0235000000000003</c:v>
                </c:pt>
                <c:pt idx="7356" formatCode="0.00">
                  <c:v>5.0243333333333329</c:v>
                </c:pt>
                <c:pt idx="7357" formatCode="0.00">
                  <c:v>5.0251666666666663</c:v>
                </c:pt>
                <c:pt idx="7358" formatCode="0.00">
                  <c:v>5.0259999999999998</c:v>
                </c:pt>
                <c:pt idx="7359" formatCode="0.00">
                  <c:v>5.0268333333333333</c:v>
                </c:pt>
                <c:pt idx="7360" formatCode="0.00">
                  <c:v>5.0276666666666667</c:v>
                </c:pt>
                <c:pt idx="7361" formatCode="0.00">
                  <c:v>5.0284999999999993</c:v>
                </c:pt>
                <c:pt idx="7362" formatCode="0.00">
                  <c:v>5.0293333333333328</c:v>
                </c:pt>
                <c:pt idx="7363" formatCode="0.00">
                  <c:v>5.0301666666666662</c:v>
                </c:pt>
                <c:pt idx="7364" formatCode="0.00">
                  <c:v>5.0309999999999997</c:v>
                </c:pt>
                <c:pt idx="7365" formatCode="0.00">
                  <c:v>5.0318333333333332</c:v>
                </c:pt>
                <c:pt idx="7366" formatCode="0.00">
                  <c:v>5.0326666666666657</c:v>
                </c:pt>
                <c:pt idx="7367" formatCode="0.00">
                  <c:v>5.0334999999999992</c:v>
                </c:pt>
                <c:pt idx="7368" formatCode="0.00">
                  <c:v>5.0343333333333327</c:v>
                </c:pt>
                <c:pt idx="7369" formatCode="0.00">
                  <c:v>5.0351666666666661</c:v>
                </c:pt>
                <c:pt idx="7370" formatCode="0.00">
                  <c:v>5.0359999999999996</c:v>
                </c:pt>
                <c:pt idx="7371" formatCode="0.00">
                  <c:v>5.0368333333333322</c:v>
                </c:pt>
                <c:pt idx="7372" formatCode="0.00">
                  <c:v>5.0376666666666665</c:v>
                </c:pt>
                <c:pt idx="7373" formatCode="0.00">
                  <c:v>5.0385</c:v>
                </c:pt>
                <c:pt idx="7374" formatCode="0.00">
                  <c:v>5.0393333333333334</c:v>
                </c:pt>
                <c:pt idx="7375" formatCode="0.00">
                  <c:v>5.0401666666666669</c:v>
                </c:pt>
                <c:pt idx="7376" formatCode="0.00">
                  <c:v>5.0409999999999995</c:v>
                </c:pt>
                <c:pt idx="7377" formatCode="0.00">
                  <c:v>5.0418333333333329</c:v>
                </c:pt>
                <c:pt idx="7378" formatCode="0.00">
                  <c:v>5.0426666666666664</c:v>
                </c:pt>
                <c:pt idx="7379" formatCode="0.00">
                  <c:v>5.0434999999999999</c:v>
                </c:pt>
                <c:pt idx="7380" formatCode="0.00">
                  <c:v>5.0443333333333333</c:v>
                </c:pt>
                <c:pt idx="7381" formatCode="0.00">
                  <c:v>5.0451666666666659</c:v>
                </c:pt>
                <c:pt idx="7382" formatCode="0.00">
                  <c:v>5.0459999999999994</c:v>
                </c:pt>
                <c:pt idx="7383" formatCode="0.00">
                  <c:v>5.0468333333333328</c:v>
                </c:pt>
                <c:pt idx="7384" formatCode="0.00">
                  <c:v>5.0476666666666663</c:v>
                </c:pt>
                <c:pt idx="7385" formatCode="0.00">
                  <c:v>5.0484999999999998</c:v>
                </c:pt>
                <c:pt idx="7386" formatCode="0.00">
                  <c:v>5.0493333333333323</c:v>
                </c:pt>
                <c:pt idx="7387" formatCode="0.00">
                  <c:v>5.0501666666666658</c:v>
                </c:pt>
                <c:pt idx="7388" formatCode="0.00">
                  <c:v>5.0509999999999993</c:v>
                </c:pt>
                <c:pt idx="7389" formatCode="0.00">
                  <c:v>5.0518333333333327</c:v>
                </c:pt>
                <c:pt idx="7390" formatCode="0.00">
                  <c:v>5.0526666666666671</c:v>
                </c:pt>
                <c:pt idx="7391" formatCode="0.00">
                  <c:v>5.0534999999999997</c:v>
                </c:pt>
                <c:pt idx="7392" formatCode="0.00">
                  <c:v>5.0543333333333331</c:v>
                </c:pt>
                <c:pt idx="7393" formatCode="0.00">
                  <c:v>5.0551666666666666</c:v>
                </c:pt>
                <c:pt idx="7394" formatCode="0.00">
                  <c:v>5.056</c:v>
                </c:pt>
                <c:pt idx="7395" formatCode="0.00">
                  <c:v>5.0568333333333335</c:v>
                </c:pt>
                <c:pt idx="7396" formatCode="0.00">
                  <c:v>5.0576666666666661</c:v>
                </c:pt>
                <c:pt idx="7397" formatCode="0.00">
                  <c:v>5.0584999999999996</c:v>
                </c:pt>
                <c:pt idx="7398" formatCode="0.00">
                  <c:v>5.059333333333333</c:v>
                </c:pt>
                <c:pt idx="7399" formatCode="0.00">
                  <c:v>5.0601666666666665</c:v>
                </c:pt>
                <c:pt idx="7400" formatCode="0.00">
                  <c:v>5.0609999999999999</c:v>
                </c:pt>
                <c:pt idx="7401" formatCode="0.00">
                  <c:v>5.0618333333333325</c:v>
                </c:pt>
                <c:pt idx="7402" formatCode="0.00">
                  <c:v>5.062666666666666</c:v>
                </c:pt>
                <c:pt idx="7403" formatCode="0.00">
                  <c:v>5.0634999999999994</c:v>
                </c:pt>
                <c:pt idx="7404" formatCode="0.00">
                  <c:v>5.0643333333333329</c:v>
                </c:pt>
                <c:pt idx="7405" formatCode="0.00">
                  <c:v>5.0651666666666664</c:v>
                </c:pt>
                <c:pt idx="7406" formatCode="0.00">
                  <c:v>5.0659999999999989</c:v>
                </c:pt>
                <c:pt idx="7407" formatCode="0.00">
                  <c:v>5.0668333333333324</c:v>
                </c:pt>
                <c:pt idx="7408" formatCode="0.00">
                  <c:v>5.0676666666666659</c:v>
                </c:pt>
                <c:pt idx="7409" formatCode="0.00">
                  <c:v>5.0685000000000002</c:v>
                </c:pt>
                <c:pt idx="7410" formatCode="0.00">
                  <c:v>5.0693333333333337</c:v>
                </c:pt>
                <c:pt idx="7411" formatCode="0.00">
                  <c:v>5.0701666666666663</c:v>
                </c:pt>
                <c:pt idx="7412" formatCode="0.00">
                  <c:v>5.0709999999999997</c:v>
                </c:pt>
                <c:pt idx="7413" formatCode="0.00">
                  <c:v>5.0718333333333332</c:v>
                </c:pt>
                <c:pt idx="7414" formatCode="0.00">
                  <c:v>5.0726666666666667</c:v>
                </c:pt>
                <c:pt idx="7415" formatCode="0.00">
                  <c:v>5.0735000000000001</c:v>
                </c:pt>
                <c:pt idx="7416" formatCode="0.00">
                  <c:v>5.0743333333333327</c:v>
                </c:pt>
                <c:pt idx="7417" formatCode="0.00">
                  <c:v>5.0751666666666662</c:v>
                </c:pt>
                <c:pt idx="7418" formatCode="0.00">
                  <c:v>5.0759999999999996</c:v>
                </c:pt>
                <c:pt idx="7419" formatCode="0.00">
                  <c:v>5.0768333333333331</c:v>
                </c:pt>
                <c:pt idx="7420" formatCode="0.00">
                  <c:v>5.0776666666666666</c:v>
                </c:pt>
                <c:pt idx="7421" formatCode="0.00">
                  <c:v>5.0784999999999991</c:v>
                </c:pt>
                <c:pt idx="7422" formatCode="0.00">
                  <c:v>5.0793333333333326</c:v>
                </c:pt>
                <c:pt idx="7423" formatCode="0.00">
                  <c:v>5.0801666666666661</c:v>
                </c:pt>
                <c:pt idx="7424" formatCode="0.00">
                  <c:v>5.0809999999999995</c:v>
                </c:pt>
                <c:pt idx="7425" formatCode="0.00">
                  <c:v>5.081833333333333</c:v>
                </c:pt>
                <c:pt idx="7426" formatCode="0.00">
                  <c:v>5.0826666666666656</c:v>
                </c:pt>
                <c:pt idx="7427" formatCode="0.00">
                  <c:v>5.083499999999999</c:v>
                </c:pt>
                <c:pt idx="7428" formatCode="0.00">
                  <c:v>5.0843333333333334</c:v>
                </c:pt>
                <c:pt idx="7429" formatCode="0.00">
                  <c:v>5.0851666666666668</c:v>
                </c:pt>
                <c:pt idx="7430" formatCode="0.00">
                  <c:v>5.0860000000000003</c:v>
                </c:pt>
                <c:pt idx="7431" formatCode="0.00">
                  <c:v>5.0868333333333329</c:v>
                </c:pt>
                <c:pt idx="7432" formatCode="0.00">
                  <c:v>5.0876666666666663</c:v>
                </c:pt>
                <c:pt idx="7433" formatCode="0.00">
                  <c:v>5.0884999999999998</c:v>
                </c:pt>
                <c:pt idx="7434" formatCode="0.00">
                  <c:v>5.0893333333333333</c:v>
                </c:pt>
                <c:pt idx="7435" formatCode="0.00">
                  <c:v>5.0901666666666667</c:v>
                </c:pt>
                <c:pt idx="7436" formatCode="0.00">
                  <c:v>5.0909999999999993</c:v>
                </c:pt>
                <c:pt idx="7437" formatCode="0.00">
                  <c:v>5.0918333333333328</c:v>
                </c:pt>
                <c:pt idx="7438" formatCode="0.00">
                  <c:v>5.0926666666666662</c:v>
                </c:pt>
                <c:pt idx="7439" formatCode="0.00">
                  <c:v>5.0934999999999997</c:v>
                </c:pt>
                <c:pt idx="7440" formatCode="0.00">
                  <c:v>5.0943333333333332</c:v>
                </c:pt>
                <c:pt idx="7441" formatCode="0.00">
                  <c:v>5.0951666666666657</c:v>
                </c:pt>
                <c:pt idx="7442" formatCode="0.00">
                  <c:v>5.0959999999999992</c:v>
                </c:pt>
                <c:pt idx="7443" formatCode="0.00">
                  <c:v>5.0968333333333327</c:v>
                </c:pt>
                <c:pt idx="7444" formatCode="0.00">
                  <c:v>5.0976666666666661</c:v>
                </c:pt>
                <c:pt idx="7445" formatCode="0.00">
                  <c:v>5.0984999999999996</c:v>
                </c:pt>
                <c:pt idx="7446" formatCode="0.00">
                  <c:v>5.0993333333333322</c:v>
                </c:pt>
                <c:pt idx="7447" formatCode="0.00">
                  <c:v>5.1001666666666665</c:v>
                </c:pt>
                <c:pt idx="7448" formatCode="0.00">
                  <c:v>5.101</c:v>
                </c:pt>
                <c:pt idx="7449" formatCode="0.00">
                  <c:v>5.1018333333333334</c:v>
                </c:pt>
                <c:pt idx="7450" formatCode="0.00">
                  <c:v>5.1026666666666669</c:v>
                </c:pt>
                <c:pt idx="7451" formatCode="0.00">
                  <c:v>5.1034999999999995</c:v>
                </c:pt>
                <c:pt idx="7452" formatCode="0.00">
                  <c:v>5.1043333333333329</c:v>
                </c:pt>
                <c:pt idx="7453" formatCode="0.00">
                  <c:v>5.1051666666666664</c:v>
                </c:pt>
                <c:pt idx="7454" formatCode="0.00">
                  <c:v>5.1059999999999999</c:v>
                </c:pt>
                <c:pt idx="7455" formatCode="0.00">
                  <c:v>5.1068333333333333</c:v>
                </c:pt>
                <c:pt idx="7456" formatCode="0.00">
                  <c:v>5.1076666666666659</c:v>
                </c:pt>
                <c:pt idx="7457" formatCode="0.00">
                  <c:v>5.1084999999999994</c:v>
                </c:pt>
                <c:pt idx="7458" formatCode="0.00">
                  <c:v>5.1093333333333328</c:v>
                </c:pt>
                <c:pt idx="7459" formatCode="0.00">
                  <c:v>5.1101666666666663</c:v>
                </c:pt>
                <c:pt idx="7460" formatCode="0.00">
                  <c:v>5.1109999999999998</c:v>
                </c:pt>
                <c:pt idx="7461" formatCode="0.00">
                  <c:v>5.1118333333333323</c:v>
                </c:pt>
                <c:pt idx="7462" formatCode="0.00">
                  <c:v>5.1126666666666658</c:v>
                </c:pt>
                <c:pt idx="7463" formatCode="0.00">
                  <c:v>5.1134999999999993</c:v>
                </c:pt>
                <c:pt idx="7464" formatCode="0.00">
                  <c:v>5.1143333333333327</c:v>
                </c:pt>
                <c:pt idx="7465" formatCode="0.00">
                  <c:v>5.1151666666666671</c:v>
                </c:pt>
                <c:pt idx="7466" formatCode="0.00">
                  <c:v>5.1159999999999997</c:v>
                </c:pt>
                <c:pt idx="7467" formatCode="0.00">
                  <c:v>5.1168333333333331</c:v>
                </c:pt>
                <c:pt idx="7468" formatCode="0.00">
                  <c:v>5.1176666666666666</c:v>
                </c:pt>
                <c:pt idx="7469" formatCode="0.00">
                  <c:v>5.1185</c:v>
                </c:pt>
                <c:pt idx="7470" formatCode="0.00">
                  <c:v>5.1193333333333335</c:v>
                </c:pt>
                <c:pt idx="7471" formatCode="0.00">
                  <c:v>5.1201666666666661</c:v>
                </c:pt>
                <c:pt idx="7472" formatCode="0.00">
                  <c:v>5.1209999999999996</c:v>
                </c:pt>
                <c:pt idx="7473" formatCode="0.00">
                  <c:v>5.121833333333333</c:v>
                </c:pt>
                <c:pt idx="7474" formatCode="0.00">
                  <c:v>5.1226666666666665</c:v>
                </c:pt>
                <c:pt idx="7475" formatCode="0.00">
                  <c:v>5.1234999999999999</c:v>
                </c:pt>
                <c:pt idx="7476" formatCode="0.00">
                  <c:v>5.1243333333333325</c:v>
                </c:pt>
                <c:pt idx="7477" formatCode="0.00">
                  <c:v>5.125166666666666</c:v>
                </c:pt>
                <c:pt idx="7478" formatCode="0.00">
                  <c:v>5.1259999999999994</c:v>
                </c:pt>
                <c:pt idx="7479" formatCode="0.00">
                  <c:v>5.1268333333333329</c:v>
                </c:pt>
                <c:pt idx="7480" formatCode="0.00">
                  <c:v>5.1276666666666664</c:v>
                </c:pt>
                <c:pt idx="7481" formatCode="0.00">
                  <c:v>5.1284999999999989</c:v>
                </c:pt>
                <c:pt idx="7482" formatCode="0.00">
                  <c:v>5.1293333333333324</c:v>
                </c:pt>
                <c:pt idx="7483" formatCode="0.00">
                  <c:v>5.1301666666666659</c:v>
                </c:pt>
                <c:pt idx="7484" formatCode="0.00">
                  <c:v>5.1310000000000002</c:v>
                </c:pt>
                <c:pt idx="7485" formatCode="0.00">
                  <c:v>5.1318333333333337</c:v>
                </c:pt>
                <c:pt idx="7486" formatCode="0.00">
                  <c:v>5.1326666666666663</c:v>
                </c:pt>
                <c:pt idx="7487" formatCode="0.00">
                  <c:v>5.1334999999999997</c:v>
                </c:pt>
                <c:pt idx="7488" formatCode="0.00">
                  <c:v>5.1343333333333332</c:v>
                </c:pt>
                <c:pt idx="7489" formatCode="0.00">
                  <c:v>5.1351666666666667</c:v>
                </c:pt>
                <c:pt idx="7490" formatCode="0.00">
                  <c:v>5.1360000000000001</c:v>
                </c:pt>
                <c:pt idx="7491" formatCode="0.00">
                  <c:v>5.1368333333333327</c:v>
                </c:pt>
                <c:pt idx="7492" formatCode="0.00">
                  <c:v>5.1376666666666662</c:v>
                </c:pt>
                <c:pt idx="7493" formatCode="0.00">
                  <c:v>5.1384999999999996</c:v>
                </c:pt>
                <c:pt idx="7494" formatCode="0.00">
                  <c:v>5.1393333333333331</c:v>
                </c:pt>
                <c:pt idx="7495" formatCode="0.00">
                  <c:v>5.1401666666666666</c:v>
                </c:pt>
                <c:pt idx="7496" formatCode="0.00">
                  <c:v>5.1409999999999991</c:v>
                </c:pt>
                <c:pt idx="7497" formatCode="0.00">
                  <c:v>5.1418333333333326</c:v>
                </c:pt>
                <c:pt idx="7498" formatCode="0.00">
                  <c:v>5.1426666666666661</c:v>
                </c:pt>
                <c:pt idx="7499" formatCode="0.00">
                  <c:v>5.1434999999999995</c:v>
                </c:pt>
                <c:pt idx="7500" formatCode="0.00">
                  <c:v>5.144333333333333</c:v>
                </c:pt>
                <c:pt idx="7501" formatCode="0.00">
                  <c:v>5.1451666666666656</c:v>
                </c:pt>
                <c:pt idx="7502" formatCode="0.00">
                  <c:v>5.145999999999999</c:v>
                </c:pt>
                <c:pt idx="7503" formatCode="0.00">
                  <c:v>5.1468333333333334</c:v>
                </c:pt>
                <c:pt idx="7504" formatCode="0.00">
                  <c:v>5.1476666666666668</c:v>
                </c:pt>
                <c:pt idx="7505" formatCode="0.00">
                  <c:v>5.1485000000000003</c:v>
                </c:pt>
                <c:pt idx="7506" formatCode="0.00">
                  <c:v>5.1493333333333329</c:v>
                </c:pt>
                <c:pt idx="7507" formatCode="0.00">
                  <c:v>5.1501666666666663</c:v>
                </c:pt>
                <c:pt idx="7508" formatCode="0.00">
                  <c:v>5.1509999999999998</c:v>
                </c:pt>
                <c:pt idx="7509" formatCode="0.00">
                  <c:v>5.1518333333333333</c:v>
                </c:pt>
                <c:pt idx="7510" formatCode="0.00">
                  <c:v>5.1526666666666667</c:v>
                </c:pt>
                <c:pt idx="7511" formatCode="0.00">
                  <c:v>5.1534999999999993</c:v>
                </c:pt>
                <c:pt idx="7512" formatCode="0.00">
                  <c:v>5.1543333333333328</c:v>
                </c:pt>
                <c:pt idx="7513" formatCode="0.00">
                  <c:v>5.1551666666666662</c:v>
                </c:pt>
                <c:pt idx="7514" formatCode="0.00">
                  <c:v>5.1559999999999997</c:v>
                </c:pt>
                <c:pt idx="7515" formatCode="0.00">
                  <c:v>5.1568333333333332</c:v>
                </c:pt>
                <c:pt idx="7516" formatCode="0.00">
                  <c:v>5.1576666666666657</c:v>
                </c:pt>
                <c:pt idx="7517" formatCode="0.00">
                  <c:v>5.1584999999999992</c:v>
                </c:pt>
                <c:pt idx="7518" formatCode="0.00">
                  <c:v>5.1593333333333327</c:v>
                </c:pt>
                <c:pt idx="7519" formatCode="0.00">
                  <c:v>5.1601666666666661</c:v>
                </c:pt>
                <c:pt idx="7520" formatCode="0.00">
                  <c:v>5.1609999999999996</c:v>
                </c:pt>
                <c:pt idx="7521" formatCode="0.00">
                  <c:v>5.1618333333333322</c:v>
                </c:pt>
                <c:pt idx="7522" formatCode="0.00">
                  <c:v>5.1626666666666665</c:v>
                </c:pt>
                <c:pt idx="7523" formatCode="0.00">
                  <c:v>5.1635</c:v>
                </c:pt>
                <c:pt idx="7524" formatCode="0.00">
                  <c:v>5.1643333333333334</c:v>
                </c:pt>
                <c:pt idx="7525" formatCode="0.00">
                  <c:v>5.1651666666666669</c:v>
                </c:pt>
                <c:pt idx="7526" formatCode="0.00">
                  <c:v>5.1659999999999995</c:v>
                </c:pt>
                <c:pt idx="7527" formatCode="0.00">
                  <c:v>5.1668333333333329</c:v>
                </c:pt>
                <c:pt idx="7528" formatCode="0.00">
                  <c:v>5.1676666666666664</c:v>
                </c:pt>
                <c:pt idx="7529" formatCode="0.00">
                  <c:v>5.1684999999999999</c:v>
                </c:pt>
                <c:pt idx="7530" formatCode="0.00">
                  <c:v>5.1693333333333333</c:v>
                </c:pt>
                <c:pt idx="7531" formatCode="0.00">
                  <c:v>5.1701666666666659</c:v>
                </c:pt>
                <c:pt idx="7532" formatCode="0.00">
                  <c:v>5.1709999999999994</c:v>
                </c:pt>
                <c:pt idx="7533" formatCode="0.00">
                  <c:v>5.1718333333333328</c:v>
                </c:pt>
                <c:pt idx="7534" formatCode="0.00">
                  <c:v>5.1726666666666663</c:v>
                </c:pt>
                <c:pt idx="7535" formatCode="0.00">
                  <c:v>5.1734999999999998</c:v>
                </c:pt>
                <c:pt idx="7536" formatCode="0.00">
                  <c:v>5.1743333333333323</c:v>
                </c:pt>
                <c:pt idx="7537" formatCode="0.00">
                  <c:v>5.1751666666666658</c:v>
                </c:pt>
                <c:pt idx="7538" formatCode="0.00">
                  <c:v>5.1759999999999993</c:v>
                </c:pt>
                <c:pt idx="7539" formatCode="0.00">
                  <c:v>5.1768333333333327</c:v>
                </c:pt>
                <c:pt idx="7540" formatCode="0.00">
                  <c:v>5.1776666666666671</c:v>
                </c:pt>
                <c:pt idx="7541" formatCode="0.00">
                  <c:v>5.1784999999999997</c:v>
                </c:pt>
                <c:pt idx="7542" formatCode="0.00">
                  <c:v>5.1793333333333331</c:v>
                </c:pt>
                <c:pt idx="7543" formatCode="0.00">
                  <c:v>5.1801666666666666</c:v>
                </c:pt>
                <c:pt idx="7544" formatCode="0.00">
                  <c:v>5.181</c:v>
                </c:pt>
                <c:pt idx="7545" formatCode="0.00">
                  <c:v>5.1818333333333335</c:v>
                </c:pt>
                <c:pt idx="7546" formatCode="0.00">
                  <c:v>5.1826666666666661</c:v>
                </c:pt>
                <c:pt idx="7547" formatCode="0.00">
                  <c:v>5.1834999999999996</c:v>
                </c:pt>
                <c:pt idx="7548" formatCode="0.00">
                  <c:v>5.184333333333333</c:v>
                </c:pt>
                <c:pt idx="7549" formatCode="0.00">
                  <c:v>5.1851666666666665</c:v>
                </c:pt>
                <c:pt idx="7550" formatCode="0.00">
                  <c:v>5.1859999999999999</c:v>
                </c:pt>
                <c:pt idx="7551" formatCode="0.00">
                  <c:v>5.1868333333333325</c:v>
                </c:pt>
                <c:pt idx="7552" formatCode="0.00">
                  <c:v>5.187666666666666</c:v>
                </c:pt>
                <c:pt idx="7553" formatCode="0.00">
                  <c:v>5.1884999999999994</c:v>
                </c:pt>
                <c:pt idx="7554" formatCode="0.00">
                  <c:v>5.1893333333333329</c:v>
                </c:pt>
                <c:pt idx="7555" formatCode="0.00">
                  <c:v>5.1901666666666664</c:v>
                </c:pt>
                <c:pt idx="7556" formatCode="0.00">
                  <c:v>5.1909999999999989</c:v>
                </c:pt>
                <c:pt idx="7557" formatCode="0.00">
                  <c:v>5.1918333333333324</c:v>
                </c:pt>
                <c:pt idx="7558" formatCode="0.00">
                  <c:v>5.1926666666666659</c:v>
                </c:pt>
                <c:pt idx="7559" formatCode="0.00">
                  <c:v>5.1935000000000002</c:v>
                </c:pt>
                <c:pt idx="7560" formatCode="0.00">
                  <c:v>5.1943333333333337</c:v>
                </c:pt>
                <c:pt idx="7561" formatCode="0.00">
                  <c:v>5.1951666666666663</c:v>
                </c:pt>
                <c:pt idx="7562" formatCode="0.00">
                  <c:v>5.1959999999999997</c:v>
                </c:pt>
                <c:pt idx="7563" formatCode="0.00">
                  <c:v>5.1968333333333332</c:v>
                </c:pt>
                <c:pt idx="7564" formatCode="0.00">
                  <c:v>5.1976666666666667</c:v>
                </c:pt>
                <c:pt idx="7565" formatCode="0.00">
                  <c:v>5.1985000000000001</c:v>
                </c:pt>
                <c:pt idx="7566" formatCode="0.00">
                  <c:v>5.1993333333333327</c:v>
                </c:pt>
                <c:pt idx="7567" formatCode="0.00">
                  <c:v>5.2001666666666662</c:v>
                </c:pt>
                <c:pt idx="7568" formatCode="0.00">
                  <c:v>5.2009999999999996</c:v>
                </c:pt>
                <c:pt idx="7569" formatCode="0.00">
                  <c:v>5.2018333333333331</c:v>
                </c:pt>
                <c:pt idx="7570" formatCode="0.00">
                  <c:v>5.2026666666666666</c:v>
                </c:pt>
                <c:pt idx="7571" formatCode="0.00">
                  <c:v>5.2034999999999991</c:v>
                </c:pt>
                <c:pt idx="7572" formatCode="0.00">
                  <c:v>5.2043333333333326</c:v>
                </c:pt>
                <c:pt idx="7573" formatCode="0.00">
                  <c:v>5.2051666666666661</c:v>
                </c:pt>
                <c:pt idx="7574" formatCode="0.00">
                  <c:v>5.2059999999999995</c:v>
                </c:pt>
                <c:pt idx="7575" formatCode="0.00">
                  <c:v>5.206833333333333</c:v>
                </c:pt>
                <c:pt idx="7576" formatCode="0.00">
                  <c:v>5.2076666666666656</c:v>
                </c:pt>
                <c:pt idx="7577" formatCode="0.00">
                  <c:v>5.208499999999999</c:v>
                </c:pt>
                <c:pt idx="7578" formatCode="0.00">
                  <c:v>5.2093333333333334</c:v>
                </c:pt>
                <c:pt idx="7579" formatCode="0.00">
                  <c:v>5.2101666666666668</c:v>
                </c:pt>
                <c:pt idx="7580" formatCode="0.00">
                  <c:v>5.2110000000000003</c:v>
                </c:pt>
                <c:pt idx="7581" formatCode="0.00">
                  <c:v>5.2118333333333329</c:v>
                </c:pt>
                <c:pt idx="7582" formatCode="0.00">
                  <c:v>5.2126666666666663</c:v>
                </c:pt>
                <c:pt idx="7583" formatCode="0.00">
                  <c:v>5.2134999999999998</c:v>
                </c:pt>
                <c:pt idx="7584" formatCode="0.00">
                  <c:v>5.2143333333333333</c:v>
                </c:pt>
                <c:pt idx="7585" formatCode="0.00">
                  <c:v>5.2151666666666667</c:v>
                </c:pt>
                <c:pt idx="7586" formatCode="0.00">
                  <c:v>5.2159999999999993</c:v>
                </c:pt>
                <c:pt idx="7587" formatCode="0.00">
                  <c:v>5.2168333333333328</c:v>
                </c:pt>
                <c:pt idx="7588" formatCode="0.00">
                  <c:v>5.2176666666666662</c:v>
                </c:pt>
                <c:pt idx="7589" formatCode="0.00">
                  <c:v>5.2184999999999997</c:v>
                </c:pt>
                <c:pt idx="7590" formatCode="0.00">
                  <c:v>5.2193333333333332</c:v>
                </c:pt>
                <c:pt idx="7591" formatCode="0.00">
                  <c:v>5.2201666666666657</c:v>
                </c:pt>
                <c:pt idx="7592" formatCode="0.00">
                  <c:v>5.2209999999999992</c:v>
                </c:pt>
                <c:pt idx="7593" formatCode="0.00">
                  <c:v>5.2218333333333327</c:v>
                </c:pt>
                <c:pt idx="7594" formatCode="0.00">
                  <c:v>5.2226666666666661</c:v>
                </c:pt>
                <c:pt idx="7595" formatCode="0.00">
                  <c:v>5.2234999999999996</c:v>
                </c:pt>
                <c:pt idx="7596" formatCode="0.00">
                  <c:v>5.2243333333333322</c:v>
                </c:pt>
                <c:pt idx="7597" formatCode="0.00">
                  <c:v>5.2251666666666665</c:v>
                </c:pt>
                <c:pt idx="7598" formatCode="0.00">
                  <c:v>5.226</c:v>
                </c:pt>
                <c:pt idx="7599" formatCode="0.00">
                  <c:v>5.2268333333333334</c:v>
                </c:pt>
                <c:pt idx="7600" formatCode="0.00">
                  <c:v>5.2276666666666669</c:v>
                </c:pt>
                <c:pt idx="7601" formatCode="0.00">
                  <c:v>5.2284999999999995</c:v>
                </c:pt>
                <c:pt idx="7602" formatCode="0.00">
                  <c:v>5.2293333333333329</c:v>
                </c:pt>
                <c:pt idx="7603" formatCode="0.00">
                  <c:v>5.2301666666666664</c:v>
                </c:pt>
                <c:pt idx="7604" formatCode="0.00">
                  <c:v>5.2309999999999999</c:v>
                </c:pt>
                <c:pt idx="7605" formatCode="0.00">
                  <c:v>5.2318333333333333</c:v>
                </c:pt>
                <c:pt idx="7606" formatCode="0.00">
                  <c:v>5.2326666666666659</c:v>
                </c:pt>
                <c:pt idx="7607" formatCode="0.00">
                  <c:v>5.2334999999999994</c:v>
                </c:pt>
                <c:pt idx="7608" formatCode="0.00">
                  <c:v>5.2343333333333328</c:v>
                </c:pt>
                <c:pt idx="7609" formatCode="0.00">
                  <c:v>5.2351666666666663</c:v>
                </c:pt>
                <c:pt idx="7610" formatCode="0.00">
                  <c:v>5.2359999999999998</c:v>
                </c:pt>
                <c:pt idx="7611" formatCode="0.00">
                  <c:v>5.2368333333333323</c:v>
                </c:pt>
                <c:pt idx="7612" formatCode="0.00">
                  <c:v>5.2376666666666658</c:v>
                </c:pt>
                <c:pt idx="7613" formatCode="0.00">
                  <c:v>5.2384999999999993</c:v>
                </c:pt>
                <c:pt idx="7614" formatCode="0.00">
                  <c:v>5.2393333333333327</c:v>
                </c:pt>
                <c:pt idx="7615" formatCode="0.00">
                  <c:v>5.2401666666666671</c:v>
                </c:pt>
                <c:pt idx="7616" formatCode="0.00">
                  <c:v>5.2409999999999997</c:v>
                </c:pt>
                <c:pt idx="7617" formatCode="0.00">
                  <c:v>5.2418333333333331</c:v>
                </c:pt>
                <c:pt idx="7618" formatCode="0.00">
                  <c:v>5.2426666666666666</c:v>
                </c:pt>
                <c:pt idx="7619" formatCode="0.00">
                  <c:v>5.2435</c:v>
                </c:pt>
                <c:pt idx="7620" formatCode="0.00">
                  <c:v>5.2443333333333335</c:v>
                </c:pt>
                <c:pt idx="7621" formatCode="0.00">
                  <c:v>5.2451666666666661</c:v>
                </c:pt>
                <c:pt idx="7622" formatCode="0.00">
                  <c:v>5.2459999999999996</c:v>
                </c:pt>
                <c:pt idx="7623" formatCode="0.00">
                  <c:v>5.246833333333333</c:v>
                </c:pt>
                <c:pt idx="7624" formatCode="0.00">
                  <c:v>5.2476666666666665</c:v>
                </c:pt>
                <c:pt idx="7625" formatCode="0.00">
                  <c:v>5.2484999999999999</c:v>
                </c:pt>
                <c:pt idx="7626" formatCode="0.00">
                  <c:v>5.2493333333333325</c:v>
                </c:pt>
                <c:pt idx="7627" formatCode="0.00">
                  <c:v>5.250166666666666</c:v>
                </c:pt>
                <c:pt idx="7628" formatCode="0.00">
                  <c:v>5.2509999999999994</c:v>
                </c:pt>
                <c:pt idx="7629" formatCode="0.00">
                  <c:v>5.2518333333333329</c:v>
                </c:pt>
                <c:pt idx="7630" formatCode="0.00">
                  <c:v>5.2526666666666664</c:v>
                </c:pt>
                <c:pt idx="7631" formatCode="0.00">
                  <c:v>5.2534999999999989</c:v>
                </c:pt>
                <c:pt idx="7632" formatCode="0.00">
                  <c:v>5.2543333333333324</c:v>
                </c:pt>
                <c:pt idx="7633" formatCode="0.00">
                  <c:v>5.2551666666666659</c:v>
                </c:pt>
                <c:pt idx="7634" formatCode="0.00">
                  <c:v>5.2560000000000002</c:v>
                </c:pt>
                <c:pt idx="7635" formatCode="0.00">
                  <c:v>5.2568333333333337</c:v>
                </c:pt>
                <c:pt idx="7636" formatCode="0.00">
                  <c:v>5.2576666666666663</c:v>
                </c:pt>
                <c:pt idx="7637" formatCode="0.00">
                  <c:v>5.2584999999999997</c:v>
                </c:pt>
                <c:pt idx="7638" formatCode="0.00">
                  <c:v>5.2593333333333332</c:v>
                </c:pt>
                <c:pt idx="7639" formatCode="0.00">
                  <c:v>5.2601666666666667</c:v>
                </c:pt>
                <c:pt idx="7640" formatCode="0.00">
                  <c:v>5.2610000000000001</c:v>
                </c:pt>
                <c:pt idx="7641" formatCode="0.00">
                  <c:v>5.2618333333333327</c:v>
                </c:pt>
                <c:pt idx="7642" formatCode="0.00">
                  <c:v>5.2626666666666662</c:v>
                </c:pt>
                <c:pt idx="7643" formatCode="0.00">
                  <c:v>5.2634999999999996</c:v>
                </c:pt>
                <c:pt idx="7644" formatCode="0.00">
                  <c:v>5.2643333333333331</c:v>
                </c:pt>
                <c:pt idx="7645" formatCode="0.00">
                  <c:v>5.2651666666666666</c:v>
                </c:pt>
                <c:pt idx="7646" formatCode="0.00">
                  <c:v>5.2659999999999991</c:v>
                </c:pt>
                <c:pt idx="7647" formatCode="0.00">
                  <c:v>5.2668333333333326</c:v>
                </c:pt>
                <c:pt idx="7648" formatCode="0.00">
                  <c:v>5.2676666666666661</c:v>
                </c:pt>
                <c:pt idx="7649" formatCode="0.00">
                  <c:v>5.2684999999999995</c:v>
                </c:pt>
                <c:pt idx="7650" formatCode="0.00">
                  <c:v>5.269333333333333</c:v>
                </c:pt>
                <c:pt idx="7651" formatCode="0.00">
                  <c:v>5.2701666666666656</c:v>
                </c:pt>
                <c:pt idx="7652" formatCode="0.00">
                  <c:v>5.270999999999999</c:v>
                </c:pt>
                <c:pt idx="7653" formatCode="0.00">
                  <c:v>5.2718333333333334</c:v>
                </c:pt>
                <c:pt idx="7654" formatCode="0.00">
                  <c:v>5.2726666666666668</c:v>
                </c:pt>
                <c:pt idx="7655" formatCode="0.00">
                  <c:v>5.2735000000000003</c:v>
                </c:pt>
                <c:pt idx="7656" formatCode="0.00">
                  <c:v>5.2743333333333329</c:v>
                </c:pt>
                <c:pt idx="7657" formatCode="0.00">
                  <c:v>5.2751666666666663</c:v>
                </c:pt>
                <c:pt idx="7658" formatCode="0.00">
                  <c:v>5.2759999999999998</c:v>
                </c:pt>
                <c:pt idx="7659" formatCode="0.00">
                  <c:v>5.2768333333333333</c:v>
                </c:pt>
                <c:pt idx="7660" formatCode="0.00">
                  <c:v>5.2776666666666667</c:v>
                </c:pt>
                <c:pt idx="7661" formatCode="0.00">
                  <c:v>5.2784999999999993</c:v>
                </c:pt>
                <c:pt idx="7662" formatCode="0.00">
                  <c:v>5.2793333333333328</c:v>
                </c:pt>
                <c:pt idx="7663" formatCode="0.00">
                  <c:v>5.2801666666666662</c:v>
                </c:pt>
                <c:pt idx="7664" formatCode="0.00">
                  <c:v>5.2809999999999997</c:v>
                </c:pt>
                <c:pt idx="7665" formatCode="0.00">
                  <c:v>5.2818333333333332</c:v>
                </c:pt>
                <c:pt idx="7666" formatCode="0.00">
                  <c:v>5.2826666666666657</c:v>
                </c:pt>
                <c:pt idx="7667" formatCode="0.00">
                  <c:v>5.2834999999999992</c:v>
                </c:pt>
                <c:pt idx="7668" formatCode="0.00">
                  <c:v>5.2843333333333327</c:v>
                </c:pt>
                <c:pt idx="7669" formatCode="0.00">
                  <c:v>5.2851666666666661</c:v>
                </c:pt>
                <c:pt idx="7670" formatCode="0.00">
                  <c:v>5.2859999999999996</c:v>
                </c:pt>
                <c:pt idx="7671" formatCode="0.00">
                  <c:v>5.2868333333333322</c:v>
                </c:pt>
                <c:pt idx="7672" formatCode="0.00">
                  <c:v>5.2876666666666665</c:v>
                </c:pt>
                <c:pt idx="7673" formatCode="0.00">
                  <c:v>5.2885</c:v>
                </c:pt>
                <c:pt idx="7674" formatCode="0.00">
                  <c:v>5.2893333333333334</c:v>
                </c:pt>
                <c:pt idx="7675" formatCode="0.00">
                  <c:v>5.2901666666666669</c:v>
                </c:pt>
                <c:pt idx="7676" formatCode="0.00">
                  <c:v>5.2909999999999995</c:v>
                </c:pt>
                <c:pt idx="7677" formatCode="0.00">
                  <c:v>5.2918333333333329</c:v>
                </c:pt>
                <c:pt idx="7678" formatCode="0.00">
                  <c:v>5.2926666666666664</c:v>
                </c:pt>
                <c:pt idx="7679" formatCode="0.00">
                  <c:v>5.2934999999999999</c:v>
                </c:pt>
                <c:pt idx="7680" formatCode="0.00">
                  <c:v>5.2943333333333333</c:v>
                </c:pt>
                <c:pt idx="7681" formatCode="0.00">
                  <c:v>5.2951666666666659</c:v>
                </c:pt>
                <c:pt idx="7682" formatCode="0.00">
                  <c:v>5.2959999999999994</c:v>
                </c:pt>
                <c:pt idx="7683" formatCode="0.00">
                  <c:v>5.2968333333333328</c:v>
                </c:pt>
                <c:pt idx="7684" formatCode="0.00">
                  <c:v>5.2976666666666663</c:v>
                </c:pt>
                <c:pt idx="7685" formatCode="0.00">
                  <c:v>5.2984999999999998</c:v>
                </c:pt>
                <c:pt idx="7686" formatCode="0.00">
                  <c:v>5.2993333333333323</c:v>
                </c:pt>
                <c:pt idx="7687" formatCode="0.00">
                  <c:v>5.3001666666666658</c:v>
                </c:pt>
                <c:pt idx="7688" formatCode="0.00">
                  <c:v>5.3009999999999993</c:v>
                </c:pt>
                <c:pt idx="7689" formatCode="0.00">
                  <c:v>5.3018333333333327</c:v>
                </c:pt>
                <c:pt idx="7690" formatCode="0.00">
                  <c:v>5.3026666666666671</c:v>
                </c:pt>
                <c:pt idx="7691" formatCode="0.00">
                  <c:v>5.3034999999999997</c:v>
                </c:pt>
                <c:pt idx="7692" formatCode="0.00">
                  <c:v>5.3043333333333331</c:v>
                </c:pt>
                <c:pt idx="7693" formatCode="0.00">
                  <c:v>5.3051666666666666</c:v>
                </c:pt>
                <c:pt idx="7694" formatCode="0.00">
                  <c:v>5.306</c:v>
                </c:pt>
                <c:pt idx="7695" formatCode="0.00">
                  <c:v>5.3068333333333335</c:v>
                </c:pt>
                <c:pt idx="7696" formatCode="0.00">
                  <c:v>5.3076666666666661</c:v>
                </c:pt>
                <c:pt idx="7697" formatCode="0.00">
                  <c:v>5.3084999999999996</c:v>
                </c:pt>
                <c:pt idx="7698" formatCode="0.00">
                  <c:v>5.309333333333333</c:v>
                </c:pt>
                <c:pt idx="7699" formatCode="0.00">
                  <c:v>5.3101666666666665</c:v>
                </c:pt>
                <c:pt idx="7700" formatCode="0.00">
                  <c:v>5.3109999999999999</c:v>
                </c:pt>
                <c:pt idx="7701" formatCode="0.00">
                  <c:v>5.3118333333333325</c:v>
                </c:pt>
                <c:pt idx="7702" formatCode="0.00">
                  <c:v>5.312666666666666</c:v>
                </c:pt>
                <c:pt idx="7703" formatCode="0.00">
                  <c:v>5.3134999999999994</c:v>
                </c:pt>
                <c:pt idx="7704" formatCode="0.00">
                  <c:v>5.3143333333333329</c:v>
                </c:pt>
                <c:pt idx="7705" formatCode="0.00">
                  <c:v>5.3151666666666664</c:v>
                </c:pt>
                <c:pt idx="7706" formatCode="0.00">
                  <c:v>5.3159999999999989</c:v>
                </c:pt>
                <c:pt idx="7707" formatCode="0.00">
                  <c:v>5.3168333333333324</c:v>
                </c:pt>
                <c:pt idx="7708" formatCode="0.00">
                  <c:v>5.3176666666666659</c:v>
                </c:pt>
                <c:pt idx="7709" formatCode="0.00">
                  <c:v>5.3185000000000002</c:v>
                </c:pt>
                <c:pt idx="7710" formatCode="0.00">
                  <c:v>5.3193333333333337</c:v>
                </c:pt>
                <c:pt idx="7711" formatCode="0.00">
                  <c:v>5.3201666666666663</c:v>
                </c:pt>
                <c:pt idx="7712" formatCode="0.00">
                  <c:v>5.3209999999999997</c:v>
                </c:pt>
                <c:pt idx="7713" formatCode="0.00">
                  <c:v>5.3218333333333332</c:v>
                </c:pt>
                <c:pt idx="7714" formatCode="0.00">
                  <c:v>5.3226666666666667</c:v>
                </c:pt>
                <c:pt idx="7715" formatCode="0.00">
                  <c:v>5.3235000000000001</c:v>
                </c:pt>
                <c:pt idx="7716" formatCode="0.00">
                  <c:v>5.3243333333333327</c:v>
                </c:pt>
                <c:pt idx="7717" formatCode="0.00">
                  <c:v>5.3251666666666662</c:v>
                </c:pt>
                <c:pt idx="7718" formatCode="0.00">
                  <c:v>5.3259999999999996</c:v>
                </c:pt>
                <c:pt idx="7719" formatCode="0.00">
                  <c:v>5.3268333333333331</c:v>
                </c:pt>
                <c:pt idx="7720" formatCode="0.00">
                  <c:v>5.3276666666666666</c:v>
                </c:pt>
                <c:pt idx="7721" formatCode="0.00">
                  <c:v>5.3284999999999991</c:v>
                </c:pt>
                <c:pt idx="7722" formatCode="0.00">
                  <c:v>5.3293333333333326</c:v>
                </c:pt>
                <c:pt idx="7723" formatCode="0.00">
                  <c:v>5.3301666666666661</c:v>
                </c:pt>
                <c:pt idx="7724" formatCode="0.00">
                  <c:v>5.3309999999999995</c:v>
                </c:pt>
                <c:pt idx="7725" formatCode="0.00">
                  <c:v>5.331833333333333</c:v>
                </c:pt>
                <c:pt idx="7726" formatCode="0.00">
                  <c:v>5.3326666666666656</c:v>
                </c:pt>
                <c:pt idx="7727" formatCode="0.00">
                  <c:v>5.333499999999999</c:v>
                </c:pt>
                <c:pt idx="7728" formatCode="0.00">
                  <c:v>5.3343333333333334</c:v>
                </c:pt>
                <c:pt idx="7729" formatCode="0.00">
                  <c:v>5.3351666666666668</c:v>
                </c:pt>
                <c:pt idx="7730" formatCode="0.00">
                  <c:v>5.3360000000000003</c:v>
                </c:pt>
                <c:pt idx="7731" formatCode="0.00">
                  <c:v>5.3368333333333329</c:v>
                </c:pt>
                <c:pt idx="7732" formatCode="0.00">
                  <c:v>5.3376666666666663</c:v>
                </c:pt>
                <c:pt idx="7733" formatCode="0.00">
                  <c:v>5.3384999999999998</c:v>
                </c:pt>
                <c:pt idx="7734" formatCode="0.00">
                  <c:v>5.3393333333333333</c:v>
                </c:pt>
                <c:pt idx="7735" formatCode="0.00">
                  <c:v>5.3401666666666667</c:v>
                </c:pt>
                <c:pt idx="7736" formatCode="0.00">
                  <c:v>5.3409999999999993</c:v>
                </c:pt>
                <c:pt idx="7737" formatCode="0.00">
                  <c:v>5.3418333333333328</c:v>
                </c:pt>
                <c:pt idx="7738" formatCode="0.00">
                  <c:v>5.3426666666666662</c:v>
                </c:pt>
                <c:pt idx="7739" formatCode="0.00">
                  <c:v>5.3434999999999997</c:v>
                </c:pt>
                <c:pt idx="7740" formatCode="0.00">
                  <c:v>5.3443333333333332</c:v>
                </c:pt>
                <c:pt idx="7741" formatCode="0.00">
                  <c:v>5.3451666666666657</c:v>
                </c:pt>
                <c:pt idx="7742" formatCode="0.00">
                  <c:v>5.3459999999999992</c:v>
                </c:pt>
                <c:pt idx="7743" formatCode="0.00">
                  <c:v>5.3468333333333327</c:v>
                </c:pt>
                <c:pt idx="7744" formatCode="0.00">
                  <c:v>5.3476666666666661</c:v>
                </c:pt>
                <c:pt idx="7745" formatCode="0.00">
                  <c:v>5.3484999999999996</c:v>
                </c:pt>
                <c:pt idx="7746" formatCode="0.00">
                  <c:v>5.3493333333333322</c:v>
                </c:pt>
                <c:pt idx="7747" formatCode="0.00">
                  <c:v>5.3501666666666665</c:v>
                </c:pt>
                <c:pt idx="7748" formatCode="0.00">
                  <c:v>5.351</c:v>
                </c:pt>
                <c:pt idx="7749" formatCode="0.00">
                  <c:v>5.3518333333333334</c:v>
                </c:pt>
                <c:pt idx="7750" formatCode="0.00">
                  <c:v>5.3526666666666669</c:v>
                </c:pt>
                <c:pt idx="7751" formatCode="0.00">
                  <c:v>5.3534999999999995</c:v>
                </c:pt>
                <c:pt idx="7752" formatCode="0.00">
                  <c:v>5.3543333333333329</c:v>
                </c:pt>
                <c:pt idx="7753" formatCode="0.00">
                  <c:v>5.3551666666666664</c:v>
                </c:pt>
                <c:pt idx="7754" formatCode="0.00">
                  <c:v>5.3559999999999999</c:v>
                </c:pt>
                <c:pt idx="7755" formatCode="0.00">
                  <c:v>5.3568333333333333</c:v>
                </c:pt>
                <c:pt idx="7756" formatCode="0.00">
                  <c:v>5.3576666666666659</c:v>
                </c:pt>
                <c:pt idx="7757" formatCode="0.00">
                  <c:v>5.3584999999999994</c:v>
                </c:pt>
                <c:pt idx="7758" formatCode="0.00">
                  <c:v>5.3593333333333328</c:v>
                </c:pt>
                <c:pt idx="7759" formatCode="0.00">
                  <c:v>5.3601666666666663</c:v>
                </c:pt>
                <c:pt idx="7760" formatCode="0.00">
                  <c:v>5.3609999999999998</c:v>
                </c:pt>
                <c:pt idx="7761" formatCode="0.00">
                  <c:v>5.3618333333333323</c:v>
                </c:pt>
                <c:pt idx="7762" formatCode="0.00">
                  <c:v>5.3626666666666658</c:v>
                </c:pt>
                <c:pt idx="7763" formatCode="0.00">
                  <c:v>5.3634999999999993</c:v>
                </c:pt>
                <c:pt idx="7764" formatCode="0.00">
                  <c:v>5.3643333333333327</c:v>
                </c:pt>
                <c:pt idx="7765" formatCode="0.00">
                  <c:v>5.3651666666666671</c:v>
                </c:pt>
                <c:pt idx="7766" formatCode="0.00">
                  <c:v>5.3659999999999997</c:v>
                </c:pt>
                <c:pt idx="7767" formatCode="0.00">
                  <c:v>5.3668333333333331</c:v>
                </c:pt>
                <c:pt idx="7768" formatCode="0.00">
                  <c:v>5.3676666666666666</c:v>
                </c:pt>
                <c:pt idx="7769" formatCode="0.00">
                  <c:v>5.3685</c:v>
                </c:pt>
                <c:pt idx="7770" formatCode="0.00">
                  <c:v>5.3693333333333335</c:v>
                </c:pt>
                <c:pt idx="7771" formatCode="0.00">
                  <c:v>5.3701666666666661</c:v>
                </c:pt>
                <c:pt idx="7772" formatCode="0.00">
                  <c:v>5.3709999999999996</c:v>
                </c:pt>
                <c:pt idx="7773" formatCode="0.00">
                  <c:v>5.371833333333333</c:v>
                </c:pt>
                <c:pt idx="7774" formatCode="0.00">
                  <c:v>5.3726666666666665</c:v>
                </c:pt>
                <c:pt idx="7775" formatCode="0.00">
                  <c:v>5.3734999999999999</c:v>
                </c:pt>
                <c:pt idx="7776" formatCode="0.00">
                  <c:v>5.3743333333333325</c:v>
                </c:pt>
                <c:pt idx="7777" formatCode="0.00">
                  <c:v>5.375166666666666</c:v>
                </c:pt>
                <c:pt idx="7778" formatCode="0.00">
                  <c:v>5.3759999999999994</c:v>
                </c:pt>
                <c:pt idx="7779" formatCode="0.00">
                  <c:v>5.3768333333333329</c:v>
                </c:pt>
                <c:pt idx="7780" formatCode="0.00">
                  <c:v>5.3776666666666664</c:v>
                </c:pt>
                <c:pt idx="7781" formatCode="0.00">
                  <c:v>5.3784999999999989</c:v>
                </c:pt>
                <c:pt idx="7782" formatCode="0.00">
                  <c:v>5.3793333333333324</c:v>
                </c:pt>
                <c:pt idx="7783" formatCode="0.00">
                  <c:v>5.3801666666666659</c:v>
                </c:pt>
                <c:pt idx="7784" formatCode="0.00">
                  <c:v>5.3810000000000002</c:v>
                </c:pt>
                <c:pt idx="7785" formatCode="0.00">
                  <c:v>5.3818333333333337</c:v>
                </c:pt>
                <c:pt idx="7786" formatCode="0.00">
                  <c:v>5.3826666666666663</c:v>
                </c:pt>
                <c:pt idx="7787" formatCode="0.00">
                  <c:v>5.3834999999999997</c:v>
                </c:pt>
                <c:pt idx="7788" formatCode="0.00">
                  <c:v>5.3843333333333332</c:v>
                </c:pt>
                <c:pt idx="7789" formatCode="0.00">
                  <c:v>5.3851666666666667</c:v>
                </c:pt>
                <c:pt idx="7790" formatCode="0.00">
                  <c:v>5.3860000000000001</c:v>
                </c:pt>
                <c:pt idx="7791" formatCode="0.00">
                  <c:v>5.3868333333333327</c:v>
                </c:pt>
                <c:pt idx="7792" formatCode="0.00">
                  <c:v>5.3876666666666662</c:v>
                </c:pt>
                <c:pt idx="7793" formatCode="0.00">
                  <c:v>5.3884999999999996</c:v>
                </c:pt>
                <c:pt idx="7794" formatCode="0.00">
                  <c:v>5.3893333333333331</c:v>
                </c:pt>
                <c:pt idx="7795" formatCode="0.00">
                  <c:v>5.3901666666666666</c:v>
                </c:pt>
                <c:pt idx="7796" formatCode="0.00">
                  <c:v>5.3909999999999991</c:v>
                </c:pt>
                <c:pt idx="7797" formatCode="0.00">
                  <c:v>5.3918333333333326</c:v>
                </c:pt>
                <c:pt idx="7798" formatCode="0.00">
                  <c:v>5.3926666666666661</c:v>
                </c:pt>
                <c:pt idx="7799" formatCode="0.00">
                  <c:v>5.3934999999999995</c:v>
                </c:pt>
                <c:pt idx="7800" formatCode="0.00">
                  <c:v>5.394333333333333</c:v>
                </c:pt>
                <c:pt idx="7801" formatCode="0.00">
                  <c:v>5.3951666666666656</c:v>
                </c:pt>
                <c:pt idx="7802" formatCode="0.00">
                  <c:v>5.395999999999999</c:v>
                </c:pt>
                <c:pt idx="7803" formatCode="0.00">
                  <c:v>5.3968333333333334</c:v>
                </c:pt>
                <c:pt idx="7804" formatCode="0.00">
                  <c:v>5.3976666666666668</c:v>
                </c:pt>
                <c:pt idx="7805" formatCode="0.00">
                  <c:v>5.3985000000000003</c:v>
                </c:pt>
                <c:pt idx="7806" formatCode="0.00">
                  <c:v>5.3993333333333329</c:v>
                </c:pt>
                <c:pt idx="7807" formatCode="0.00">
                  <c:v>5.4001666666666663</c:v>
                </c:pt>
                <c:pt idx="7808" formatCode="0.00">
                  <c:v>5.4009999999999998</c:v>
                </c:pt>
                <c:pt idx="7809" formatCode="0.00">
                  <c:v>5.4018333333333333</c:v>
                </c:pt>
                <c:pt idx="7810" formatCode="0.00">
                  <c:v>5.4026666666666667</c:v>
                </c:pt>
                <c:pt idx="7811" formatCode="0.00">
                  <c:v>5.4034999999999993</c:v>
                </c:pt>
                <c:pt idx="7812" formatCode="0.00">
                  <c:v>5.4043333333333328</c:v>
                </c:pt>
                <c:pt idx="7813" formatCode="0.00">
                  <c:v>5.4051666666666662</c:v>
                </c:pt>
                <c:pt idx="7814" formatCode="0.00">
                  <c:v>5.4059999999999997</c:v>
                </c:pt>
                <c:pt idx="7815" formatCode="0.00">
                  <c:v>5.4068333333333332</c:v>
                </c:pt>
                <c:pt idx="7816" formatCode="0.00">
                  <c:v>5.4076666666666657</c:v>
                </c:pt>
                <c:pt idx="7817" formatCode="0.00">
                  <c:v>5.4084999999999992</c:v>
                </c:pt>
                <c:pt idx="7818" formatCode="0.00">
                  <c:v>5.4093333333333327</c:v>
                </c:pt>
                <c:pt idx="7819" formatCode="0.00">
                  <c:v>5.4101666666666661</c:v>
                </c:pt>
                <c:pt idx="7820" formatCode="0.00">
                  <c:v>5.4109999999999996</c:v>
                </c:pt>
                <c:pt idx="7821" formatCode="0.00">
                  <c:v>5.4118333333333322</c:v>
                </c:pt>
                <c:pt idx="7822" formatCode="0.00">
                  <c:v>5.4126666666666665</c:v>
                </c:pt>
                <c:pt idx="7823" formatCode="0.00">
                  <c:v>5.4135</c:v>
                </c:pt>
                <c:pt idx="7824" formatCode="0.00">
                  <c:v>5.4143333333333334</c:v>
                </c:pt>
                <c:pt idx="7825" formatCode="0.00">
                  <c:v>5.4151666666666669</c:v>
                </c:pt>
                <c:pt idx="7826" formatCode="0.00">
                  <c:v>5.4159999999999995</c:v>
                </c:pt>
                <c:pt idx="7827" formatCode="0.00">
                  <c:v>5.4168333333333329</c:v>
                </c:pt>
                <c:pt idx="7828" formatCode="0.00">
                  <c:v>5.4176666666666664</c:v>
                </c:pt>
                <c:pt idx="7829" formatCode="0.00">
                  <c:v>5.4184999999999999</c:v>
                </c:pt>
                <c:pt idx="7830" formatCode="0.00">
                  <c:v>5.4193333333333333</c:v>
                </c:pt>
                <c:pt idx="7831" formatCode="0.00">
                  <c:v>5.4201666666666659</c:v>
                </c:pt>
                <c:pt idx="7832" formatCode="0.00">
                  <c:v>5.4209999999999994</c:v>
                </c:pt>
                <c:pt idx="7833" formatCode="0.00">
                  <c:v>5.4218333333333328</c:v>
                </c:pt>
                <c:pt idx="7834" formatCode="0.00">
                  <c:v>5.4226666666666663</c:v>
                </c:pt>
                <c:pt idx="7835" formatCode="0.00">
                  <c:v>5.4234999999999998</c:v>
                </c:pt>
                <c:pt idx="7836" formatCode="0.00">
                  <c:v>5.4243333333333323</c:v>
                </c:pt>
                <c:pt idx="7837" formatCode="0.00">
                  <c:v>5.4251666666666658</c:v>
                </c:pt>
                <c:pt idx="7838" formatCode="0.00">
                  <c:v>5.4259999999999993</c:v>
                </c:pt>
                <c:pt idx="7839" formatCode="0.00">
                  <c:v>5.4268333333333327</c:v>
                </c:pt>
                <c:pt idx="7840" formatCode="0.00">
                  <c:v>5.4276666666666671</c:v>
                </c:pt>
                <c:pt idx="7841" formatCode="0.00">
                  <c:v>5.4284999999999997</c:v>
                </c:pt>
                <c:pt idx="7842" formatCode="0.00">
                  <c:v>5.4293333333333331</c:v>
                </c:pt>
                <c:pt idx="7843" formatCode="0.00">
                  <c:v>5.4301666666666666</c:v>
                </c:pt>
                <c:pt idx="7844" formatCode="0.00">
                  <c:v>5.431</c:v>
                </c:pt>
                <c:pt idx="7845" formatCode="0.00">
                  <c:v>5.4318333333333335</c:v>
                </c:pt>
                <c:pt idx="7846" formatCode="0.00">
                  <c:v>5.4326666666666661</c:v>
                </c:pt>
                <c:pt idx="7847" formatCode="0.00">
                  <c:v>5.4334999999999996</c:v>
                </c:pt>
                <c:pt idx="7848" formatCode="0.00">
                  <c:v>5.434333333333333</c:v>
                </c:pt>
                <c:pt idx="7849" formatCode="0.00">
                  <c:v>5.4351666666666665</c:v>
                </c:pt>
                <c:pt idx="7850" formatCode="0.00">
                  <c:v>5.4359999999999999</c:v>
                </c:pt>
                <c:pt idx="7851" formatCode="0.00">
                  <c:v>5.4368333333333325</c:v>
                </c:pt>
                <c:pt idx="7852" formatCode="0.00">
                  <c:v>5.437666666666666</c:v>
                </c:pt>
                <c:pt idx="7853" formatCode="0.00">
                  <c:v>5.4384999999999994</c:v>
                </c:pt>
                <c:pt idx="7854" formatCode="0.00">
                  <c:v>5.4393333333333329</c:v>
                </c:pt>
                <c:pt idx="7855" formatCode="0.00">
                  <c:v>5.4401666666666664</c:v>
                </c:pt>
                <c:pt idx="7856" formatCode="0.00">
                  <c:v>5.4409999999999989</c:v>
                </c:pt>
                <c:pt idx="7857" formatCode="0.00">
                  <c:v>5.4418333333333324</c:v>
                </c:pt>
                <c:pt idx="7858" formatCode="0.00">
                  <c:v>5.4426666666666659</c:v>
                </c:pt>
                <c:pt idx="7859" formatCode="0.00">
                  <c:v>5.4435000000000002</c:v>
                </c:pt>
                <c:pt idx="7860" formatCode="0.00">
                  <c:v>5.4443333333333337</c:v>
                </c:pt>
                <c:pt idx="7861" formatCode="0.00">
                  <c:v>5.4451666666666663</c:v>
                </c:pt>
                <c:pt idx="7862" formatCode="0.00">
                  <c:v>5.4459999999999997</c:v>
                </c:pt>
                <c:pt idx="7863" formatCode="0.00">
                  <c:v>5.4468333333333332</c:v>
                </c:pt>
                <c:pt idx="7864" formatCode="0.00">
                  <c:v>5.4476666666666667</c:v>
                </c:pt>
                <c:pt idx="7865" formatCode="0.00">
                  <c:v>5.4485000000000001</c:v>
                </c:pt>
                <c:pt idx="7866" formatCode="0.00">
                  <c:v>5.4493333333333327</c:v>
                </c:pt>
                <c:pt idx="7867" formatCode="0.00">
                  <c:v>5.4501666666666662</c:v>
                </c:pt>
                <c:pt idx="7868" formatCode="0.00">
                  <c:v>5.4509999999999996</c:v>
                </c:pt>
                <c:pt idx="7869" formatCode="0.00">
                  <c:v>5.4518333333333331</c:v>
                </c:pt>
                <c:pt idx="7870" formatCode="0.00">
                  <c:v>5.4526666666666666</c:v>
                </c:pt>
                <c:pt idx="7871" formatCode="0.00">
                  <c:v>5.4534999999999991</c:v>
                </c:pt>
                <c:pt idx="7872" formatCode="0.00">
                  <c:v>5.4543333333333326</c:v>
                </c:pt>
                <c:pt idx="7873" formatCode="0.00">
                  <c:v>5.4551666666666661</c:v>
                </c:pt>
                <c:pt idx="7874" formatCode="0.00">
                  <c:v>5.4559999999999995</c:v>
                </c:pt>
                <c:pt idx="7875" formatCode="0.00">
                  <c:v>5.456833333333333</c:v>
                </c:pt>
                <c:pt idx="7876" formatCode="0.00">
                  <c:v>5.4576666666666656</c:v>
                </c:pt>
                <c:pt idx="7877" formatCode="0.00">
                  <c:v>5.458499999999999</c:v>
                </c:pt>
                <c:pt idx="7878" formatCode="0.00">
                  <c:v>5.4593333333333334</c:v>
                </c:pt>
                <c:pt idx="7879" formatCode="0.00">
                  <c:v>5.4601666666666668</c:v>
                </c:pt>
                <c:pt idx="7880" formatCode="0.00">
                  <c:v>5.4610000000000003</c:v>
                </c:pt>
                <c:pt idx="7881" formatCode="0.00">
                  <c:v>5.4618333333333329</c:v>
                </c:pt>
                <c:pt idx="7882" formatCode="0.00">
                  <c:v>5.4626666666666663</c:v>
                </c:pt>
                <c:pt idx="7883" formatCode="0.00">
                  <c:v>5.4634999999999998</c:v>
                </c:pt>
                <c:pt idx="7884" formatCode="0.00">
                  <c:v>5.4643333333333333</c:v>
                </c:pt>
                <c:pt idx="7885" formatCode="0.00">
                  <c:v>5.4651666666666667</c:v>
                </c:pt>
                <c:pt idx="7886" formatCode="0.00">
                  <c:v>5.4659999999999993</c:v>
                </c:pt>
                <c:pt idx="7887" formatCode="0.00">
                  <c:v>5.4668333333333328</c:v>
                </c:pt>
                <c:pt idx="7888" formatCode="0.00">
                  <c:v>5.4676666666666662</c:v>
                </c:pt>
                <c:pt idx="7889" formatCode="0.00">
                  <c:v>5.4684999999999997</c:v>
                </c:pt>
                <c:pt idx="7890" formatCode="0.00">
                  <c:v>5.4693333333333332</c:v>
                </c:pt>
                <c:pt idx="7891" formatCode="0.00">
                  <c:v>5.4701666666666657</c:v>
                </c:pt>
                <c:pt idx="7892" formatCode="0.00">
                  <c:v>5.4709999999999992</c:v>
                </c:pt>
                <c:pt idx="7893" formatCode="0.00">
                  <c:v>5.4718333333333327</c:v>
                </c:pt>
                <c:pt idx="7894" formatCode="0.00">
                  <c:v>5.4726666666666661</c:v>
                </c:pt>
                <c:pt idx="7895" formatCode="0.00">
                  <c:v>5.4734999999999996</c:v>
                </c:pt>
                <c:pt idx="7896" formatCode="0.00">
                  <c:v>5.4743333333333322</c:v>
                </c:pt>
                <c:pt idx="7897" formatCode="0.00">
                  <c:v>5.4751666666666665</c:v>
                </c:pt>
                <c:pt idx="7898" formatCode="0.00">
                  <c:v>5.476</c:v>
                </c:pt>
                <c:pt idx="7899" formatCode="0.00">
                  <c:v>5.4768333333333334</c:v>
                </c:pt>
                <c:pt idx="7900" formatCode="0.00">
                  <c:v>5.4776666666666669</c:v>
                </c:pt>
                <c:pt idx="7901" formatCode="0.00">
                  <c:v>5.4784999999999995</c:v>
                </c:pt>
                <c:pt idx="7902" formatCode="0.00">
                  <c:v>5.4793333333333329</c:v>
                </c:pt>
                <c:pt idx="7903" formatCode="0.00">
                  <c:v>5.4801666666666664</c:v>
                </c:pt>
                <c:pt idx="7904" formatCode="0.00">
                  <c:v>5.4809999999999999</c:v>
                </c:pt>
                <c:pt idx="7905" formatCode="0.00">
                  <c:v>5.4818333333333333</c:v>
                </c:pt>
                <c:pt idx="7906" formatCode="0.00">
                  <c:v>5.4826666666666659</c:v>
                </c:pt>
                <c:pt idx="7907" formatCode="0.00">
                  <c:v>5.4834999999999994</c:v>
                </c:pt>
                <c:pt idx="7908" formatCode="0.00">
                  <c:v>5.4843333333333328</c:v>
                </c:pt>
                <c:pt idx="7909" formatCode="0.00">
                  <c:v>5.4851666666666663</c:v>
                </c:pt>
                <c:pt idx="7910" formatCode="0.00">
                  <c:v>5.4859999999999998</c:v>
                </c:pt>
                <c:pt idx="7911" formatCode="0.00">
                  <c:v>5.4868333333333323</c:v>
                </c:pt>
                <c:pt idx="7912" formatCode="0.00">
                  <c:v>5.4876666666666658</c:v>
                </c:pt>
                <c:pt idx="7913" formatCode="0.00">
                  <c:v>5.4884999999999993</c:v>
                </c:pt>
                <c:pt idx="7914" formatCode="0.00">
                  <c:v>5.4893333333333327</c:v>
                </c:pt>
                <c:pt idx="7915" formatCode="0.00">
                  <c:v>5.4901666666666671</c:v>
                </c:pt>
                <c:pt idx="7916" formatCode="0.00">
                  <c:v>5.4909999999999997</c:v>
                </c:pt>
                <c:pt idx="7917" formatCode="0.00">
                  <c:v>5.4918333333333331</c:v>
                </c:pt>
                <c:pt idx="7918" formatCode="0.00">
                  <c:v>5.4926666666666666</c:v>
                </c:pt>
                <c:pt idx="7919" formatCode="0.00">
                  <c:v>5.4935</c:v>
                </c:pt>
                <c:pt idx="7920" formatCode="0.00">
                  <c:v>5.4943333333333335</c:v>
                </c:pt>
                <c:pt idx="7921" formatCode="0.00">
                  <c:v>5.4951666666666661</c:v>
                </c:pt>
                <c:pt idx="7922" formatCode="0.00">
                  <c:v>5.4959999999999996</c:v>
                </c:pt>
                <c:pt idx="7923" formatCode="0.00">
                  <c:v>5.496833333333333</c:v>
                </c:pt>
                <c:pt idx="7924" formatCode="0.00">
                  <c:v>5.4976666666666665</c:v>
                </c:pt>
                <c:pt idx="7925" formatCode="0.00">
                  <c:v>5.4984999999999999</c:v>
                </c:pt>
                <c:pt idx="7926" formatCode="0.00">
                  <c:v>5.4993333333333325</c:v>
                </c:pt>
                <c:pt idx="7927" formatCode="0.00">
                  <c:v>5.500166666666666</c:v>
                </c:pt>
                <c:pt idx="7928" formatCode="0.00">
                  <c:v>5.5009999999999994</c:v>
                </c:pt>
                <c:pt idx="7929" formatCode="0.00">
                  <c:v>5.5018333333333329</c:v>
                </c:pt>
                <c:pt idx="7930" formatCode="0.00">
                  <c:v>5.5026666666666664</c:v>
                </c:pt>
                <c:pt idx="7931" formatCode="0.00">
                  <c:v>5.5034999999999989</c:v>
                </c:pt>
                <c:pt idx="7932" formatCode="0.00">
                  <c:v>5.5043333333333324</c:v>
                </c:pt>
                <c:pt idx="7933" formatCode="0.00">
                  <c:v>5.5051666666666659</c:v>
                </c:pt>
                <c:pt idx="7934" formatCode="0.00">
                  <c:v>5.5060000000000002</c:v>
                </c:pt>
                <c:pt idx="7935" formatCode="0.00">
                  <c:v>5.5068333333333337</c:v>
                </c:pt>
                <c:pt idx="7936" formatCode="0.00">
                  <c:v>5.5076666666666663</c:v>
                </c:pt>
                <c:pt idx="7937" formatCode="0.00">
                  <c:v>5.5084999999999997</c:v>
                </c:pt>
                <c:pt idx="7938" formatCode="0.00">
                  <c:v>5.5093333333333332</c:v>
                </c:pt>
                <c:pt idx="7939" formatCode="0.00">
                  <c:v>5.5101666666666667</c:v>
                </c:pt>
                <c:pt idx="7940" formatCode="0.00">
                  <c:v>5.5110000000000001</c:v>
                </c:pt>
                <c:pt idx="7941" formatCode="0.00">
                  <c:v>5.5118333333333327</c:v>
                </c:pt>
                <c:pt idx="7942" formatCode="0.00">
                  <c:v>5.5126666666666662</c:v>
                </c:pt>
                <c:pt idx="7943" formatCode="0.00">
                  <c:v>5.5134999999999996</c:v>
                </c:pt>
                <c:pt idx="7944" formatCode="0.00">
                  <c:v>5.5143333333333331</c:v>
                </c:pt>
                <c:pt idx="7945" formatCode="0.00">
                  <c:v>5.5151666666666666</c:v>
                </c:pt>
                <c:pt idx="7946" formatCode="0.00">
                  <c:v>5.5159999999999991</c:v>
                </c:pt>
                <c:pt idx="7947" formatCode="0.00">
                  <c:v>5.5168333333333326</c:v>
                </c:pt>
                <c:pt idx="7948" formatCode="0.00">
                  <c:v>5.5176666666666661</c:v>
                </c:pt>
                <c:pt idx="7949" formatCode="0.00">
                  <c:v>5.5184999999999995</c:v>
                </c:pt>
                <c:pt idx="7950" formatCode="0.00">
                  <c:v>5.519333333333333</c:v>
                </c:pt>
                <c:pt idx="7951" formatCode="0.00">
                  <c:v>5.5201666666666656</c:v>
                </c:pt>
                <c:pt idx="7952" formatCode="0.00">
                  <c:v>5.520999999999999</c:v>
                </c:pt>
                <c:pt idx="7953" formatCode="0.00">
                  <c:v>5.5218333333333334</c:v>
                </c:pt>
                <c:pt idx="7954" formatCode="0.00">
                  <c:v>5.5226666666666668</c:v>
                </c:pt>
                <c:pt idx="7955" formatCode="0.00">
                  <c:v>5.5235000000000003</c:v>
                </c:pt>
                <c:pt idx="7956" formatCode="0.00">
                  <c:v>5.5243333333333329</c:v>
                </c:pt>
                <c:pt idx="7957" formatCode="0.00">
                  <c:v>5.5251666666666663</c:v>
                </c:pt>
                <c:pt idx="7958" formatCode="0.00">
                  <c:v>5.5259999999999998</c:v>
                </c:pt>
                <c:pt idx="7959" formatCode="0.00">
                  <c:v>5.5268333333333333</c:v>
                </c:pt>
                <c:pt idx="7960" formatCode="0.00">
                  <c:v>5.5276666666666667</c:v>
                </c:pt>
                <c:pt idx="7961" formatCode="0.00">
                  <c:v>5.5284999999999993</c:v>
                </c:pt>
                <c:pt idx="7962" formatCode="0.00">
                  <c:v>5.5293333333333328</c:v>
                </c:pt>
                <c:pt idx="7963" formatCode="0.00">
                  <c:v>5.5301666666666662</c:v>
                </c:pt>
                <c:pt idx="7964" formatCode="0.00">
                  <c:v>5.5309999999999997</c:v>
                </c:pt>
                <c:pt idx="7965" formatCode="0.00">
                  <c:v>5.5318333333333332</c:v>
                </c:pt>
                <c:pt idx="7966" formatCode="0.00">
                  <c:v>5.5326666666666657</c:v>
                </c:pt>
                <c:pt idx="7967" formatCode="0.00">
                  <c:v>5.5334999999999992</c:v>
                </c:pt>
                <c:pt idx="7968" formatCode="0.00">
                  <c:v>5.5343333333333327</c:v>
                </c:pt>
                <c:pt idx="7969" formatCode="0.00">
                  <c:v>5.5351666666666661</c:v>
                </c:pt>
                <c:pt idx="7970" formatCode="0.00">
                  <c:v>5.5359999999999996</c:v>
                </c:pt>
                <c:pt idx="7971" formatCode="0.00">
                  <c:v>5.5368333333333322</c:v>
                </c:pt>
                <c:pt idx="7972" formatCode="0.00">
                  <c:v>5.5376666666666665</c:v>
                </c:pt>
                <c:pt idx="7973" formatCode="0.00">
                  <c:v>5.5385</c:v>
                </c:pt>
                <c:pt idx="7974" formatCode="0.00">
                  <c:v>5.5393333333333334</c:v>
                </c:pt>
                <c:pt idx="7975" formatCode="0.00">
                  <c:v>5.5401666666666669</c:v>
                </c:pt>
                <c:pt idx="7976" formatCode="0.00">
                  <c:v>5.5409999999999995</c:v>
                </c:pt>
                <c:pt idx="7977" formatCode="0.00">
                  <c:v>5.5418333333333329</c:v>
                </c:pt>
                <c:pt idx="7978" formatCode="0.00">
                  <c:v>5.5426666666666664</c:v>
                </c:pt>
                <c:pt idx="7979" formatCode="0.00">
                  <c:v>5.5434999999999999</c:v>
                </c:pt>
                <c:pt idx="7980" formatCode="0.00">
                  <c:v>5.5443333333333333</c:v>
                </c:pt>
                <c:pt idx="7981" formatCode="0.00">
                  <c:v>5.5451666666666659</c:v>
                </c:pt>
                <c:pt idx="7982" formatCode="0.00">
                  <c:v>5.5459999999999994</c:v>
                </c:pt>
                <c:pt idx="7983" formatCode="0.00">
                  <c:v>5.5468333333333328</c:v>
                </c:pt>
                <c:pt idx="7984" formatCode="0.00">
                  <c:v>5.5476666666666663</c:v>
                </c:pt>
                <c:pt idx="7985" formatCode="0.00">
                  <c:v>5.5484999999999998</c:v>
                </c:pt>
                <c:pt idx="7986" formatCode="0.00">
                  <c:v>5.5493333333333323</c:v>
                </c:pt>
                <c:pt idx="7987" formatCode="0.00">
                  <c:v>5.5501666666666658</c:v>
                </c:pt>
                <c:pt idx="7988" formatCode="0.00">
                  <c:v>5.5509999999999993</c:v>
                </c:pt>
                <c:pt idx="7989" formatCode="0.00">
                  <c:v>5.5518333333333327</c:v>
                </c:pt>
                <c:pt idx="7990" formatCode="0.00">
                  <c:v>5.5526666666666671</c:v>
                </c:pt>
                <c:pt idx="7991" formatCode="0.00">
                  <c:v>5.5534999999999997</c:v>
                </c:pt>
                <c:pt idx="7992" formatCode="0.00">
                  <c:v>5.5543333333333331</c:v>
                </c:pt>
                <c:pt idx="7993" formatCode="0.00">
                  <c:v>5.5551666666666666</c:v>
                </c:pt>
                <c:pt idx="7994" formatCode="0.00">
                  <c:v>5.556</c:v>
                </c:pt>
                <c:pt idx="7995" formatCode="0.00">
                  <c:v>5.5568333333333335</c:v>
                </c:pt>
                <c:pt idx="7996" formatCode="0.00">
                  <c:v>5.5576666666666661</c:v>
                </c:pt>
                <c:pt idx="7997" formatCode="0.00">
                  <c:v>5.5584999999999996</c:v>
                </c:pt>
                <c:pt idx="7998" formatCode="0.00">
                  <c:v>5.559333333333333</c:v>
                </c:pt>
                <c:pt idx="7999" formatCode="0.00">
                  <c:v>5.5601666666666665</c:v>
                </c:pt>
                <c:pt idx="8000" formatCode="0.00">
                  <c:v>5.5609999999999999</c:v>
                </c:pt>
                <c:pt idx="8001" formatCode="0.00">
                  <c:v>5.5618333333333325</c:v>
                </c:pt>
                <c:pt idx="8002" formatCode="0.00">
                  <c:v>5.562666666666666</c:v>
                </c:pt>
                <c:pt idx="8003" formatCode="0.00">
                  <c:v>5.5634999999999994</c:v>
                </c:pt>
                <c:pt idx="8004" formatCode="0.00">
                  <c:v>5.5643333333333329</c:v>
                </c:pt>
                <c:pt idx="8005" formatCode="0.00">
                  <c:v>5.5651666666666664</c:v>
                </c:pt>
                <c:pt idx="8006" formatCode="0.00">
                  <c:v>5.5659999999999989</c:v>
                </c:pt>
                <c:pt idx="8007" formatCode="0.00">
                  <c:v>5.5668333333333324</c:v>
                </c:pt>
                <c:pt idx="8008" formatCode="0.00">
                  <c:v>5.5676666666666659</c:v>
                </c:pt>
                <c:pt idx="8009" formatCode="0.00">
                  <c:v>5.5685000000000002</c:v>
                </c:pt>
                <c:pt idx="8010" formatCode="0.00">
                  <c:v>5.5693333333333337</c:v>
                </c:pt>
                <c:pt idx="8011" formatCode="0.00">
                  <c:v>5.5701666666666663</c:v>
                </c:pt>
                <c:pt idx="8012" formatCode="0.00">
                  <c:v>5.5709999999999997</c:v>
                </c:pt>
                <c:pt idx="8013" formatCode="0.00">
                  <c:v>5.5718333333333332</c:v>
                </c:pt>
                <c:pt idx="8014" formatCode="0.00">
                  <c:v>5.5726666666666667</c:v>
                </c:pt>
                <c:pt idx="8015" formatCode="0.00">
                  <c:v>5.5735000000000001</c:v>
                </c:pt>
                <c:pt idx="8016" formatCode="0.00">
                  <c:v>5.5743333333333327</c:v>
                </c:pt>
                <c:pt idx="8017" formatCode="0.00">
                  <c:v>5.5751666666666662</c:v>
                </c:pt>
                <c:pt idx="8018" formatCode="0.00">
                  <c:v>5.5759999999999996</c:v>
                </c:pt>
                <c:pt idx="8019" formatCode="0.00">
                  <c:v>5.5768333333333331</c:v>
                </c:pt>
                <c:pt idx="8020" formatCode="0.00">
                  <c:v>5.5776666666666666</c:v>
                </c:pt>
                <c:pt idx="8021" formatCode="0.00">
                  <c:v>5.5784999999999991</c:v>
                </c:pt>
                <c:pt idx="8022" formatCode="0.00">
                  <c:v>5.5793333333333326</c:v>
                </c:pt>
                <c:pt idx="8023" formatCode="0.00">
                  <c:v>5.5801666666666661</c:v>
                </c:pt>
                <c:pt idx="8024" formatCode="0.00">
                  <c:v>5.5809999999999995</c:v>
                </c:pt>
                <c:pt idx="8025" formatCode="0.00">
                  <c:v>5.581833333333333</c:v>
                </c:pt>
                <c:pt idx="8026" formatCode="0.00">
                  <c:v>5.5826666666666656</c:v>
                </c:pt>
                <c:pt idx="8027" formatCode="0.00">
                  <c:v>5.583499999999999</c:v>
                </c:pt>
                <c:pt idx="8028" formatCode="0.00">
                  <c:v>5.5843333333333334</c:v>
                </c:pt>
                <c:pt idx="8029" formatCode="0.00">
                  <c:v>5.5851666666666668</c:v>
                </c:pt>
                <c:pt idx="8030" formatCode="0.00">
                  <c:v>5.5860000000000003</c:v>
                </c:pt>
                <c:pt idx="8031" formatCode="0.00">
                  <c:v>5.5868333333333329</c:v>
                </c:pt>
                <c:pt idx="8032" formatCode="0.00">
                  <c:v>5.5876666666666663</c:v>
                </c:pt>
                <c:pt idx="8033" formatCode="0.00">
                  <c:v>5.5884999999999998</c:v>
                </c:pt>
                <c:pt idx="8034" formatCode="0.00">
                  <c:v>5.5893333333333333</c:v>
                </c:pt>
                <c:pt idx="8035" formatCode="0.00">
                  <c:v>5.5901666666666667</c:v>
                </c:pt>
                <c:pt idx="8036" formatCode="0.00">
                  <c:v>5.5909999999999993</c:v>
                </c:pt>
                <c:pt idx="8037" formatCode="0.00">
                  <c:v>5.5918333333333328</c:v>
                </c:pt>
                <c:pt idx="8038" formatCode="0.00">
                  <c:v>5.5926666666666662</c:v>
                </c:pt>
                <c:pt idx="8039" formatCode="0.00">
                  <c:v>5.5934999999999997</c:v>
                </c:pt>
                <c:pt idx="8040" formatCode="0.00">
                  <c:v>5.5943333333333332</c:v>
                </c:pt>
                <c:pt idx="8041" formatCode="0.00">
                  <c:v>5.5951666666666657</c:v>
                </c:pt>
                <c:pt idx="8042" formatCode="0.00">
                  <c:v>5.5959999999999992</c:v>
                </c:pt>
                <c:pt idx="8043" formatCode="0.00">
                  <c:v>5.5968333333333327</c:v>
                </c:pt>
                <c:pt idx="8044" formatCode="0.00">
                  <c:v>5.5976666666666661</c:v>
                </c:pt>
                <c:pt idx="8045" formatCode="0.00">
                  <c:v>5.5984999999999996</c:v>
                </c:pt>
                <c:pt idx="8046" formatCode="0.00">
                  <c:v>5.5993333333333322</c:v>
                </c:pt>
                <c:pt idx="8047" formatCode="0.00">
                  <c:v>5.6001666666666665</c:v>
                </c:pt>
                <c:pt idx="8048" formatCode="0.00">
                  <c:v>5.601</c:v>
                </c:pt>
                <c:pt idx="8049" formatCode="0.00">
                  <c:v>5.6018333333333334</c:v>
                </c:pt>
                <c:pt idx="8050" formatCode="0.00">
                  <c:v>5.6026666666666669</c:v>
                </c:pt>
                <c:pt idx="8051" formatCode="0.00">
                  <c:v>5.6034999999999995</c:v>
                </c:pt>
                <c:pt idx="8052" formatCode="0.00">
                  <c:v>5.6043333333333329</c:v>
                </c:pt>
                <c:pt idx="8053" formatCode="0.00">
                  <c:v>5.6051666666666664</c:v>
                </c:pt>
                <c:pt idx="8054" formatCode="0.00">
                  <c:v>5.6059999999999999</c:v>
                </c:pt>
                <c:pt idx="8055" formatCode="0.00">
                  <c:v>5.6068333333333333</c:v>
                </c:pt>
                <c:pt idx="8056" formatCode="0.00">
                  <c:v>5.6076666666666659</c:v>
                </c:pt>
                <c:pt idx="8057" formatCode="0.00">
                  <c:v>5.6084999999999994</c:v>
                </c:pt>
                <c:pt idx="8058" formatCode="0.00">
                  <c:v>5.6093333333333328</c:v>
                </c:pt>
                <c:pt idx="8059" formatCode="0.00">
                  <c:v>5.6101666666666663</c:v>
                </c:pt>
                <c:pt idx="8060" formatCode="0.00">
                  <c:v>5.6109999999999998</c:v>
                </c:pt>
                <c:pt idx="8061" formatCode="0.00">
                  <c:v>5.6118333333333323</c:v>
                </c:pt>
                <c:pt idx="8062" formatCode="0.00">
                  <c:v>5.6126666666666658</c:v>
                </c:pt>
                <c:pt idx="8063" formatCode="0.00">
                  <c:v>5.6134999999999993</c:v>
                </c:pt>
                <c:pt idx="8064" formatCode="0.00">
                  <c:v>5.6143333333333327</c:v>
                </c:pt>
                <c:pt idx="8065" formatCode="0.00">
                  <c:v>5.6151666666666671</c:v>
                </c:pt>
                <c:pt idx="8066" formatCode="0.00">
                  <c:v>5.6159999999999997</c:v>
                </c:pt>
                <c:pt idx="8067" formatCode="0.00">
                  <c:v>5.6168333333333331</c:v>
                </c:pt>
                <c:pt idx="8068" formatCode="0.00">
                  <c:v>5.6176666666666666</c:v>
                </c:pt>
                <c:pt idx="8069" formatCode="0.00">
                  <c:v>5.6185</c:v>
                </c:pt>
                <c:pt idx="8070" formatCode="0.00">
                  <c:v>5.6193333333333335</c:v>
                </c:pt>
                <c:pt idx="8071" formatCode="0.00">
                  <c:v>5.6201666666666661</c:v>
                </c:pt>
                <c:pt idx="8072" formatCode="0.00">
                  <c:v>5.6209999999999996</c:v>
                </c:pt>
                <c:pt idx="8073" formatCode="0.00">
                  <c:v>5.621833333333333</c:v>
                </c:pt>
                <c:pt idx="8074" formatCode="0.00">
                  <c:v>5.6226666666666665</c:v>
                </c:pt>
                <c:pt idx="8075" formatCode="0.00">
                  <c:v>5.6234999999999999</c:v>
                </c:pt>
                <c:pt idx="8076" formatCode="0.00">
                  <c:v>5.6243333333333325</c:v>
                </c:pt>
                <c:pt idx="8077" formatCode="0.00">
                  <c:v>5.625166666666666</c:v>
                </c:pt>
                <c:pt idx="8078" formatCode="0.00">
                  <c:v>5.6259999999999994</c:v>
                </c:pt>
                <c:pt idx="8079" formatCode="0.00">
                  <c:v>5.6268333333333329</c:v>
                </c:pt>
                <c:pt idx="8080" formatCode="0.00">
                  <c:v>5.6276666666666664</c:v>
                </c:pt>
                <c:pt idx="8081" formatCode="0.00">
                  <c:v>5.6284999999999989</c:v>
                </c:pt>
                <c:pt idx="8082" formatCode="0.00">
                  <c:v>5.6293333333333324</c:v>
                </c:pt>
                <c:pt idx="8083" formatCode="0.00">
                  <c:v>5.6301666666666659</c:v>
                </c:pt>
                <c:pt idx="8084" formatCode="0.00">
                  <c:v>5.6310000000000002</c:v>
                </c:pt>
                <c:pt idx="8085" formatCode="0.00">
                  <c:v>5.6318333333333337</c:v>
                </c:pt>
                <c:pt idx="8086" formatCode="0.00">
                  <c:v>5.6326666666666663</c:v>
                </c:pt>
                <c:pt idx="8087" formatCode="0.00">
                  <c:v>5.6334999999999997</c:v>
                </c:pt>
                <c:pt idx="8088" formatCode="0.00">
                  <c:v>5.6343333333333332</c:v>
                </c:pt>
                <c:pt idx="8089" formatCode="0.00">
                  <c:v>5.6351666666666667</c:v>
                </c:pt>
                <c:pt idx="8090" formatCode="0.00">
                  <c:v>5.6360000000000001</c:v>
                </c:pt>
                <c:pt idx="8091" formatCode="0.00">
                  <c:v>5.6368333333333327</c:v>
                </c:pt>
                <c:pt idx="8092" formatCode="0.00">
                  <c:v>5.6376666666666662</c:v>
                </c:pt>
                <c:pt idx="8093" formatCode="0.00">
                  <c:v>5.6384999999999996</c:v>
                </c:pt>
                <c:pt idx="8094" formatCode="0.00">
                  <c:v>5.6393333333333331</c:v>
                </c:pt>
                <c:pt idx="8095" formatCode="0.00">
                  <c:v>5.6401666666666666</c:v>
                </c:pt>
                <c:pt idx="8096" formatCode="0.00">
                  <c:v>5.6409999999999991</c:v>
                </c:pt>
                <c:pt idx="8097" formatCode="0.00">
                  <c:v>5.6418333333333326</c:v>
                </c:pt>
                <c:pt idx="8098" formatCode="0.00">
                  <c:v>5.6426666666666661</c:v>
                </c:pt>
                <c:pt idx="8099" formatCode="0.00">
                  <c:v>5.6434999999999995</c:v>
                </c:pt>
                <c:pt idx="8100" formatCode="0.00">
                  <c:v>5.644333333333333</c:v>
                </c:pt>
                <c:pt idx="8101" formatCode="0.00">
                  <c:v>5.6451666666666656</c:v>
                </c:pt>
                <c:pt idx="8102" formatCode="0.00">
                  <c:v>5.645999999999999</c:v>
                </c:pt>
                <c:pt idx="8103" formatCode="0.00">
                  <c:v>5.6468333333333334</c:v>
                </c:pt>
                <c:pt idx="8104" formatCode="0.00">
                  <c:v>5.6476666666666668</c:v>
                </c:pt>
                <c:pt idx="8105" formatCode="0.00">
                  <c:v>5.6485000000000003</c:v>
                </c:pt>
                <c:pt idx="8106" formatCode="0.00">
                  <c:v>5.6493333333333329</c:v>
                </c:pt>
                <c:pt idx="8107" formatCode="0.00">
                  <c:v>5.6501666666666663</c:v>
                </c:pt>
                <c:pt idx="8108" formatCode="0.00">
                  <c:v>5.6509999999999998</c:v>
                </c:pt>
                <c:pt idx="8109" formatCode="0.00">
                  <c:v>5.6518333333333333</c:v>
                </c:pt>
                <c:pt idx="8110" formatCode="0.00">
                  <c:v>5.6526666666666667</c:v>
                </c:pt>
                <c:pt idx="8111" formatCode="0.00">
                  <c:v>5.6534999999999993</c:v>
                </c:pt>
                <c:pt idx="8112" formatCode="0.00">
                  <c:v>5.6543333333333328</c:v>
                </c:pt>
                <c:pt idx="8113" formatCode="0.00">
                  <c:v>5.6551666666666662</c:v>
                </c:pt>
                <c:pt idx="8114" formatCode="0.00">
                  <c:v>5.6559999999999997</c:v>
                </c:pt>
                <c:pt idx="8115" formatCode="0.00">
                  <c:v>5.6568333333333332</c:v>
                </c:pt>
                <c:pt idx="8116" formatCode="0.00">
                  <c:v>5.6576666666666657</c:v>
                </c:pt>
                <c:pt idx="8117" formatCode="0.00">
                  <c:v>5.6584999999999992</c:v>
                </c:pt>
                <c:pt idx="8118" formatCode="0.00">
                  <c:v>5.6593333333333327</c:v>
                </c:pt>
                <c:pt idx="8119" formatCode="0.00">
                  <c:v>5.6601666666666661</c:v>
                </c:pt>
                <c:pt idx="8120" formatCode="0.00">
                  <c:v>5.6609999999999996</c:v>
                </c:pt>
                <c:pt idx="8121" formatCode="0.00">
                  <c:v>5.6618333333333322</c:v>
                </c:pt>
                <c:pt idx="8122" formatCode="0.00">
                  <c:v>5.6626666666666665</c:v>
                </c:pt>
                <c:pt idx="8123" formatCode="0.00">
                  <c:v>5.6635</c:v>
                </c:pt>
                <c:pt idx="8124" formatCode="0.00">
                  <c:v>5.6643333333333334</c:v>
                </c:pt>
                <c:pt idx="8125" formatCode="0.00">
                  <c:v>5.6651666666666669</c:v>
                </c:pt>
                <c:pt idx="8126" formatCode="0.00">
                  <c:v>5.6659999999999995</c:v>
                </c:pt>
                <c:pt idx="8127" formatCode="0.00">
                  <c:v>5.6668333333333329</c:v>
                </c:pt>
                <c:pt idx="8128" formatCode="0.00">
                  <c:v>5.6676666666666664</c:v>
                </c:pt>
                <c:pt idx="8129" formatCode="0.00">
                  <c:v>5.6684999999999999</c:v>
                </c:pt>
                <c:pt idx="8130" formatCode="0.00">
                  <c:v>5.6693333333333333</c:v>
                </c:pt>
                <c:pt idx="8131" formatCode="0.00">
                  <c:v>5.6701666666666659</c:v>
                </c:pt>
                <c:pt idx="8132" formatCode="0.00">
                  <c:v>5.6709999999999994</c:v>
                </c:pt>
                <c:pt idx="8133" formatCode="0.00">
                  <c:v>5.6718333333333328</c:v>
                </c:pt>
                <c:pt idx="8134" formatCode="0.00">
                  <c:v>5.6726666666666663</c:v>
                </c:pt>
                <c:pt idx="8135" formatCode="0.00">
                  <c:v>5.6734999999999998</c:v>
                </c:pt>
                <c:pt idx="8136" formatCode="0.00">
                  <c:v>5.6743333333333323</c:v>
                </c:pt>
                <c:pt idx="8137" formatCode="0.00">
                  <c:v>5.6751666666666658</c:v>
                </c:pt>
                <c:pt idx="8138" formatCode="0.00">
                  <c:v>5.6759999999999993</c:v>
                </c:pt>
                <c:pt idx="8139" formatCode="0.00">
                  <c:v>5.6768333333333327</c:v>
                </c:pt>
                <c:pt idx="8140" formatCode="0.00">
                  <c:v>5.6776666666666671</c:v>
                </c:pt>
                <c:pt idx="8141" formatCode="0.00">
                  <c:v>5.6784999999999997</c:v>
                </c:pt>
                <c:pt idx="8142" formatCode="0.00">
                  <c:v>5.6793333333333331</c:v>
                </c:pt>
                <c:pt idx="8143" formatCode="0.00">
                  <c:v>5.6801666666666666</c:v>
                </c:pt>
                <c:pt idx="8144" formatCode="0.00">
                  <c:v>5.681</c:v>
                </c:pt>
                <c:pt idx="8145" formatCode="0.00">
                  <c:v>5.6818333333333335</c:v>
                </c:pt>
                <c:pt idx="8146" formatCode="0.00">
                  <c:v>5.6826666666666661</c:v>
                </c:pt>
                <c:pt idx="8147" formatCode="0.00">
                  <c:v>5.6834999999999996</c:v>
                </c:pt>
                <c:pt idx="8148" formatCode="0.00">
                  <c:v>5.684333333333333</c:v>
                </c:pt>
                <c:pt idx="8149" formatCode="0.00">
                  <c:v>5.6851666666666665</c:v>
                </c:pt>
                <c:pt idx="8150" formatCode="0.00">
                  <c:v>5.6859999999999999</c:v>
                </c:pt>
                <c:pt idx="8151" formatCode="0.00">
                  <c:v>5.6868333333333325</c:v>
                </c:pt>
                <c:pt idx="8152" formatCode="0.00">
                  <c:v>5.687666666666666</c:v>
                </c:pt>
                <c:pt idx="8153" formatCode="0.00">
                  <c:v>5.6884999999999994</c:v>
                </c:pt>
                <c:pt idx="8154" formatCode="0.00">
                  <c:v>5.6893333333333329</c:v>
                </c:pt>
                <c:pt idx="8155" formatCode="0.00">
                  <c:v>5.6901666666666664</c:v>
                </c:pt>
                <c:pt idx="8156" formatCode="0.00">
                  <c:v>5.6909999999999989</c:v>
                </c:pt>
                <c:pt idx="8157" formatCode="0.00">
                  <c:v>5.6918333333333324</c:v>
                </c:pt>
                <c:pt idx="8158" formatCode="0.00">
                  <c:v>5.6926666666666659</c:v>
                </c:pt>
                <c:pt idx="8159" formatCode="0.00">
                  <c:v>5.6935000000000002</c:v>
                </c:pt>
                <c:pt idx="8160" formatCode="0.00">
                  <c:v>5.6943333333333337</c:v>
                </c:pt>
                <c:pt idx="8161" formatCode="0.00">
                  <c:v>5.6951666666666663</c:v>
                </c:pt>
                <c:pt idx="8162" formatCode="0.00">
                  <c:v>5.6959999999999997</c:v>
                </c:pt>
                <c:pt idx="8163" formatCode="0.00">
                  <c:v>5.6968333333333332</c:v>
                </c:pt>
                <c:pt idx="8164" formatCode="0.00">
                  <c:v>5.6976666666666667</c:v>
                </c:pt>
                <c:pt idx="8165" formatCode="0.00">
                  <c:v>5.6985000000000001</c:v>
                </c:pt>
                <c:pt idx="8166" formatCode="0.00">
                  <c:v>5.6993333333333327</c:v>
                </c:pt>
                <c:pt idx="8167" formatCode="0.00">
                  <c:v>5.7001666666666662</c:v>
                </c:pt>
                <c:pt idx="8168" formatCode="0.00">
                  <c:v>5.7009999999999996</c:v>
                </c:pt>
                <c:pt idx="8169" formatCode="0.00">
                  <c:v>5.7018333333333331</c:v>
                </c:pt>
                <c:pt idx="8170" formatCode="0.00">
                  <c:v>5.7026666666666666</c:v>
                </c:pt>
                <c:pt idx="8171" formatCode="0.00">
                  <c:v>5.7034999999999991</c:v>
                </c:pt>
                <c:pt idx="8172" formatCode="0.00">
                  <c:v>5.7043333333333326</c:v>
                </c:pt>
                <c:pt idx="8173" formatCode="0.00">
                  <c:v>5.7051666666666661</c:v>
                </c:pt>
                <c:pt idx="8174" formatCode="0.00">
                  <c:v>5.7059999999999995</c:v>
                </c:pt>
                <c:pt idx="8175" formatCode="0.00">
                  <c:v>5.706833333333333</c:v>
                </c:pt>
                <c:pt idx="8176" formatCode="0.00">
                  <c:v>5.7076666666666656</c:v>
                </c:pt>
                <c:pt idx="8177" formatCode="0.00">
                  <c:v>5.708499999999999</c:v>
                </c:pt>
                <c:pt idx="8178" formatCode="0.00">
                  <c:v>5.7093333333333334</c:v>
                </c:pt>
                <c:pt idx="8179" formatCode="0.00">
                  <c:v>5.7101666666666668</c:v>
                </c:pt>
                <c:pt idx="8180" formatCode="0.00">
                  <c:v>5.7110000000000003</c:v>
                </c:pt>
                <c:pt idx="8181" formatCode="0.00">
                  <c:v>5.7118333333333329</c:v>
                </c:pt>
                <c:pt idx="8182" formatCode="0.00">
                  <c:v>5.7126666666666663</c:v>
                </c:pt>
                <c:pt idx="8183" formatCode="0.00">
                  <c:v>5.7134999999999998</c:v>
                </c:pt>
                <c:pt idx="8184" formatCode="0.00">
                  <c:v>5.7143333333333333</c:v>
                </c:pt>
                <c:pt idx="8185" formatCode="0.00">
                  <c:v>5.7151666666666667</c:v>
                </c:pt>
                <c:pt idx="8186" formatCode="0.00">
                  <c:v>5.7159999999999993</c:v>
                </c:pt>
                <c:pt idx="8187" formatCode="0.00">
                  <c:v>5.7168333333333328</c:v>
                </c:pt>
                <c:pt idx="8188" formatCode="0.00">
                  <c:v>5.7176666666666662</c:v>
                </c:pt>
                <c:pt idx="8189" formatCode="0.00">
                  <c:v>5.7184999999999997</c:v>
                </c:pt>
                <c:pt idx="8190" formatCode="0.00">
                  <c:v>5.7193333333333332</c:v>
                </c:pt>
                <c:pt idx="8191" formatCode="0.00">
                  <c:v>5.7201666666666657</c:v>
                </c:pt>
                <c:pt idx="8192" formatCode="0.00">
                  <c:v>5.7209999999999992</c:v>
                </c:pt>
                <c:pt idx="8193" formatCode="0.00">
                  <c:v>5.7218333333333327</c:v>
                </c:pt>
                <c:pt idx="8194" formatCode="0.00">
                  <c:v>5.7226666666666661</c:v>
                </c:pt>
                <c:pt idx="8195" formatCode="0.00">
                  <c:v>5.7234999999999996</c:v>
                </c:pt>
                <c:pt idx="8196" formatCode="0.00">
                  <c:v>5.7243333333333322</c:v>
                </c:pt>
                <c:pt idx="8197" formatCode="0.00">
                  <c:v>5.7251666666666665</c:v>
                </c:pt>
                <c:pt idx="8198" formatCode="0.00">
                  <c:v>5.726</c:v>
                </c:pt>
                <c:pt idx="8199" formatCode="0.00">
                  <c:v>5.7268333333333334</c:v>
                </c:pt>
                <c:pt idx="8200" formatCode="0.00">
                  <c:v>5.7276666666666669</c:v>
                </c:pt>
                <c:pt idx="8201" formatCode="0.00">
                  <c:v>5.7284999999999995</c:v>
                </c:pt>
                <c:pt idx="8202" formatCode="0.00">
                  <c:v>5.7293333333333329</c:v>
                </c:pt>
                <c:pt idx="8203" formatCode="0.00">
                  <c:v>5.7301666666666664</c:v>
                </c:pt>
                <c:pt idx="8204" formatCode="0.00">
                  <c:v>5.7309999999999999</c:v>
                </c:pt>
                <c:pt idx="8205" formatCode="0.00">
                  <c:v>5.7318333333333333</c:v>
                </c:pt>
                <c:pt idx="8206" formatCode="0.00">
                  <c:v>5.7326666666666659</c:v>
                </c:pt>
                <c:pt idx="8207" formatCode="0.00">
                  <c:v>5.7334999999999994</c:v>
                </c:pt>
                <c:pt idx="8208" formatCode="0.00">
                  <c:v>5.7343333333333328</c:v>
                </c:pt>
                <c:pt idx="8209" formatCode="0.00">
                  <c:v>5.7351666666666663</c:v>
                </c:pt>
                <c:pt idx="8210" formatCode="0.00">
                  <c:v>5.7359999999999998</c:v>
                </c:pt>
                <c:pt idx="8211" formatCode="0.00">
                  <c:v>5.7368333333333323</c:v>
                </c:pt>
                <c:pt idx="8212" formatCode="0.00">
                  <c:v>5.7376666666666658</c:v>
                </c:pt>
                <c:pt idx="8213" formatCode="0.00">
                  <c:v>5.7384999999999993</c:v>
                </c:pt>
                <c:pt idx="8214" formatCode="0.00">
                  <c:v>5.7393333333333327</c:v>
                </c:pt>
                <c:pt idx="8215" formatCode="0.00">
                  <c:v>5.7401666666666671</c:v>
                </c:pt>
                <c:pt idx="8216" formatCode="0.00">
                  <c:v>5.7409999999999997</c:v>
                </c:pt>
                <c:pt idx="8217" formatCode="0.00">
                  <c:v>5.7418333333333331</c:v>
                </c:pt>
                <c:pt idx="8218" formatCode="0.00">
                  <c:v>5.7426666666666666</c:v>
                </c:pt>
                <c:pt idx="8219" formatCode="0.00">
                  <c:v>5.7435</c:v>
                </c:pt>
                <c:pt idx="8220" formatCode="0.00">
                  <c:v>5.7443333333333335</c:v>
                </c:pt>
                <c:pt idx="8221" formatCode="0.00">
                  <c:v>5.7451666666666661</c:v>
                </c:pt>
                <c:pt idx="8222" formatCode="0.00">
                  <c:v>5.7459999999999996</c:v>
                </c:pt>
                <c:pt idx="8223" formatCode="0.00">
                  <c:v>5.746833333333333</c:v>
                </c:pt>
                <c:pt idx="8224" formatCode="0.00">
                  <c:v>5.7476666666666665</c:v>
                </c:pt>
                <c:pt idx="8225" formatCode="0.00">
                  <c:v>5.7484999999999999</c:v>
                </c:pt>
                <c:pt idx="8226" formatCode="0.00">
                  <c:v>5.7493333333333325</c:v>
                </c:pt>
                <c:pt idx="8227" formatCode="0.00">
                  <c:v>5.750166666666666</c:v>
                </c:pt>
                <c:pt idx="8228" formatCode="0.00">
                  <c:v>5.7509999999999994</c:v>
                </c:pt>
                <c:pt idx="8229" formatCode="0.00">
                  <c:v>5.7518333333333329</c:v>
                </c:pt>
                <c:pt idx="8230" formatCode="0.00">
                  <c:v>5.7526666666666664</c:v>
                </c:pt>
                <c:pt idx="8231" formatCode="0.00">
                  <c:v>5.7534999999999989</c:v>
                </c:pt>
                <c:pt idx="8232" formatCode="0.00">
                  <c:v>5.7543333333333324</c:v>
                </c:pt>
                <c:pt idx="8233" formatCode="0.00">
                  <c:v>5.7551666666666659</c:v>
                </c:pt>
                <c:pt idx="8234" formatCode="0.00">
                  <c:v>5.7560000000000002</c:v>
                </c:pt>
                <c:pt idx="8235" formatCode="0.00">
                  <c:v>5.7568333333333337</c:v>
                </c:pt>
                <c:pt idx="8236" formatCode="0.00">
                  <c:v>5.7576666666666663</c:v>
                </c:pt>
                <c:pt idx="8237" formatCode="0.00">
                  <c:v>5.7584999999999997</c:v>
                </c:pt>
                <c:pt idx="8238" formatCode="0.00">
                  <c:v>5.7593333333333332</c:v>
                </c:pt>
                <c:pt idx="8239" formatCode="0.00">
                  <c:v>5.7601666666666667</c:v>
                </c:pt>
                <c:pt idx="8240" formatCode="0.00">
                  <c:v>5.7610000000000001</c:v>
                </c:pt>
                <c:pt idx="8241" formatCode="0.00">
                  <c:v>5.7618333333333327</c:v>
                </c:pt>
                <c:pt idx="8242" formatCode="0.00">
                  <c:v>5.7626666666666662</c:v>
                </c:pt>
                <c:pt idx="8243" formatCode="0.00">
                  <c:v>5.7634999999999996</c:v>
                </c:pt>
                <c:pt idx="8244" formatCode="0.00">
                  <c:v>5.7643333333333331</c:v>
                </c:pt>
                <c:pt idx="8245" formatCode="0.00">
                  <c:v>5.7651666666666666</c:v>
                </c:pt>
                <c:pt idx="8246" formatCode="0.00">
                  <c:v>5.7659999999999991</c:v>
                </c:pt>
                <c:pt idx="8247" formatCode="0.00">
                  <c:v>5.7668333333333326</c:v>
                </c:pt>
                <c:pt idx="8248" formatCode="0.00">
                  <c:v>5.7676666666666661</c:v>
                </c:pt>
                <c:pt idx="8249" formatCode="0.00">
                  <c:v>5.7684999999999995</c:v>
                </c:pt>
                <c:pt idx="8250" formatCode="0.00">
                  <c:v>5.769333333333333</c:v>
                </c:pt>
                <c:pt idx="8251" formatCode="0.00">
                  <c:v>5.7701666666666656</c:v>
                </c:pt>
                <c:pt idx="8252" formatCode="0.00">
                  <c:v>5.770999999999999</c:v>
                </c:pt>
                <c:pt idx="8253" formatCode="0.00">
                  <c:v>5.7718333333333334</c:v>
                </c:pt>
                <c:pt idx="8254" formatCode="0.00">
                  <c:v>5.7726666666666668</c:v>
                </c:pt>
                <c:pt idx="8255" formatCode="0.00">
                  <c:v>5.7735000000000003</c:v>
                </c:pt>
                <c:pt idx="8256" formatCode="0.00">
                  <c:v>5.7743333333333329</c:v>
                </c:pt>
                <c:pt idx="8257" formatCode="0.00">
                  <c:v>5.7751666666666663</c:v>
                </c:pt>
                <c:pt idx="8258" formatCode="0.00">
                  <c:v>5.7759999999999998</c:v>
                </c:pt>
                <c:pt idx="8259" formatCode="0.00">
                  <c:v>5.7768333333333333</c:v>
                </c:pt>
                <c:pt idx="8260" formatCode="0.00">
                  <c:v>5.7776666666666667</c:v>
                </c:pt>
                <c:pt idx="8261" formatCode="0.00">
                  <c:v>5.7784999999999993</c:v>
                </c:pt>
                <c:pt idx="8262" formatCode="0.00">
                  <c:v>5.7793333333333328</c:v>
                </c:pt>
                <c:pt idx="8263" formatCode="0.00">
                  <c:v>5.7801666666666662</c:v>
                </c:pt>
                <c:pt idx="8264" formatCode="0.00">
                  <c:v>5.7809999999999997</c:v>
                </c:pt>
                <c:pt idx="8265" formatCode="0.00">
                  <c:v>5.7818333333333332</c:v>
                </c:pt>
                <c:pt idx="8266" formatCode="0.00">
                  <c:v>5.7826666666666657</c:v>
                </c:pt>
                <c:pt idx="8267" formatCode="0.00">
                  <c:v>5.7834999999999992</c:v>
                </c:pt>
                <c:pt idx="8268" formatCode="0.00">
                  <c:v>5.7843333333333327</c:v>
                </c:pt>
                <c:pt idx="8269" formatCode="0.00">
                  <c:v>5.7851666666666661</c:v>
                </c:pt>
                <c:pt idx="8270" formatCode="0.00">
                  <c:v>5.7859999999999996</c:v>
                </c:pt>
                <c:pt idx="8271" formatCode="0.00">
                  <c:v>5.7868333333333322</c:v>
                </c:pt>
                <c:pt idx="8272" formatCode="0.00">
                  <c:v>5.7876666666666665</c:v>
                </c:pt>
                <c:pt idx="8273" formatCode="0.00">
                  <c:v>5.7885</c:v>
                </c:pt>
                <c:pt idx="8274" formatCode="0.00">
                  <c:v>5.7893333333333334</c:v>
                </c:pt>
                <c:pt idx="8275" formatCode="0.00">
                  <c:v>5.7901666666666669</c:v>
                </c:pt>
                <c:pt idx="8276" formatCode="0.00">
                  <c:v>5.7909999999999995</c:v>
                </c:pt>
                <c:pt idx="8277" formatCode="0.00">
                  <c:v>5.7918333333333329</c:v>
                </c:pt>
                <c:pt idx="8278" formatCode="0.00">
                  <c:v>5.7926666666666664</c:v>
                </c:pt>
                <c:pt idx="8279" formatCode="0.00">
                  <c:v>5.7934999999999999</c:v>
                </c:pt>
                <c:pt idx="8280" formatCode="0.00">
                  <c:v>5.7943333333333333</c:v>
                </c:pt>
                <c:pt idx="8281" formatCode="0.00">
                  <c:v>5.7951666666666659</c:v>
                </c:pt>
                <c:pt idx="8282" formatCode="0.00">
                  <c:v>5.7959999999999994</c:v>
                </c:pt>
                <c:pt idx="8283" formatCode="0.00">
                  <c:v>5.7968333333333328</c:v>
                </c:pt>
                <c:pt idx="8284" formatCode="0.00">
                  <c:v>5.7976666666666663</c:v>
                </c:pt>
                <c:pt idx="8285" formatCode="0.00">
                  <c:v>5.7984999999999998</c:v>
                </c:pt>
                <c:pt idx="8286" formatCode="0.00">
                  <c:v>5.7993333333333323</c:v>
                </c:pt>
                <c:pt idx="8287" formatCode="0.00">
                  <c:v>5.8001666666666658</c:v>
                </c:pt>
                <c:pt idx="8288" formatCode="0.00">
                  <c:v>5.8009999999999993</c:v>
                </c:pt>
                <c:pt idx="8289" formatCode="0.00">
                  <c:v>5.8018333333333327</c:v>
                </c:pt>
                <c:pt idx="8290" formatCode="0.00">
                  <c:v>5.8026666666666671</c:v>
                </c:pt>
                <c:pt idx="8291" formatCode="0.00">
                  <c:v>5.8034999999999997</c:v>
                </c:pt>
                <c:pt idx="8292" formatCode="0.00">
                  <c:v>5.8043333333333331</c:v>
                </c:pt>
                <c:pt idx="8293" formatCode="0.00">
                  <c:v>5.8051666666666666</c:v>
                </c:pt>
                <c:pt idx="8294" formatCode="0.00">
                  <c:v>5.806</c:v>
                </c:pt>
                <c:pt idx="8295" formatCode="0.00">
                  <c:v>5.8068333333333335</c:v>
                </c:pt>
                <c:pt idx="8296" formatCode="0.00">
                  <c:v>5.8076666666666661</c:v>
                </c:pt>
                <c:pt idx="8297" formatCode="0.00">
                  <c:v>5.8084999999999996</c:v>
                </c:pt>
                <c:pt idx="8298" formatCode="0.00">
                  <c:v>5.809333333333333</c:v>
                </c:pt>
                <c:pt idx="8299" formatCode="0.00">
                  <c:v>5.8101666666666665</c:v>
                </c:pt>
                <c:pt idx="8300" formatCode="0.00">
                  <c:v>5.8109999999999999</c:v>
                </c:pt>
                <c:pt idx="8301" formatCode="0.00">
                  <c:v>5.8118333333333325</c:v>
                </c:pt>
                <c:pt idx="8302" formatCode="0.00">
                  <c:v>5.812666666666666</c:v>
                </c:pt>
                <c:pt idx="8303" formatCode="0.00">
                  <c:v>5.8134999999999994</c:v>
                </c:pt>
                <c:pt idx="8304" formatCode="0.00">
                  <c:v>5.8143333333333329</c:v>
                </c:pt>
                <c:pt idx="8305" formatCode="0.00">
                  <c:v>5.8151666666666664</c:v>
                </c:pt>
                <c:pt idx="8306" formatCode="0.00">
                  <c:v>5.8159999999999989</c:v>
                </c:pt>
                <c:pt idx="8307" formatCode="0.00">
                  <c:v>5.8168333333333324</c:v>
                </c:pt>
                <c:pt idx="8308" formatCode="0.00">
                  <c:v>5.8176666666666659</c:v>
                </c:pt>
                <c:pt idx="8309" formatCode="0.00">
                  <c:v>5.8185000000000002</c:v>
                </c:pt>
                <c:pt idx="8310" formatCode="0.00">
                  <c:v>5.8193333333333337</c:v>
                </c:pt>
                <c:pt idx="8311" formatCode="0.00">
                  <c:v>5.8201666666666663</c:v>
                </c:pt>
                <c:pt idx="8312" formatCode="0.00">
                  <c:v>5.8209999999999997</c:v>
                </c:pt>
                <c:pt idx="8313" formatCode="0.00">
                  <c:v>5.8218333333333332</c:v>
                </c:pt>
                <c:pt idx="8314" formatCode="0.00">
                  <c:v>5.8226666666666667</c:v>
                </c:pt>
                <c:pt idx="8315" formatCode="0.00">
                  <c:v>5.8235000000000001</c:v>
                </c:pt>
                <c:pt idx="8316" formatCode="0.00">
                  <c:v>5.8243333333333327</c:v>
                </c:pt>
                <c:pt idx="8317" formatCode="0.00">
                  <c:v>5.8251666666666662</c:v>
                </c:pt>
                <c:pt idx="8318" formatCode="0.00">
                  <c:v>5.8259999999999996</c:v>
                </c:pt>
                <c:pt idx="8319" formatCode="0.00">
                  <c:v>5.8268333333333331</c:v>
                </c:pt>
                <c:pt idx="8320" formatCode="0.00">
                  <c:v>5.8276666666666666</c:v>
                </c:pt>
                <c:pt idx="8321" formatCode="0.00">
                  <c:v>5.8284999999999991</c:v>
                </c:pt>
                <c:pt idx="8322" formatCode="0.00">
                  <c:v>5.8293333333333326</c:v>
                </c:pt>
                <c:pt idx="8323" formatCode="0.00">
                  <c:v>5.8301666666666661</c:v>
                </c:pt>
                <c:pt idx="8324" formatCode="0.00">
                  <c:v>5.8309999999999995</c:v>
                </c:pt>
                <c:pt idx="8325" formatCode="0.00">
                  <c:v>5.831833333333333</c:v>
                </c:pt>
                <c:pt idx="8326" formatCode="0.00">
                  <c:v>5.8326666666666656</c:v>
                </c:pt>
                <c:pt idx="8327" formatCode="0.00">
                  <c:v>5.833499999999999</c:v>
                </c:pt>
                <c:pt idx="8328" formatCode="0.00">
                  <c:v>5.8343333333333334</c:v>
                </c:pt>
                <c:pt idx="8329" formatCode="0.00">
                  <c:v>5.8351666666666668</c:v>
                </c:pt>
                <c:pt idx="8330" formatCode="0.00">
                  <c:v>5.8360000000000003</c:v>
                </c:pt>
                <c:pt idx="8331" formatCode="0.00">
                  <c:v>5.8368333333333329</c:v>
                </c:pt>
                <c:pt idx="8332" formatCode="0.00">
                  <c:v>5.8376666666666663</c:v>
                </c:pt>
                <c:pt idx="8333" formatCode="0.00">
                  <c:v>5.8384999999999998</c:v>
                </c:pt>
                <c:pt idx="8334" formatCode="0.00">
                  <c:v>5.8393333333333333</c:v>
                </c:pt>
                <c:pt idx="8335" formatCode="0.00">
                  <c:v>5.8401666666666667</c:v>
                </c:pt>
                <c:pt idx="8336" formatCode="0.00">
                  <c:v>5.8409999999999993</c:v>
                </c:pt>
                <c:pt idx="8337" formatCode="0.00">
                  <c:v>5.8418333333333328</c:v>
                </c:pt>
                <c:pt idx="8338" formatCode="0.00">
                  <c:v>5.8426666666666662</c:v>
                </c:pt>
                <c:pt idx="8339" formatCode="0.00">
                  <c:v>5.8434999999999997</c:v>
                </c:pt>
                <c:pt idx="8340" formatCode="0.00">
                  <c:v>5.8443333333333332</c:v>
                </c:pt>
                <c:pt idx="8341" formatCode="0.00">
                  <c:v>5.8451666666666657</c:v>
                </c:pt>
                <c:pt idx="8342" formatCode="0.00">
                  <c:v>5.8459999999999992</c:v>
                </c:pt>
                <c:pt idx="8343" formatCode="0.00">
                  <c:v>5.8468333333333327</c:v>
                </c:pt>
                <c:pt idx="8344" formatCode="0.00">
                  <c:v>5.8476666666666661</c:v>
                </c:pt>
                <c:pt idx="8345" formatCode="0.00">
                  <c:v>5.8484999999999996</c:v>
                </c:pt>
                <c:pt idx="8346" formatCode="0.00">
                  <c:v>5.8493333333333322</c:v>
                </c:pt>
                <c:pt idx="8347" formatCode="0.00">
                  <c:v>5.8501666666666665</c:v>
                </c:pt>
                <c:pt idx="8348" formatCode="0.00">
                  <c:v>5.851</c:v>
                </c:pt>
                <c:pt idx="8349" formatCode="0.00">
                  <c:v>5.8518333333333334</c:v>
                </c:pt>
                <c:pt idx="8350" formatCode="0.00">
                  <c:v>5.8526666666666669</c:v>
                </c:pt>
                <c:pt idx="8351" formatCode="0.00">
                  <c:v>5.8534999999999995</c:v>
                </c:pt>
                <c:pt idx="8352" formatCode="0.00">
                  <c:v>5.8543333333333329</c:v>
                </c:pt>
                <c:pt idx="8353" formatCode="0.00">
                  <c:v>5.8551666666666664</c:v>
                </c:pt>
                <c:pt idx="8354" formatCode="0.00">
                  <c:v>5.8559999999999999</c:v>
                </c:pt>
                <c:pt idx="8355" formatCode="0.00">
                  <c:v>5.8568333333333333</c:v>
                </c:pt>
                <c:pt idx="8356" formatCode="0.00">
                  <c:v>5.8576666666666659</c:v>
                </c:pt>
                <c:pt idx="8357" formatCode="0.00">
                  <c:v>5.8584999999999994</c:v>
                </c:pt>
                <c:pt idx="8358" formatCode="0.00">
                  <c:v>5.8593333333333328</c:v>
                </c:pt>
                <c:pt idx="8359" formatCode="0.00">
                  <c:v>5.8601666666666663</c:v>
                </c:pt>
                <c:pt idx="8360" formatCode="0.00">
                  <c:v>5.8609999999999998</c:v>
                </c:pt>
                <c:pt idx="8361" formatCode="0.00">
                  <c:v>5.8618333333333323</c:v>
                </c:pt>
                <c:pt idx="8362" formatCode="0.00">
                  <c:v>5.8626666666666658</c:v>
                </c:pt>
                <c:pt idx="8363" formatCode="0.00">
                  <c:v>5.8634999999999993</c:v>
                </c:pt>
                <c:pt idx="8364" formatCode="0.00">
                  <c:v>5.8643333333333327</c:v>
                </c:pt>
                <c:pt idx="8365" formatCode="0.00">
                  <c:v>5.8651666666666671</c:v>
                </c:pt>
                <c:pt idx="8366" formatCode="0.00">
                  <c:v>5.8659999999999997</c:v>
                </c:pt>
                <c:pt idx="8367" formatCode="0.00">
                  <c:v>5.8668333333333331</c:v>
                </c:pt>
                <c:pt idx="8368" formatCode="0.00">
                  <c:v>5.8676666666666666</c:v>
                </c:pt>
                <c:pt idx="8369" formatCode="0.00">
                  <c:v>5.8685</c:v>
                </c:pt>
                <c:pt idx="8370" formatCode="0.00">
                  <c:v>5.8693333333333335</c:v>
                </c:pt>
                <c:pt idx="8371" formatCode="0.00">
                  <c:v>5.8701666666666661</c:v>
                </c:pt>
                <c:pt idx="8372" formatCode="0.00">
                  <c:v>5.8709999999999996</c:v>
                </c:pt>
                <c:pt idx="8373" formatCode="0.00">
                  <c:v>5.871833333333333</c:v>
                </c:pt>
                <c:pt idx="8374" formatCode="0.00">
                  <c:v>5.8726666666666665</c:v>
                </c:pt>
                <c:pt idx="8375" formatCode="0.00">
                  <c:v>5.8734999999999999</c:v>
                </c:pt>
                <c:pt idx="8376" formatCode="0.00">
                  <c:v>5.8743333333333325</c:v>
                </c:pt>
                <c:pt idx="8377" formatCode="0.00">
                  <c:v>5.875166666666666</c:v>
                </c:pt>
                <c:pt idx="8378" formatCode="0.00">
                  <c:v>5.8759999999999994</c:v>
                </c:pt>
                <c:pt idx="8379" formatCode="0.00">
                  <c:v>5.8768333333333329</c:v>
                </c:pt>
                <c:pt idx="8380" formatCode="0.00">
                  <c:v>5.8776666666666664</c:v>
                </c:pt>
                <c:pt idx="8381" formatCode="0.00">
                  <c:v>5.8784999999999989</c:v>
                </c:pt>
                <c:pt idx="8382" formatCode="0.00">
                  <c:v>5.8793333333333324</c:v>
                </c:pt>
                <c:pt idx="8383" formatCode="0.00">
                  <c:v>5.8801666666666659</c:v>
                </c:pt>
                <c:pt idx="8384" formatCode="0.00">
                  <c:v>5.8810000000000002</c:v>
                </c:pt>
                <c:pt idx="8385" formatCode="0.00">
                  <c:v>5.8818333333333337</c:v>
                </c:pt>
                <c:pt idx="8386" formatCode="0.00">
                  <c:v>5.8826666666666663</c:v>
                </c:pt>
                <c:pt idx="8387" formatCode="0.00">
                  <c:v>5.8834999999999997</c:v>
                </c:pt>
                <c:pt idx="8388" formatCode="0.00">
                  <c:v>5.8843333333333332</c:v>
                </c:pt>
                <c:pt idx="8389" formatCode="0.00">
                  <c:v>5.8851666666666667</c:v>
                </c:pt>
                <c:pt idx="8390" formatCode="0.00">
                  <c:v>5.8860000000000001</c:v>
                </c:pt>
                <c:pt idx="8391" formatCode="0.00">
                  <c:v>5.8868333333333327</c:v>
                </c:pt>
                <c:pt idx="8392" formatCode="0.00">
                  <c:v>5.8876666666666662</c:v>
                </c:pt>
                <c:pt idx="8393" formatCode="0.00">
                  <c:v>5.8884999999999996</c:v>
                </c:pt>
                <c:pt idx="8394" formatCode="0.00">
                  <c:v>5.8893333333333331</c:v>
                </c:pt>
                <c:pt idx="8395" formatCode="0.00">
                  <c:v>5.8901666666666666</c:v>
                </c:pt>
                <c:pt idx="8396" formatCode="0.00">
                  <c:v>5.8909999999999991</c:v>
                </c:pt>
                <c:pt idx="8397" formatCode="0.00">
                  <c:v>5.8918333333333326</c:v>
                </c:pt>
                <c:pt idx="8398" formatCode="0.00">
                  <c:v>5.8926666666666661</c:v>
                </c:pt>
                <c:pt idx="8399" formatCode="0.00">
                  <c:v>5.8934999999999995</c:v>
                </c:pt>
                <c:pt idx="8400" formatCode="0.00">
                  <c:v>5.894333333333333</c:v>
                </c:pt>
                <c:pt idx="8401" formatCode="0.00">
                  <c:v>5.8951666666666656</c:v>
                </c:pt>
                <c:pt idx="8402" formatCode="0.00">
                  <c:v>5.895999999999999</c:v>
                </c:pt>
                <c:pt idx="8403" formatCode="0.00">
                  <c:v>5.8968333333333334</c:v>
                </c:pt>
                <c:pt idx="8404" formatCode="0.00">
                  <c:v>5.8976666666666668</c:v>
                </c:pt>
                <c:pt idx="8405" formatCode="0.00">
                  <c:v>5.8985000000000003</c:v>
                </c:pt>
                <c:pt idx="8406" formatCode="0.00">
                  <c:v>5.8993333333333329</c:v>
                </c:pt>
                <c:pt idx="8407" formatCode="0.00">
                  <c:v>5.9001666666666663</c:v>
                </c:pt>
                <c:pt idx="8408" formatCode="0.00">
                  <c:v>5.9009999999999998</c:v>
                </c:pt>
                <c:pt idx="8409" formatCode="0.00">
                  <c:v>5.9018333333333333</c:v>
                </c:pt>
                <c:pt idx="8410" formatCode="0.00">
                  <c:v>5.9026666666666667</c:v>
                </c:pt>
                <c:pt idx="8411" formatCode="0.00">
                  <c:v>5.9034999999999993</c:v>
                </c:pt>
                <c:pt idx="8412" formatCode="0.00">
                  <c:v>5.9043333333333328</c:v>
                </c:pt>
                <c:pt idx="8413" formatCode="0.00">
                  <c:v>5.9051666666666662</c:v>
                </c:pt>
                <c:pt idx="8414" formatCode="0.00">
                  <c:v>5.9059999999999997</c:v>
                </c:pt>
                <c:pt idx="8415" formatCode="0.00">
                  <c:v>5.9068333333333332</c:v>
                </c:pt>
                <c:pt idx="8416" formatCode="0.00">
                  <c:v>5.9076666666666657</c:v>
                </c:pt>
                <c:pt idx="8417" formatCode="0.00">
                  <c:v>5.9084999999999992</c:v>
                </c:pt>
                <c:pt idx="8418" formatCode="0.00">
                  <c:v>5.9093333333333327</c:v>
                </c:pt>
                <c:pt idx="8419" formatCode="0.00">
                  <c:v>5.9101666666666661</c:v>
                </c:pt>
                <c:pt idx="8420" formatCode="0.00">
                  <c:v>5.9109999999999996</c:v>
                </c:pt>
                <c:pt idx="8421" formatCode="0.00">
                  <c:v>5.9118333333333322</c:v>
                </c:pt>
                <c:pt idx="8422" formatCode="0.00">
                  <c:v>5.9126666666666665</c:v>
                </c:pt>
                <c:pt idx="8423" formatCode="0.00">
                  <c:v>5.9135</c:v>
                </c:pt>
                <c:pt idx="8424" formatCode="0.00">
                  <c:v>5.9143333333333334</c:v>
                </c:pt>
                <c:pt idx="8425" formatCode="0.00">
                  <c:v>5.9151666666666669</c:v>
                </c:pt>
                <c:pt idx="8426" formatCode="0.00">
                  <c:v>5.9159999999999995</c:v>
                </c:pt>
                <c:pt idx="8427" formatCode="0.00">
                  <c:v>5.9168333333333329</c:v>
                </c:pt>
                <c:pt idx="8428" formatCode="0.00">
                  <c:v>5.9176666666666664</c:v>
                </c:pt>
                <c:pt idx="8429" formatCode="0.00">
                  <c:v>5.9184999999999999</c:v>
                </c:pt>
                <c:pt idx="8430" formatCode="0.00">
                  <c:v>5.9193333333333333</c:v>
                </c:pt>
                <c:pt idx="8431" formatCode="0.00">
                  <c:v>5.9201666666666659</c:v>
                </c:pt>
                <c:pt idx="8432" formatCode="0.00">
                  <c:v>5.9209999999999994</c:v>
                </c:pt>
                <c:pt idx="8433" formatCode="0.00">
                  <c:v>5.9218333333333328</c:v>
                </c:pt>
                <c:pt idx="8434" formatCode="0.00">
                  <c:v>5.9226666666666663</c:v>
                </c:pt>
                <c:pt idx="8435" formatCode="0.00">
                  <c:v>5.9234999999999998</c:v>
                </c:pt>
                <c:pt idx="8436" formatCode="0.00">
                  <c:v>5.9243333333333323</c:v>
                </c:pt>
                <c:pt idx="8437" formatCode="0.00">
                  <c:v>5.9251666666666658</c:v>
                </c:pt>
                <c:pt idx="8438" formatCode="0.00">
                  <c:v>5.9259999999999993</c:v>
                </c:pt>
                <c:pt idx="8439" formatCode="0.00">
                  <c:v>5.9268333333333327</c:v>
                </c:pt>
                <c:pt idx="8440" formatCode="0.00">
                  <c:v>5.9276666666666671</c:v>
                </c:pt>
                <c:pt idx="8441" formatCode="0.00">
                  <c:v>5.9284999999999997</c:v>
                </c:pt>
                <c:pt idx="8442" formatCode="0.00">
                  <c:v>5.9293333333333331</c:v>
                </c:pt>
                <c:pt idx="8443" formatCode="0.00">
                  <c:v>5.9301666666666666</c:v>
                </c:pt>
                <c:pt idx="8444" formatCode="0.00">
                  <c:v>5.931</c:v>
                </c:pt>
                <c:pt idx="8445" formatCode="0.00">
                  <c:v>5.9318333333333335</c:v>
                </c:pt>
                <c:pt idx="8446" formatCode="0.00">
                  <c:v>5.9326666666666661</c:v>
                </c:pt>
                <c:pt idx="8447" formatCode="0.00">
                  <c:v>5.9334999999999996</c:v>
                </c:pt>
                <c:pt idx="8448" formatCode="0.00">
                  <c:v>5.934333333333333</c:v>
                </c:pt>
                <c:pt idx="8449" formatCode="0.00">
                  <c:v>5.9351666666666665</c:v>
                </c:pt>
                <c:pt idx="8450" formatCode="0.00">
                  <c:v>5.9359999999999999</c:v>
                </c:pt>
                <c:pt idx="8451" formatCode="0.00">
                  <c:v>5.9368333333333325</c:v>
                </c:pt>
                <c:pt idx="8452" formatCode="0.00">
                  <c:v>5.937666666666666</c:v>
                </c:pt>
                <c:pt idx="8453" formatCode="0.00">
                  <c:v>5.9384999999999994</c:v>
                </c:pt>
                <c:pt idx="8454" formatCode="0.00">
                  <c:v>5.9393333333333329</c:v>
                </c:pt>
                <c:pt idx="8455" formatCode="0.00">
                  <c:v>5.9401666666666664</c:v>
                </c:pt>
                <c:pt idx="8456" formatCode="0.00">
                  <c:v>5.9409999999999989</c:v>
                </c:pt>
                <c:pt idx="8457" formatCode="0.00">
                  <c:v>5.9418333333333324</c:v>
                </c:pt>
                <c:pt idx="8458" formatCode="0.00">
                  <c:v>5.9426666666666659</c:v>
                </c:pt>
                <c:pt idx="8459" formatCode="0.00">
                  <c:v>5.9435000000000002</c:v>
                </c:pt>
                <c:pt idx="8460" formatCode="0.00">
                  <c:v>5.9443333333333337</c:v>
                </c:pt>
                <c:pt idx="8461" formatCode="0.00">
                  <c:v>5.9451666666666663</c:v>
                </c:pt>
                <c:pt idx="8462" formatCode="0.00">
                  <c:v>5.9459999999999997</c:v>
                </c:pt>
                <c:pt idx="8463" formatCode="0.00">
                  <c:v>5.9468333333333332</c:v>
                </c:pt>
                <c:pt idx="8464" formatCode="0.00">
                  <c:v>5.9476666666666667</c:v>
                </c:pt>
                <c:pt idx="8465" formatCode="0.00">
                  <c:v>5.9485000000000001</c:v>
                </c:pt>
                <c:pt idx="8466" formatCode="0.00">
                  <c:v>5.9493333333333327</c:v>
                </c:pt>
                <c:pt idx="8467" formatCode="0.00">
                  <c:v>5.9501666666666662</c:v>
                </c:pt>
                <c:pt idx="8468" formatCode="0.00">
                  <c:v>5.9509999999999996</c:v>
                </c:pt>
                <c:pt idx="8469" formatCode="0.00">
                  <c:v>5.9518333333333331</c:v>
                </c:pt>
                <c:pt idx="8470" formatCode="0.00">
                  <c:v>5.9526666666666666</c:v>
                </c:pt>
                <c:pt idx="8471" formatCode="0.00">
                  <c:v>5.9534999999999991</c:v>
                </c:pt>
                <c:pt idx="8472" formatCode="0.00">
                  <c:v>5.9543333333333326</c:v>
                </c:pt>
                <c:pt idx="8473" formatCode="0.00">
                  <c:v>5.9551666666666661</c:v>
                </c:pt>
                <c:pt idx="8474" formatCode="0.00">
                  <c:v>5.9559999999999995</c:v>
                </c:pt>
                <c:pt idx="8475" formatCode="0.00">
                  <c:v>5.956833333333333</c:v>
                </c:pt>
                <c:pt idx="8476" formatCode="0.00">
                  <c:v>5.9576666666666656</c:v>
                </c:pt>
                <c:pt idx="8477" formatCode="0.00">
                  <c:v>5.958499999999999</c:v>
                </c:pt>
                <c:pt idx="8478" formatCode="0.00">
                  <c:v>5.9593333333333334</c:v>
                </c:pt>
                <c:pt idx="8479" formatCode="0.00">
                  <c:v>5.9601666666666668</c:v>
                </c:pt>
                <c:pt idx="8480" formatCode="0.00">
                  <c:v>5.9610000000000003</c:v>
                </c:pt>
                <c:pt idx="8481" formatCode="0.00">
                  <c:v>5.9618333333333329</c:v>
                </c:pt>
                <c:pt idx="8482" formatCode="0.00">
                  <c:v>5.9626666666666663</c:v>
                </c:pt>
                <c:pt idx="8483" formatCode="0.00">
                  <c:v>5.9634999999999998</c:v>
                </c:pt>
                <c:pt idx="8484" formatCode="0.00">
                  <c:v>5.9643333333333333</c:v>
                </c:pt>
                <c:pt idx="8485" formatCode="0.00">
                  <c:v>5.9651666666666667</c:v>
                </c:pt>
                <c:pt idx="8486" formatCode="0.00">
                  <c:v>5.9659999999999993</c:v>
                </c:pt>
                <c:pt idx="8487" formatCode="0.00">
                  <c:v>5.9668333333333328</c:v>
                </c:pt>
                <c:pt idx="8488" formatCode="0.00">
                  <c:v>5.9676666666666662</c:v>
                </c:pt>
                <c:pt idx="8489" formatCode="0.00">
                  <c:v>5.9684999999999997</c:v>
                </c:pt>
                <c:pt idx="8490" formatCode="0.00">
                  <c:v>5.9693333333333332</c:v>
                </c:pt>
                <c:pt idx="8491" formatCode="0.00">
                  <c:v>5.9701666666666657</c:v>
                </c:pt>
                <c:pt idx="8492" formatCode="0.00">
                  <c:v>5.9709999999999992</c:v>
                </c:pt>
                <c:pt idx="8493" formatCode="0.00">
                  <c:v>5.9718333333333327</c:v>
                </c:pt>
                <c:pt idx="8494" formatCode="0.00">
                  <c:v>5.9726666666666661</c:v>
                </c:pt>
                <c:pt idx="8495" formatCode="0.00">
                  <c:v>5.9734999999999996</c:v>
                </c:pt>
                <c:pt idx="8496" formatCode="0.00">
                  <c:v>5.9743333333333322</c:v>
                </c:pt>
                <c:pt idx="8497" formatCode="0.00">
                  <c:v>5.9751666666666665</c:v>
                </c:pt>
                <c:pt idx="8498" formatCode="0.00">
                  <c:v>5.976</c:v>
                </c:pt>
                <c:pt idx="8499" formatCode="0.00">
                  <c:v>5.9768333333333334</c:v>
                </c:pt>
                <c:pt idx="8500" formatCode="0.00">
                  <c:v>5.9776666666666669</c:v>
                </c:pt>
                <c:pt idx="8501" formatCode="0.00">
                  <c:v>5.9784999999999995</c:v>
                </c:pt>
                <c:pt idx="8502" formatCode="0.00">
                  <c:v>5.9793333333333329</c:v>
                </c:pt>
                <c:pt idx="8503" formatCode="0.00">
                  <c:v>5.9801666666666664</c:v>
                </c:pt>
                <c:pt idx="8504" formatCode="0.00">
                  <c:v>5.9809999999999999</c:v>
                </c:pt>
                <c:pt idx="8505" formatCode="0.00">
                  <c:v>5.9818333333333333</c:v>
                </c:pt>
                <c:pt idx="8506" formatCode="0.00">
                  <c:v>5.9826666666666659</c:v>
                </c:pt>
                <c:pt idx="8507" formatCode="0.00">
                  <c:v>5.9834999999999994</c:v>
                </c:pt>
                <c:pt idx="8508" formatCode="0.00">
                  <c:v>5.9843333333333328</c:v>
                </c:pt>
                <c:pt idx="8509" formatCode="0.00">
                  <c:v>5.9851666666666663</c:v>
                </c:pt>
                <c:pt idx="8510" formatCode="0.00">
                  <c:v>5.9859999999999998</c:v>
                </c:pt>
                <c:pt idx="8511" formatCode="0.00">
                  <c:v>5.9868333333333323</c:v>
                </c:pt>
                <c:pt idx="8512" formatCode="0.00">
                  <c:v>5.9876666666666658</c:v>
                </c:pt>
                <c:pt idx="8513" formatCode="0.00">
                  <c:v>5.9884999999999993</c:v>
                </c:pt>
                <c:pt idx="8514" formatCode="0.00">
                  <c:v>5.9893333333333327</c:v>
                </c:pt>
                <c:pt idx="8515" formatCode="0.00">
                  <c:v>5.9901666666666671</c:v>
                </c:pt>
                <c:pt idx="8516" formatCode="0.00">
                  <c:v>5.9909999999999997</c:v>
                </c:pt>
                <c:pt idx="8517" formatCode="0.00">
                  <c:v>5.9918333333333331</c:v>
                </c:pt>
                <c:pt idx="8518" formatCode="0.00">
                  <c:v>5.9926666666666666</c:v>
                </c:pt>
                <c:pt idx="8519" formatCode="0.00">
                  <c:v>5.9935</c:v>
                </c:pt>
                <c:pt idx="8520" formatCode="0.00">
                  <c:v>5.9943333333333335</c:v>
                </c:pt>
                <c:pt idx="8521" formatCode="0.00">
                  <c:v>5.9951666666666661</c:v>
                </c:pt>
                <c:pt idx="8522" formatCode="0.00">
                  <c:v>5.9959999999999996</c:v>
                </c:pt>
                <c:pt idx="8523" formatCode="0.00">
                  <c:v>5.996833333333333</c:v>
                </c:pt>
                <c:pt idx="8524" formatCode="0.00">
                  <c:v>5.9976666666666665</c:v>
                </c:pt>
                <c:pt idx="8525" formatCode="0.00">
                  <c:v>5.9984999999999999</c:v>
                </c:pt>
                <c:pt idx="8526" formatCode="0.00">
                  <c:v>5.9993333333333325</c:v>
                </c:pt>
                <c:pt idx="8527" formatCode="0.00">
                  <c:v>6.000166666666666</c:v>
                </c:pt>
                <c:pt idx="8528" formatCode="0.00">
                  <c:v>6.0009999999999994</c:v>
                </c:pt>
                <c:pt idx="8529" formatCode="0.00">
                  <c:v>6.0018333333333329</c:v>
                </c:pt>
                <c:pt idx="8530" formatCode="0.00">
                  <c:v>6.0026666666666664</c:v>
                </c:pt>
                <c:pt idx="8531" formatCode="0.00">
                  <c:v>6.0034999999999989</c:v>
                </c:pt>
                <c:pt idx="8532" formatCode="0.00">
                  <c:v>6.0043333333333324</c:v>
                </c:pt>
                <c:pt idx="8533" formatCode="0.00">
                  <c:v>6.0051666666666659</c:v>
                </c:pt>
                <c:pt idx="8534" formatCode="0.00">
                  <c:v>6.0060000000000002</c:v>
                </c:pt>
                <c:pt idx="8535" formatCode="0.00">
                  <c:v>6.0068333333333337</c:v>
                </c:pt>
                <c:pt idx="8536" formatCode="0.00">
                  <c:v>6.0076666666666663</c:v>
                </c:pt>
                <c:pt idx="8537" formatCode="0.00">
                  <c:v>6.0084999999999997</c:v>
                </c:pt>
                <c:pt idx="8538" formatCode="0.00">
                  <c:v>6.0093333333333332</c:v>
                </c:pt>
                <c:pt idx="8539" formatCode="0.00">
                  <c:v>6.0101666666666667</c:v>
                </c:pt>
                <c:pt idx="8540" formatCode="0.00">
                  <c:v>6.0110000000000001</c:v>
                </c:pt>
                <c:pt idx="8541" formatCode="0.00">
                  <c:v>6.0118333333333327</c:v>
                </c:pt>
                <c:pt idx="8542" formatCode="0.00">
                  <c:v>6.0126666666666662</c:v>
                </c:pt>
                <c:pt idx="8543" formatCode="0.00">
                  <c:v>6.0134999999999996</c:v>
                </c:pt>
                <c:pt idx="8544" formatCode="0.00">
                  <c:v>6.0143333333333331</c:v>
                </c:pt>
                <c:pt idx="8545" formatCode="0.00">
                  <c:v>6.0151666666666666</c:v>
                </c:pt>
                <c:pt idx="8546" formatCode="0.00">
                  <c:v>6.0159999999999991</c:v>
                </c:pt>
                <c:pt idx="8547" formatCode="0.00">
                  <c:v>6.0168333333333326</c:v>
                </c:pt>
                <c:pt idx="8548" formatCode="0.00">
                  <c:v>6.0176666666666661</c:v>
                </c:pt>
                <c:pt idx="8549" formatCode="0.00">
                  <c:v>6.0184999999999995</c:v>
                </c:pt>
                <c:pt idx="8550" formatCode="0.00">
                  <c:v>6.019333333333333</c:v>
                </c:pt>
                <c:pt idx="8551" formatCode="0.00">
                  <c:v>6.0201666666666656</c:v>
                </c:pt>
                <c:pt idx="8552" formatCode="0.00">
                  <c:v>6.020999999999999</c:v>
                </c:pt>
                <c:pt idx="8553" formatCode="0.00">
                  <c:v>6.0218333333333334</c:v>
                </c:pt>
                <c:pt idx="8554" formatCode="0.00">
                  <c:v>6.0226666666666668</c:v>
                </c:pt>
                <c:pt idx="8555" formatCode="0.00">
                  <c:v>6.0235000000000003</c:v>
                </c:pt>
                <c:pt idx="8556" formatCode="0.00">
                  <c:v>6.0243333333333329</c:v>
                </c:pt>
                <c:pt idx="8557" formatCode="0.00">
                  <c:v>6.0251666666666663</c:v>
                </c:pt>
                <c:pt idx="8558" formatCode="0.00">
                  <c:v>6.0259999999999998</c:v>
                </c:pt>
                <c:pt idx="8559" formatCode="0.00">
                  <c:v>6.0268333333333333</c:v>
                </c:pt>
                <c:pt idx="8560" formatCode="0.00">
                  <c:v>6.0276666666666667</c:v>
                </c:pt>
                <c:pt idx="8561" formatCode="0.00">
                  <c:v>6.0284999999999993</c:v>
                </c:pt>
                <c:pt idx="8562" formatCode="0.00">
                  <c:v>6.0293333333333328</c:v>
                </c:pt>
                <c:pt idx="8563" formatCode="0.00">
                  <c:v>6.0301666666666662</c:v>
                </c:pt>
                <c:pt idx="8564" formatCode="0.00">
                  <c:v>6.0309999999999997</c:v>
                </c:pt>
                <c:pt idx="8565" formatCode="0.00">
                  <c:v>6.0318333333333332</c:v>
                </c:pt>
                <c:pt idx="8566" formatCode="0.00">
                  <c:v>6.0326666666666657</c:v>
                </c:pt>
                <c:pt idx="8567" formatCode="0.00">
                  <c:v>6.0334999999999992</c:v>
                </c:pt>
                <c:pt idx="8568" formatCode="0.00">
                  <c:v>6.0343333333333327</c:v>
                </c:pt>
                <c:pt idx="8569" formatCode="0.00">
                  <c:v>6.0351666666666661</c:v>
                </c:pt>
                <c:pt idx="8570" formatCode="0.00">
                  <c:v>6.0359999999999996</c:v>
                </c:pt>
                <c:pt idx="8571" formatCode="0.00">
                  <c:v>6.0368333333333322</c:v>
                </c:pt>
                <c:pt idx="8572" formatCode="0.00">
                  <c:v>6.0376666666666665</c:v>
                </c:pt>
                <c:pt idx="8573" formatCode="0.00">
                  <c:v>6.0385</c:v>
                </c:pt>
                <c:pt idx="8574" formatCode="0.00">
                  <c:v>6.0393333333333334</c:v>
                </c:pt>
                <c:pt idx="8575" formatCode="0.00">
                  <c:v>6.0401666666666669</c:v>
                </c:pt>
                <c:pt idx="8576" formatCode="0.00">
                  <c:v>6.0409999999999995</c:v>
                </c:pt>
                <c:pt idx="8577" formatCode="0.00">
                  <c:v>6.0418333333333329</c:v>
                </c:pt>
                <c:pt idx="8578" formatCode="0.00">
                  <c:v>6.0426666666666664</c:v>
                </c:pt>
                <c:pt idx="8579" formatCode="0.00">
                  <c:v>6.0434999999999999</c:v>
                </c:pt>
                <c:pt idx="8580" formatCode="0.00">
                  <c:v>6.0443333333333333</c:v>
                </c:pt>
                <c:pt idx="8581" formatCode="0.00">
                  <c:v>6.0451666666666659</c:v>
                </c:pt>
                <c:pt idx="8582" formatCode="0.00">
                  <c:v>6.0459999999999994</c:v>
                </c:pt>
                <c:pt idx="8583" formatCode="0.00">
                  <c:v>6.0468333333333328</c:v>
                </c:pt>
                <c:pt idx="8584" formatCode="0.00">
                  <c:v>6.0476666666666663</c:v>
                </c:pt>
                <c:pt idx="8585" formatCode="0.00">
                  <c:v>6.0484999999999998</c:v>
                </c:pt>
                <c:pt idx="8586" formatCode="0.00">
                  <c:v>6.0493333333333323</c:v>
                </c:pt>
                <c:pt idx="8587" formatCode="0.00">
                  <c:v>6.0501666666666658</c:v>
                </c:pt>
                <c:pt idx="8588" formatCode="0.00">
                  <c:v>6.0509999999999993</c:v>
                </c:pt>
                <c:pt idx="8589" formatCode="0.00">
                  <c:v>6.0518333333333327</c:v>
                </c:pt>
                <c:pt idx="8590" formatCode="0.00">
                  <c:v>6.0526666666666671</c:v>
                </c:pt>
                <c:pt idx="8591" formatCode="0.00">
                  <c:v>6.0534999999999997</c:v>
                </c:pt>
                <c:pt idx="8592" formatCode="0.00">
                  <c:v>6.0543333333333331</c:v>
                </c:pt>
                <c:pt idx="8593" formatCode="0.00">
                  <c:v>6.0551666666666666</c:v>
                </c:pt>
                <c:pt idx="8594" formatCode="0.00">
                  <c:v>6.056</c:v>
                </c:pt>
                <c:pt idx="8595" formatCode="0.00">
                  <c:v>6.0568333333333335</c:v>
                </c:pt>
                <c:pt idx="8596" formatCode="0.00">
                  <c:v>6.0576666666666661</c:v>
                </c:pt>
                <c:pt idx="8597" formatCode="0.00">
                  <c:v>6.0584999999999996</c:v>
                </c:pt>
                <c:pt idx="8598" formatCode="0.00">
                  <c:v>6.059333333333333</c:v>
                </c:pt>
                <c:pt idx="8599" formatCode="0.00">
                  <c:v>6.0601666666666665</c:v>
                </c:pt>
                <c:pt idx="8600" formatCode="0.00">
                  <c:v>6.0609999999999999</c:v>
                </c:pt>
                <c:pt idx="8601" formatCode="0.00">
                  <c:v>6.0618333333333325</c:v>
                </c:pt>
                <c:pt idx="8602" formatCode="0.00">
                  <c:v>6.062666666666666</c:v>
                </c:pt>
                <c:pt idx="8603" formatCode="0.00">
                  <c:v>6.0634999999999994</c:v>
                </c:pt>
                <c:pt idx="8604" formatCode="0.00">
                  <c:v>6.0643333333333329</c:v>
                </c:pt>
                <c:pt idx="8605" formatCode="0.00">
                  <c:v>6.0651666666666664</c:v>
                </c:pt>
                <c:pt idx="8606" formatCode="0.00">
                  <c:v>6.0659999999999989</c:v>
                </c:pt>
                <c:pt idx="8607" formatCode="0.00">
                  <c:v>6.0668333333333324</c:v>
                </c:pt>
                <c:pt idx="8608" formatCode="0.00">
                  <c:v>6.0676666666666659</c:v>
                </c:pt>
                <c:pt idx="8609" formatCode="0.00">
                  <c:v>6.0685000000000002</c:v>
                </c:pt>
                <c:pt idx="8610" formatCode="0.00">
                  <c:v>6.0693333333333337</c:v>
                </c:pt>
                <c:pt idx="8611" formatCode="0.00">
                  <c:v>6.0701666666666663</c:v>
                </c:pt>
                <c:pt idx="8612" formatCode="0.00">
                  <c:v>6.0709999999999997</c:v>
                </c:pt>
                <c:pt idx="8613" formatCode="0.00">
                  <c:v>6.0718333333333332</c:v>
                </c:pt>
                <c:pt idx="8614" formatCode="0.00">
                  <c:v>6.0726666666666667</c:v>
                </c:pt>
                <c:pt idx="8615" formatCode="0.00">
                  <c:v>6.0735000000000001</c:v>
                </c:pt>
                <c:pt idx="8616" formatCode="0.00">
                  <c:v>6.0743333333333327</c:v>
                </c:pt>
                <c:pt idx="8617" formatCode="0.00">
                  <c:v>6.0751666666666662</c:v>
                </c:pt>
                <c:pt idx="8618" formatCode="0.00">
                  <c:v>6.0759999999999996</c:v>
                </c:pt>
                <c:pt idx="8619" formatCode="0.00">
                  <c:v>6.0768333333333331</c:v>
                </c:pt>
                <c:pt idx="8620" formatCode="0.00">
                  <c:v>6.0776666666666666</c:v>
                </c:pt>
                <c:pt idx="8621" formatCode="0.00">
                  <c:v>6.0784999999999991</c:v>
                </c:pt>
                <c:pt idx="8622" formatCode="0.00">
                  <c:v>6.0793333333333326</c:v>
                </c:pt>
                <c:pt idx="8623" formatCode="0.00">
                  <c:v>6.0801666666666661</c:v>
                </c:pt>
                <c:pt idx="8624" formatCode="0.00">
                  <c:v>6.0809999999999995</c:v>
                </c:pt>
                <c:pt idx="8625" formatCode="0.00">
                  <c:v>6.081833333333333</c:v>
                </c:pt>
                <c:pt idx="8626" formatCode="0.00">
                  <c:v>6.0826666666666656</c:v>
                </c:pt>
                <c:pt idx="8627" formatCode="0.00">
                  <c:v>6.083499999999999</c:v>
                </c:pt>
                <c:pt idx="8628" formatCode="0.00">
                  <c:v>6.0843333333333334</c:v>
                </c:pt>
                <c:pt idx="8629" formatCode="0.00">
                  <c:v>6.0851666666666668</c:v>
                </c:pt>
                <c:pt idx="8630" formatCode="0.00">
                  <c:v>6.0860000000000003</c:v>
                </c:pt>
                <c:pt idx="8631" formatCode="0.00">
                  <c:v>6.0868333333333329</c:v>
                </c:pt>
                <c:pt idx="8632" formatCode="0.00">
                  <c:v>6.0876666666666663</c:v>
                </c:pt>
                <c:pt idx="8633" formatCode="0.00">
                  <c:v>6.0884999999999998</c:v>
                </c:pt>
                <c:pt idx="8634" formatCode="0.00">
                  <c:v>6.0893333333333333</c:v>
                </c:pt>
                <c:pt idx="8635" formatCode="0.00">
                  <c:v>6.0901666666666667</c:v>
                </c:pt>
                <c:pt idx="8636" formatCode="0.00">
                  <c:v>6.0909999999999993</c:v>
                </c:pt>
                <c:pt idx="8637" formatCode="0.00">
                  <c:v>6.0918333333333328</c:v>
                </c:pt>
                <c:pt idx="8638" formatCode="0.00">
                  <c:v>6.0926666666666662</c:v>
                </c:pt>
                <c:pt idx="8639" formatCode="0.00">
                  <c:v>6.0934999999999997</c:v>
                </c:pt>
                <c:pt idx="8640" formatCode="0.00">
                  <c:v>6.0943333333333332</c:v>
                </c:pt>
                <c:pt idx="8641" formatCode="0.00">
                  <c:v>6.0951666666666657</c:v>
                </c:pt>
                <c:pt idx="8642" formatCode="0.00">
                  <c:v>6.0959999999999992</c:v>
                </c:pt>
                <c:pt idx="8643" formatCode="0.00">
                  <c:v>6.0968333333333327</c:v>
                </c:pt>
                <c:pt idx="8644" formatCode="0.00">
                  <c:v>6.0976666666666661</c:v>
                </c:pt>
                <c:pt idx="8645" formatCode="0.00">
                  <c:v>6.0984999999999996</c:v>
                </c:pt>
                <c:pt idx="8646" formatCode="0.00">
                  <c:v>6.0993333333333322</c:v>
                </c:pt>
                <c:pt idx="8647" formatCode="0.00">
                  <c:v>6.1001666666666665</c:v>
                </c:pt>
                <c:pt idx="8648" formatCode="0.00">
                  <c:v>6.101</c:v>
                </c:pt>
                <c:pt idx="8649" formatCode="0.00">
                  <c:v>6.1018333333333334</c:v>
                </c:pt>
                <c:pt idx="8650" formatCode="0.00">
                  <c:v>6.1026666666666669</c:v>
                </c:pt>
                <c:pt idx="8651" formatCode="0.00">
                  <c:v>6.1034999999999995</c:v>
                </c:pt>
                <c:pt idx="8652" formatCode="0.00">
                  <c:v>6.1043333333333329</c:v>
                </c:pt>
                <c:pt idx="8653" formatCode="0.00">
                  <c:v>6.1051666666666664</c:v>
                </c:pt>
                <c:pt idx="8654" formatCode="0.00">
                  <c:v>6.1059999999999999</c:v>
                </c:pt>
                <c:pt idx="8655" formatCode="0.00">
                  <c:v>6.1068333333333333</c:v>
                </c:pt>
                <c:pt idx="8656" formatCode="0.00">
                  <c:v>6.1076666666666659</c:v>
                </c:pt>
                <c:pt idx="8657" formatCode="0.00">
                  <c:v>6.1084999999999994</c:v>
                </c:pt>
                <c:pt idx="8658" formatCode="0.00">
                  <c:v>6.1093333333333328</c:v>
                </c:pt>
                <c:pt idx="8659" formatCode="0.00">
                  <c:v>6.1101666666666663</c:v>
                </c:pt>
                <c:pt idx="8660" formatCode="0.00">
                  <c:v>6.1109999999999998</c:v>
                </c:pt>
                <c:pt idx="8661" formatCode="0.00">
                  <c:v>6.1118333333333323</c:v>
                </c:pt>
                <c:pt idx="8662" formatCode="0.00">
                  <c:v>6.1126666666666658</c:v>
                </c:pt>
                <c:pt idx="8663" formatCode="0.00">
                  <c:v>6.1134999999999993</c:v>
                </c:pt>
                <c:pt idx="8664" formatCode="0.00">
                  <c:v>6.1143333333333327</c:v>
                </c:pt>
                <c:pt idx="8665" formatCode="0.00">
                  <c:v>6.1151666666666671</c:v>
                </c:pt>
                <c:pt idx="8666" formatCode="0.00">
                  <c:v>6.1159999999999997</c:v>
                </c:pt>
                <c:pt idx="8667" formatCode="0.00">
                  <c:v>6.1168333333333331</c:v>
                </c:pt>
                <c:pt idx="8668" formatCode="0.00">
                  <c:v>6.1176666666666666</c:v>
                </c:pt>
                <c:pt idx="8669" formatCode="0.00">
                  <c:v>6.1185</c:v>
                </c:pt>
                <c:pt idx="8670" formatCode="0.00">
                  <c:v>6.1193333333333335</c:v>
                </c:pt>
                <c:pt idx="8671" formatCode="0.00">
                  <c:v>6.1201666666666661</c:v>
                </c:pt>
                <c:pt idx="8672" formatCode="0.00">
                  <c:v>6.1209999999999996</c:v>
                </c:pt>
                <c:pt idx="8673" formatCode="0.00">
                  <c:v>6.121833333333333</c:v>
                </c:pt>
                <c:pt idx="8674" formatCode="0.00">
                  <c:v>6.1226666666666665</c:v>
                </c:pt>
                <c:pt idx="8675" formatCode="0.00">
                  <c:v>6.1234999999999999</c:v>
                </c:pt>
                <c:pt idx="8676" formatCode="0.00">
                  <c:v>6.1243333333333325</c:v>
                </c:pt>
                <c:pt idx="8677" formatCode="0.00">
                  <c:v>6.125166666666666</c:v>
                </c:pt>
                <c:pt idx="8678" formatCode="0.00">
                  <c:v>6.1259999999999994</c:v>
                </c:pt>
                <c:pt idx="8679" formatCode="0.00">
                  <c:v>6.1268333333333329</c:v>
                </c:pt>
                <c:pt idx="8680" formatCode="0.00">
                  <c:v>6.1276666666666664</c:v>
                </c:pt>
                <c:pt idx="8681" formatCode="0.00">
                  <c:v>6.1284999999999989</c:v>
                </c:pt>
                <c:pt idx="8682" formatCode="0.00">
                  <c:v>6.1293333333333324</c:v>
                </c:pt>
                <c:pt idx="8683" formatCode="0.00">
                  <c:v>6.1301666666666659</c:v>
                </c:pt>
                <c:pt idx="8684" formatCode="0.00">
                  <c:v>6.1310000000000002</c:v>
                </c:pt>
                <c:pt idx="8685" formatCode="0.00">
                  <c:v>6.1318333333333337</c:v>
                </c:pt>
                <c:pt idx="8686" formatCode="0.00">
                  <c:v>6.1326666666666663</c:v>
                </c:pt>
                <c:pt idx="8687" formatCode="0.00">
                  <c:v>6.1334999999999997</c:v>
                </c:pt>
                <c:pt idx="8688" formatCode="0.00">
                  <c:v>6.1343333333333332</c:v>
                </c:pt>
                <c:pt idx="8689" formatCode="0.00">
                  <c:v>6.1351666666666667</c:v>
                </c:pt>
                <c:pt idx="8690" formatCode="0.00">
                  <c:v>6.1360000000000001</c:v>
                </c:pt>
                <c:pt idx="8691" formatCode="0.00">
                  <c:v>6.1368333333333327</c:v>
                </c:pt>
                <c:pt idx="8692" formatCode="0.00">
                  <c:v>6.1376666666666662</c:v>
                </c:pt>
                <c:pt idx="8693" formatCode="0.00">
                  <c:v>6.1384999999999996</c:v>
                </c:pt>
                <c:pt idx="8694" formatCode="0.00">
                  <c:v>6.1393333333333331</c:v>
                </c:pt>
                <c:pt idx="8695" formatCode="0.00">
                  <c:v>6.1401666666666666</c:v>
                </c:pt>
                <c:pt idx="8696" formatCode="0.00">
                  <c:v>6.1409999999999991</c:v>
                </c:pt>
                <c:pt idx="8697" formatCode="0.00">
                  <c:v>6.1418333333333326</c:v>
                </c:pt>
                <c:pt idx="8698" formatCode="0.00">
                  <c:v>6.1426666666666661</c:v>
                </c:pt>
                <c:pt idx="8699" formatCode="0.00">
                  <c:v>6.1434999999999995</c:v>
                </c:pt>
                <c:pt idx="8700" formatCode="0.00">
                  <c:v>6.144333333333333</c:v>
                </c:pt>
                <c:pt idx="8701" formatCode="0.00">
                  <c:v>6.1451666666666656</c:v>
                </c:pt>
                <c:pt idx="8702" formatCode="0.00">
                  <c:v>6.145999999999999</c:v>
                </c:pt>
                <c:pt idx="8703" formatCode="0.00">
                  <c:v>6.1468333333333334</c:v>
                </c:pt>
                <c:pt idx="8704" formatCode="0.00">
                  <c:v>6.1476666666666668</c:v>
                </c:pt>
                <c:pt idx="8705" formatCode="0.00">
                  <c:v>6.1485000000000003</c:v>
                </c:pt>
                <c:pt idx="8706" formatCode="0.00">
                  <c:v>6.1493333333333329</c:v>
                </c:pt>
                <c:pt idx="8707" formatCode="0.00">
                  <c:v>6.1501666666666663</c:v>
                </c:pt>
                <c:pt idx="8708" formatCode="0.00">
                  <c:v>6.1509999999999998</c:v>
                </c:pt>
                <c:pt idx="8709" formatCode="0.00">
                  <c:v>6.1518333333333333</c:v>
                </c:pt>
                <c:pt idx="8710" formatCode="0.00">
                  <c:v>6.1526666666666667</c:v>
                </c:pt>
                <c:pt idx="8711" formatCode="0.00">
                  <c:v>6.1534999999999993</c:v>
                </c:pt>
                <c:pt idx="8712" formatCode="0.00">
                  <c:v>6.1543333333333328</c:v>
                </c:pt>
                <c:pt idx="8713" formatCode="0.00">
                  <c:v>6.1551666666666662</c:v>
                </c:pt>
                <c:pt idx="8714" formatCode="0.00">
                  <c:v>6.1559999999999997</c:v>
                </c:pt>
                <c:pt idx="8715" formatCode="0.00">
                  <c:v>6.1568333333333332</c:v>
                </c:pt>
                <c:pt idx="8716" formatCode="0.00">
                  <c:v>6.1576666666666657</c:v>
                </c:pt>
                <c:pt idx="8717" formatCode="0.00">
                  <c:v>6.1584999999999992</c:v>
                </c:pt>
                <c:pt idx="8718" formatCode="0.00">
                  <c:v>6.1593333333333327</c:v>
                </c:pt>
                <c:pt idx="8719" formatCode="0.00">
                  <c:v>6.1601666666666661</c:v>
                </c:pt>
                <c:pt idx="8720" formatCode="0.00">
                  <c:v>6.1609999999999996</c:v>
                </c:pt>
                <c:pt idx="8721" formatCode="0.00">
                  <c:v>6.1618333333333322</c:v>
                </c:pt>
                <c:pt idx="8722" formatCode="0.00">
                  <c:v>6.1626666666666665</c:v>
                </c:pt>
                <c:pt idx="8723" formatCode="0.00">
                  <c:v>6.1635</c:v>
                </c:pt>
                <c:pt idx="8724" formatCode="0.00">
                  <c:v>6.1643333333333334</c:v>
                </c:pt>
                <c:pt idx="8725" formatCode="0.00">
                  <c:v>6.1651666666666669</c:v>
                </c:pt>
                <c:pt idx="8726" formatCode="0.00">
                  <c:v>6.1659999999999995</c:v>
                </c:pt>
                <c:pt idx="8727" formatCode="0.00">
                  <c:v>6.1668333333333329</c:v>
                </c:pt>
                <c:pt idx="8728" formatCode="0.00">
                  <c:v>6.1676666666666664</c:v>
                </c:pt>
                <c:pt idx="8729" formatCode="0.00">
                  <c:v>6.1684999999999999</c:v>
                </c:pt>
                <c:pt idx="8730" formatCode="0.00">
                  <c:v>6.1693333333333333</c:v>
                </c:pt>
                <c:pt idx="8731" formatCode="0.00">
                  <c:v>6.1701666666666659</c:v>
                </c:pt>
                <c:pt idx="8732" formatCode="0.00">
                  <c:v>6.1709999999999994</c:v>
                </c:pt>
                <c:pt idx="8733" formatCode="0.00">
                  <c:v>6.1718333333333328</c:v>
                </c:pt>
                <c:pt idx="8734" formatCode="0.00">
                  <c:v>6.1726666666666663</c:v>
                </c:pt>
                <c:pt idx="8735" formatCode="0.00">
                  <c:v>6.1734999999999998</c:v>
                </c:pt>
                <c:pt idx="8736" formatCode="0.00">
                  <c:v>6.1743333333333323</c:v>
                </c:pt>
                <c:pt idx="8737" formatCode="0.00">
                  <c:v>6.1751666666666658</c:v>
                </c:pt>
                <c:pt idx="8738" formatCode="0.00">
                  <c:v>6.1759999999999993</c:v>
                </c:pt>
                <c:pt idx="8739" formatCode="0.00">
                  <c:v>6.1768333333333327</c:v>
                </c:pt>
                <c:pt idx="8740" formatCode="0.00">
                  <c:v>6.1776666666666671</c:v>
                </c:pt>
                <c:pt idx="8741" formatCode="0.00">
                  <c:v>6.1784999999999997</c:v>
                </c:pt>
                <c:pt idx="8742" formatCode="0.00">
                  <c:v>6.1793333333333331</c:v>
                </c:pt>
                <c:pt idx="8743" formatCode="0.00">
                  <c:v>6.1801666666666666</c:v>
                </c:pt>
                <c:pt idx="8744" formatCode="0.00">
                  <c:v>6.181</c:v>
                </c:pt>
                <c:pt idx="8745" formatCode="0.00">
                  <c:v>6.1818333333333335</c:v>
                </c:pt>
                <c:pt idx="8746" formatCode="0.00">
                  <c:v>6.1826666666666661</c:v>
                </c:pt>
                <c:pt idx="8747" formatCode="0.00">
                  <c:v>6.1834999999999996</c:v>
                </c:pt>
                <c:pt idx="8748" formatCode="0.00">
                  <c:v>6.184333333333333</c:v>
                </c:pt>
                <c:pt idx="8749" formatCode="0.00">
                  <c:v>6.1851666666666665</c:v>
                </c:pt>
                <c:pt idx="8750" formatCode="0.00">
                  <c:v>6.1859999999999999</c:v>
                </c:pt>
                <c:pt idx="8751" formatCode="0.00">
                  <c:v>6.1868333333333325</c:v>
                </c:pt>
                <c:pt idx="8752" formatCode="0.00">
                  <c:v>6.187666666666666</c:v>
                </c:pt>
                <c:pt idx="8753" formatCode="0.00">
                  <c:v>6.1884999999999994</c:v>
                </c:pt>
                <c:pt idx="8754" formatCode="0.00">
                  <c:v>6.1893333333333329</c:v>
                </c:pt>
                <c:pt idx="8755" formatCode="0.00">
                  <c:v>6.1901666666666664</c:v>
                </c:pt>
                <c:pt idx="8756" formatCode="0.00">
                  <c:v>6.1909999999999989</c:v>
                </c:pt>
                <c:pt idx="8757" formatCode="0.00">
                  <c:v>6.1918333333333324</c:v>
                </c:pt>
                <c:pt idx="8758" formatCode="0.00">
                  <c:v>6.1926666666666659</c:v>
                </c:pt>
                <c:pt idx="8759" formatCode="0.00">
                  <c:v>6.1935000000000002</c:v>
                </c:pt>
                <c:pt idx="8760" formatCode="0.00">
                  <c:v>6.1943333333333337</c:v>
                </c:pt>
                <c:pt idx="8761" formatCode="0.00">
                  <c:v>6.1951666666666663</c:v>
                </c:pt>
                <c:pt idx="8762" formatCode="0.00">
                  <c:v>6.1959999999999997</c:v>
                </c:pt>
                <c:pt idx="8763" formatCode="0.00">
                  <c:v>6.1968333333333332</c:v>
                </c:pt>
                <c:pt idx="8764" formatCode="0.00">
                  <c:v>6.1976666666666667</c:v>
                </c:pt>
                <c:pt idx="8765" formatCode="0.00">
                  <c:v>6.1985000000000001</c:v>
                </c:pt>
                <c:pt idx="8766" formatCode="0.00">
                  <c:v>6.1993333333333327</c:v>
                </c:pt>
                <c:pt idx="8767" formatCode="0.00">
                  <c:v>6.2001666666666662</c:v>
                </c:pt>
                <c:pt idx="8768" formatCode="0.00">
                  <c:v>6.2009999999999996</c:v>
                </c:pt>
                <c:pt idx="8769" formatCode="0.00">
                  <c:v>6.2018333333333331</c:v>
                </c:pt>
                <c:pt idx="8770" formatCode="0.00">
                  <c:v>6.2026666666666666</c:v>
                </c:pt>
                <c:pt idx="8771" formatCode="0.00">
                  <c:v>6.2034999999999991</c:v>
                </c:pt>
                <c:pt idx="8772" formatCode="0.00">
                  <c:v>6.2043333333333326</c:v>
                </c:pt>
                <c:pt idx="8773" formatCode="0.00">
                  <c:v>6.2051666666666661</c:v>
                </c:pt>
                <c:pt idx="8774" formatCode="0.00">
                  <c:v>6.2059999999999995</c:v>
                </c:pt>
                <c:pt idx="8775" formatCode="0.00">
                  <c:v>6.206833333333333</c:v>
                </c:pt>
                <c:pt idx="8776" formatCode="0.00">
                  <c:v>6.2076666666666656</c:v>
                </c:pt>
                <c:pt idx="8777" formatCode="0.00">
                  <c:v>6.208499999999999</c:v>
                </c:pt>
                <c:pt idx="8778" formatCode="0.00">
                  <c:v>6.2093333333333334</c:v>
                </c:pt>
                <c:pt idx="8779" formatCode="0.00">
                  <c:v>6.2101666666666668</c:v>
                </c:pt>
                <c:pt idx="8780" formatCode="0.00">
                  <c:v>6.2110000000000003</c:v>
                </c:pt>
                <c:pt idx="8781" formatCode="0.00">
                  <c:v>6.2118333333333329</c:v>
                </c:pt>
                <c:pt idx="8782" formatCode="0.00">
                  <c:v>6.2126666666666663</c:v>
                </c:pt>
                <c:pt idx="8783" formatCode="0.00">
                  <c:v>6.2134999999999998</c:v>
                </c:pt>
                <c:pt idx="8784" formatCode="0.00">
                  <c:v>6.2143333333333333</c:v>
                </c:pt>
                <c:pt idx="8785" formatCode="0.00">
                  <c:v>6.2151666666666667</c:v>
                </c:pt>
                <c:pt idx="8786" formatCode="0.00">
                  <c:v>6.2159999999999993</c:v>
                </c:pt>
                <c:pt idx="8787" formatCode="0.00">
                  <c:v>6.2168333333333328</c:v>
                </c:pt>
                <c:pt idx="8788" formatCode="0.00">
                  <c:v>6.2176666666666662</c:v>
                </c:pt>
                <c:pt idx="8789" formatCode="0.00">
                  <c:v>6.2184999999999997</c:v>
                </c:pt>
                <c:pt idx="8790" formatCode="0.00">
                  <c:v>6.2193333333333332</c:v>
                </c:pt>
                <c:pt idx="8791" formatCode="0.00">
                  <c:v>6.2201666666666657</c:v>
                </c:pt>
                <c:pt idx="8792" formatCode="0.00">
                  <c:v>6.2209999999999992</c:v>
                </c:pt>
                <c:pt idx="8793" formatCode="0.00">
                  <c:v>6.2218333333333327</c:v>
                </c:pt>
                <c:pt idx="8794" formatCode="0.00">
                  <c:v>6.2226666666666661</c:v>
                </c:pt>
                <c:pt idx="8795" formatCode="0.00">
                  <c:v>6.2234999999999996</c:v>
                </c:pt>
                <c:pt idx="8796" formatCode="0.00">
                  <c:v>6.2243333333333322</c:v>
                </c:pt>
                <c:pt idx="8797" formatCode="0.00">
                  <c:v>6.2251666666666665</c:v>
                </c:pt>
                <c:pt idx="8798" formatCode="0.00">
                  <c:v>6.226</c:v>
                </c:pt>
                <c:pt idx="8799" formatCode="0.00">
                  <c:v>6.2268333333333334</c:v>
                </c:pt>
                <c:pt idx="8800" formatCode="0.00">
                  <c:v>6.2276666666666669</c:v>
                </c:pt>
                <c:pt idx="8801" formatCode="0.00">
                  <c:v>6.2284999999999995</c:v>
                </c:pt>
                <c:pt idx="8802" formatCode="0.00">
                  <c:v>6.2293333333333329</c:v>
                </c:pt>
                <c:pt idx="8803" formatCode="0.00">
                  <c:v>6.2301666666666664</c:v>
                </c:pt>
                <c:pt idx="8804" formatCode="0.00">
                  <c:v>6.2309999999999999</c:v>
                </c:pt>
                <c:pt idx="8805" formatCode="0.00">
                  <c:v>6.2318333333333333</c:v>
                </c:pt>
                <c:pt idx="8806" formatCode="0.00">
                  <c:v>6.2326666666666659</c:v>
                </c:pt>
                <c:pt idx="8807" formatCode="0.00">
                  <c:v>6.2334999999999994</c:v>
                </c:pt>
                <c:pt idx="8808" formatCode="0.00">
                  <c:v>6.2343333333333328</c:v>
                </c:pt>
                <c:pt idx="8809" formatCode="0.00">
                  <c:v>6.2351666666666663</c:v>
                </c:pt>
                <c:pt idx="8810" formatCode="0.00">
                  <c:v>6.2359999999999998</c:v>
                </c:pt>
                <c:pt idx="8811" formatCode="0.00">
                  <c:v>6.2368333333333323</c:v>
                </c:pt>
                <c:pt idx="8812" formatCode="0.00">
                  <c:v>6.2376666666666658</c:v>
                </c:pt>
                <c:pt idx="8813" formatCode="0.00">
                  <c:v>6.2384999999999993</c:v>
                </c:pt>
                <c:pt idx="8814" formatCode="0.00">
                  <c:v>6.2393333333333327</c:v>
                </c:pt>
                <c:pt idx="8815" formatCode="0.00">
                  <c:v>6.2401666666666671</c:v>
                </c:pt>
                <c:pt idx="8816" formatCode="0.00">
                  <c:v>6.2409999999999997</c:v>
                </c:pt>
                <c:pt idx="8817" formatCode="0.00">
                  <c:v>6.2418333333333331</c:v>
                </c:pt>
                <c:pt idx="8818" formatCode="0.00">
                  <c:v>6.2426666666666666</c:v>
                </c:pt>
                <c:pt idx="8819" formatCode="0.00">
                  <c:v>6.2435</c:v>
                </c:pt>
                <c:pt idx="8820" formatCode="0.00">
                  <c:v>6.2443333333333335</c:v>
                </c:pt>
                <c:pt idx="8821" formatCode="0.00">
                  <c:v>6.2451666666666661</c:v>
                </c:pt>
                <c:pt idx="8822" formatCode="0.00">
                  <c:v>6.2459999999999996</c:v>
                </c:pt>
                <c:pt idx="8823" formatCode="0.00">
                  <c:v>6.246833333333333</c:v>
                </c:pt>
                <c:pt idx="8824" formatCode="0.00">
                  <c:v>6.2476666666666665</c:v>
                </c:pt>
                <c:pt idx="8825" formatCode="0.00">
                  <c:v>6.2484999999999999</c:v>
                </c:pt>
                <c:pt idx="8826" formatCode="0.00">
                  <c:v>6.2493333333333325</c:v>
                </c:pt>
                <c:pt idx="8827" formatCode="0.00">
                  <c:v>6.250166666666666</c:v>
                </c:pt>
                <c:pt idx="8828" formatCode="0.00">
                  <c:v>6.2509999999999994</c:v>
                </c:pt>
                <c:pt idx="8829" formatCode="0.00">
                  <c:v>6.2518333333333329</c:v>
                </c:pt>
                <c:pt idx="8830" formatCode="0.00">
                  <c:v>6.2526666666666664</c:v>
                </c:pt>
                <c:pt idx="8831" formatCode="0.00">
                  <c:v>6.2534999999999989</c:v>
                </c:pt>
                <c:pt idx="8832" formatCode="0.00">
                  <c:v>6.2543333333333324</c:v>
                </c:pt>
                <c:pt idx="8833" formatCode="0.00">
                  <c:v>6.2551666666666659</c:v>
                </c:pt>
                <c:pt idx="8834" formatCode="0.00">
                  <c:v>6.2560000000000002</c:v>
                </c:pt>
                <c:pt idx="8835" formatCode="0.00">
                  <c:v>6.2568333333333337</c:v>
                </c:pt>
                <c:pt idx="8836" formatCode="0.00">
                  <c:v>6.2576666666666663</c:v>
                </c:pt>
                <c:pt idx="8837" formatCode="0.00">
                  <c:v>6.2584999999999997</c:v>
                </c:pt>
                <c:pt idx="8838" formatCode="0.00">
                  <c:v>6.2593333333333332</c:v>
                </c:pt>
                <c:pt idx="8839" formatCode="0.00">
                  <c:v>6.2601666666666667</c:v>
                </c:pt>
                <c:pt idx="8840" formatCode="0.00">
                  <c:v>6.2610000000000001</c:v>
                </c:pt>
                <c:pt idx="8841" formatCode="0.00">
                  <c:v>6.2618333333333327</c:v>
                </c:pt>
                <c:pt idx="8842" formatCode="0.00">
                  <c:v>6.2626666666666662</c:v>
                </c:pt>
                <c:pt idx="8843" formatCode="0.00">
                  <c:v>6.2634999999999996</c:v>
                </c:pt>
                <c:pt idx="8844" formatCode="0.00">
                  <c:v>6.2643333333333331</c:v>
                </c:pt>
                <c:pt idx="8845" formatCode="0.00">
                  <c:v>6.2651666666666666</c:v>
                </c:pt>
                <c:pt idx="8846" formatCode="0.00">
                  <c:v>6.2659999999999991</c:v>
                </c:pt>
                <c:pt idx="8847" formatCode="0.00">
                  <c:v>6.2668333333333326</c:v>
                </c:pt>
                <c:pt idx="8848" formatCode="0.00">
                  <c:v>6.2676666666666661</c:v>
                </c:pt>
                <c:pt idx="8849" formatCode="0.00">
                  <c:v>6.2684999999999995</c:v>
                </c:pt>
                <c:pt idx="8850" formatCode="0.00">
                  <c:v>6.269333333333333</c:v>
                </c:pt>
                <c:pt idx="8851" formatCode="0.00">
                  <c:v>6.2701666666666656</c:v>
                </c:pt>
                <c:pt idx="8852" formatCode="0.00">
                  <c:v>6.270999999999999</c:v>
                </c:pt>
                <c:pt idx="8853" formatCode="0.00">
                  <c:v>6.2718333333333334</c:v>
                </c:pt>
                <c:pt idx="8854" formatCode="0.00">
                  <c:v>6.2726666666666668</c:v>
                </c:pt>
                <c:pt idx="8855" formatCode="0.00">
                  <c:v>6.2735000000000003</c:v>
                </c:pt>
                <c:pt idx="8856" formatCode="0.00">
                  <c:v>6.2743333333333329</c:v>
                </c:pt>
                <c:pt idx="8857" formatCode="0.00">
                  <c:v>6.2751666666666663</c:v>
                </c:pt>
                <c:pt idx="8858" formatCode="0.00">
                  <c:v>6.2759999999999998</c:v>
                </c:pt>
                <c:pt idx="8859" formatCode="0.00">
                  <c:v>6.2768333333333333</c:v>
                </c:pt>
                <c:pt idx="8860" formatCode="0.00">
                  <c:v>6.2776666666666667</c:v>
                </c:pt>
                <c:pt idx="8861" formatCode="0.00">
                  <c:v>6.2784999999999993</c:v>
                </c:pt>
                <c:pt idx="8862" formatCode="0.00">
                  <c:v>6.2793333333333328</c:v>
                </c:pt>
                <c:pt idx="8863" formatCode="0.00">
                  <c:v>6.2801666666666662</c:v>
                </c:pt>
                <c:pt idx="8864" formatCode="0.00">
                  <c:v>6.2809999999999997</c:v>
                </c:pt>
                <c:pt idx="8865" formatCode="0.00">
                  <c:v>6.2818333333333332</c:v>
                </c:pt>
                <c:pt idx="8866" formatCode="0.00">
                  <c:v>6.2826666666666657</c:v>
                </c:pt>
                <c:pt idx="8867" formatCode="0.00">
                  <c:v>6.2834999999999992</c:v>
                </c:pt>
                <c:pt idx="8868" formatCode="0.00">
                  <c:v>6.2843333333333327</c:v>
                </c:pt>
                <c:pt idx="8869" formatCode="0.00">
                  <c:v>6.2851666666666661</c:v>
                </c:pt>
                <c:pt idx="8870" formatCode="0.00">
                  <c:v>6.2859999999999996</c:v>
                </c:pt>
                <c:pt idx="8871" formatCode="0.00">
                  <c:v>6.2868333333333322</c:v>
                </c:pt>
                <c:pt idx="8872" formatCode="0.00">
                  <c:v>6.2876666666666665</c:v>
                </c:pt>
                <c:pt idx="8873" formatCode="0.00">
                  <c:v>6.2885</c:v>
                </c:pt>
                <c:pt idx="8874" formatCode="0.00">
                  <c:v>6.2893333333333334</c:v>
                </c:pt>
                <c:pt idx="8875" formatCode="0.00">
                  <c:v>6.2901666666666669</c:v>
                </c:pt>
                <c:pt idx="8876" formatCode="0.00">
                  <c:v>6.2909999999999995</c:v>
                </c:pt>
                <c:pt idx="8877" formatCode="0.00">
                  <c:v>6.2918333333333329</c:v>
                </c:pt>
                <c:pt idx="8878" formatCode="0.00">
                  <c:v>6.2926666666666664</c:v>
                </c:pt>
                <c:pt idx="8879" formatCode="0.00">
                  <c:v>6.2934999999999999</c:v>
                </c:pt>
                <c:pt idx="8880" formatCode="0.00">
                  <c:v>6.2943333333333333</c:v>
                </c:pt>
                <c:pt idx="8881" formatCode="0.00">
                  <c:v>6.2951666666666659</c:v>
                </c:pt>
                <c:pt idx="8882" formatCode="0.00">
                  <c:v>6.2959999999999994</c:v>
                </c:pt>
                <c:pt idx="8883" formatCode="0.00">
                  <c:v>6.2968333333333328</c:v>
                </c:pt>
                <c:pt idx="8884" formatCode="0.00">
                  <c:v>6.2976666666666663</c:v>
                </c:pt>
                <c:pt idx="8885" formatCode="0.00">
                  <c:v>6.2984999999999998</c:v>
                </c:pt>
                <c:pt idx="8886" formatCode="0.00">
                  <c:v>6.2993333333333323</c:v>
                </c:pt>
                <c:pt idx="8887" formatCode="0.00">
                  <c:v>6.3001666666666658</c:v>
                </c:pt>
                <c:pt idx="8888" formatCode="0.00">
                  <c:v>6.3009999999999993</c:v>
                </c:pt>
                <c:pt idx="8889" formatCode="0.00">
                  <c:v>6.3018333333333327</c:v>
                </c:pt>
                <c:pt idx="8890" formatCode="0.00">
                  <c:v>6.3026666666666671</c:v>
                </c:pt>
                <c:pt idx="8891" formatCode="0.00">
                  <c:v>6.3034999999999997</c:v>
                </c:pt>
                <c:pt idx="8892" formatCode="0.00">
                  <c:v>6.3043333333333331</c:v>
                </c:pt>
                <c:pt idx="8893" formatCode="0.00">
                  <c:v>6.3051666666666666</c:v>
                </c:pt>
                <c:pt idx="8894" formatCode="0.00">
                  <c:v>6.306</c:v>
                </c:pt>
                <c:pt idx="8895" formatCode="0.00">
                  <c:v>6.3068333333333335</c:v>
                </c:pt>
                <c:pt idx="8896" formatCode="0.00">
                  <c:v>6.3076666666666661</c:v>
                </c:pt>
                <c:pt idx="8897" formatCode="0.00">
                  <c:v>6.3084999999999996</c:v>
                </c:pt>
                <c:pt idx="8898" formatCode="0.00">
                  <c:v>6.309333333333333</c:v>
                </c:pt>
                <c:pt idx="8899" formatCode="0.00">
                  <c:v>6.3101666666666665</c:v>
                </c:pt>
                <c:pt idx="8900" formatCode="0.00">
                  <c:v>6.3109999999999999</c:v>
                </c:pt>
                <c:pt idx="8901" formatCode="0.00">
                  <c:v>6.3118333333333325</c:v>
                </c:pt>
                <c:pt idx="8902" formatCode="0.00">
                  <c:v>6.312666666666666</c:v>
                </c:pt>
                <c:pt idx="8903" formatCode="0.00">
                  <c:v>6.3134999999999994</c:v>
                </c:pt>
                <c:pt idx="8904" formatCode="0.00">
                  <c:v>6.3143333333333329</c:v>
                </c:pt>
                <c:pt idx="8905" formatCode="0.00">
                  <c:v>6.3151666666666664</c:v>
                </c:pt>
                <c:pt idx="8906" formatCode="0.00">
                  <c:v>6.3159999999999989</c:v>
                </c:pt>
                <c:pt idx="8907" formatCode="0.00">
                  <c:v>6.3168333333333324</c:v>
                </c:pt>
                <c:pt idx="8908" formatCode="0.00">
                  <c:v>6.3176666666666659</c:v>
                </c:pt>
                <c:pt idx="8909" formatCode="0.00">
                  <c:v>6.3185000000000002</c:v>
                </c:pt>
                <c:pt idx="8910" formatCode="0.00">
                  <c:v>6.3193333333333337</c:v>
                </c:pt>
                <c:pt idx="8911" formatCode="0.00">
                  <c:v>6.3201666666666663</c:v>
                </c:pt>
                <c:pt idx="8912" formatCode="0.00">
                  <c:v>6.3209999999999997</c:v>
                </c:pt>
                <c:pt idx="8913" formatCode="0.00">
                  <c:v>6.3218333333333332</c:v>
                </c:pt>
                <c:pt idx="8914" formatCode="0.00">
                  <c:v>6.3226666666666667</c:v>
                </c:pt>
                <c:pt idx="8915" formatCode="0.00">
                  <c:v>6.3235000000000001</c:v>
                </c:pt>
                <c:pt idx="8916" formatCode="0.00">
                  <c:v>6.3243333333333327</c:v>
                </c:pt>
                <c:pt idx="8917" formatCode="0.00">
                  <c:v>6.3251666666666662</c:v>
                </c:pt>
                <c:pt idx="8918" formatCode="0.00">
                  <c:v>6.3259999999999996</c:v>
                </c:pt>
                <c:pt idx="8919" formatCode="0.00">
                  <c:v>6.3268333333333331</c:v>
                </c:pt>
                <c:pt idx="8920" formatCode="0.00">
                  <c:v>6.3276666666666666</c:v>
                </c:pt>
                <c:pt idx="8921" formatCode="0.00">
                  <c:v>6.3284999999999991</c:v>
                </c:pt>
                <c:pt idx="8922" formatCode="0.00">
                  <c:v>6.3293333333333326</c:v>
                </c:pt>
                <c:pt idx="8923" formatCode="0.00">
                  <c:v>6.3301666666666661</c:v>
                </c:pt>
                <c:pt idx="8924" formatCode="0.00">
                  <c:v>6.3309999999999995</c:v>
                </c:pt>
                <c:pt idx="8925" formatCode="0.00">
                  <c:v>6.331833333333333</c:v>
                </c:pt>
                <c:pt idx="8926" formatCode="0.00">
                  <c:v>6.3326666666666656</c:v>
                </c:pt>
                <c:pt idx="8927" formatCode="0.00">
                  <c:v>6.333499999999999</c:v>
                </c:pt>
                <c:pt idx="8928" formatCode="0.00">
                  <c:v>6.3343333333333334</c:v>
                </c:pt>
                <c:pt idx="8929" formatCode="0.00">
                  <c:v>6.3351666666666668</c:v>
                </c:pt>
                <c:pt idx="8930" formatCode="0.00">
                  <c:v>6.3360000000000003</c:v>
                </c:pt>
                <c:pt idx="8931" formatCode="0.00">
                  <c:v>6.3368333333333329</c:v>
                </c:pt>
                <c:pt idx="8932" formatCode="0.00">
                  <c:v>6.3376666666666663</c:v>
                </c:pt>
                <c:pt idx="8933" formatCode="0.00">
                  <c:v>6.3384999999999998</c:v>
                </c:pt>
                <c:pt idx="8934" formatCode="0.00">
                  <c:v>6.3393333333333333</c:v>
                </c:pt>
                <c:pt idx="8935" formatCode="0.00">
                  <c:v>6.3401666666666667</c:v>
                </c:pt>
                <c:pt idx="8936" formatCode="0.00">
                  <c:v>6.3409999999999993</c:v>
                </c:pt>
                <c:pt idx="8937" formatCode="0.00">
                  <c:v>6.3418333333333328</c:v>
                </c:pt>
                <c:pt idx="8938" formatCode="0.00">
                  <c:v>6.3426666666666662</c:v>
                </c:pt>
                <c:pt idx="8939" formatCode="0.00">
                  <c:v>6.3434999999999997</c:v>
                </c:pt>
                <c:pt idx="8940" formatCode="0.00">
                  <c:v>6.3443333333333332</c:v>
                </c:pt>
                <c:pt idx="8941" formatCode="0.00">
                  <c:v>6.3451666666666657</c:v>
                </c:pt>
                <c:pt idx="8942" formatCode="0.00">
                  <c:v>6.3459999999999992</c:v>
                </c:pt>
                <c:pt idx="8943" formatCode="0.00">
                  <c:v>6.3468333333333327</c:v>
                </c:pt>
                <c:pt idx="8944" formatCode="0.00">
                  <c:v>6.3476666666666661</c:v>
                </c:pt>
                <c:pt idx="8945" formatCode="0.00">
                  <c:v>6.3484999999999996</c:v>
                </c:pt>
                <c:pt idx="8946" formatCode="0.00">
                  <c:v>6.3493333333333322</c:v>
                </c:pt>
                <c:pt idx="8947" formatCode="0.00">
                  <c:v>6.3501666666666665</c:v>
                </c:pt>
                <c:pt idx="8948" formatCode="0.00">
                  <c:v>6.351</c:v>
                </c:pt>
                <c:pt idx="8949" formatCode="0.00">
                  <c:v>6.3518333333333334</c:v>
                </c:pt>
                <c:pt idx="8950" formatCode="0.00">
                  <c:v>6.3526666666666669</c:v>
                </c:pt>
                <c:pt idx="8951" formatCode="0.00">
                  <c:v>6.3534999999999995</c:v>
                </c:pt>
                <c:pt idx="8952" formatCode="0.00">
                  <c:v>6.3543333333333329</c:v>
                </c:pt>
                <c:pt idx="8953" formatCode="0.00">
                  <c:v>6.3551666666666664</c:v>
                </c:pt>
                <c:pt idx="8954" formatCode="0.00">
                  <c:v>6.3559999999999999</c:v>
                </c:pt>
                <c:pt idx="8955" formatCode="0.00">
                  <c:v>6.3568333333333333</c:v>
                </c:pt>
                <c:pt idx="8956" formatCode="0.00">
                  <c:v>6.3576666666666659</c:v>
                </c:pt>
                <c:pt idx="8957" formatCode="0.00">
                  <c:v>6.3584999999999994</c:v>
                </c:pt>
                <c:pt idx="8958" formatCode="0.00">
                  <c:v>6.3593333333333328</c:v>
                </c:pt>
                <c:pt idx="8959" formatCode="0.00">
                  <c:v>6.3601666666666663</c:v>
                </c:pt>
                <c:pt idx="8960" formatCode="0.00">
                  <c:v>6.3609999999999998</c:v>
                </c:pt>
                <c:pt idx="8961" formatCode="0.00">
                  <c:v>6.3618333333333323</c:v>
                </c:pt>
                <c:pt idx="8962" formatCode="0.00">
                  <c:v>6.3626666666666658</c:v>
                </c:pt>
                <c:pt idx="8963" formatCode="0.00">
                  <c:v>6.3634999999999993</c:v>
                </c:pt>
                <c:pt idx="8964" formatCode="0.00">
                  <c:v>6.3643333333333327</c:v>
                </c:pt>
                <c:pt idx="8965" formatCode="0.00">
                  <c:v>6.3651666666666671</c:v>
                </c:pt>
                <c:pt idx="8966" formatCode="0.00">
                  <c:v>6.3659999999999997</c:v>
                </c:pt>
                <c:pt idx="8967" formatCode="0.00">
                  <c:v>6.3668333333333331</c:v>
                </c:pt>
                <c:pt idx="8968" formatCode="0.00">
                  <c:v>6.3676666666666666</c:v>
                </c:pt>
                <c:pt idx="8969" formatCode="0.00">
                  <c:v>6.3685</c:v>
                </c:pt>
                <c:pt idx="8970" formatCode="0.00">
                  <c:v>6.3693333333333335</c:v>
                </c:pt>
                <c:pt idx="8971" formatCode="0.00">
                  <c:v>6.3701666666666661</c:v>
                </c:pt>
                <c:pt idx="8972" formatCode="0.00">
                  <c:v>6.3709999999999996</c:v>
                </c:pt>
                <c:pt idx="8973" formatCode="0.00">
                  <c:v>6.371833333333333</c:v>
                </c:pt>
                <c:pt idx="8974" formatCode="0.00">
                  <c:v>6.3726666666666665</c:v>
                </c:pt>
                <c:pt idx="8975" formatCode="0.00">
                  <c:v>6.3734999999999999</c:v>
                </c:pt>
                <c:pt idx="8976" formatCode="0.00">
                  <c:v>6.3743333333333325</c:v>
                </c:pt>
                <c:pt idx="8977" formatCode="0.00">
                  <c:v>6.375166666666666</c:v>
                </c:pt>
                <c:pt idx="8978" formatCode="0.00">
                  <c:v>6.3759999999999994</c:v>
                </c:pt>
                <c:pt idx="8979" formatCode="0.00">
                  <c:v>6.3768333333333329</c:v>
                </c:pt>
                <c:pt idx="8980" formatCode="0.00">
                  <c:v>6.3776666666666664</c:v>
                </c:pt>
                <c:pt idx="8981" formatCode="0.00">
                  <c:v>6.3784999999999989</c:v>
                </c:pt>
                <c:pt idx="8982" formatCode="0.00">
                  <c:v>6.3793333333333324</c:v>
                </c:pt>
                <c:pt idx="8983" formatCode="0.00">
                  <c:v>6.3801666666666659</c:v>
                </c:pt>
                <c:pt idx="8984" formatCode="0.00">
                  <c:v>6.3810000000000002</c:v>
                </c:pt>
                <c:pt idx="8985" formatCode="0.00">
                  <c:v>6.3818333333333337</c:v>
                </c:pt>
                <c:pt idx="8986" formatCode="0.00">
                  <c:v>6.3826666666666663</c:v>
                </c:pt>
                <c:pt idx="8987" formatCode="0.00">
                  <c:v>6.3834999999999997</c:v>
                </c:pt>
                <c:pt idx="8988" formatCode="0.00">
                  <c:v>6.3843333333333332</c:v>
                </c:pt>
                <c:pt idx="8989" formatCode="0.00">
                  <c:v>6.3851666666666667</c:v>
                </c:pt>
                <c:pt idx="8990" formatCode="0.00">
                  <c:v>6.3860000000000001</c:v>
                </c:pt>
                <c:pt idx="8991" formatCode="0.00">
                  <c:v>6.3868333333333327</c:v>
                </c:pt>
                <c:pt idx="8992" formatCode="0.00">
                  <c:v>6.3876666666666662</c:v>
                </c:pt>
                <c:pt idx="8993" formatCode="0.00">
                  <c:v>6.3884999999999996</c:v>
                </c:pt>
                <c:pt idx="8994" formatCode="0.00">
                  <c:v>6.3893333333333331</c:v>
                </c:pt>
                <c:pt idx="8995" formatCode="0.00">
                  <c:v>6.3901666666666666</c:v>
                </c:pt>
                <c:pt idx="8996" formatCode="0.00">
                  <c:v>6.3909999999999991</c:v>
                </c:pt>
                <c:pt idx="8997" formatCode="0.00">
                  <c:v>6.3918333333333326</c:v>
                </c:pt>
                <c:pt idx="8998" formatCode="0.00">
                  <c:v>6.3926666666666661</c:v>
                </c:pt>
                <c:pt idx="8999" formatCode="0.00">
                  <c:v>6.3934999999999995</c:v>
                </c:pt>
                <c:pt idx="9000" formatCode="0.00">
                  <c:v>6.394333333333333</c:v>
                </c:pt>
                <c:pt idx="9001" formatCode="0.00">
                  <c:v>6.3951666666666656</c:v>
                </c:pt>
                <c:pt idx="9002" formatCode="0.00">
                  <c:v>6.395999999999999</c:v>
                </c:pt>
                <c:pt idx="9003" formatCode="0.00">
                  <c:v>6.3968333333333334</c:v>
                </c:pt>
                <c:pt idx="9004" formatCode="0.00">
                  <c:v>6.3976666666666668</c:v>
                </c:pt>
                <c:pt idx="9005" formatCode="0.00">
                  <c:v>6.3985000000000003</c:v>
                </c:pt>
                <c:pt idx="9006" formatCode="0.00">
                  <c:v>6.3993333333333329</c:v>
                </c:pt>
                <c:pt idx="9007" formatCode="0.00">
                  <c:v>6.4001666666666663</c:v>
                </c:pt>
                <c:pt idx="9008" formatCode="0.00">
                  <c:v>6.4009999999999998</c:v>
                </c:pt>
                <c:pt idx="9009" formatCode="0.00">
                  <c:v>6.4018333333333333</c:v>
                </c:pt>
                <c:pt idx="9010" formatCode="0.00">
                  <c:v>6.4026666666666667</c:v>
                </c:pt>
                <c:pt idx="9011" formatCode="0.00">
                  <c:v>6.4034999999999993</c:v>
                </c:pt>
                <c:pt idx="9012" formatCode="0.00">
                  <c:v>6.4043333333333328</c:v>
                </c:pt>
                <c:pt idx="9013" formatCode="0.00">
                  <c:v>6.4051666666666662</c:v>
                </c:pt>
                <c:pt idx="9014" formatCode="0.00">
                  <c:v>6.4059999999999997</c:v>
                </c:pt>
                <c:pt idx="9015" formatCode="0.00">
                  <c:v>6.4068333333333332</c:v>
                </c:pt>
                <c:pt idx="9016" formatCode="0.00">
                  <c:v>6.4076666666666657</c:v>
                </c:pt>
                <c:pt idx="9017" formatCode="0.00">
                  <c:v>6.4084999999999992</c:v>
                </c:pt>
                <c:pt idx="9018" formatCode="0.00">
                  <c:v>6.4093333333333327</c:v>
                </c:pt>
                <c:pt idx="9019" formatCode="0.00">
                  <c:v>6.4101666666666661</c:v>
                </c:pt>
                <c:pt idx="9020" formatCode="0.00">
                  <c:v>6.4109999999999996</c:v>
                </c:pt>
                <c:pt idx="9021" formatCode="0.00">
                  <c:v>6.4118333333333322</c:v>
                </c:pt>
                <c:pt idx="9022" formatCode="0.00">
                  <c:v>6.4126666666666665</c:v>
                </c:pt>
                <c:pt idx="9023" formatCode="0.00">
                  <c:v>6.4135</c:v>
                </c:pt>
                <c:pt idx="9024" formatCode="0.00">
                  <c:v>6.4143333333333334</c:v>
                </c:pt>
                <c:pt idx="9025" formatCode="0.00">
                  <c:v>6.4151666666666669</c:v>
                </c:pt>
                <c:pt idx="9026" formatCode="0.00">
                  <c:v>6.4159999999999995</c:v>
                </c:pt>
                <c:pt idx="9027" formatCode="0.00">
                  <c:v>6.4168333333333329</c:v>
                </c:pt>
                <c:pt idx="9028" formatCode="0.00">
                  <c:v>6.4176666666666664</c:v>
                </c:pt>
                <c:pt idx="9029" formatCode="0.00">
                  <c:v>6.4184999999999999</c:v>
                </c:pt>
                <c:pt idx="9030" formatCode="0.00">
                  <c:v>6.4193333333333333</c:v>
                </c:pt>
                <c:pt idx="9031" formatCode="0.00">
                  <c:v>6.4201666666666659</c:v>
                </c:pt>
                <c:pt idx="9032" formatCode="0.00">
                  <c:v>6.4209999999999994</c:v>
                </c:pt>
                <c:pt idx="9033" formatCode="0.00">
                  <c:v>6.4218333333333328</c:v>
                </c:pt>
                <c:pt idx="9034" formatCode="0.00">
                  <c:v>6.4226666666666663</c:v>
                </c:pt>
                <c:pt idx="9035" formatCode="0.00">
                  <c:v>6.4234999999999998</c:v>
                </c:pt>
                <c:pt idx="9036" formatCode="0.00">
                  <c:v>6.4243333333333323</c:v>
                </c:pt>
                <c:pt idx="9037" formatCode="0.00">
                  <c:v>6.4251666666666658</c:v>
                </c:pt>
                <c:pt idx="9038" formatCode="0.00">
                  <c:v>6.4259999999999993</c:v>
                </c:pt>
                <c:pt idx="9039" formatCode="0.00">
                  <c:v>6.4268333333333327</c:v>
                </c:pt>
                <c:pt idx="9040" formatCode="0.00">
                  <c:v>6.4276666666666671</c:v>
                </c:pt>
                <c:pt idx="9041" formatCode="0.00">
                  <c:v>6.4284999999999997</c:v>
                </c:pt>
                <c:pt idx="9042" formatCode="0.00">
                  <c:v>6.4293333333333331</c:v>
                </c:pt>
                <c:pt idx="9043" formatCode="0.00">
                  <c:v>6.4301666666666666</c:v>
                </c:pt>
                <c:pt idx="9044" formatCode="0.00">
                  <c:v>6.431</c:v>
                </c:pt>
                <c:pt idx="9045" formatCode="0.00">
                  <c:v>6.4318333333333335</c:v>
                </c:pt>
                <c:pt idx="9046" formatCode="0.00">
                  <c:v>6.4326666666666661</c:v>
                </c:pt>
                <c:pt idx="9047" formatCode="0.00">
                  <c:v>6.4334999999999996</c:v>
                </c:pt>
                <c:pt idx="9048" formatCode="0.00">
                  <c:v>6.434333333333333</c:v>
                </c:pt>
                <c:pt idx="9049" formatCode="0.00">
                  <c:v>6.4351666666666665</c:v>
                </c:pt>
                <c:pt idx="9050" formatCode="0.00">
                  <c:v>6.4359999999999999</c:v>
                </c:pt>
                <c:pt idx="9051" formatCode="0.00">
                  <c:v>6.4368333333333325</c:v>
                </c:pt>
                <c:pt idx="9052" formatCode="0.00">
                  <c:v>6.437666666666666</c:v>
                </c:pt>
                <c:pt idx="9053" formatCode="0.00">
                  <c:v>6.4384999999999994</c:v>
                </c:pt>
                <c:pt idx="9054" formatCode="0.00">
                  <c:v>6.4393333333333329</c:v>
                </c:pt>
                <c:pt idx="9055" formatCode="0.00">
                  <c:v>6.4401666666666664</c:v>
                </c:pt>
                <c:pt idx="9056" formatCode="0.00">
                  <c:v>6.4409999999999989</c:v>
                </c:pt>
                <c:pt idx="9057" formatCode="0.00">
                  <c:v>6.4418333333333324</c:v>
                </c:pt>
                <c:pt idx="9058" formatCode="0.00">
                  <c:v>6.4426666666666659</c:v>
                </c:pt>
                <c:pt idx="9059" formatCode="0.00">
                  <c:v>6.4435000000000002</c:v>
                </c:pt>
                <c:pt idx="9060" formatCode="0.00">
                  <c:v>6.4443333333333337</c:v>
                </c:pt>
                <c:pt idx="9061" formatCode="0.00">
                  <c:v>6.4451666666666663</c:v>
                </c:pt>
                <c:pt idx="9062" formatCode="0.00">
                  <c:v>6.4459999999999997</c:v>
                </c:pt>
                <c:pt idx="9063" formatCode="0.00">
                  <c:v>6.4468333333333332</c:v>
                </c:pt>
                <c:pt idx="9064" formatCode="0.00">
                  <c:v>6.4476666666666667</c:v>
                </c:pt>
                <c:pt idx="9065" formatCode="0.00">
                  <c:v>6.4485000000000001</c:v>
                </c:pt>
                <c:pt idx="9066" formatCode="0.00">
                  <c:v>6.4493333333333327</c:v>
                </c:pt>
                <c:pt idx="9067" formatCode="0.00">
                  <c:v>6.4501666666666662</c:v>
                </c:pt>
                <c:pt idx="9068" formatCode="0.00">
                  <c:v>6.4509999999999996</c:v>
                </c:pt>
                <c:pt idx="9069" formatCode="0.00">
                  <c:v>6.4518333333333331</c:v>
                </c:pt>
                <c:pt idx="9070" formatCode="0.00">
                  <c:v>6.4526666666666666</c:v>
                </c:pt>
                <c:pt idx="9071" formatCode="0.00">
                  <c:v>6.4534999999999991</c:v>
                </c:pt>
                <c:pt idx="9072" formatCode="0.00">
                  <c:v>6.4543333333333326</c:v>
                </c:pt>
                <c:pt idx="9073" formatCode="0.00">
                  <c:v>6.4551666666666661</c:v>
                </c:pt>
                <c:pt idx="9074" formatCode="0.00">
                  <c:v>6.4559999999999995</c:v>
                </c:pt>
                <c:pt idx="9075" formatCode="0.00">
                  <c:v>6.456833333333333</c:v>
                </c:pt>
                <c:pt idx="9076" formatCode="0.00">
                  <c:v>6.4576666666666656</c:v>
                </c:pt>
                <c:pt idx="9077" formatCode="0.00">
                  <c:v>6.458499999999999</c:v>
                </c:pt>
                <c:pt idx="9078" formatCode="0.00">
                  <c:v>6.4593333333333334</c:v>
                </c:pt>
                <c:pt idx="9079" formatCode="0.00">
                  <c:v>6.4601666666666668</c:v>
                </c:pt>
                <c:pt idx="9080" formatCode="0.00">
                  <c:v>6.4610000000000003</c:v>
                </c:pt>
                <c:pt idx="9081" formatCode="0.00">
                  <c:v>6.4618333333333329</c:v>
                </c:pt>
                <c:pt idx="9082" formatCode="0.00">
                  <c:v>6.4626666666666663</c:v>
                </c:pt>
                <c:pt idx="9083" formatCode="0.00">
                  <c:v>6.4634999999999998</c:v>
                </c:pt>
                <c:pt idx="9084" formatCode="0.00">
                  <c:v>6.4643333333333333</c:v>
                </c:pt>
                <c:pt idx="9085" formatCode="0.00">
                  <c:v>6.4651666666666667</c:v>
                </c:pt>
                <c:pt idx="9086" formatCode="0.00">
                  <c:v>6.4659999999999993</c:v>
                </c:pt>
                <c:pt idx="9087" formatCode="0.00">
                  <c:v>6.4668333333333328</c:v>
                </c:pt>
                <c:pt idx="9088" formatCode="0.00">
                  <c:v>6.4676666666666662</c:v>
                </c:pt>
                <c:pt idx="9089" formatCode="0.00">
                  <c:v>6.4684999999999997</c:v>
                </c:pt>
                <c:pt idx="9090" formatCode="0.00">
                  <c:v>6.4693333333333332</c:v>
                </c:pt>
                <c:pt idx="9091" formatCode="0.00">
                  <c:v>6.4701666666666657</c:v>
                </c:pt>
                <c:pt idx="9092" formatCode="0.00">
                  <c:v>6.4709999999999992</c:v>
                </c:pt>
                <c:pt idx="9093" formatCode="0.00">
                  <c:v>6.4718333333333327</c:v>
                </c:pt>
                <c:pt idx="9094" formatCode="0.00">
                  <c:v>6.4726666666666661</c:v>
                </c:pt>
                <c:pt idx="9095" formatCode="0.00">
                  <c:v>6.4734999999999996</c:v>
                </c:pt>
                <c:pt idx="9096" formatCode="0.00">
                  <c:v>6.4743333333333322</c:v>
                </c:pt>
                <c:pt idx="9097" formatCode="0.00">
                  <c:v>6.4751666666666665</c:v>
                </c:pt>
                <c:pt idx="9098" formatCode="0.00">
                  <c:v>6.476</c:v>
                </c:pt>
                <c:pt idx="9099" formatCode="0.00">
                  <c:v>6.4768333333333334</c:v>
                </c:pt>
                <c:pt idx="9100" formatCode="0.00">
                  <c:v>6.4776666666666669</c:v>
                </c:pt>
                <c:pt idx="9101" formatCode="0.00">
                  <c:v>6.4784999999999995</c:v>
                </c:pt>
                <c:pt idx="9102" formatCode="0.00">
                  <c:v>6.4793333333333329</c:v>
                </c:pt>
                <c:pt idx="9103" formatCode="0.00">
                  <c:v>6.4801666666666664</c:v>
                </c:pt>
                <c:pt idx="9104" formatCode="0.00">
                  <c:v>6.4809999999999999</c:v>
                </c:pt>
                <c:pt idx="9105" formatCode="0.00">
                  <c:v>6.4818333333333333</c:v>
                </c:pt>
                <c:pt idx="9106" formatCode="0.00">
                  <c:v>6.4826666666666659</c:v>
                </c:pt>
                <c:pt idx="9107" formatCode="0.00">
                  <c:v>6.4834999999999994</c:v>
                </c:pt>
                <c:pt idx="9108" formatCode="0.00">
                  <c:v>6.4843333333333328</c:v>
                </c:pt>
                <c:pt idx="9109" formatCode="0.00">
                  <c:v>6.4851666666666663</c:v>
                </c:pt>
                <c:pt idx="9110" formatCode="0.00">
                  <c:v>6.4859999999999998</c:v>
                </c:pt>
                <c:pt idx="9111" formatCode="0.00">
                  <c:v>6.4868333333333323</c:v>
                </c:pt>
                <c:pt idx="9112" formatCode="0.00">
                  <c:v>6.4876666666666658</c:v>
                </c:pt>
                <c:pt idx="9113" formatCode="0.00">
                  <c:v>6.4884999999999993</c:v>
                </c:pt>
                <c:pt idx="9114" formatCode="0.00">
                  <c:v>6.4893333333333327</c:v>
                </c:pt>
                <c:pt idx="9115" formatCode="0.00">
                  <c:v>6.4901666666666671</c:v>
                </c:pt>
                <c:pt idx="9116" formatCode="0.00">
                  <c:v>6.4909999999999997</c:v>
                </c:pt>
                <c:pt idx="9117" formatCode="0.00">
                  <c:v>6.4918333333333331</c:v>
                </c:pt>
                <c:pt idx="9118" formatCode="0.00">
                  <c:v>6.4926666666666666</c:v>
                </c:pt>
                <c:pt idx="9119" formatCode="0.00">
                  <c:v>6.4935</c:v>
                </c:pt>
                <c:pt idx="9120" formatCode="0.00">
                  <c:v>6.4943333333333335</c:v>
                </c:pt>
                <c:pt idx="9121" formatCode="0.00">
                  <c:v>6.4951666666666661</c:v>
                </c:pt>
                <c:pt idx="9122" formatCode="0.00">
                  <c:v>6.4959999999999996</c:v>
                </c:pt>
                <c:pt idx="9123" formatCode="0.00">
                  <c:v>6.496833333333333</c:v>
                </c:pt>
                <c:pt idx="9124" formatCode="0.00">
                  <c:v>6.4976666666666665</c:v>
                </c:pt>
                <c:pt idx="9125" formatCode="0.00">
                  <c:v>6.4984999999999999</c:v>
                </c:pt>
                <c:pt idx="9126" formatCode="0.00">
                  <c:v>6.4993333333333325</c:v>
                </c:pt>
                <c:pt idx="9127" formatCode="0.00">
                  <c:v>6.500166666666666</c:v>
                </c:pt>
                <c:pt idx="9128" formatCode="0.00">
                  <c:v>6.5009999999999994</c:v>
                </c:pt>
                <c:pt idx="9129" formatCode="0.00">
                  <c:v>6.5018333333333329</c:v>
                </c:pt>
                <c:pt idx="9130" formatCode="0.00">
                  <c:v>6.5026666666666664</c:v>
                </c:pt>
                <c:pt idx="9131" formatCode="0.00">
                  <c:v>6.5034999999999989</c:v>
                </c:pt>
                <c:pt idx="9132" formatCode="0.00">
                  <c:v>6.5043333333333324</c:v>
                </c:pt>
                <c:pt idx="9133" formatCode="0.00">
                  <c:v>6.5051666666666659</c:v>
                </c:pt>
                <c:pt idx="9134" formatCode="0.00">
                  <c:v>6.5060000000000002</c:v>
                </c:pt>
                <c:pt idx="9135" formatCode="0.00">
                  <c:v>6.5068333333333337</c:v>
                </c:pt>
                <c:pt idx="9136" formatCode="0.00">
                  <c:v>6.5076666666666663</c:v>
                </c:pt>
                <c:pt idx="9137" formatCode="0.00">
                  <c:v>6.5084999999999997</c:v>
                </c:pt>
                <c:pt idx="9138" formatCode="0.00">
                  <c:v>6.5093333333333332</c:v>
                </c:pt>
                <c:pt idx="9139" formatCode="0.00">
                  <c:v>6.5101666666666667</c:v>
                </c:pt>
                <c:pt idx="9140" formatCode="0.00">
                  <c:v>6.5110000000000001</c:v>
                </c:pt>
                <c:pt idx="9141" formatCode="0.00">
                  <c:v>6.5118333333333327</c:v>
                </c:pt>
                <c:pt idx="9142" formatCode="0.00">
                  <c:v>6.5126666666666662</c:v>
                </c:pt>
                <c:pt idx="9143" formatCode="0.00">
                  <c:v>6.5134999999999996</c:v>
                </c:pt>
                <c:pt idx="9144" formatCode="0.00">
                  <c:v>6.5143333333333331</c:v>
                </c:pt>
                <c:pt idx="9145" formatCode="0.00">
                  <c:v>6.5151666666666666</c:v>
                </c:pt>
                <c:pt idx="9146" formatCode="0.00">
                  <c:v>6.5159999999999991</c:v>
                </c:pt>
                <c:pt idx="9147" formatCode="0.00">
                  <c:v>6.5168333333333326</c:v>
                </c:pt>
                <c:pt idx="9148" formatCode="0.00">
                  <c:v>6.5176666666666661</c:v>
                </c:pt>
                <c:pt idx="9149" formatCode="0.00">
                  <c:v>6.5184999999999995</c:v>
                </c:pt>
                <c:pt idx="9150" formatCode="0.00">
                  <c:v>6.519333333333333</c:v>
                </c:pt>
                <c:pt idx="9151" formatCode="0.00">
                  <c:v>6.5201666666666656</c:v>
                </c:pt>
                <c:pt idx="9152" formatCode="0.00">
                  <c:v>6.520999999999999</c:v>
                </c:pt>
                <c:pt idx="9153" formatCode="0.00">
                  <c:v>6.5218333333333334</c:v>
                </c:pt>
                <c:pt idx="9154" formatCode="0.00">
                  <c:v>6.5226666666666668</c:v>
                </c:pt>
                <c:pt idx="9155" formatCode="0.00">
                  <c:v>6.5235000000000003</c:v>
                </c:pt>
                <c:pt idx="9156" formatCode="0.00">
                  <c:v>6.5243333333333329</c:v>
                </c:pt>
                <c:pt idx="9157" formatCode="0.00">
                  <c:v>6.5251666666666663</c:v>
                </c:pt>
                <c:pt idx="9158" formatCode="0.00">
                  <c:v>6.5259999999999998</c:v>
                </c:pt>
                <c:pt idx="9159" formatCode="0.00">
                  <c:v>6.5268333333333333</c:v>
                </c:pt>
                <c:pt idx="9160" formatCode="0.00">
                  <c:v>6.5276666666666667</c:v>
                </c:pt>
                <c:pt idx="9161" formatCode="0.00">
                  <c:v>6.5284999999999993</c:v>
                </c:pt>
                <c:pt idx="9162" formatCode="0.00">
                  <c:v>6.5293333333333328</c:v>
                </c:pt>
                <c:pt idx="9163" formatCode="0.00">
                  <c:v>6.5301666666666662</c:v>
                </c:pt>
                <c:pt idx="9164" formatCode="0.00">
                  <c:v>6.5309999999999997</c:v>
                </c:pt>
                <c:pt idx="9165" formatCode="0.00">
                  <c:v>6.5318333333333332</c:v>
                </c:pt>
                <c:pt idx="9166" formatCode="0.00">
                  <c:v>6.5326666666666657</c:v>
                </c:pt>
                <c:pt idx="9167" formatCode="0.00">
                  <c:v>6.5334999999999992</c:v>
                </c:pt>
                <c:pt idx="9168" formatCode="0.00">
                  <c:v>6.5343333333333327</c:v>
                </c:pt>
                <c:pt idx="9169" formatCode="0.00">
                  <c:v>6.5351666666666661</c:v>
                </c:pt>
                <c:pt idx="9170" formatCode="0.00">
                  <c:v>6.5359999999999996</c:v>
                </c:pt>
                <c:pt idx="9171" formatCode="0.00">
                  <c:v>6.5368333333333322</c:v>
                </c:pt>
                <c:pt idx="9172" formatCode="0.00">
                  <c:v>6.5376666666666665</c:v>
                </c:pt>
                <c:pt idx="9173" formatCode="0.00">
                  <c:v>6.5385</c:v>
                </c:pt>
                <c:pt idx="9174" formatCode="0.00">
                  <c:v>6.5393333333333334</c:v>
                </c:pt>
                <c:pt idx="9175" formatCode="0.00">
                  <c:v>6.5401666666666669</c:v>
                </c:pt>
                <c:pt idx="9176" formatCode="0.00">
                  <c:v>6.5409999999999995</c:v>
                </c:pt>
                <c:pt idx="9177" formatCode="0.00">
                  <c:v>6.5418333333333329</c:v>
                </c:pt>
                <c:pt idx="9178" formatCode="0.00">
                  <c:v>6.5426666666666664</c:v>
                </c:pt>
                <c:pt idx="9179" formatCode="0.00">
                  <c:v>6.5434999999999999</c:v>
                </c:pt>
                <c:pt idx="9180" formatCode="0.00">
                  <c:v>6.5443333333333333</c:v>
                </c:pt>
                <c:pt idx="9181" formatCode="0.00">
                  <c:v>6.5451666666666659</c:v>
                </c:pt>
                <c:pt idx="9182" formatCode="0.00">
                  <c:v>6.5459999999999994</c:v>
                </c:pt>
                <c:pt idx="9183" formatCode="0.00">
                  <c:v>6.5468333333333328</c:v>
                </c:pt>
                <c:pt idx="9184" formatCode="0.00">
                  <c:v>6.5476666666666663</c:v>
                </c:pt>
                <c:pt idx="9185" formatCode="0.00">
                  <c:v>6.5484999999999998</c:v>
                </c:pt>
                <c:pt idx="9186" formatCode="0.00">
                  <c:v>6.5493333333333323</c:v>
                </c:pt>
                <c:pt idx="9187" formatCode="0.00">
                  <c:v>6.5501666666666658</c:v>
                </c:pt>
                <c:pt idx="9188" formatCode="0.00">
                  <c:v>6.5509999999999993</c:v>
                </c:pt>
                <c:pt idx="9189" formatCode="0.00">
                  <c:v>6.5518333333333327</c:v>
                </c:pt>
                <c:pt idx="9190" formatCode="0.00">
                  <c:v>6.5526666666666671</c:v>
                </c:pt>
                <c:pt idx="9191" formatCode="0.00">
                  <c:v>6.5534999999999997</c:v>
                </c:pt>
                <c:pt idx="9192" formatCode="0.00">
                  <c:v>6.5543333333333331</c:v>
                </c:pt>
                <c:pt idx="9193" formatCode="0.00">
                  <c:v>6.5551666666666666</c:v>
                </c:pt>
                <c:pt idx="9194" formatCode="0.00">
                  <c:v>6.556</c:v>
                </c:pt>
                <c:pt idx="9195" formatCode="0.00">
                  <c:v>6.5568333333333335</c:v>
                </c:pt>
                <c:pt idx="9196" formatCode="0.00">
                  <c:v>6.5576666666666661</c:v>
                </c:pt>
                <c:pt idx="9197" formatCode="0.00">
                  <c:v>6.5584999999999996</c:v>
                </c:pt>
                <c:pt idx="9198" formatCode="0.00">
                  <c:v>6.559333333333333</c:v>
                </c:pt>
                <c:pt idx="9199" formatCode="0.00">
                  <c:v>6.5601666666666665</c:v>
                </c:pt>
                <c:pt idx="9200" formatCode="0.00">
                  <c:v>6.5609999999999999</c:v>
                </c:pt>
                <c:pt idx="9201" formatCode="0.00">
                  <c:v>6.5618333333333325</c:v>
                </c:pt>
                <c:pt idx="9202" formatCode="0.00">
                  <c:v>6.562666666666666</c:v>
                </c:pt>
                <c:pt idx="9203" formatCode="0.00">
                  <c:v>6.5634999999999994</c:v>
                </c:pt>
                <c:pt idx="9204" formatCode="0.00">
                  <c:v>6.5643333333333329</c:v>
                </c:pt>
                <c:pt idx="9205" formatCode="0.00">
                  <c:v>6.5651666666666664</c:v>
                </c:pt>
                <c:pt idx="9206" formatCode="0.00">
                  <c:v>6.5659999999999989</c:v>
                </c:pt>
                <c:pt idx="9207" formatCode="0.00">
                  <c:v>6.5668333333333324</c:v>
                </c:pt>
                <c:pt idx="9208" formatCode="0.00">
                  <c:v>6.5676666666666659</c:v>
                </c:pt>
                <c:pt idx="9209" formatCode="0.00">
                  <c:v>6.5685000000000002</c:v>
                </c:pt>
                <c:pt idx="9210" formatCode="0.00">
                  <c:v>6.5693333333333337</c:v>
                </c:pt>
                <c:pt idx="9211" formatCode="0.00">
                  <c:v>6.5701666666666663</c:v>
                </c:pt>
                <c:pt idx="9212" formatCode="0.00">
                  <c:v>6.5709999999999997</c:v>
                </c:pt>
                <c:pt idx="9213" formatCode="0.00">
                  <c:v>6.5718333333333332</c:v>
                </c:pt>
                <c:pt idx="9214" formatCode="0.00">
                  <c:v>6.5726666666666667</c:v>
                </c:pt>
                <c:pt idx="9215" formatCode="0.00">
                  <c:v>6.5735000000000001</c:v>
                </c:pt>
                <c:pt idx="9216" formatCode="0.00">
                  <c:v>6.5743333333333327</c:v>
                </c:pt>
                <c:pt idx="9217" formatCode="0.00">
                  <c:v>6.5751666666666662</c:v>
                </c:pt>
                <c:pt idx="9218" formatCode="0.00">
                  <c:v>6.5759999999999996</c:v>
                </c:pt>
                <c:pt idx="9219" formatCode="0.00">
                  <c:v>6.5768333333333331</c:v>
                </c:pt>
                <c:pt idx="9220" formatCode="0.00">
                  <c:v>6.5776666666666666</c:v>
                </c:pt>
                <c:pt idx="9221" formatCode="0.00">
                  <c:v>6.5784999999999991</c:v>
                </c:pt>
                <c:pt idx="9222" formatCode="0.00">
                  <c:v>6.5793333333333326</c:v>
                </c:pt>
                <c:pt idx="9223" formatCode="0.00">
                  <c:v>6.5801666666666661</c:v>
                </c:pt>
                <c:pt idx="9224" formatCode="0.00">
                  <c:v>6.5809999999999995</c:v>
                </c:pt>
                <c:pt idx="9225" formatCode="0.00">
                  <c:v>6.581833333333333</c:v>
                </c:pt>
                <c:pt idx="9226" formatCode="0.00">
                  <c:v>6.5826666666666656</c:v>
                </c:pt>
                <c:pt idx="9227" formatCode="0.00">
                  <c:v>6.583499999999999</c:v>
                </c:pt>
                <c:pt idx="9228" formatCode="0.00">
                  <c:v>6.5843333333333334</c:v>
                </c:pt>
                <c:pt idx="9229" formatCode="0.00">
                  <c:v>6.5851666666666668</c:v>
                </c:pt>
                <c:pt idx="9230" formatCode="0.00">
                  <c:v>6.5860000000000003</c:v>
                </c:pt>
                <c:pt idx="9231" formatCode="0.00">
                  <c:v>6.5868333333333329</c:v>
                </c:pt>
                <c:pt idx="9232" formatCode="0.00">
                  <c:v>6.5876666666666663</c:v>
                </c:pt>
                <c:pt idx="9233" formatCode="0.00">
                  <c:v>6.5884999999999998</c:v>
                </c:pt>
                <c:pt idx="9234" formatCode="0.00">
                  <c:v>6.5893333333333333</c:v>
                </c:pt>
                <c:pt idx="9235" formatCode="0.00">
                  <c:v>6.5901666666666667</c:v>
                </c:pt>
                <c:pt idx="9236" formatCode="0.00">
                  <c:v>6.5909999999999993</c:v>
                </c:pt>
                <c:pt idx="9237" formatCode="0.00">
                  <c:v>6.5918333333333328</c:v>
                </c:pt>
                <c:pt idx="9238" formatCode="0.00">
                  <c:v>6.5926666666666662</c:v>
                </c:pt>
                <c:pt idx="9239" formatCode="0.00">
                  <c:v>6.5934999999999997</c:v>
                </c:pt>
                <c:pt idx="9240" formatCode="0.00">
                  <c:v>6.5943333333333332</c:v>
                </c:pt>
                <c:pt idx="9241" formatCode="0.00">
                  <c:v>6.5951666666666657</c:v>
                </c:pt>
                <c:pt idx="9242" formatCode="0.00">
                  <c:v>6.5959999999999992</c:v>
                </c:pt>
                <c:pt idx="9243" formatCode="0.00">
                  <c:v>6.5968333333333327</c:v>
                </c:pt>
                <c:pt idx="9244" formatCode="0.00">
                  <c:v>6.5976666666666661</c:v>
                </c:pt>
                <c:pt idx="9245" formatCode="0.00">
                  <c:v>6.5984999999999996</c:v>
                </c:pt>
                <c:pt idx="9246" formatCode="0.00">
                  <c:v>6.5993333333333322</c:v>
                </c:pt>
                <c:pt idx="9247" formatCode="0.00">
                  <c:v>6.6001666666666665</c:v>
                </c:pt>
                <c:pt idx="9248" formatCode="0.00">
                  <c:v>6.601</c:v>
                </c:pt>
                <c:pt idx="9249" formatCode="0.00">
                  <c:v>6.6018333333333334</c:v>
                </c:pt>
                <c:pt idx="9250" formatCode="0.00">
                  <c:v>6.6026666666666669</c:v>
                </c:pt>
                <c:pt idx="9251" formatCode="0.00">
                  <c:v>6.6034999999999995</c:v>
                </c:pt>
                <c:pt idx="9252" formatCode="0.00">
                  <c:v>6.6043333333333329</c:v>
                </c:pt>
                <c:pt idx="9253" formatCode="0.00">
                  <c:v>6.6051666666666664</c:v>
                </c:pt>
                <c:pt idx="9254" formatCode="0.00">
                  <c:v>6.6059999999999999</c:v>
                </c:pt>
                <c:pt idx="9255" formatCode="0.00">
                  <c:v>6.6068333333333333</c:v>
                </c:pt>
                <c:pt idx="9256" formatCode="0.00">
                  <c:v>6.6076666666666659</c:v>
                </c:pt>
                <c:pt idx="9257" formatCode="0.00">
                  <c:v>6.6084999999999994</c:v>
                </c:pt>
                <c:pt idx="9258" formatCode="0.00">
                  <c:v>6.6093333333333328</c:v>
                </c:pt>
                <c:pt idx="9259" formatCode="0.00">
                  <c:v>6.6101666666666663</c:v>
                </c:pt>
                <c:pt idx="9260" formatCode="0.00">
                  <c:v>6.6109999999999998</c:v>
                </c:pt>
                <c:pt idx="9261" formatCode="0.00">
                  <c:v>6.6118333333333323</c:v>
                </c:pt>
                <c:pt idx="9262" formatCode="0.00">
                  <c:v>6.6126666666666658</c:v>
                </c:pt>
                <c:pt idx="9263" formatCode="0.00">
                  <c:v>6.6134999999999993</c:v>
                </c:pt>
                <c:pt idx="9264" formatCode="0.00">
                  <c:v>6.6143333333333327</c:v>
                </c:pt>
                <c:pt idx="9265" formatCode="0.00">
                  <c:v>6.6151666666666671</c:v>
                </c:pt>
                <c:pt idx="9266" formatCode="0.00">
                  <c:v>6.6159999999999997</c:v>
                </c:pt>
                <c:pt idx="9267" formatCode="0.00">
                  <c:v>6.6168333333333331</c:v>
                </c:pt>
                <c:pt idx="9268" formatCode="0.00">
                  <c:v>6.6176666666666666</c:v>
                </c:pt>
                <c:pt idx="9269" formatCode="0.00">
                  <c:v>6.6185</c:v>
                </c:pt>
                <c:pt idx="9270" formatCode="0.00">
                  <c:v>6.6193333333333335</c:v>
                </c:pt>
                <c:pt idx="9271" formatCode="0.00">
                  <c:v>6.6201666666666661</c:v>
                </c:pt>
                <c:pt idx="9272" formatCode="0.00">
                  <c:v>6.6209999999999996</c:v>
                </c:pt>
                <c:pt idx="9273" formatCode="0.00">
                  <c:v>6.621833333333333</c:v>
                </c:pt>
                <c:pt idx="9274" formatCode="0.00">
                  <c:v>6.6226666666666665</c:v>
                </c:pt>
                <c:pt idx="9275" formatCode="0.00">
                  <c:v>6.6234999999999999</c:v>
                </c:pt>
                <c:pt idx="9276" formatCode="0.00">
                  <c:v>6.6243333333333325</c:v>
                </c:pt>
                <c:pt idx="9277" formatCode="0.00">
                  <c:v>6.625166666666666</c:v>
                </c:pt>
                <c:pt idx="9278" formatCode="0.00">
                  <c:v>6.6259999999999994</c:v>
                </c:pt>
                <c:pt idx="9279" formatCode="0.00">
                  <c:v>6.6268333333333329</c:v>
                </c:pt>
                <c:pt idx="9280" formatCode="0.00">
                  <c:v>6.6276666666666664</c:v>
                </c:pt>
                <c:pt idx="9281" formatCode="0.00">
                  <c:v>6.6284999999999989</c:v>
                </c:pt>
                <c:pt idx="9282" formatCode="0.00">
                  <c:v>6.6293333333333324</c:v>
                </c:pt>
                <c:pt idx="9283" formatCode="0.00">
                  <c:v>6.6301666666666659</c:v>
                </c:pt>
                <c:pt idx="9284" formatCode="0.00">
                  <c:v>6.6310000000000002</c:v>
                </c:pt>
                <c:pt idx="9285" formatCode="0.00">
                  <c:v>6.6318333333333337</c:v>
                </c:pt>
                <c:pt idx="9286" formatCode="0.00">
                  <c:v>6.6326666666666663</c:v>
                </c:pt>
                <c:pt idx="9287" formatCode="0.00">
                  <c:v>6.6334999999999997</c:v>
                </c:pt>
                <c:pt idx="9288" formatCode="0.00">
                  <c:v>6.6343333333333332</c:v>
                </c:pt>
                <c:pt idx="9289" formatCode="0.00">
                  <c:v>6.6351666666666667</c:v>
                </c:pt>
                <c:pt idx="9290" formatCode="0.00">
                  <c:v>6.6360000000000001</c:v>
                </c:pt>
                <c:pt idx="9291" formatCode="0.00">
                  <c:v>6.6368333333333327</c:v>
                </c:pt>
                <c:pt idx="9292" formatCode="0.00">
                  <c:v>6.6376666666666662</c:v>
                </c:pt>
                <c:pt idx="9293" formatCode="0.00">
                  <c:v>6.6384999999999996</c:v>
                </c:pt>
                <c:pt idx="9294" formatCode="0.00">
                  <c:v>6.6393333333333331</c:v>
                </c:pt>
                <c:pt idx="9295" formatCode="0.00">
                  <c:v>6.6401666666666666</c:v>
                </c:pt>
                <c:pt idx="9296" formatCode="0.00">
                  <c:v>6.6409999999999991</c:v>
                </c:pt>
                <c:pt idx="9297" formatCode="0.00">
                  <c:v>6.6418333333333326</c:v>
                </c:pt>
                <c:pt idx="9298" formatCode="0.00">
                  <c:v>6.6426666666666661</c:v>
                </c:pt>
                <c:pt idx="9299" formatCode="0.00">
                  <c:v>6.6434999999999995</c:v>
                </c:pt>
                <c:pt idx="9300" formatCode="0.00">
                  <c:v>6.644333333333333</c:v>
                </c:pt>
                <c:pt idx="9301" formatCode="0.00">
                  <c:v>6.6451666666666656</c:v>
                </c:pt>
                <c:pt idx="9302" formatCode="0.00">
                  <c:v>6.645999999999999</c:v>
                </c:pt>
                <c:pt idx="9303" formatCode="0.00">
                  <c:v>6.6468333333333334</c:v>
                </c:pt>
                <c:pt idx="9304" formatCode="0.00">
                  <c:v>6.6476666666666668</c:v>
                </c:pt>
                <c:pt idx="9305" formatCode="0.00">
                  <c:v>6.6485000000000003</c:v>
                </c:pt>
                <c:pt idx="9306" formatCode="0.00">
                  <c:v>6.6493333333333329</c:v>
                </c:pt>
                <c:pt idx="9307" formatCode="0.00">
                  <c:v>6.6501666666666663</c:v>
                </c:pt>
                <c:pt idx="9308" formatCode="0.00">
                  <c:v>6.6509999999999998</c:v>
                </c:pt>
                <c:pt idx="9309" formatCode="0.00">
                  <c:v>6.6518333333333333</c:v>
                </c:pt>
                <c:pt idx="9310" formatCode="0.00">
                  <c:v>6.6526666666666667</c:v>
                </c:pt>
                <c:pt idx="9311" formatCode="0.00">
                  <c:v>6.6534999999999993</c:v>
                </c:pt>
                <c:pt idx="9312" formatCode="0.00">
                  <c:v>6.6543333333333328</c:v>
                </c:pt>
                <c:pt idx="9313" formatCode="0.00">
                  <c:v>6.6551666666666662</c:v>
                </c:pt>
                <c:pt idx="9314" formatCode="0.00">
                  <c:v>6.6559999999999997</c:v>
                </c:pt>
                <c:pt idx="9315" formatCode="0.00">
                  <c:v>6.6568333333333332</c:v>
                </c:pt>
                <c:pt idx="9316" formatCode="0.00">
                  <c:v>6.6576666666666657</c:v>
                </c:pt>
                <c:pt idx="9317" formatCode="0.00">
                  <c:v>6.6584999999999992</c:v>
                </c:pt>
                <c:pt idx="9318" formatCode="0.00">
                  <c:v>6.6593333333333327</c:v>
                </c:pt>
                <c:pt idx="9319" formatCode="0.00">
                  <c:v>6.6601666666666661</c:v>
                </c:pt>
                <c:pt idx="9320" formatCode="0.00">
                  <c:v>6.6609999999999996</c:v>
                </c:pt>
                <c:pt idx="9321" formatCode="0.00">
                  <c:v>6.6618333333333322</c:v>
                </c:pt>
                <c:pt idx="9322" formatCode="0.00">
                  <c:v>6.6626666666666665</c:v>
                </c:pt>
                <c:pt idx="9323" formatCode="0.00">
                  <c:v>6.6635</c:v>
                </c:pt>
                <c:pt idx="9324" formatCode="0.00">
                  <c:v>6.6643333333333334</c:v>
                </c:pt>
                <c:pt idx="9325" formatCode="0.00">
                  <c:v>6.6651666666666669</c:v>
                </c:pt>
                <c:pt idx="9326" formatCode="0.00">
                  <c:v>6.6659999999999995</c:v>
                </c:pt>
                <c:pt idx="9327" formatCode="0.00">
                  <c:v>6.6668333333333329</c:v>
                </c:pt>
                <c:pt idx="9328" formatCode="0.00">
                  <c:v>6.6676666666666664</c:v>
                </c:pt>
                <c:pt idx="9329" formatCode="0.00">
                  <c:v>6.6684999999999999</c:v>
                </c:pt>
                <c:pt idx="9330" formatCode="0.00">
                  <c:v>6.6693333333333333</c:v>
                </c:pt>
                <c:pt idx="9331" formatCode="0.00">
                  <c:v>6.6701666666666659</c:v>
                </c:pt>
                <c:pt idx="9332" formatCode="0.00">
                  <c:v>6.6709999999999994</c:v>
                </c:pt>
                <c:pt idx="9333" formatCode="0.00">
                  <c:v>6.6718333333333328</c:v>
                </c:pt>
                <c:pt idx="9334" formatCode="0.00">
                  <c:v>6.6726666666666663</c:v>
                </c:pt>
                <c:pt idx="9335" formatCode="0.00">
                  <c:v>6.6734999999999998</c:v>
                </c:pt>
                <c:pt idx="9336" formatCode="0.00">
                  <c:v>6.6743333333333323</c:v>
                </c:pt>
                <c:pt idx="9337" formatCode="0.00">
                  <c:v>6.6751666666666658</c:v>
                </c:pt>
                <c:pt idx="9338" formatCode="0.00">
                  <c:v>6.6759999999999993</c:v>
                </c:pt>
                <c:pt idx="9339" formatCode="0.00">
                  <c:v>6.6768333333333327</c:v>
                </c:pt>
                <c:pt idx="9340" formatCode="0.00">
                  <c:v>6.6776666666666671</c:v>
                </c:pt>
                <c:pt idx="9341" formatCode="0.00">
                  <c:v>6.6784999999999997</c:v>
                </c:pt>
                <c:pt idx="9342" formatCode="0.00">
                  <c:v>6.6793333333333331</c:v>
                </c:pt>
                <c:pt idx="9343" formatCode="0.00">
                  <c:v>6.6801666666666666</c:v>
                </c:pt>
                <c:pt idx="9344" formatCode="0.00">
                  <c:v>6.681</c:v>
                </c:pt>
                <c:pt idx="9345" formatCode="0.00">
                  <c:v>6.6818333333333335</c:v>
                </c:pt>
                <c:pt idx="9346" formatCode="0.00">
                  <c:v>6.6826666666666661</c:v>
                </c:pt>
                <c:pt idx="9347" formatCode="0.00">
                  <c:v>6.6834999999999996</c:v>
                </c:pt>
                <c:pt idx="9348" formatCode="0.00">
                  <c:v>6.684333333333333</c:v>
                </c:pt>
                <c:pt idx="9349" formatCode="0.00">
                  <c:v>6.6851666666666665</c:v>
                </c:pt>
                <c:pt idx="9350" formatCode="0.00">
                  <c:v>6.6859999999999999</c:v>
                </c:pt>
                <c:pt idx="9351" formatCode="0.00">
                  <c:v>6.6868333333333325</c:v>
                </c:pt>
                <c:pt idx="9352" formatCode="0.00">
                  <c:v>6.687666666666666</c:v>
                </c:pt>
                <c:pt idx="9353" formatCode="0.00">
                  <c:v>6.6884999999999994</c:v>
                </c:pt>
                <c:pt idx="9354" formatCode="0.00">
                  <c:v>6.6893333333333329</c:v>
                </c:pt>
                <c:pt idx="9355" formatCode="0.00">
                  <c:v>6.6901666666666664</c:v>
                </c:pt>
                <c:pt idx="9356" formatCode="0.00">
                  <c:v>6.6909999999999989</c:v>
                </c:pt>
                <c:pt idx="9357" formatCode="0.00">
                  <c:v>6.6918333333333324</c:v>
                </c:pt>
                <c:pt idx="9358" formatCode="0.00">
                  <c:v>6.6926666666666659</c:v>
                </c:pt>
                <c:pt idx="9359" formatCode="0.00">
                  <c:v>6.6935000000000002</c:v>
                </c:pt>
                <c:pt idx="9360" formatCode="0.00">
                  <c:v>6.6943333333333337</c:v>
                </c:pt>
                <c:pt idx="9361" formatCode="0.00">
                  <c:v>6.6951666666666663</c:v>
                </c:pt>
                <c:pt idx="9362" formatCode="0.00">
                  <c:v>6.6959999999999997</c:v>
                </c:pt>
                <c:pt idx="9363" formatCode="0.00">
                  <c:v>6.6968333333333332</c:v>
                </c:pt>
                <c:pt idx="9364" formatCode="0.00">
                  <c:v>6.6976666666666667</c:v>
                </c:pt>
                <c:pt idx="9365" formatCode="0.00">
                  <c:v>6.6985000000000001</c:v>
                </c:pt>
                <c:pt idx="9366" formatCode="0.00">
                  <c:v>6.6993333333333327</c:v>
                </c:pt>
                <c:pt idx="9367" formatCode="0.00">
                  <c:v>6.7001666666666662</c:v>
                </c:pt>
                <c:pt idx="9368" formatCode="0.00">
                  <c:v>6.7009999999999996</c:v>
                </c:pt>
                <c:pt idx="9369" formatCode="0.00">
                  <c:v>6.7018333333333331</c:v>
                </c:pt>
                <c:pt idx="9370" formatCode="0.00">
                  <c:v>6.7026666666666666</c:v>
                </c:pt>
                <c:pt idx="9371" formatCode="0.00">
                  <c:v>6.7034999999999991</c:v>
                </c:pt>
                <c:pt idx="9372" formatCode="0.00">
                  <c:v>6.7043333333333326</c:v>
                </c:pt>
                <c:pt idx="9373" formatCode="0.00">
                  <c:v>6.7051666666666661</c:v>
                </c:pt>
                <c:pt idx="9374" formatCode="0.00">
                  <c:v>6.7059999999999995</c:v>
                </c:pt>
                <c:pt idx="9375" formatCode="0.00">
                  <c:v>6.706833333333333</c:v>
                </c:pt>
                <c:pt idx="9376" formatCode="0.00">
                  <c:v>6.7076666666666656</c:v>
                </c:pt>
                <c:pt idx="9377" formatCode="0.00">
                  <c:v>6.708499999999999</c:v>
                </c:pt>
                <c:pt idx="9378" formatCode="0.00">
                  <c:v>6.7093333333333334</c:v>
                </c:pt>
                <c:pt idx="9379" formatCode="0.00">
                  <c:v>6.7101666666666668</c:v>
                </c:pt>
                <c:pt idx="9380" formatCode="0.00">
                  <c:v>6.7110000000000003</c:v>
                </c:pt>
                <c:pt idx="9381" formatCode="0.00">
                  <c:v>6.7118333333333329</c:v>
                </c:pt>
                <c:pt idx="9382" formatCode="0.00">
                  <c:v>6.7126666666666663</c:v>
                </c:pt>
                <c:pt idx="9383" formatCode="0.00">
                  <c:v>6.7134999999999998</c:v>
                </c:pt>
                <c:pt idx="9384" formatCode="0.00">
                  <c:v>6.7143333333333333</c:v>
                </c:pt>
                <c:pt idx="9385" formatCode="0.00">
                  <c:v>6.7151666666666667</c:v>
                </c:pt>
                <c:pt idx="9386" formatCode="0.00">
                  <c:v>6.7159999999999993</c:v>
                </c:pt>
                <c:pt idx="9387" formatCode="0.00">
                  <c:v>6.7168333333333328</c:v>
                </c:pt>
                <c:pt idx="9388" formatCode="0.00">
                  <c:v>6.7176666666666662</c:v>
                </c:pt>
                <c:pt idx="9389" formatCode="0.00">
                  <c:v>6.7184999999999997</c:v>
                </c:pt>
                <c:pt idx="9390" formatCode="0.00">
                  <c:v>6.7193333333333332</c:v>
                </c:pt>
                <c:pt idx="9391" formatCode="0.00">
                  <c:v>6.7201666666666657</c:v>
                </c:pt>
                <c:pt idx="9392" formatCode="0.00">
                  <c:v>6.7209999999999992</c:v>
                </c:pt>
                <c:pt idx="9393" formatCode="0.00">
                  <c:v>6.7218333333333327</c:v>
                </c:pt>
                <c:pt idx="9394" formatCode="0.00">
                  <c:v>6.7226666666666661</c:v>
                </c:pt>
                <c:pt idx="9395" formatCode="0.00">
                  <c:v>6.7234999999999996</c:v>
                </c:pt>
                <c:pt idx="9396" formatCode="0.00">
                  <c:v>6.7243333333333322</c:v>
                </c:pt>
                <c:pt idx="9397" formatCode="0.00">
                  <c:v>6.7251666666666665</c:v>
                </c:pt>
                <c:pt idx="9398" formatCode="0.00">
                  <c:v>6.726</c:v>
                </c:pt>
                <c:pt idx="9399" formatCode="0.00">
                  <c:v>6.7268333333333334</c:v>
                </c:pt>
                <c:pt idx="9400" formatCode="0.00">
                  <c:v>6.7276666666666669</c:v>
                </c:pt>
                <c:pt idx="9401" formatCode="0.00">
                  <c:v>6.7284999999999995</c:v>
                </c:pt>
                <c:pt idx="9402" formatCode="0.00">
                  <c:v>6.7293333333333329</c:v>
                </c:pt>
                <c:pt idx="9403" formatCode="0.00">
                  <c:v>6.7301666666666664</c:v>
                </c:pt>
                <c:pt idx="9404" formatCode="0.00">
                  <c:v>6.7309999999999999</c:v>
                </c:pt>
                <c:pt idx="9405" formatCode="0.00">
                  <c:v>6.7318333333333333</c:v>
                </c:pt>
                <c:pt idx="9406" formatCode="0.00">
                  <c:v>6.7326666666666659</c:v>
                </c:pt>
                <c:pt idx="9407" formatCode="0.00">
                  <c:v>6.7334999999999994</c:v>
                </c:pt>
                <c:pt idx="9408" formatCode="0.00">
                  <c:v>6.7343333333333328</c:v>
                </c:pt>
                <c:pt idx="9409" formatCode="0.00">
                  <c:v>6.7351666666666663</c:v>
                </c:pt>
                <c:pt idx="9410" formatCode="0.00">
                  <c:v>6.7359999999999998</c:v>
                </c:pt>
                <c:pt idx="9411" formatCode="0.00">
                  <c:v>6.7368333333333323</c:v>
                </c:pt>
                <c:pt idx="9412" formatCode="0.00">
                  <c:v>6.7376666666666658</c:v>
                </c:pt>
                <c:pt idx="9413" formatCode="0.00">
                  <c:v>6.7384999999999993</c:v>
                </c:pt>
                <c:pt idx="9414" formatCode="0.00">
                  <c:v>6.7393333333333327</c:v>
                </c:pt>
                <c:pt idx="9415" formatCode="0.00">
                  <c:v>6.7401666666666671</c:v>
                </c:pt>
                <c:pt idx="9416" formatCode="0.00">
                  <c:v>6.7409999999999997</c:v>
                </c:pt>
                <c:pt idx="9417" formatCode="0.00">
                  <c:v>6.7418333333333331</c:v>
                </c:pt>
                <c:pt idx="9418" formatCode="0.00">
                  <c:v>6.7426666666666666</c:v>
                </c:pt>
                <c:pt idx="9419" formatCode="0.00">
                  <c:v>6.7435</c:v>
                </c:pt>
                <c:pt idx="9420" formatCode="0.00">
                  <c:v>6.7443333333333335</c:v>
                </c:pt>
                <c:pt idx="9421" formatCode="0.00">
                  <c:v>6.7451666666666661</c:v>
                </c:pt>
                <c:pt idx="9422" formatCode="0.00">
                  <c:v>6.7459999999999996</c:v>
                </c:pt>
                <c:pt idx="9423" formatCode="0.00">
                  <c:v>6.746833333333333</c:v>
                </c:pt>
                <c:pt idx="9424" formatCode="0.00">
                  <c:v>6.7476666666666665</c:v>
                </c:pt>
                <c:pt idx="9425" formatCode="0.00">
                  <c:v>6.7484999999999999</c:v>
                </c:pt>
                <c:pt idx="9426" formatCode="0.00">
                  <c:v>6.7493333333333325</c:v>
                </c:pt>
                <c:pt idx="9427" formatCode="0.00">
                  <c:v>6.750166666666666</c:v>
                </c:pt>
                <c:pt idx="9428" formatCode="0.00">
                  <c:v>6.7509999999999994</c:v>
                </c:pt>
                <c:pt idx="9429" formatCode="0.00">
                  <c:v>6.7518333333333329</c:v>
                </c:pt>
                <c:pt idx="9430" formatCode="0.00">
                  <c:v>6.7526666666666664</c:v>
                </c:pt>
                <c:pt idx="9431" formatCode="0.00">
                  <c:v>6.7534999999999989</c:v>
                </c:pt>
                <c:pt idx="9432" formatCode="0.00">
                  <c:v>6.7543333333333324</c:v>
                </c:pt>
                <c:pt idx="9433" formatCode="0.00">
                  <c:v>6.7551666666666659</c:v>
                </c:pt>
                <c:pt idx="9434" formatCode="0.00">
                  <c:v>6.7560000000000002</c:v>
                </c:pt>
                <c:pt idx="9435" formatCode="0.00">
                  <c:v>6.7568333333333337</c:v>
                </c:pt>
                <c:pt idx="9436" formatCode="0.00">
                  <c:v>6.7576666666666663</c:v>
                </c:pt>
                <c:pt idx="9437" formatCode="0.00">
                  <c:v>6.7584999999999997</c:v>
                </c:pt>
                <c:pt idx="9438" formatCode="0.00">
                  <c:v>6.7593333333333332</c:v>
                </c:pt>
                <c:pt idx="9439" formatCode="0.00">
                  <c:v>6.7601666666666667</c:v>
                </c:pt>
                <c:pt idx="9440" formatCode="0.00">
                  <c:v>6.7610000000000001</c:v>
                </c:pt>
                <c:pt idx="9441" formatCode="0.00">
                  <c:v>6.7618333333333327</c:v>
                </c:pt>
                <c:pt idx="9442" formatCode="0.00">
                  <c:v>6.7626666666666662</c:v>
                </c:pt>
                <c:pt idx="9443" formatCode="0.00">
                  <c:v>6.7634999999999996</c:v>
                </c:pt>
                <c:pt idx="9444" formatCode="0.00">
                  <c:v>6.7643333333333331</c:v>
                </c:pt>
                <c:pt idx="9445" formatCode="0.00">
                  <c:v>6.7651666666666666</c:v>
                </c:pt>
                <c:pt idx="9446" formatCode="0.00">
                  <c:v>6.7659999999999991</c:v>
                </c:pt>
                <c:pt idx="9447" formatCode="0.00">
                  <c:v>6.7668333333333326</c:v>
                </c:pt>
                <c:pt idx="9448" formatCode="0.00">
                  <c:v>6.7676666666666661</c:v>
                </c:pt>
                <c:pt idx="9449" formatCode="0.00">
                  <c:v>6.7684999999999995</c:v>
                </c:pt>
                <c:pt idx="9450" formatCode="0.00">
                  <c:v>6.769333333333333</c:v>
                </c:pt>
                <c:pt idx="9451" formatCode="0.00">
                  <c:v>6.7701666666666656</c:v>
                </c:pt>
                <c:pt idx="9452" formatCode="0.00">
                  <c:v>6.770999999999999</c:v>
                </c:pt>
                <c:pt idx="9453" formatCode="0.00">
                  <c:v>6.7718333333333334</c:v>
                </c:pt>
                <c:pt idx="9454" formatCode="0.00">
                  <c:v>6.7726666666666668</c:v>
                </c:pt>
                <c:pt idx="9455" formatCode="0.00">
                  <c:v>6.7735000000000003</c:v>
                </c:pt>
                <c:pt idx="9456" formatCode="0.00">
                  <c:v>6.7743333333333329</c:v>
                </c:pt>
                <c:pt idx="9457" formatCode="0.00">
                  <c:v>6.7751666666666663</c:v>
                </c:pt>
                <c:pt idx="9458" formatCode="0.00">
                  <c:v>6.7759999999999998</c:v>
                </c:pt>
                <c:pt idx="9459" formatCode="0.00">
                  <c:v>6.7768333333333333</c:v>
                </c:pt>
                <c:pt idx="9460" formatCode="0.00">
                  <c:v>6.7776666666666667</c:v>
                </c:pt>
                <c:pt idx="9461" formatCode="0.00">
                  <c:v>6.7784999999999993</c:v>
                </c:pt>
                <c:pt idx="9462" formatCode="0.00">
                  <c:v>6.7793333333333328</c:v>
                </c:pt>
                <c:pt idx="9463" formatCode="0.00">
                  <c:v>6.7801666666666662</c:v>
                </c:pt>
                <c:pt idx="9464" formatCode="0.00">
                  <c:v>6.7809999999999997</c:v>
                </c:pt>
                <c:pt idx="9465" formatCode="0.00">
                  <c:v>6.7818333333333332</c:v>
                </c:pt>
                <c:pt idx="9466" formatCode="0.00">
                  <c:v>6.7826666666666657</c:v>
                </c:pt>
                <c:pt idx="9467" formatCode="0.00">
                  <c:v>6.7834999999999992</c:v>
                </c:pt>
                <c:pt idx="9468" formatCode="0.00">
                  <c:v>6.7843333333333327</c:v>
                </c:pt>
                <c:pt idx="9469" formatCode="0.00">
                  <c:v>6.7851666666666661</c:v>
                </c:pt>
                <c:pt idx="9470" formatCode="0.00">
                  <c:v>6.7859999999999996</c:v>
                </c:pt>
                <c:pt idx="9471" formatCode="0.00">
                  <c:v>6.7868333333333322</c:v>
                </c:pt>
                <c:pt idx="9472" formatCode="0.00">
                  <c:v>6.7876666666666665</c:v>
                </c:pt>
                <c:pt idx="9473" formatCode="0.00">
                  <c:v>6.7885</c:v>
                </c:pt>
                <c:pt idx="9474" formatCode="0.00">
                  <c:v>6.7893333333333334</c:v>
                </c:pt>
                <c:pt idx="9475" formatCode="0.00">
                  <c:v>6.7901666666666669</c:v>
                </c:pt>
                <c:pt idx="9476" formatCode="0.00">
                  <c:v>6.7909999999999995</c:v>
                </c:pt>
                <c:pt idx="9477" formatCode="0.00">
                  <c:v>6.7918333333333329</c:v>
                </c:pt>
                <c:pt idx="9478" formatCode="0.00">
                  <c:v>6.7926666666666664</c:v>
                </c:pt>
                <c:pt idx="9479" formatCode="0.00">
                  <c:v>6.7934999999999999</c:v>
                </c:pt>
                <c:pt idx="9480" formatCode="0.00">
                  <c:v>6.7943333333333333</c:v>
                </c:pt>
                <c:pt idx="9481" formatCode="0.00">
                  <c:v>6.7951666666666659</c:v>
                </c:pt>
                <c:pt idx="9482" formatCode="0.00">
                  <c:v>6.7959999999999994</c:v>
                </c:pt>
                <c:pt idx="9483" formatCode="0.00">
                  <c:v>6.7968333333333328</c:v>
                </c:pt>
                <c:pt idx="9484" formatCode="0.00">
                  <c:v>6.7976666666666663</c:v>
                </c:pt>
                <c:pt idx="9485" formatCode="0.00">
                  <c:v>6.7984999999999998</c:v>
                </c:pt>
                <c:pt idx="9486" formatCode="0.00">
                  <c:v>6.7993333333333323</c:v>
                </c:pt>
                <c:pt idx="9487" formatCode="0.00">
                  <c:v>6.8001666666666658</c:v>
                </c:pt>
                <c:pt idx="9488" formatCode="0.00">
                  <c:v>6.8009999999999993</c:v>
                </c:pt>
                <c:pt idx="9489" formatCode="0.00">
                  <c:v>6.8018333333333327</c:v>
                </c:pt>
                <c:pt idx="9490" formatCode="0.00">
                  <c:v>6.8026666666666671</c:v>
                </c:pt>
                <c:pt idx="9491" formatCode="0.00">
                  <c:v>6.8034999999999997</c:v>
                </c:pt>
                <c:pt idx="9492" formatCode="0.00">
                  <c:v>6.8043333333333331</c:v>
                </c:pt>
                <c:pt idx="9493" formatCode="0.00">
                  <c:v>6.8051666666666666</c:v>
                </c:pt>
                <c:pt idx="9494" formatCode="0.00">
                  <c:v>6.806</c:v>
                </c:pt>
                <c:pt idx="9495" formatCode="0.00">
                  <c:v>6.8068333333333335</c:v>
                </c:pt>
                <c:pt idx="9496" formatCode="0.00">
                  <c:v>6.8076666666666661</c:v>
                </c:pt>
                <c:pt idx="9497" formatCode="0.00">
                  <c:v>6.8084999999999996</c:v>
                </c:pt>
                <c:pt idx="9498" formatCode="0.00">
                  <c:v>6.809333333333333</c:v>
                </c:pt>
                <c:pt idx="9499" formatCode="0.00">
                  <c:v>6.8101666666666665</c:v>
                </c:pt>
                <c:pt idx="9500" formatCode="0.00">
                  <c:v>6.8109999999999999</c:v>
                </c:pt>
                <c:pt idx="9501" formatCode="0.00">
                  <c:v>6.8118333333333325</c:v>
                </c:pt>
                <c:pt idx="9502" formatCode="0.00">
                  <c:v>6.812666666666666</c:v>
                </c:pt>
                <c:pt idx="9503" formatCode="0.00">
                  <c:v>6.8134999999999994</c:v>
                </c:pt>
                <c:pt idx="9504" formatCode="0.00">
                  <c:v>6.8143333333333329</c:v>
                </c:pt>
                <c:pt idx="9505" formatCode="0.00">
                  <c:v>6.8151666666666664</c:v>
                </c:pt>
                <c:pt idx="9506" formatCode="0.00">
                  <c:v>6.8159999999999989</c:v>
                </c:pt>
                <c:pt idx="9507" formatCode="0.00">
                  <c:v>6.8168333333333324</c:v>
                </c:pt>
                <c:pt idx="9508" formatCode="0.00">
                  <c:v>6.8176666666666659</c:v>
                </c:pt>
                <c:pt idx="9509" formatCode="0.00">
                  <c:v>6.8185000000000002</c:v>
                </c:pt>
                <c:pt idx="9510" formatCode="0.00">
                  <c:v>6.8193333333333337</c:v>
                </c:pt>
                <c:pt idx="9511" formatCode="0.00">
                  <c:v>6.8201666666666663</c:v>
                </c:pt>
                <c:pt idx="9512" formatCode="0.00">
                  <c:v>6.8209999999999997</c:v>
                </c:pt>
                <c:pt idx="9513" formatCode="0.00">
                  <c:v>6.8218333333333332</c:v>
                </c:pt>
                <c:pt idx="9514" formatCode="0.00">
                  <c:v>6.8226666666666667</c:v>
                </c:pt>
                <c:pt idx="9515" formatCode="0.00">
                  <c:v>6.8235000000000001</c:v>
                </c:pt>
                <c:pt idx="9516" formatCode="0.00">
                  <c:v>6.8243333333333327</c:v>
                </c:pt>
                <c:pt idx="9517" formatCode="0.00">
                  <c:v>6.8251666666666662</c:v>
                </c:pt>
                <c:pt idx="9518" formatCode="0.00">
                  <c:v>6.8259999999999996</c:v>
                </c:pt>
                <c:pt idx="9519" formatCode="0.00">
                  <c:v>6.8268333333333331</c:v>
                </c:pt>
                <c:pt idx="9520" formatCode="0.00">
                  <c:v>6.8276666666666666</c:v>
                </c:pt>
                <c:pt idx="9521" formatCode="0.00">
                  <c:v>6.8284999999999991</c:v>
                </c:pt>
                <c:pt idx="9522" formatCode="0.00">
                  <c:v>6.8293333333333326</c:v>
                </c:pt>
                <c:pt idx="9523" formatCode="0.00">
                  <c:v>6.8301666666666661</c:v>
                </c:pt>
                <c:pt idx="9524" formatCode="0.00">
                  <c:v>6.8309999999999995</c:v>
                </c:pt>
                <c:pt idx="9525" formatCode="0.00">
                  <c:v>6.831833333333333</c:v>
                </c:pt>
                <c:pt idx="9526" formatCode="0.00">
                  <c:v>6.8326666666666656</c:v>
                </c:pt>
                <c:pt idx="9527" formatCode="0.00">
                  <c:v>6.833499999999999</c:v>
                </c:pt>
                <c:pt idx="9528" formatCode="0.00">
                  <c:v>6.8343333333333334</c:v>
                </c:pt>
                <c:pt idx="9529" formatCode="0.00">
                  <c:v>6.8351666666666668</c:v>
                </c:pt>
                <c:pt idx="9530" formatCode="0.00">
                  <c:v>6.8360000000000003</c:v>
                </c:pt>
                <c:pt idx="9531" formatCode="0.00">
                  <c:v>6.8368333333333329</c:v>
                </c:pt>
                <c:pt idx="9532" formatCode="0.00">
                  <c:v>6.8376666666666663</c:v>
                </c:pt>
                <c:pt idx="9533" formatCode="0.00">
                  <c:v>6.8384999999999998</c:v>
                </c:pt>
                <c:pt idx="9534" formatCode="0.00">
                  <c:v>6.8393333333333333</c:v>
                </c:pt>
                <c:pt idx="9535" formatCode="0.00">
                  <c:v>6.8401666666666667</c:v>
                </c:pt>
                <c:pt idx="9536" formatCode="0.00">
                  <c:v>6.8409999999999993</c:v>
                </c:pt>
                <c:pt idx="9537" formatCode="0.00">
                  <c:v>6.8418333333333328</c:v>
                </c:pt>
                <c:pt idx="9538" formatCode="0.00">
                  <c:v>6.8426666666666662</c:v>
                </c:pt>
                <c:pt idx="9539" formatCode="0.00">
                  <c:v>6.8434999999999997</c:v>
                </c:pt>
                <c:pt idx="9540" formatCode="0.00">
                  <c:v>6.8443333333333332</c:v>
                </c:pt>
                <c:pt idx="9541" formatCode="0.00">
                  <c:v>6.8451666666666657</c:v>
                </c:pt>
                <c:pt idx="9542" formatCode="0.00">
                  <c:v>6.8459999999999992</c:v>
                </c:pt>
                <c:pt idx="9543" formatCode="0.00">
                  <c:v>6.8468333333333327</c:v>
                </c:pt>
                <c:pt idx="9544" formatCode="0.00">
                  <c:v>6.8476666666666661</c:v>
                </c:pt>
                <c:pt idx="9545" formatCode="0.00">
                  <c:v>6.8484999999999996</c:v>
                </c:pt>
                <c:pt idx="9546" formatCode="0.00">
                  <c:v>6.8493333333333322</c:v>
                </c:pt>
                <c:pt idx="9547" formatCode="0.00">
                  <c:v>6.8501666666666665</c:v>
                </c:pt>
                <c:pt idx="9548" formatCode="0.00">
                  <c:v>6.851</c:v>
                </c:pt>
                <c:pt idx="9549" formatCode="0.00">
                  <c:v>6.8518333333333334</c:v>
                </c:pt>
                <c:pt idx="9550" formatCode="0.00">
                  <c:v>6.8526666666666669</c:v>
                </c:pt>
                <c:pt idx="9551" formatCode="0.00">
                  <c:v>6.8534999999999995</c:v>
                </c:pt>
                <c:pt idx="9552" formatCode="0.00">
                  <c:v>6.8543333333333329</c:v>
                </c:pt>
                <c:pt idx="9553" formatCode="0.00">
                  <c:v>6.8551666666666664</c:v>
                </c:pt>
                <c:pt idx="9554" formatCode="0.00">
                  <c:v>6.8559999999999999</c:v>
                </c:pt>
                <c:pt idx="9555" formatCode="0.00">
                  <c:v>6.8568333333333333</c:v>
                </c:pt>
                <c:pt idx="9556" formatCode="0.00">
                  <c:v>6.8576666666666659</c:v>
                </c:pt>
                <c:pt idx="9557" formatCode="0.00">
                  <c:v>6.8584999999999994</c:v>
                </c:pt>
                <c:pt idx="9558" formatCode="0.00">
                  <c:v>6.8593333333333328</c:v>
                </c:pt>
                <c:pt idx="9559" formatCode="0.00">
                  <c:v>6.8601666666666663</c:v>
                </c:pt>
                <c:pt idx="9560" formatCode="0.00">
                  <c:v>6.8609999999999998</c:v>
                </c:pt>
                <c:pt idx="9561" formatCode="0.00">
                  <c:v>6.8618333333333323</c:v>
                </c:pt>
                <c:pt idx="9562" formatCode="0.00">
                  <c:v>6.8626666666666658</c:v>
                </c:pt>
                <c:pt idx="9563" formatCode="0.00">
                  <c:v>6.8634999999999993</c:v>
                </c:pt>
                <c:pt idx="9564" formatCode="0.00">
                  <c:v>6.8643333333333327</c:v>
                </c:pt>
                <c:pt idx="9565" formatCode="0.00">
                  <c:v>6.8651666666666671</c:v>
                </c:pt>
                <c:pt idx="9566" formatCode="0.00">
                  <c:v>6.8659999999999997</c:v>
                </c:pt>
                <c:pt idx="9567" formatCode="0.00">
                  <c:v>6.8668333333333331</c:v>
                </c:pt>
                <c:pt idx="9568" formatCode="0.00">
                  <c:v>6.8676666666666666</c:v>
                </c:pt>
                <c:pt idx="9569" formatCode="0.00">
                  <c:v>6.8685</c:v>
                </c:pt>
                <c:pt idx="9570" formatCode="0.00">
                  <c:v>6.8693333333333335</c:v>
                </c:pt>
                <c:pt idx="9571" formatCode="0.00">
                  <c:v>6.8701666666666661</c:v>
                </c:pt>
                <c:pt idx="9572" formatCode="0.00">
                  <c:v>6.8709999999999996</c:v>
                </c:pt>
                <c:pt idx="9573" formatCode="0.00">
                  <c:v>6.871833333333333</c:v>
                </c:pt>
                <c:pt idx="9574" formatCode="0.00">
                  <c:v>6.8726666666666665</c:v>
                </c:pt>
                <c:pt idx="9575" formatCode="0.00">
                  <c:v>6.8734999999999999</c:v>
                </c:pt>
                <c:pt idx="9576" formatCode="0.00">
                  <c:v>6.8743333333333325</c:v>
                </c:pt>
                <c:pt idx="9577" formatCode="0.00">
                  <c:v>6.875166666666666</c:v>
                </c:pt>
                <c:pt idx="9578" formatCode="0.00">
                  <c:v>6.8759999999999994</c:v>
                </c:pt>
                <c:pt idx="9579" formatCode="0.00">
                  <c:v>6.8768333333333329</c:v>
                </c:pt>
                <c:pt idx="9580" formatCode="0.00">
                  <c:v>6.8776666666666664</c:v>
                </c:pt>
                <c:pt idx="9581" formatCode="0.00">
                  <c:v>6.8784999999999989</c:v>
                </c:pt>
                <c:pt idx="9582" formatCode="0.00">
                  <c:v>6.8793333333333324</c:v>
                </c:pt>
                <c:pt idx="9583" formatCode="0.00">
                  <c:v>6.8801666666666659</c:v>
                </c:pt>
                <c:pt idx="9584" formatCode="0.00">
                  <c:v>6.8810000000000002</c:v>
                </c:pt>
                <c:pt idx="9585" formatCode="0.00">
                  <c:v>6.8818333333333337</c:v>
                </c:pt>
                <c:pt idx="9586" formatCode="0.00">
                  <c:v>6.8826666666666663</c:v>
                </c:pt>
                <c:pt idx="9587" formatCode="0.00">
                  <c:v>6.8834999999999997</c:v>
                </c:pt>
                <c:pt idx="9588" formatCode="0.00">
                  <c:v>6.8843333333333332</c:v>
                </c:pt>
                <c:pt idx="9589" formatCode="0.00">
                  <c:v>6.8851666666666667</c:v>
                </c:pt>
                <c:pt idx="9590" formatCode="0.00">
                  <c:v>6.8860000000000001</c:v>
                </c:pt>
                <c:pt idx="9591" formatCode="0.00">
                  <c:v>6.8868333333333327</c:v>
                </c:pt>
                <c:pt idx="9592" formatCode="0.00">
                  <c:v>6.8876666666666662</c:v>
                </c:pt>
                <c:pt idx="9593" formatCode="0.00">
                  <c:v>6.8884999999999996</c:v>
                </c:pt>
                <c:pt idx="9594" formatCode="0.00">
                  <c:v>6.8893333333333331</c:v>
                </c:pt>
                <c:pt idx="9595" formatCode="0.00">
                  <c:v>6.8901666666666666</c:v>
                </c:pt>
                <c:pt idx="9596" formatCode="0.00">
                  <c:v>6.8909999999999991</c:v>
                </c:pt>
                <c:pt idx="9597" formatCode="0.00">
                  <c:v>6.8918333333333326</c:v>
                </c:pt>
                <c:pt idx="9598" formatCode="0.00">
                  <c:v>6.8926666666666661</c:v>
                </c:pt>
                <c:pt idx="9599" formatCode="0.00">
                  <c:v>6.8934999999999995</c:v>
                </c:pt>
                <c:pt idx="9600" formatCode="0.00">
                  <c:v>6.894333333333333</c:v>
                </c:pt>
                <c:pt idx="9601" formatCode="0.00">
                  <c:v>6.8951666666666656</c:v>
                </c:pt>
                <c:pt idx="9602" formatCode="0.00">
                  <c:v>6.895999999999999</c:v>
                </c:pt>
                <c:pt idx="9603" formatCode="0.00">
                  <c:v>6.8968333333333334</c:v>
                </c:pt>
                <c:pt idx="9604" formatCode="0.00">
                  <c:v>6.8976666666666668</c:v>
                </c:pt>
                <c:pt idx="9605" formatCode="0.00">
                  <c:v>6.8985000000000003</c:v>
                </c:pt>
                <c:pt idx="9606" formatCode="0.00">
                  <c:v>6.8993333333333329</c:v>
                </c:pt>
                <c:pt idx="9607" formatCode="0.00">
                  <c:v>6.9001666666666663</c:v>
                </c:pt>
                <c:pt idx="9608" formatCode="0.00">
                  <c:v>6.9009999999999998</c:v>
                </c:pt>
                <c:pt idx="9609" formatCode="0.00">
                  <c:v>6.9018333333333333</c:v>
                </c:pt>
                <c:pt idx="9610" formatCode="0.00">
                  <c:v>6.9026666666666667</c:v>
                </c:pt>
                <c:pt idx="9611" formatCode="0.00">
                  <c:v>6.9034999999999993</c:v>
                </c:pt>
                <c:pt idx="9612" formatCode="0.00">
                  <c:v>6.9043333333333328</c:v>
                </c:pt>
                <c:pt idx="9613" formatCode="0.00">
                  <c:v>6.9051666666666662</c:v>
                </c:pt>
                <c:pt idx="9614" formatCode="0.00">
                  <c:v>6.9059999999999997</c:v>
                </c:pt>
                <c:pt idx="9615" formatCode="0.00">
                  <c:v>6.9068333333333332</c:v>
                </c:pt>
                <c:pt idx="9616" formatCode="0.00">
                  <c:v>6.9076666666666657</c:v>
                </c:pt>
                <c:pt idx="9617" formatCode="0.00">
                  <c:v>6.9084999999999992</c:v>
                </c:pt>
                <c:pt idx="9618" formatCode="0.00">
                  <c:v>6.9093333333333327</c:v>
                </c:pt>
                <c:pt idx="9619" formatCode="0.00">
                  <c:v>6.9101666666666661</c:v>
                </c:pt>
                <c:pt idx="9620" formatCode="0.00">
                  <c:v>6.9109999999999996</c:v>
                </c:pt>
                <c:pt idx="9621" formatCode="0.00">
                  <c:v>6.9118333333333322</c:v>
                </c:pt>
                <c:pt idx="9622" formatCode="0.00">
                  <c:v>6.9126666666666665</c:v>
                </c:pt>
                <c:pt idx="9623" formatCode="0.00">
                  <c:v>6.9135</c:v>
                </c:pt>
                <c:pt idx="9624" formatCode="0.00">
                  <c:v>6.9143333333333334</c:v>
                </c:pt>
                <c:pt idx="9625" formatCode="0.00">
                  <c:v>6.9151666666666669</c:v>
                </c:pt>
                <c:pt idx="9626" formatCode="0.00">
                  <c:v>6.9159999999999995</c:v>
                </c:pt>
                <c:pt idx="9627" formatCode="0.00">
                  <c:v>6.9168333333333329</c:v>
                </c:pt>
                <c:pt idx="9628" formatCode="0.00">
                  <c:v>6.9176666666666664</c:v>
                </c:pt>
                <c:pt idx="9629" formatCode="0.00">
                  <c:v>6.9184999999999999</c:v>
                </c:pt>
                <c:pt idx="9630" formatCode="0.00">
                  <c:v>6.9193333333333333</c:v>
                </c:pt>
                <c:pt idx="9631" formatCode="0.00">
                  <c:v>6.9201666666666659</c:v>
                </c:pt>
                <c:pt idx="9632" formatCode="0.00">
                  <c:v>6.9209999999999994</c:v>
                </c:pt>
                <c:pt idx="9633" formatCode="0.00">
                  <c:v>6.9218333333333328</c:v>
                </c:pt>
                <c:pt idx="9634" formatCode="0.00">
                  <c:v>6.9226666666666663</c:v>
                </c:pt>
                <c:pt idx="9635" formatCode="0.00">
                  <c:v>6.9234999999999998</c:v>
                </c:pt>
                <c:pt idx="9636" formatCode="0.00">
                  <c:v>6.9243333333333323</c:v>
                </c:pt>
                <c:pt idx="9637" formatCode="0.00">
                  <c:v>6.9251666666666658</c:v>
                </c:pt>
                <c:pt idx="9638" formatCode="0.00">
                  <c:v>6.9259999999999993</c:v>
                </c:pt>
                <c:pt idx="9639" formatCode="0.00">
                  <c:v>6.9268333333333327</c:v>
                </c:pt>
                <c:pt idx="9640" formatCode="0.00">
                  <c:v>6.9276666666666671</c:v>
                </c:pt>
                <c:pt idx="9641" formatCode="0.00">
                  <c:v>6.9284999999999997</c:v>
                </c:pt>
                <c:pt idx="9642" formatCode="0.00">
                  <c:v>6.9293333333333331</c:v>
                </c:pt>
                <c:pt idx="9643" formatCode="0.00">
                  <c:v>6.9301666666666666</c:v>
                </c:pt>
                <c:pt idx="9644" formatCode="0.00">
                  <c:v>6.931</c:v>
                </c:pt>
                <c:pt idx="9645" formatCode="0.00">
                  <c:v>6.9318333333333335</c:v>
                </c:pt>
                <c:pt idx="9646" formatCode="0.00">
                  <c:v>6.9326666666666661</c:v>
                </c:pt>
                <c:pt idx="9647" formatCode="0.00">
                  <c:v>6.9334999999999996</c:v>
                </c:pt>
                <c:pt idx="9648" formatCode="0.00">
                  <c:v>6.934333333333333</c:v>
                </c:pt>
                <c:pt idx="9649" formatCode="0.00">
                  <c:v>6.9351666666666665</c:v>
                </c:pt>
                <c:pt idx="9650" formatCode="0.00">
                  <c:v>6.9359999999999999</c:v>
                </c:pt>
                <c:pt idx="9651" formatCode="0.00">
                  <c:v>6.9368333333333325</c:v>
                </c:pt>
                <c:pt idx="9652" formatCode="0.00">
                  <c:v>6.937666666666666</c:v>
                </c:pt>
                <c:pt idx="9653" formatCode="0.00">
                  <c:v>6.9384999999999994</c:v>
                </c:pt>
                <c:pt idx="9654" formatCode="0.00">
                  <c:v>6.9393333333333329</c:v>
                </c:pt>
                <c:pt idx="9655" formatCode="0.00">
                  <c:v>6.9401666666666664</c:v>
                </c:pt>
                <c:pt idx="9656" formatCode="0.00">
                  <c:v>6.9409999999999989</c:v>
                </c:pt>
                <c:pt idx="9657" formatCode="0.00">
                  <c:v>6.9418333333333324</c:v>
                </c:pt>
                <c:pt idx="9658" formatCode="0.00">
                  <c:v>6.9426666666666659</c:v>
                </c:pt>
                <c:pt idx="9659" formatCode="0.00">
                  <c:v>6.9435000000000002</c:v>
                </c:pt>
                <c:pt idx="9660" formatCode="0.00">
                  <c:v>6.9443333333333337</c:v>
                </c:pt>
                <c:pt idx="9661" formatCode="0.00">
                  <c:v>6.9451666666666663</c:v>
                </c:pt>
                <c:pt idx="9662" formatCode="0.00">
                  <c:v>6.9459999999999997</c:v>
                </c:pt>
                <c:pt idx="9663" formatCode="0.00">
                  <c:v>6.9468333333333332</c:v>
                </c:pt>
                <c:pt idx="9664" formatCode="0.00">
                  <c:v>6.9476666666666667</c:v>
                </c:pt>
                <c:pt idx="9665" formatCode="0.00">
                  <c:v>6.9485000000000001</c:v>
                </c:pt>
                <c:pt idx="9666" formatCode="0.00">
                  <c:v>6.9493333333333327</c:v>
                </c:pt>
                <c:pt idx="9667" formatCode="0.00">
                  <c:v>6.9501666666666662</c:v>
                </c:pt>
                <c:pt idx="9668" formatCode="0.00">
                  <c:v>6.9509999999999996</c:v>
                </c:pt>
                <c:pt idx="9669" formatCode="0.00">
                  <c:v>6.9518333333333331</c:v>
                </c:pt>
                <c:pt idx="9670" formatCode="0.00">
                  <c:v>6.9526666666666666</c:v>
                </c:pt>
                <c:pt idx="9671" formatCode="0.00">
                  <c:v>6.9534999999999991</c:v>
                </c:pt>
                <c:pt idx="9672" formatCode="0.00">
                  <c:v>6.9543333333333326</c:v>
                </c:pt>
                <c:pt idx="9673" formatCode="0.00">
                  <c:v>6.9551666666666661</c:v>
                </c:pt>
                <c:pt idx="9674" formatCode="0.00">
                  <c:v>6.9559999999999995</c:v>
                </c:pt>
                <c:pt idx="9675" formatCode="0.00">
                  <c:v>6.956833333333333</c:v>
                </c:pt>
                <c:pt idx="9676" formatCode="0.00">
                  <c:v>6.9576666666666656</c:v>
                </c:pt>
                <c:pt idx="9677" formatCode="0.00">
                  <c:v>6.958499999999999</c:v>
                </c:pt>
                <c:pt idx="9678" formatCode="0.00">
                  <c:v>6.9593333333333334</c:v>
                </c:pt>
                <c:pt idx="9679" formatCode="0.00">
                  <c:v>6.9601666666666668</c:v>
                </c:pt>
                <c:pt idx="9680" formatCode="0.00">
                  <c:v>6.9610000000000003</c:v>
                </c:pt>
                <c:pt idx="9681" formatCode="0.00">
                  <c:v>6.9618333333333329</c:v>
                </c:pt>
                <c:pt idx="9682" formatCode="0.00">
                  <c:v>6.9626666666666663</c:v>
                </c:pt>
                <c:pt idx="9683" formatCode="0.00">
                  <c:v>6.9634999999999998</c:v>
                </c:pt>
                <c:pt idx="9684" formatCode="0.00">
                  <c:v>6.9643333333333333</c:v>
                </c:pt>
                <c:pt idx="9685" formatCode="0.00">
                  <c:v>6.9651666666666667</c:v>
                </c:pt>
                <c:pt idx="9686" formatCode="0.00">
                  <c:v>6.9659999999999993</c:v>
                </c:pt>
                <c:pt idx="9687" formatCode="0.00">
                  <c:v>6.9668333333333328</c:v>
                </c:pt>
                <c:pt idx="9688" formatCode="0.00">
                  <c:v>6.9676666666666662</c:v>
                </c:pt>
                <c:pt idx="9689" formatCode="0.00">
                  <c:v>6.9684999999999997</c:v>
                </c:pt>
                <c:pt idx="9690" formatCode="0.00">
                  <c:v>6.9693333333333332</c:v>
                </c:pt>
                <c:pt idx="9691" formatCode="0.00">
                  <c:v>6.9701666666666657</c:v>
                </c:pt>
                <c:pt idx="9692" formatCode="0.00">
                  <c:v>6.9709999999999992</c:v>
                </c:pt>
                <c:pt idx="9693" formatCode="0.00">
                  <c:v>6.9718333333333327</c:v>
                </c:pt>
                <c:pt idx="9694" formatCode="0.00">
                  <c:v>6.9726666666666661</c:v>
                </c:pt>
                <c:pt idx="9695" formatCode="0.00">
                  <c:v>6.9734999999999996</c:v>
                </c:pt>
                <c:pt idx="9696" formatCode="0.00">
                  <c:v>6.9743333333333322</c:v>
                </c:pt>
                <c:pt idx="9697" formatCode="0.00">
                  <c:v>6.9751666666666665</c:v>
                </c:pt>
                <c:pt idx="9698" formatCode="0.00">
                  <c:v>6.976</c:v>
                </c:pt>
                <c:pt idx="9699" formatCode="0.00">
                  <c:v>6.9768333333333334</c:v>
                </c:pt>
                <c:pt idx="9700" formatCode="0.00">
                  <c:v>6.9776666666666669</c:v>
                </c:pt>
                <c:pt idx="9701" formatCode="0.00">
                  <c:v>6.9784999999999995</c:v>
                </c:pt>
                <c:pt idx="9702" formatCode="0.00">
                  <c:v>6.9793333333333329</c:v>
                </c:pt>
                <c:pt idx="9703" formatCode="0.00">
                  <c:v>6.9801666666666664</c:v>
                </c:pt>
                <c:pt idx="9704" formatCode="0.00">
                  <c:v>6.9809999999999999</c:v>
                </c:pt>
                <c:pt idx="9705" formatCode="0.00">
                  <c:v>6.9818333333333333</c:v>
                </c:pt>
                <c:pt idx="9706" formatCode="0.00">
                  <c:v>6.9826666666666659</c:v>
                </c:pt>
                <c:pt idx="9707" formatCode="0.00">
                  <c:v>6.9834999999999994</c:v>
                </c:pt>
                <c:pt idx="9708" formatCode="0.00">
                  <c:v>6.9843333333333328</c:v>
                </c:pt>
                <c:pt idx="9709" formatCode="0.00">
                  <c:v>6.9851666666666663</c:v>
                </c:pt>
                <c:pt idx="9710" formatCode="0.00">
                  <c:v>6.9859999999999998</c:v>
                </c:pt>
                <c:pt idx="9711" formatCode="0.00">
                  <c:v>6.9868333333333323</c:v>
                </c:pt>
                <c:pt idx="9712" formatCode="0.00">
                  <c:v>6.9876666666666658</c:v>
                </c:pt>
                <c:pt idx="9713" formatCode="0.00">
                  <c:v>6.9884999999999993</c:v>
                </c:pt>
                <c:pt idx="9714" formatCode="0.00">
                  <c:v>6.9893333333333327</c:v>
                </c:pt>
                <c:pt idx="9715" formatCode="0.00">
                  <c:v>6.9901666666666671</c:v>
                </c:pt>
                <c:pt idx="9716" formatCode="0.00">
                  <c:v>6.9909999999999997</c:v>
                </c:pt>
                <c:pt idx="9717" formatCode="0.00">
                  <c:v>6.9918333333333331</c:v>
                </c:pt>
                <c:pt idx="9718" formatCode="0.00">
                  <c:v>6.9926666666666666</c:v>
                </c:pt>
                <c:pt idx="9719" formatCode="0.00">
                  <c:v>6.9935</c:v>
                </c:pt>
                <c:pt idx="9720" formatCode="0.00">
                  <c:v>6.9943333333333335</c:v>
                </c:pt>
                <c:pt idx="9721" formatCode="0.00">
                  <c:v>6.9951666666666661</c:v>
                </c:pt>
                <c:pt idx="9722" formatCode="0.00">
                  <c:v>6.9959999999999996</c:v>
                </c:pt>
                <c:pt idx="9723" formatCode="0.00">
                  <c:v>6.996833333333333</c:v>
                </c:pt>
                <c:pt idx="9724" formatCode="0.00">
                  <c:v>6.9976666666666665</c:v>
                </c:pt>
                <c:pt idx="9725" formatCode="0.00">
                  <c:v>6.9984999999999999</c:v>
                </c:pt>
                <c:pt idx="9726" formatCode="0.00">
                  <c:v>6.9993333333333325</c:v>
                </c:pt>
                <c:pt idx="9727" formatCode="0.00">
                  <c:v>7.000166666666666</c:v>
                </c:pt>
                <c:pt idx="9728" formatCode="0.00">
                  <c:v>7.0009999999999994</c:v>
                </c:pt>
                <c:pt idx="9729" formatCode="0.00">
                  <c:v>7.0018333333333329</c:v>
                </c:pt>
                <c:pt idx="9730" formatCode="0.00">
                  <c:v>7.0026666666666664</c:v>
                </c:pt>
                <c:pt idx="9731" formatCode="0.00">
                  <c:v>7.0034999999999989</c:v>
                </c:pt>
                <c:pt idx="9732" formatCode="0.00">
                  <c:v>7.0043333333333324</c:v>
                </c:pt>
                <c:pt idx="9733" formatCode="0.00">
                  <c:v>7.0051666666666659</c:v>
                </c:pt>
                <c:pt idx="9734" formatCode="0.00">
                  <c:v>7.0060000000000002</c:v>
                </c:pt>
                <c:pt idx="9735" formatCode="0.00">
                  <c:v>7.0068333333333337</c:v>
                </c:pt>
                <c:pt idx="9736" formatCode="0.00">
                  <c:v>7.0076666666666663</c:v>
                </c:pt>
                <c:pt idx="9737" formatCode="0.00">
                  <c:v>7.0084999999999997</c:v>
                </c:pt>
                <c:pt idx="9738" formatCode="0.00">
                  <c:v>7.0093333333333332</c:v>
                </c:pt>
                <c:pt idx="9739" formatCode="0.00">
                  <c:v>7.0101666666666667</c:v>
                </c:pt>
                <c:pt idx="9740" formatCode="0.00">
                  <c:v>7.0110000000000001</c:v>
                </c:pt>
                <c:pt idx="9741" formatCode="0.00">
                  <c:v>7.0118333333333327</c:v>
                </c:pt>
                <c:pt idx="9742" formatCode="0.00">
                  <c:v>7.0126666666666662</c:v>
                </c:pt>
                <c:pt idx="9743" formatCode="0.00">
                  <c:v>7.0134999999999996</c:v>
                </c:pt>
                <c:pt idx="9744" formatCode="0.00">
                  <c:v>7.0143333333333331</c:v>
                </c:pt>
                <c:pt idx="9745" formatCode="0.00">
                  <c:v>7.0151666666666666</c:v>
                </c:pt>
                <c:pt idx="9746" formatCode="0.00">
                  <c:v>7.0159999999999991</c:v>
                </c:pt>
                <c:pt idx="9747" formatCode="0.00">
                  <c:v>7.0168333333333326</c:v>
                </c:pt>
                <c:pt idx="9748" formatCode="0.00">
                  <c:v>7.0176666666666661</c:v>
                </c:pt>
                <c:pt idx="9749" formatCode="0.00">
                  <c:v>7.0184999999999995</c:v>
                </c:pt>
                <c:pt idx="9750" formatCode="0.00">
                  <c:v>7.019333333333333</c:v>
                </c:pt>
                <c:pt idx="9751" formatCode="0.00">
                  <c:v>7.0201666666666656</c:v>
                </c:pt>
                <c:pt idx="9752" formatCode="0.00">
                  <c:v>7.020999999999999</c:v>
                </c:pt>
                <c:pt idx="9753" formatCode="0.00">
                  <c:v>7.0218333333333334</c:v>
                </c:pt>
                <c:pt idx="9754" formatCode="0.00">
                  <c:v>7.0226666666666668</c:v>
                </c:pt>
                <c:pt idx="9755" formatCode="0.00">
                  <c:v>7.0235000000000003</c:v>
                </c:pt>
                <c:pt idx="9756" formatCode="0.00">
                  <c:v>7.0243333333333329</c:v>
                </c:pt>
                <c:pt idx="9757" formatCode="0.00">
                  <c:v>7.0251666666666663</c:v>
                </c:pt>
                <c:pt idx="9758" formatCode="0.00">
                  <c:v>7.0259999999999998</c:v>
                </c:pt>
                <c:pt idx="9759" formatCode="0.00">
                  <c:v>7.0268333333333333</c:v>
                </c:pt>
                <c:pt idx="9760" formatCode="0.00">
                  <c:v>7.0276666666666667</c:v>
                </c:pt>
                <c:pt idx="9761" formatCode="0.00">
                  <c:v>7.0284999999999993</c:v>
                </c:pt>
                <c:pt idx="9762" formatCode="0.00">
                  <c:v>7.0293333333333328</c:v>
                </c:pt>
                <c:pt idx="9763" formatCode="0.00">
                  <c:v>7.0301666666666662</c:v>
                </c:pt>
                <c:pt idx="9764" formatCode="0.00">
                  <c:v>7.0309999999999997</c:v>
                </c:pt>
                <c:pt idx="9765" formatCode="0.00">
                  <c:v>7.0318333333333332</c:v>
                </c:pt>
                <c:pt idx="9766" formatCode="0.00">
                  <c:v>7.0326666666666657</c:v>
                </c:pt>
                <c:pt idx="9767" formatCode="0.00">
                  <c:v>7.0334999999999992</c:v>
                </c:pt>
                <c:pt idx="9768" formatCode="0.00">
                  <c:v>7.0343333333333327</c:v>
                </c:pt>
                <c:pt idx="9769" formatCode="0.00">
                  <c:v>7.0351666666666661</c:v>
                </c:pt>
                <c:pt idx="9770" formatCode="0.00">
                  <c:v>7.0359999999999996</c:v>
                </c:pt>
                <c:pt idx="9771" formatCode="0.00">
                  <c:v>7.0368333333333322</c:v>
                </c:pt>
                <c:pt idx="9772" formatCode="0.00">
                  <c:v>7.0376666666666665</c:v>
                </c:pt>
                <c:pt idx="9773" formatCode="0.00">
                  <c:v>7.0385</c:v>
                </c:pt>
                <c:pt idx="9774" formatCode="0.00">
                  <c:v>7.0393333333333334</c:v>
                </c:pt>
                <c:pt idx="9775" formatCode="0.00">
                  <c:v>7.0401666666666669</c:v>
                </c:pt>
                <c:pt idx="9776" formatCode="0.00">
                  <c:v>7.0409999999999995</c:v>
                </c:pt>
                <c:pt idx="9777" formatCode="0.00">
                  <c:v>7.0418333333333329</c:v>
                </c:pt>
                <c:pt idx="9778" formatCode="0.00">
                  <c:v>7.0426666666666664</c:v>
                </c:pt>
                <c:pt idx="9779" formatCode="0.00">
                  <c:v>7.0434999999999999</c:v>
                </c:pt>
                <c:pt idx="9780" formatCode="0.00">
                  <c:v>7.0443333333333333</c:v>
                </c:pt>
                <c:pt idx="9781" formatCode="0.00">
                  <c:v>7.0451666666666659</c:v>
                </c:pt>
                <c:pt idx="9782" formatCode="0.00">
                  <c:v>7.0459999999999994</c:v>
                </c:pt>
                <c:pt idx="9783" formatCode="0.00">
                  <c:v>7.0468333333333328</c:v>
                </c:pt>
                <c:pt idx="9784" formatCode="0.00">
                  <c:v>7.0476666666666663</c:v>
                </c:pt>
                <c:pt idx="9785" formatCode="0.00">
                  <c:v>7.0484999999999998</c:v>
                </c:pt>
                <c:pt idx="9786" formatCode="0.00">
                  <c:v>7.0493333333333323</c:v>
                </c:pt>
                <c:pt idx="9787" formatCode="0.00">
                  <c:v>7.0501666666666658</c:v>
                </c:pt>
                <c:pt idx="9788" formatCode="0.00">
                  <c:v>7.0509999999999993</c:v>
                </c:pt>
                <c:pt idx="9789" formatCode="0.00">
                  <c:v>7.0518333333333327</c:v>
                </c:pt>
                <c:pt idx="9790" formatCode="0.00">
                  <c:v>7.0526666666666671</c:v>
                </c:pt>
                <c:pt idx="9791" formatCode="0.00">
                  <c:v>7.0534999999999997</c:v>
                </c:pt>
                <c:pt idx="9792" formatCode="0.00">
                  <c:v>7.0543333333333331</c:v>
                </c:pt>
                <c:pt idx="9793" formatCode="0.00">
                  <c:v>7.0551666666666666</c:v>
                </c:pt>
                <c:pt idx="9794" formatCode="0.00">
                  <c:v>7.056</c:v>
                </c:pt>
                <c:pt idx="9795" formatCode="0.00">
                  <c:v>7.0568333333333335</c:v>
                </c:pt>
                <c:pt idx="9796" formatCode="0.00">
                  <c:v>7.0576666666666661</c:v>
                </c:pt>
                <c:pt idx="9797" formatCode="0.00">
                  <c:v>7.0584999999999996</c:v>
                </c:pt>
                <c:pt idx="9798" formatCode="0.00">
                  <c:v>7.059333333333333</c:v>
                </c:pt>
                <c:pt idx="9799" formatCode="0.00">
                  <c:v>7.0601666666666665</c:v>
                </c:pt>
                <c:pt idx="9800" formatCode="0.00">
                  <c:v>7.0609999999999999</c:v>
                </c:pt>
                <c:pt idx="9801" formatCode="0.00">
                  <c:v>7.0618333333333325</c:v>
                </c:pt>
                <c:pt idx="9802" formatCode="0.00">
                  <c:v>7.062666666666666</c:v>
                </c:pt>
                <c:pt idx="9803" formatCode="0.00">
                  <c:v>7.0634999999999994</c:v>
                </c:pt>
                <c:pt idx="9804" formatCode="0.00">
                  <c:v>7.0643333333333329</c:v>
                </c:pt>
                <c:pt idx="9805" formatCode="0.00">
                  <c:v>7.0651666666666664</c:v>
                </c:pt>
                <c:pt idx="9806" formatCode="0.00">
                  <c:v>7.0659999999999989</c:v>
                </c:pt>
                <c:pt idx="9807" formatCode="0.00">
                  <c:v>7.0668333333333324</c:v>
                </c:pt>
                <c:pt idx="9808" formatCode="0.00">
                  <c:v>7.0676666666666659</c:v>
                </c:pt>
                <c:pt idx="9809" formatCode="0.00">
                  <c:v>7.0685000000000002</c:v>
                </c:pt>
                <c:pt idx="9810" formatCode="0.00">
                  <c:v>7.0693333333333337</c:v>
                </c:pt>
                <c:pt idx="9811" formatCode="0.00">
                  <c:v>7.0701666666666663</c:v>
                </c:pt>
                <c:pt idx="9812" formatCode="0.00">
                  <c:v>7.0709999999999997</c:v>
                </c:pt>
                <c:pt idx="9813" formatCode="0.00">
                  <c:v>7.0718333333333332</c:v>
                </c:pt>
                <c:pt idx="9814" formatCode="0.00">
                  <c:v>7.0726666666666667</c:v>
                </c:pt>
                <c:pt idx="9815" formatCode="0.00">
                  <c:v>7.0735000000000001</c:v>
                </c:pt>
                <c:pt idx="9816" formatCode="0.00">
                  <c:v>7.0743333333333327</c:v>
                </c:pt>
                <c:pt idx="9817" formatCode="0.00">
                  <c:v>7.0751666666666662</c:v>
                </c:pt>
                <c:pt idx="9818" formatCode="0.00">
                  <c:v>7.0759999999999996</c:v>
                </c:pt>
                <c:pt idx="9819" formatCode="0.00">
                  <c:v>7.0768333333333331</c:v>
                </c:pt>
                <c:pt idx="9820" formatCode="0.00">
                  <c:v>7.0776666666666666</c:v>
                </c:pt>
                <c:pt idx="9821" formatCode="0.00">
                  <c:v>7.0784999999999991</c:v>
                </c:pt>
                <c:pt idx="9822" formatCode="0.00">
                  <c:v>7.0793333333333326</c:v>
                </c:pt>
                <c:pt idx="9823" formatCode="0.00">
                  <c:v>7.0801666666666661</c:v>
                </c:pt>
                <c:pt idx="9824" formatCode="0.00">
                  <c:v>7.0809999999999995</c:v>
                </c:pt>
                <c:pt idx="9825" formatCode="0.00">
                  <c:v>7.081833333333333</c:v>
                </c:pt>
                <c:pt idx="9826" formatCode="0.00">
                  <c:v>7.0826666666666656</c:v>
                </c:pt>
                <c:pt idx="9827" formatCode="0.00">
                  <c:v>7.083499999999999</c:v>
                </c:pt>
                <c:pt idx="9828" formatCode="0.00">
                  <c:v>7.0843333333333334</c:v>
                </c:pt>
                <c:pt idx="9829" formatCode="0.00">
                  <c:v>7.0851666666666668</c:v>
                </c:pt>
                <c:pt idx="9830" formatCode="0.00">
                  <c:v>7.0860000000000003</c:v>
                </c:pt>
                <c:pt idx="9831" formatCode="0.00">
                  <c:v>7.0868333333333329</c:v>
                </c:pt>
                <c:pt idx="9832" formatCode="0.00">
                  <c:v>7.0876666666666663</c:v>
                </c:pt>
                <c:pt idx="9833" formatCode="0.00">
                  <c:v>7.0884999999999998</c:v>
                </c:pt>
                <c:pt idx="9834" formatCode="0.00">
                  <c:v>7.0893333333333333</c:v>
                </c:pt>
                <c:pt idx="9835" formatCode="0.00">
                  <c:v>7.0901666666666667</c:v>
                </c:pt>
                <c:pt idx="9836" formatCode="0.00">
                  <c:v>7.0909999999999993</c:v>
                </c:pt>
                <c:pt idx="9837" formatCode="0.00">
                  <c:v>7.0918333333333328</c:v>
                </c:pt>
                <c:pt idx="9838" formatCode="0.00">
                  <c:v>7.0926666666666662</c:v>
                </c:pt>
                <c:pt idx="9839" formatCode="0.00">
                  <c:v>7.0934999999999997</c:v>
                </c:pt>
                <c:pt idx="9840" formatCode="0.00">
                  <c:v>7.0943333333333332</c:v>
                </c:pt>
                <c:pt idx="9841" formatCode="0.00">
                  <c:v>7.0951666666666657</c:v>
                </c:pt>
                <c:pt idx="9842" formatCode="0.00">
                  <c:v>7.0959999999999992</c:v>
                </c:pt>
                <c:pt idx="9843" formatCode="0.00">
                  <c:v>7.0968333333333327</c:v>
                </c:pt>
                <c:pt idx="9844" formatCode="0.00">
                  <c:v>7.0976666666666661</c:v>
                </c:pt>
                <c:pt idx="9845" formatCode="0.00">
                  <c:v>7.0984999999999996</c:v>
                </c:pt>
                <c:pt idx="9846" formatCode="0.00">
                  <c:v>7.0993333333333322</c:v>
                </c:pt>
                <c:pt idx="9847" formatCode="0.00">
                  <c:v>7.1001666666666665</c:v>
                </c:pt>
                <c:pt idx="9848" formatCode="0.00">
                  <c:v>7.101</c:v>
                </c:pt>
                <c:pt idx="9849" formatCode="0.00">
                  <c:v>7.1018333333333334</c:v>
                </c:pt>
                <c:pt idx="9850" formatCode="0.00">
                  <c:v>7.1026666666666669</c:v>
                </c:pt>
                <c:pt idx="9851" formatCode="0.00">
                  <c:v>7.1034999999999995</c:v>
                </c:pt>
                <c:pt idx="9852" formatCode="0.00">
                  <c:v>7.1043333333333329</c:v>
                </c:pt>
                <c:pt idx="9853" formatCode="0.00">
                  <c:v>7.1051666666666664</c:v>
                </c:pt>
                <c:pt idx="9854" formatCode="0.00">
                  <c:v>7.1059999999999999</c:v>
                </c:pt>
                <c:pt idx="9855" formatCode="0.00">
                  <c:v>7.1068333333333333</c:v>
                </c:pt>
                <c:pt idx="9856" formatCode="0.00">
                  <c:v>7.1076666666666659</c:v>
                </c:pt>
                <c:pt idx="9857" formatCode="0.00">
                  <c:v>7.1084999999999994</c:v>
                </c:pt>
                <c:pt idx="9858" formatCode="0.00">
                  <c:v>7.1093333333333328</c:v>
                </c:pt>
                <c:pt idx="9859" formatCode="0.00">
                  <c:v>7.1101666666666663</c:v>
                </c:pt>
                <c:pt idx="9860" formatCode="0.00">
                  <c:v>7.1109999999999998</c:v>
                </c:pt>
                <c:pt idx="9861" formatCode="0.00">
                  <c:v>7.1118333333333323</c:v>
                </c:pt>
                <c:pt idx="9862" formatCode="0.00">
                  <c:v>7.1126666666666658</c:v>
                </c:pt>
                <c:pt idx="9863" formatCode="0.00">
                  <c:v>7.1134999999999993</c:v>
                </c:pt>
                <c:pt idx="9864" formatCode="0.00">
                  <c:v>7.1143333333333327</c:v>
                </c:pt>
                <c:pt idx="9865" formatCode="0.00">
                  <c:v>7.1151666666666671</c:v>
                </c:pt>
                <c:pt idx="9866" formatCode="0.00">
                  <c:v>7.1159999999999997</c:v>
                </c:pt>
                <c:pt idx="9867" formatCode="0.00">
                  <c:v>7.1168333333333331</c:v>
                </c:pt>
                <c:pt idx="9868" formatCode="0.00">
                  <c:v>7.1176666666666666</c:v>
                </c:pt>
                <c:pt idx="9869" formatCode="0.00">
                  <c:v>7.1185</c:v>
                </c:pt>
                <c:pt idx="9870" formatCode="0.00">
                  <c:v>7.1193333333333335</c:v>
                </c:pt>
                <c:pt idx="9871" formatCode="0.00">
                  <c:v>7.1201666666666661</c:v>
                </c:pt>
                <c:pt idx="9872" formatCode="0.00">
                  <c:v>7.1209999999999996</c:v>
                </c:pt>
                <c:pt idx="9873" formatCode="0.00">
                  <c:v>7.121833333333333</c:v>
                </c:pt>
                <c:pt idx="9874" formatCode="0.00">
                  <c:v>7.1226666666666665</c:v>
                </c:pt>
                <c:pt idx="9875" formatCode="0.00">
                  <c:v>7.1234999999999999</c:v>
                </c:pt>
                <c:pt idx="9876" formatCode="0.00">
                  <c:v>7.1243333333333325</c:v>
                </c:pt>
                <c:pt idx="9877" formatCode="0.00">
                  <c:v>7.125166666666666</c:v>
                </c:pt>
                <c:pt idx="9878" formatCode="0.00">
                  <c:v>7.1259999999999994</c:v>
                </c:pt>
                <c:pt idx="9879" formatCode="0.00">
                  <c:v>7.1268333333333329</c:v>
                </c:pt>
                <c:pt idx="9880" formatCode="0.00">
                  <c:v>7.1276666666666664</c:v>
                </c:pt>
                <c:pt idx="9881" formatCode="0.00">
                  <c:v>7.1284999999999989</c:v>
                </c:pt>
                <c:pt idx="9882" formatCode="0.00">
                  <c:v>7.1293333333333324</c:v>
                </c:pt>
                <c:pt idx="9883" formatCode="0.00">
                  <c:v>7.1301666666666659</c:v>
                </c:pt>
                <c:pt idx="9884" formatCode="0.00">
                  <c:v>7.1310000000000002</c:v>
                </c:pt>
                <c:pt idx="9885" formatCode="0.00">
                  <c:v>7.1318333333333337</c:v>
                </c:pt>
                <c:pt idx="9886" formatCode="0.00">
                  <c:v>7.1326666666666663</c:v>
                </c:pt>
                <c:pt idx="9887" formatCode="0.00">
                  <c:v>7.1334999999999997</c:v>
                </c:pt>
                <c:pt idx="9888" formatCode="0.00">
                  <c:v>7.1343333333333332</c:v>
                </c:pt>
                <c:pt idx="9889" formatCode="0.00">
                  <c:v>7.1351666666666667</c:v>
                </c:pt>
                <c:pt idx="9890" formatCode="0.00">
                  <c:v>7.1360000000000001</c:v>
                </c:pt>
                <c:pt idx="9891" formatCode="0.00">
                  <c:v>7.1368333333333327</c:v>
                </c:pt>
                <c:pt idx="9892" formatCode="0.00">
                  <c:v>7.1376666666666662</c:v>
                </c:pt>
                <c:pt idx="9893" formatCode="0.00">
                  <c:v>7.1384999999999996</c:v>
                </c:pt>
                <c:pt idx="9894" formatCode="0.00">
                  <c:v>7.1393333333333331</c:v>
                </c:pt>
                <c:pt idx="9895" formatCode="0.00">
                  <c:v>7.1401666666666666</c:v>
                </c:pt>
                <c:pt idx="9896" formatCode="0.00">
                  <c:v>7.1409999999999991</c:v>
                </c:pt>
                <c:pt idx="9897" formatCode="0.00">
                  <c:v>7.1418333333333326</c:v>
                </c:pt>
                <c:pt idx="9898" formatCode="0.00">
                  <c:v>7.1426666666666661</c:v>
                </c:pt>
                <c:pt idx="9899" formatCode="0.00">
                  <c:v>7.1434999999999995</c:v>
                </c:pt>
                <c:pt idx="9900" formatCode="0.00">
                  <c:v>7.144333333333333</c:v>
                </c:pt>
                <c:pt idx="9901" formatCode="0.00">
                  <c:v>7.1451666666666656</c:v>
                </c:pt>
                <c:pt idx="9902" formatCode="0.00">
                  <c:v>7.145999999999999</c:v>
                </c:pt>
                <c:pt idx="9903" formatCode="0.00">
                  <c:v>7.1468333333333334</c:v>
                </c:pt>
                <c:pt idx="9904" formatCode="0.00">
                  <c:v>7.1476666666666668</c:v>
                </c:pt>
                <c:pt idx="9905" formatCode="0.00">
                  <c:v>7.1485000000000003</c:v>
                </c:pt>
                <c:pt idx="9906" formatCode="0.00">
                  <c:v>7.1493333333333329</c:v>
                </c:pt>
                <c:pt idx="9907" formatCode="0.00">
                  <c:v>7.1501666666666663</c:v>
                </c:pt>
                <c:pt idx="9908" formatCode="0.00">
                  <c:v>7.1509999999999998</c:v>
                </c:pt>
                <c:pt idx="9909" formatCode="0.00">
                  <c:v>7.1518333333333333</c:v>
                </c:pt>
                <c:pt idx="9910" formatCode="0.00">
                  <c:v>7.1526666666666667</c:v>
                </c:pt>
                <c:pt idx="9911" formatCode="0.00">
                  <c:v>7.1534999999999993</c:v>
                </c:pt>
                <c:pt idx="9912" formatCode="0.00">
                  <c:v>7.1543333333333328</c:v>
                </c:pt>
                <c:pt idx="9913" formatCode="0.00">
                  <c:v>7.1551666666666662</c:v>
                </c:pt>
                <c:pt idx="9914" formatCode="0.00">
                  <c:v>7.1559999999999997</c:v>
                </c:pt>
                <c:pt idx="9915" formatCode="0.00">
                  <c:v>7.1568333333333332</c:v>
                </c:pt>
                <c:pt idx="9916" formatCode="0.00">
                  <c:v>7.1576666666666657</c:v>
                </c:pt>
                <c:pt idx="9917" formatCode="0.00">
                  <c:v>7.1584999999999992</c:v>
                </c:pt>
                <c:pt idx="9918" formatCode="0.00">
                  <c:v>7.1593333333333327</c:v>
                </c:pt>
                <c:pt idx="9919" formatCode="0.00">
                  <c:v>7.1601666666666661</c:v>
                </c:pt>
                <c:pt idx="9920" formatCode="0.00">
                  <c:v>7.1609999999999996</c:v>
                </c:pt>
                <c:pt idx="9921" formatCode="0.00">
                  <c:v>7.1618333333333322</c:v>
                </c:pt>
                <c:pt idx="9922" formatCode="0.00">
                  <c:v>7.1626666666666665</c:v>
                </c:pt>
                <c:pt idx="9923" formatCode="0.00">
                  <c:v>7.1635</c:v>
                </c:pt>
                <c:pt idx="9924" formatCode="0.00">
                  <c:v>7.1643333333333334</c:v>
                </c:pt>
                <c:pt idx="9925" formatCode="0.00">
                  <c:v>7.1651666666666669</c:v>
                </c:pt>
                <c:pt idx="9926" formatCode="0.00">
                  <c:v>7.1659999999999995</c:v>
                </c:pt>
                <c:pt idx="9927" formatCode="0.00">
                  <c:v>7.1668333333333329</c:v>
                </c:pt>
                <c:pt idx="9928" formatCode="0.00">
                  <c:v>7.1676666666666664</c:v>
                </c:pt>
                <c:pt idx="9929" formatCode="0.00">
                  <c:v>7.1684999999999999</c:v>
                </c:pt>
                <c:pt idx="9930" formatCode="0.00">
                  <c:v>7.1693333333333333</c:v>
                </c:pt>
                <c:pt idx="9931" formatCode="0.00">
                  <c:v>7.1701666666666659</c:v>
                </c:pt>
                <c:pt idx="9932" formatCode="0.00">
                  <c:v>7.1709999999999994</c:v>
                </c:pt>
                <c:pt idx="9933" formatCode="0.00">
                  <c:v>7.1718333333333328</c:v>
                </c:pt>
                <c:pt idx="9934" formatCode="0.00">
                  <c:v>7.1726666666666663</c:v>
                </c:pt>
                <c:pt idx="9935" formatCode="0.00">
                  <c:v>7.1734999999999998</c:v>
                </c:pt>
                <c:pt idx="9936" formatCode="0.00">
                  <c:v>7.1743333333333323</c:v>
                </c:pt>
                <c:pt idx="9937" formatCode="0.00">
                  <c:v>7.1751666666666658</c:v>
                </c:pt>
                <c:pt idx="9938" formatCode="0.00">
                  <c:v>7.1759999999999993</c:v>
                </c:pt>
                <c:pt idx="9939" formatCode="0.00">
                  <c:v>7.1768333333333327</c:v>
                </c:pt>
                <c:pt idx="9940" formatCode="0.00">
                  <c:v>7.1776666666666671</c:v>
                </c:pt>
                <c:pt idx="9941" formatCode="0.00">
                  <c:v>7.1784999999999997</c:v>
                </c:pt>
                <c:pt idx="9942" formatCode="0.00">
                  <c:v>7.1793333333333331</c:v>
                </c:pt>
                <c:pt idx="9943" formatCode="0.00">
                  <c:v>7.1801666666666666</c:v>
                </c:pt>
                <c:pt idx="9944" formatCode="0.00">
                  <c:v>7.181</c:v>
                </c:pt>
                <c:pt idx="9945" formatCode="0.00">
                  <c:v>7.1818333333333335</c:v>
                </c:pt>
                <c:pt idx="9946" formatCode="0.00">
                  <c:v>7.1826666666666661</c:v>
                </c:pt>
                <c:pt idx="9947" formatCode="0.00">
                  <c:v>7.1834999999999996</c:v>
                </c:pt>
                <c:pt idx="9948" formatCode="0.00">
                  <c:v>7.184333333333333</c:v>
                </c:pt>
                <c:pt idx="9949" formatCode="0.00">
                  <c:v>7.1851666666666665</c:v>
                </c:pt>
                <c:pt idx="9950" formatCode="0.00">
                  <c:v>7.1859999999999999</c:v>
                </c:pt>
                <c:pt idx="9951" formatCode="0.00">
                  <c:v>7.1868333333333325</c:v>
                </c:pt>
                <c:pt idx="9952" formatCode="0.00">
                  <c:v>7.187666666666666</c:v>
                </c:pt>
                <c:pt idx="9953" formatCode="0.00">
                  <c:v>7.1884999999999994</c:v>
                </c:pt>
                <c:pt idx="9954" formatCode="0.00">
                  <c:v>7.1893333333333329</c:v>
                </c:pt>
                <c:pt idx="9955" formatCode="0.00">
                  <c:v>7.1901666666666664</c:v>
                </c:pt>
                <c:pt idx="9956" formatCode="0.00">
                  <c:v>7.1909999999999989</c:v>
                </c:pt>
                <c:pt idx="9957" formatCode="0.00">
                  <c:v>7.1918333333333324</c:v>
                </c:pt>
                <c:pt idx="9958" formatCode="0.00">
                  <c:v>7.1926666666666659</c:v>
                </c:pt>
                <c:pt idx="9959" formatCode="0.00">
                  <c:v>7.1935000000000002</c:v>
                </c:pt>
                <c:pt idx="9960" formatCode="0.00">
                  <c:v>7.1943333333333337</c:v>
                </c:pt>
                <c:pt idx="9961" formatCode="0.00">
                  <c:v>7.1951666666666663</c:v>
                </c:pt>
                <c:pt idx="9962" formatCode="0.00">
                  <c:v>7.1959999999999997</c:v>
                </c:pt>
                <c:pt idx="9963" formatCode="0.00">
                  <c:v>7.1968333333333332</c:v>
                </c:pt>
                <c:pt idx="9964" formatCode="0.00">
                  <c:v>7.1976666666666667</c:v>
                </c:pt>
                <c:pt idx="9965" formatCode="0.00">
                  <c:v>7.1985000000000001</c:v>
                </c:pt>
                <c:pt idx="9966" formatCode="0.00">
                  <c:v>7.1993333333333327</c:v>
                </c:pt>
                <c:pt idx="9967" formatCode="0.00">
                  <c:v>7.2001666666666662</c:v>
                </c:pt>
                <c:pt idx="9968" formatCode="0.00">
                  <c:v>7.2009999999999996</c:v>
                </c:pt>
                <c:pt idx="9969" formatCode="0.00">
                  <c:v>7.2018333333333331</c:v>
                </c:pt>
                <c:pt idx="9970" formatCode="0.00">
                  <c:v>7.2026666666666666</c:v>
                </c:pt>
                <c:pt idx="9971" formatCode="0.00">
                  <c:v>7.2034999999999991</c:v>
                </c:pt>
                <c:pt idx="9972" formatCode="0.00">
                  <c:v>7.2043333333333326</c:v>
                </c:pt>
                <c:pt idx="9973" formatCode="0.00">
                  <c:v>7.2051666666666661</c:v>
                </c:pt>
                <c:pt idx="9974" formatCode="0.00">
                  <c:v>7.2059999999999995</c:v>
                </c:pt>
                <c:pt idx="9975" formatCode="0.00">
                  <c:v>7.206833333333333</c:v>
                </c:pt>
                <c:pt idx="9976" formatCode="0.00">
                  <c:v>7.2076666666666656</c:v>
                </c:pt>
                <c:pt idx="9977" formatCode="0.00">
                  <c:v>7.208499999999999</c:v>
                </c:pt>
                <c:pt idx="9978" formatCode="0.00">
                  <c:v>7.2093333333333334</c:v>
                </c:pt>
                <c:pt idx="9979" formatCode="0.00">
                  <c:v>7.2101666666666668</c:v>
                </c:pt>
                <c:pt idx="9980" formatCode="0.00">
                  <c:v>7.2110000000000003</c:v>
                </c:pt>
                <c:pt idx="9981" formatCode="0.00">
                  <c:v>7.2118333333333329</c:v>
                </c:pt>
                <c:pt idx="9982" formatCode="0.00">
                  <c:v>7.2126666666666663</c:v>
                </c:pt>
                <c:pt idx="9983" formatCode="0.00">
                  <c:v>7.2134999999999998</c:v>
                </c:pt>
                <c:pt idx="9984" formatCode="0.00">
                  <c:v>7.2143333333333333</c:v>
                </c:pt>
                <c:pt idx="9985" formatCode="0.00">
                  <c:v>7.2151666666666667</c:v>
                </c:pt>
                <c:pt idx="9986" formatCode="0.00">
                  <c:v>7.2159999999999993</c:v>
                </c:pt>
                <c:pt idx="9987" formatCode="0.00">
                  <c:v>7.2168333333333328</c:v>
                </c:pt>
                <c:pt idx="9988" formatCode="0.00">
                  <c:v>7.2176666666666662</c:v>
                </c:pt>
                <c:pt idx="9989" formatCode="0.00">
                  <c:v>7.2184999999999997</c:v>
                </c:pt>
                <c:pt idx="9990" formatCode="0.00">
                  <c:v>7.2193333333333332</c:v>
                </c:pt>
                <c:pt idx="9991" formatCode="0.00">
                  <c:v>7.2201666666666657</c:v>
                </c:pt>
                <c:pt idx="9992" formatCode="0.00">
                  <c:v>7.2209999999999992</c:v>
                </c:pt>
                <c:pt idx="9993" formatCode="0.00">
                  <c:v>7.2218333333333327</c:v>
                </c:pt>
                <c:pt idx="9994" formatCode="0.00">
                  <c:v>7.2226666666666661</c:v>
                </c:pt>
                <c:pt idx="9995" formatCode="0.00">
                  <c:v>7.2234999999999996</c:v>
                </c:pt>
                <c:pt idx="9996" formatCode="0.00">
                  <c:v>7.2243333333333322</c:v>
                </c:pt>
                <c:pt idx="9997" formatCode="0.00">
                  <c:v>7.2251666666666665</c:v>
                </c:pt>
                <c:pt idx="9998" formatCode="0.00">
                  <c:v>7.226</c:v>
                </c:pt>
                <c:pt idx="9999" formatCode="0.00">
                  <c:v>7.2268333333333334</c:v>
                </c:pt>
                <c:pt idx="10000" formatCode="0.00">
                  <c:v>7.2276666666666669</c:v>
                </c:pt>
                <c:pt idx="10001" formatCode="0.00">
                  <c:v>7.2284999999999995</c:v>
                </c:pt>
                <c:pt idx="10002" formatCode="0.00">
                  <c:v>7.2293333333333329</c:v>
                </c:pt>
                <c:pt idx="10003" formatCode="0.00">
                  <c:v>7.2301666666666664</c:v>
                </c:pt>
                <c:pt idx="10004" formatCode="0.00">
                  <c:v>7.2309999999999999</c:v>
                </c:pt>
                <c:pt idx="10005" formatCode="0.00">
                  <c:v>7.2318333333333333</c:v>
                </c:pt>
                <c:pt idx="10006" formatCode="0.00">
                  <c:v>7.2326666666666659</c:v>
                </c:pt>
                <c:pt idx="10007" formatCode="0.00">
                  <c:v>7.2334999999999994</c:v>
                </c:pt>
                <c:pt idx="10008" formatCode="0.00">
                  <c:v>7.2343333333333328</c:v>
                </c:pt>
                <c:pt idx="10009" formatCode="0.00">
                  <c:v>7.2351666666666663</c:v>
                </c:pt>
                <c:pt idx="10010" formatCode="0.00">
                  <c:v>7.2359999999999998</c:v>
                </c:pt>
                <c:pt idx="10011" formatCode="0.00">
                  <c:v>7.2368333333333323</c:v>
                </c:pt>
                <c:pt idx="10012" formatCode="0.00">
                  <c:v>7.2376666666666658</c:v>
                </c:pt>
                <c:pt idx="10013" formatCode="0.00">
                  <c:v>7.2384999999999993</c:v>
                </c:pt>
                <c:pt idx="10014" formatCode="0.00">
                  <c:v>7.2393333333333327</c:v>
                </c:pt>
                <c:pt idx="10015" formatCode="0.00">
                  <c:v>7.2401666666666671</c:v>
                </c:pt>
                <c:pt idx="10016" formatCode="0.00">
                  <c:v>7.2409999999999997</c:v>
                </c:pt>
                <c:pt idx="10017" formatCode="0.00">
                  <c:v>7.2418333333333331</c:v>
                </c:pt>
                <c:pt idx="10018" formatCode="0.00">
                  <c:v>7.2426666666666666</c:v>
                </c:pt>
                <c:pt idx="10019" formatCode="0.00">
                  <c:v>7.2435</c:v>
                </c:pt>
                <c:pt idx="10020" formatCode="0.00">
                  <c:v>7.2443333333333335</c:v>
                </c:pt>
                <c:pt idx="10021" formatCode="0.00">
                  <c:v>7.2451666666666661</c:v>
                </c:pt>
                <c:pt idx="10022" formatCode="0.00">
                  <c:v>7.2459999999999996</c:v>
                </c:pt>
                <c:pt idx="10023" formatCode="0.00">
                  <c:v>7.246833333333333</c:v>
                </c:pt>
                <c:pt idx="10024" formatCode="0.00">
                  <c:v>7.2476666666666665</c:v>
                </c:pt>
                <c:pt idx="10025" formatCode="0.00">
                  <c:v>7.2484999999999999</c:v>
                </c:pt>
                <c:pt idx="10026" formatCode="0.00">
                  <c:v>7.2493333333333325</c:v>
                </c:pt>
                <c:pt idx="10027" formatCode="0.00">
                  <c:v>7.250166666666666</c:v>
                </c:pt>
                <c:pt idx="10028" formatCode="0.00">
                  <c:v>7.2509999999999994</c:v>
                </c:pt>
                <c:pt idx="10029" formatCode="0.00">
                  <c:v>7.2518333333333329</c:v>
                </c:pt>
                <c:pt idx="10030" formatCode="0.00">
                  <c:v>7.2526666666666664</c:v>
                </c:pt>
                <c:pt idx="10031" formatCode="0.00">
                  <c:v>7.2534999999999989</c:v>
                </c:pt>
                <c:pt idx="10032" formatCode="0.00">
                  <c:v>7.2543333333333324</c:v>
                </c:pt>
                <c:pt idx="10033" formatCode="0.00">
                  <c:v>7.2551666666666659</c:v>
                </c:pt>
                <c:pt idx="10034" formatCode="0.00">
                  <c:v>7.2560000000000002</c:v>
                </c:pt>
                <c:pt idx="10035" formatCode="0.00">
                  <c:v>7.2568333333333337</c:v>
                </c:pt>
                <c:pt idx="10036" formatCode="0.00">
                  <c:v>7.2576666666666663</c:v>
                </c:pt>
                <c:pt idx="10037" formatCode="0.00">
                  <c:v>7.2584999999999997</c:v>
                </c:pt>
                <c:pt idx="10038" formatCode="0.00">
                  <c:v>7.2593333333333332</c:v>
                </c:pt>
                <c:pt idx="10039" formatCode="0.00">
                  <c:v>7.2601666666666667</c:v>
                </c:pt>
                <c:pt idx="10040" formatCode="0.00">
                  <c:v>7.2610000000000001</c:v>
                </c:pt>
                <c:pt idx="10041" formatCode="0.00">
                  <c:v>7.2618333333333327</c:v>
                </c:pt>
                <c:pt idx="10042" formatCode="0.00">
                  <c:v>7.2626666666666662</c:v>
                </c:pt>
                <c:pt idx="10043" formatCode="0.00">
                  <c:v>7.2634999999999996</c:v>
                </c:pt>
                <c:pt idx="10044" formatCode="0.00">
                  <c:v>7.2643333333333331</c:v>
                </c:pt>
                <c:pt idx="10045" formatCode="0.00">
                  <c:v>7.2651666666666666</c:v>
                </c:pt>
                <c:pt idx="10046" formatCode="0.00">
                  <c:v>7.2659999999999991</c:v>
                </c:pt>
                <c:pt idx="10047" formatCode="0.00">
                  <c:v>7.2668333333333326</c:v>
                </c:pt>
                <c:pt idx="10048" formatCode="0.00">
                  <c:v>7.2676666666666661</c:v>
                </c:pt>
                <c:pt idx="10049" formatCode="0.00">
                  <c:v>7.2684999999999995</c:v>
                </c:pt>
                <c:pt idx="10050" formatCode="0.00">
                  <c:v>7.269333333333333</c:v>
                </c:pt>
                <c:pt idx="10051" formatCode="0.00">
                  <c:v>7.2701666666666656</c:v>
                </c:pt>
                <c:pt idx="10052" formatCode="0.00">
                  <c:v>7.270999999999999</c:v>
                </c:pt>
                <c:pt idx="10053" formatCode="0.00">
                  <c:v>7.2718333333333334</c:v>
                </c:pt>
                <c:pt idx="10054" formatCode="0.00">
                  <c:v>7.2726666666666668</c:v>
                </c:pt>
                <c:pt idx="10055" formatCode="0.00">
                  <c:v>7.2735000000000003</c:v>
                </c:pt>
                <c:pt idx="10056" formatCode="0.00">
                  <c:v>7.2743333333333329</c:v>
                </c:pt>
                <c:pt idx="10057" formatCode="0.00">
                  <c:v>7.2751666666666663</c:v>
                </c:pt>
                <c:pt idx="10058" formatCode="0.00">
                  <c:v>7.2759999999999998</c:v>
                </c:pt>
                <c:pt idx="10059" formatCode="0.00">
                  <c:v>7.2768333333333333</c:v>
                </c:pt>
                <c:pt idx="10060" formatCode="0.00">
                  <c:v>7.2776666666666667</c:v>
                </c:pt>
                <c:pt idx="10061" formatCode="0.00">
                  <c:v>7.2784999999999993</c:v>
                </c:pt>
                <c:pt idx="10062" formatCode="0.00">
                  <c:v>7.2793333333333328</c:v>
                </c:pt>
                <c:pt idx="10063" formatCode="0.00">
                  <c:v>7.2801666666666662</c:v>
                </c:pt>
                <c:pt idx="10064" formatCode="0.00">
                  <c:v>7.2809999999999997</c:v>
                </c:pt>
                <c:pt idx="10065" formatCode="0.00">
                  <c:v>7.2818333333333332</c:v>
                </c:pt>
                <c:pt idx="10066" formatCode="0.00">
                  <c:v>7.2826666666666657</c:v>
                </c:pt>
                <c:pt idx="10067" formatCode="0.00">
                  <c:v>7.2834999999999992</c:v>
                </c:pt>
                <c:pt idx="10068" formatCode="0.00">
                  <c:v>7.2843333333333327</c:v>
                </c:pt>
                <c:pt idx="10069" formatCode="0.00">
                  <c:v>7.2851666666666661</c:v>
                </c:pt>
                <c:pt idx="10070" formatCode="0.00">
                  <c:v>7.2859999999999996</c:v>
                </c:pt>
                <c:pt idx="10071" formatCode="0.00">
                  <c:v>7.2868333333333322</c:v>
                </c:pt>
                <c:pt idx="10072" formatCode="0.00">
                  <c:v>7.2876666666666665</c:v>
                </c:pt>
                <c:pt idx="10073" formatCode="0.00">
                  <c:v>7.2885</c:v>
                </c:pt>
                <c:pt idx="10074" formatCode="0.00">
                  <c:v>7.2893333333333334</c:v>
                </c:pt>
                <c:pt idx="10075" formatCode="0.00">
                  <c:v>7.2901666666666669</c:v>
                </c:pt>
                <c:pt idx="10076" formatCode="0.00">
                  <c:v>7.2909999999999995</c:v>
                </c:pt>
                <c:pt idx="10077" formatCode="0.00">
                  <c:v>7.2918333333333329</c:v>
                </c:pt>
                <c:pt idx="10078" formatCode="0.00">
                  <c:v>7.2926666666666664</c:v>
                </c:pt>
                <c:pt idx="10079" formatCode="0.00">
                  <c:v>7.2934999999999999</c:v>
                </c:pt>
                <c:pt idx="10080" formatCode="0.00">
                  <c:v>7.2943333333333333</c:v>
                </c:pt>
                <c:pt idx="10081" formatCode="0.00">
                  <c:v>7.2951666666666659</c:v>
                </c:pt>
                <c:pt idx="10082" formatCode="0.00">
                  <c:v>7.2959999999999994</c:v>
                </c:pt>
                <c:pt idx="10083" formatCode="0.00">
                  <c:v>7.2968333333333328</c:v>
                </c:pt>
                <c:pt idx="10084" formatCode="0.00">
                  <c:v>7.2976666666666663</c:v>
                </c:pt>
                <c:pt idx="10085" formatCode="0.00">
                  <c:v>7.2984999999999998</c:v>
                </c:pt>
                <c:pt idx="10086" formatCode="0.00">
                  <c:v>7.2993333333333323</c:v>
                </c:pt>
                <c:pt idx="10087" formatCode="0.00">
                  <c:v>7.3001666666666658</c:v>
                </c:pt>
                <c:pt idx="10088" formatCode="0.00">
                  <c:v>7.3009999999999993</c:v>
                </c:pt>
                <c:pt idx="10089" formatCode="0.00">
                  <c:v>7.3018333333333327</c:v>
                </c:pt>
                <c:pt idx="10090" formatCode="0.00">
                  <c:v>7.3026666666666671</c:v>
                </c:pt>
                <c:pt idx="10091" formatCode="0.00">
                  <c:v>7.3034999999999997</c:v>
                </c:pt>
                <c:pt idx="10092" formatCode="0.00">
                  <c:v>7.3043333333333331</c:v>
                </c:pt>
                <c:pt idx="10093" formatCode="0.00">
                  <c:v>7.3051666666666666</c:v>
                </c:pt>
                <c:pt idx="10094" formatCode="0.00">
                  <c:v>7.306</c:v>
                </c:pt>
                <c:pt idx="10095" formatCode="0.00">
                  <c:v>7.3068333333333335</c:v>
                </c:pt>
                <c:pt idx="10096" formatCode="0.00">
                  <c:v>7.3076666666666661</c:v>
                </c:pt>
                <c:pt idx="10097" formatCode="0.00">
                  <c:v>7.3084999999999996</c:v>
                </c:pt>
                <c:pt idx="10098" formatCode="0.00">
                  <c:v>7.309333333333333</c:v>
                </c:pt>
                <c:pt idx="10099" formatCode="0.00">
                  <c:v>7.3101666666666665</c:v>
                </c:pt>
                <c:pt idx="10100" formatCode="0.00">
                  <c:v>7.3109999999999999</c:v>
                </c:pt>
                <c:pt idx="10101" formatCode="0.00">
                  <c:v>7.3118333333333325</c:v>
                </c:pt>
                <c:pt idx="10102" formatCode="0.00">
                  <c:v>7.312666666666666</c:v>
                </c:pt>
                <c:pt idx="10103" formatCode="0.00">
                  <c:v>7.3134999999999994</c:v>
                </c:pt>
                <c:pt idx="10104" formatCode="0.00">
                  <c:v>7.3143333333333329</c:v>
                </c:pt>
                <c:pt idx="10105" formatCode="0.00">
                  <c:v>7.3151666666666664</c:v>
                </c:pt>
                <c:pt idx="10106" formatCode="0.00">
                  <c:v>7.3159999999999989</c:v>
                </c:pt>
                <c:pt idx="10107" formatCode="0.00">
                  <c:v>7.3168333333333324</c:v>
                </c:pt>
                <c:pt idx="10108" formatCode="0.00">
                  <c:v>7.3176666666666659</c:v>
                </c:pt>
                <c:pt idx="10109" formatCode="0.00">
                  <c:v>7.3185000000000002</c:v>
                </c:pt>
                <c:pt idx="10110" formatCode="0.00">
                  <c:v>7.3193333333333337</c:v>
                </c:pt>
                <c:pt idx="10111" formatCode="0.00">
                  <c:v>7.3201666666666663</c:v>
                </c:pt>
                <c:pt idx="10112" formatCode="0.00">
                  <c:v>7.3209999999999997</c:v>
                </c:pt>
                <c:pt idx="10113" formatCode="0.00">
                  <c:v>7.3218333333333332</c:v>
                </c:pt>
                <c:pt idx="10114" formatCode="0.00">
                  <c:v>7.3226666666666667</c:v>
                </c:pt>
                <c:pt idx="10115" formatCode="0.00">
                  <c:v>7.3235000000000001</c:v>
                </c:pt>
                <c:pt idx="10116" formatCode="0.00">
                  <c:v>7.3243333333333327</c:v>
                </c:pt>
                <c:pt idx="10117" formatCode="0.00">
                  <c:v>7.3251666666666662</c:v>
                </c:pt>
                <c:pt idx="10118" formatCode="0.00">
                  <c:v>7.3259999999999996</c:v>
                </c:pt>
                <c:pt idx="10119" formatCode="0.00">
                  <c:v>7.3268333333333331</c:v>
                </c:pt>
                <c:pt idx="10120" formatCode="0.00">
                  <c:v>7.3276666666666666</c:v>
                </c:pt>
                <c:pt idx="10121" formatCode="0.00">
                  <c:v>7.3284999999999991</c:v>
                </c:pt>
                <c:pt idx="10122" formatCode="0.00">
                  <c:v>7.3293333333333326</c:v>
                </c:pt>
                <c:pt idx="10123" formatCode="0.00">
                  <c:v>7.3301666666666661</c:v>
                </c:pt>
                <c:pt idx="10124" formatCode="0.00">
                  <c:v>7.3309999999999995</c:v>
                </c:pt>
                <c:pt idx="10125" formatCode="0.00">
                  <c:v>7.331833333333333</c:v>
                </c:pt>
                <c:pt idx="10126" formatCode="0.00">
                  <c:v>7.3326666666666656</c:v>
                </c:pt>
                <c:pt idx="10127" formatCode="0.00">
                  <c:v>7.333499999999999</c:v>
                </c:pt>
                <c:pt idx="10128" formatCode="0.00">
                  <c:v>7.3343333333333334</c:v>
                </c:pt>
                <c:pt idx="10129" formatCode="0.00">
                  <c:v>7.3351666666666668</c:v>
                </c:pt>
                <c:pt idx="10130" formatCode="0.00">
                  <c:v>7.3360000000000003</c:v>
                </c:pt>
                <c:pt idx="10131" formatCode="0.00">
                  <c:v>7.3368333333333329</c:v>
                </c:pt>
                <c:pt idx="10132" formatCode="0.00">
                  <c:v>7.3376666666666663</c:v>
                </c:pt>
                <c:pt idx="10133" formatCode="0.00">
                  <c:v>7.3384999999999998</c:v>
                </c:pt>
                <c:pt idx="10134" formatCode="0.00">
                  <c:v>7.3393333333333333</c:v>
                </c:pt>
                <c:pt idx="10135" formatCode="0.00">
                  <c:v>7.3401666666666667</c:v>
                </c:pt>
                <c:pt idx="10136" formatCode="0.00">
                  <c:v>7.3409999999999993</c:v>
                </c:pt>
                <c:pt idx="10137" formatCode="0.00">
                  <c:v>7.3418333333333328</c:v>
                </c:pt>
                <c:pt idx="10138" formatCode="0.00">
                  <c:v>7.3426666666666662</c:v>
                </c:pt>
                <c:pt idx="10139" formatCode="0.00">
                  <c:v>7.3434999999999997</c:v>
                </c:pt>
                <c:pt idx="10140" formatCode="0.00">
                  <c:v>7.3443333333333332</c:v>
                </c:pt>
                <c:pt idx="10141" formatCode="0.00">
                  <c:v>7.3451666666666657</c:v>
                </c:pt>
                <c:pt idx="10142" formatCode="0.00">
                  <c:v>7.3459999999999992</c:v>
                </c:pt>
                <c:pt idx="10143" formatCode="0.00">
                  <c:v>7.3468333333333327</c:v>
                </c:pt>
                <c:pt idx="10144" formatCode="0.00">
                  <c:v>7.3476666666666661</c:v>
                </c:pt>
                <c:pt idx="10145" formatCode="0.00">
                  <c:v>7.3484999999999996</c:v>
                </c:pt>
                <c:pt idx="10146" formatCode="0.00">
                  <c:v>7.3493333333333322</c:v>
                </c:pt>
                <c:pt idx="10147" formatCode="0.00">
                  <c:v>7.3501666666666665</c:v>
                </c:pt>
                <c:pt idx="10148" formatCode="0.00">
                  <c:v>7.351</c:v>
                </c:pt>
                <c:pt idx="10149" formatCode="0.00">
                  <c:v>7.3518333333333334</c:v>
                </c:pt>
                <c:pt idx="10150" formatCode="0.00">
                  <c:v>7.3526666666666669</c:v>
                </c:pt>
                <c:pt idx="10151" formatCode="0.00">
                  <c:v>7.3534999999999995</c:v>
                </c:pt>
                <c:pt idx="10152" formatCode="0.00">
                  <c:v>7.3543333333333329</c:v>
                </c:pt>
                <c:pt idx="10153" formatCode="0.00">
                  <c:v>7.3551666666666664</c:v>
                </c:pt>
                <c:pt idx="10154" formatCode="0.00">
                  <c:v>7.3559999999999999</c:v>
                </c:pt>
                <c:pt idx="10155" formatCode="0.00">
                  <c:v>7.3568333333333333</c:v>
                </c:pt>
                <c:pt idx="10156" formatCode="0.00">
                  <c:v>7.3576666666666659</c:v>
                </c:pt>
                <c:pt idx="10157" formatCode="0.00">
                  <c:v>7.3584999999999994</c:v>
                </c:pt>
                <c:pt idx="10158" formatCode="0.00">
                  <c:v>7.3593333333333328</c:v>
                </c:pt>
                <c:pt idx="10159" formatCode="0.00">
                  <c:v>7.3601666666666663</c:v>
                </c:pt>
                <c:pt idx="10160" formatCode="0.00">
                  <c:v>7.3609999999999998</c:v>
                </c:pt>
                <c:pt idx="10161" formatCode="0.00">
                  <c:v>7.3618333333333323</c:v>
                </c:pt>
                <c:pt idx="10162" formatCode="0.00">
                  <c:v>7.3626666666666658</c:v>
                </c:pt>
                <c:pt idx="10163" formatCode="0.00">
                  <c:v>7.3634999999999993</c:v>
                </c:pt>
                <c:pt idx="10164" formatCode="0.00">
                  <c:v>7.3643333333333327</c:v>
                </c:pt>
                <c:pt idx="10165" formatCode="0.00">
                  <c:v>7.3651666666666671</c:v>
                </c:pt>
                <c:pt idx="10166" formatCode="0.00">
                  <c:v>7.3659999999999997</c:v>
                </c:pt>
                <c:pt idx="10167" formatCode="0.00">
                  <c:v>7.3668333333333331</c:v>
                </c:pt>
                <c:pt idx="10168" formatCode="0.00">
                  <c:v>7.3676666666666666</c:v>
                </c:pt>
                <c:pt idx="10169" formatCode="0.00">
                  <c:v>7.3685</c:v>
                </c:pt>
                <c:pt idx="10170" formatCode="0.00">
                  <c:v>7.3693333333333335</c:v>
                </c:pt>
                <c:pt idx="10171" formatCode="0.00">
                  <c:v>7.3701666666666661</c:v>
                </c:pt>
                <c:pt idx="10172" formatCode="0.00">
                  <c:v>7.3709999999999996</c:v>
                </c:pt>
                <c:pt idx="10173" formatCode="0.00">
                  <c:v>7.371833333333333</c:v>
                </c:pt>
                <c:pt idx="10174" formatCode="0.00">
                  <c:v>7.3726666666666665</c:v>
                </c:pt>
                <c:pt idx="10175" formatCode="0.00">
                  <c:v>7.3734999999999999</c:v>
                </c:pt>
                <c:pt idx="10176" formatCode="0.00">
                  <c:v>7.3743333333333325</c:v>
                </c:pt>
                <c:pt idx="10177" formatCode="0.00">
                  <c:v>7.375166666666666</c:v>
                </c:pt>
                <c:pt idx="10178" formatCode="0.00">
                  <c:v>7.3759999999999994</c:v>
                </c:pt>
                <c:pt idx="10179" formatCode="0.00">
                  <c:v>7.3768333333333329</c:v>
                </c:pt>
                <c:pt idx="10180" formatCode="0.00">
                  <c:v>7.3776666666666664</c:v>
                </c:pt>
                <c:pt idx="10181" formatCode="0.00">
                  <c:v>7.3784999999999989</c:v>
                </c:pt>
                <c:pt idx="10182" formatCode="0.00">
                  <c:v>7.3793333333333324</c:v>
                </c:pt>
                <c:pt idx="10183" formatCode="0.00">
                  <c:v>7.3801666666666659</c:v>
                </c:pt>
                <c:pt idx="10184" formatCode="0.00">
                  <c:v>7.3810000000000002</c:v>
                </c:pt>
                <c:pt idx="10185" formatCode="0.00">
                  <c:v>7.3818333333333337</c:v>
                </c:pt>
                <c:pt idx="10186" formatCode="0.00">
                  <c:v>7.3826666666666663</c:v>
                </c:pt>
                <c:pt idx="10187" formatCode="0.00">
                  <c:v>7.3834999999999997</c:v>
                </c:pt>
                <c:pt idx="10188" formatCode="0.00">
                  <c:v>7.3843333333333332</c:v>
                </c:pt>
                <c:pt idx="10189" formatCode="0.00">
                  <c:v>7.3851666666666667</c:v>
                </c:pt>
                <c:pt idx="10190" formatCode="0.00">
                  <c:v>7.3860000000000001</c:v>
                </c:pt>
                <c:pt idx="10191" formatCode="0.00">
                  <c:v>7.3868333333333327</c:v>
                </c:pt>
                <c:pt idx="10192" formatCode="0.00">
                  <c:v>7.3876666666666662</c:v>
                </c:pt>
                <c:pt idx="10193" formatCode="0.00">
                  <c:v>7.3884999999999996</c:v>
                </c:pt>
                <c:pt idx="10194" formatCode="0.00">
                  <c:v>7.3893333333333331</c:v>
                </c:pt>
                <c:pt idx="10195" formatCode="0.00">
                  <c:v>7.3901666666666666</c:v>
                </c:pt>
                <c:pt idx="10196" formatCode="0.00">
                  <c:v>7.3909999999999991</c:v>
                </c:pt>
                <c:pt idx="10197" formatCode="0.00">
                  <c:v>7.3918333333333326</c:v>
                </c:pt>
                <c:pt idx="10198" formatCode="0.00">
                  <c:v>7.3926666666666661</c:v>
                </c:pt>
                <c:pt idx="10199" formatCode="0.00">
                  <c:v>7.3934999999999995</c:v>
                </c:pt>
                <c:pt idx="10200" formatCode="0.00">
                  <c:v>7.394333333333333</c:v>
                </c:pt>
                <c:pt idx="10201" formatCode="0.00">
                  <c:v>7.3951666666666656</c:v>
                </c:pt>
                <c:pt idx="10202" formatCode="0.00">
                  <c:v>7.395999999999999</c:v>
                </c:pt>
                <c:pt idx="10203" formatCode="0.00">
                  <c:v>7.3968333333333334</c:v>
                </c:pt>
                <c:pt idx="10204" formatCode="0.00">
                  <c:v>7.3976666666666668</c:v>
                </c:pt>
                <c:pt idx="10205" formatCode="0.00">
                  <c:v>7.3985000000000003</c:v>
                </c:pt>
                <c:pt idx="10206" formatCode="0.00">
                  <c:v>7.3993333333333329</c:v>
                </c:pt>
                <c:pt idx="10207" formatCode="0.00">
                  <c:v>7.4001666666666663</c:v>
                </c:pt>
                <c:pt idx="10208" formatCode="0.00">
                  <c:v>7.4009999999999998</c:v>
                </c:pt>
                <c:pt idx="10209" formatCode="0.00">
                  <c:v>7.4018333333333333</c:v>
                </c:pt>
                <c:pt idx="10210" formatCode="0.00">
                  <c:v>7.4026666666666667</c:v>
                </c:pt>
                <c:pt idx="10211" formatCode="0.00">
                  <c:v>7.4034999999999993</c:v>
                </c:pt>
                <c:pt idx="10212" formatCode="0.00">
                  <c:v>7.4043333333333328</c:v>
                </c:pt>
                <c:pt idx="10213" formatCode="0.00">
                  <c:v>7.4051666666666662</c:v>
                </c:pt>
                <c:pt idx="10214" formatCode="0.00">
                  <c:v>7.4059999999999997</c:v>
                </c:pt>
                <c:pt idx="10215" formatCode="0.00">
                  <c:v>7.4068333333333332</c:v>
                </c:pt>
                <c:pt idx="10216" formatCode="0.00">
                  <c:v>7.4076666666666657</c:v>
                </c:pt>
                <c:pt idx="10217" formatCode="0.00">
                  <c:v>7.4084999999999992</c:v>
                </c:pt>
                <c:pt idx="10218" formatCode="0.00">
                  <c:v>7.4093333333333327</c:v>
                </c:pt>
                <c:pt idx="10219" formatCode="0.00">
                  <c:v>7.4101666666666661</c:v>
                </c:pt>
                <c:pt idx="10220" formatCode="0.00">
                  <c:v>7.4109999999999996</c:v>
                </c:pt>
                <c:pt idx="10221" formatCode="0.00">
                  <c:v>7.4118333333333322</c:v>
                </c:pt>
                <c:pt idx="10222" formatCode="0.00">
                  <c:v>7.4126666666666665</c:v>
                </c:pt>
                <c:pt idx="10223" formatCode="0.00">
                  <c:v>7.4135</c:v>
                </c:pt>
                <c:pt idx="10224" formatCode="0.00">
                  <c:v>7.4143333333333334</c:v>
                </c:pt>
                <c:pt idx="10225" formatCode="0.00">
                  <c:v>7.4151666666666669</c:v>
                </c:pt>
                <c:pt idx="10226" formatCode="0.00">
                  <c:v>7.4159999999999995</c:v>
                </c:pt>
                <c:pt idx="10227" formatCode="0.00">
                  <c:v>7.4168333333333329</c:v>
                </c:pt>
                <c:pt idx="10228" formatCode="0.00">
                  <c:v>7.4176666666666664</c:v>
                </c:pt>
                <c:pt idx="10229" formatCode="0.00">
                  <c:v>7.4184999999999999</c:v>
                </c:pt>
                <c:pt idx="10230" formatCode="0.00">
                  <c:v>7.4193333333333333</c:v>
                </c:pt>
                <c:pt idx="10231" formatCode="0.00">
                  <c:v>7.4201666666666659</c:v>
                </c:pt>
                <c:pt idx="10232" formatCode="0.00">
                  <c:v>7.4209999999999994</c:v>
                </c:pt>
                <c:pt idx="10233" formatCode="0.00">
                  <c:v>7.4218333333333328</c:v>
                </c:pt>
                <c:pt idx="10234" formatCode="0.00">
                  <c:v>7.4226666666666663</c:v>
                </c:pt>
                <c:pt idx="10235" formatCode="0.00">
                  <c:v>7.4234999999999998</c:v>
                </c:pt>
                <c:pt idx="10236" formatCode="0.00">
                  <c:v>7.4243333333333323</c:v>
                </c:pt>
                <c:pt idx="10237" formatCode="0.00">
                  <c:v>7.4251666666666658</c:v>
                </c:pt>
                <c:pt idx="10238" formatCode="0.00">
                  <c:v>7.4259999999999993</c:v>
                </c:pt>
                <c:pt idx="10239" formatCode="0.00">
                  <c:v>7.4268333333333327</c:v>
                </c:pt>
                <c:pt idx="10240" formatCode="0.00">
                  <c:v>7.4276666666666671</c:v>
                </c:pt>
                <c:pt idx="10241" formatCode="0.00">
                  <c:v>7.4284999999999997</c:v>
                </c:pt>
                <c:pt idx="10242" formatCode="0.00">
                  <c:v>7.4293333333333331</c:v>
                </c:pt>
                <c:pt idx="10243" formatCode="0.00">
                  <c:v>7.4301666666666666</c:v>
                </c:pt>
                <c:pt idx="10244" formatCode="0.00">
                  <c:v>7.431</c:v>
                </c:pt>
                <c:pt idx="10245" formatCode="0.00">
                  <c:v>7.4318333333333335</c:v>
                </c:pt>
                <c:pt idx="10246" formatCode="0.00">
                  <c:v>7.4326666666666661</c:v>
                </c:pt>
                <c:pt idx="10247" formatCode="0.00">
                  <c:v>7.4334999999999996</c:v>
                </c:pt>
                <c:pt idx="10248" formatCode="0.00">
                  <c:v>7.434333333333333</c:v>
                </c:pt>
                <c:pt idx="10249" formatCode="0.00">
                  <c:v>7.4351666666666665</c:v>
                </c:pt>
                <c:pt idx="10250" formatCode="0.00">
                  <c:v>7.4359999999999999</c:v>
                </c:pt>
                <c:pt idx="10251" formatCode="0.00">
                  <c:v>7.4368333333333325</c:v>
                </c:pt>
                <c:pt idx="10252" formatCode="0.00">
                  <c:v>7.437666666666666</c:v>
                </c:pt>
                <c:pt idx="10253" formatCode="0.00">
                  <c:v>7.4384999999999994</c:v>
                </c:pt>
                <c:pt idx="10254" formatCode="0.00">
                  <c:v>7.4393333333333329</c:v>
                </c:pt>
                <c:pt idx="10255" formatCode="0.00">
                  <c:v>7.4401666666666664</c:v>
                </c:pt>
                <c:pt idx="10256" formatCode="0.00">
                  <c:v>7.4409999999999989</c:v>
                </c:pt>
                <c:pt idx="10257" formatCode="0.00">
                  <c:v>7.4418333333333324</c:v>
                </c:pt>
                <c:pt idx="10258" formatCode="0.00">
                  <c:v>7.4426666666666659</c:v>
                </c:pt>
                <c:pt idx="10259" formatCode="0.00">
                  <c:v>7.4435000000000002</c:v>
                </c:pt>
                <c:pt idx="10260" formatCode="0.00">
                  <c:v>7.4443333333333337</c:v>
                </c:pt>
                <c:pt idx="10261" formatCode="0.00">
                  <c:v>7.4451666666666663</c:v>
                </c:pt>
                <c:pt idx="10262" formatCode="0.00">
                  <c:v>7.4459999999999997</c:v>
                </c:pt>
                <c:pt idx="10263" formatCode="0.00">
                  <c:v>7.4468333333333332</c:v>
                </c:pt>
                <c:pt idx="10264" formatCode="0.00">
                  <c:v>7.4476666666666667</c:v>
                </c:pt>
                <c:pt idx="10265" formatCode="0.00">
                  <c:v>7.4485000000000001</c:v>
                </c:pt>
                <c:pt idx="10266" formatCode="0.00">
                  <c:v>7.4493333333333327</c:v>
                </c:pt>
                <c:pt idx="10267" formatCode="0.00">
                  <c:v>7.4501666666666662</c:v>
                </c:pt>
                <c:pt idx="10268" formatCode="0.00">
                  <c:v>7.4509999999999996</c:v>
                </c:pt>
                <c:pt idx="10269" formatCode="0.00">
                  <c:v>7.4518333333333331</c:v>
                </c:pt>
                <c:pt idx="10270" formatCode="0.00">
                  <c:v>7.4526666666666666</c:v>
                </c:pt>
                <c:pt idx="10271" formatCode="0.00">
                  <c:v>7.4534999999999991</c:v>
                </c:pt>
                <c:pt idx="10272" formatCode="0.00">
                  <c:v>7.4543333333333326</c:v>
                </c:pt>
                <c:pt idx="10273" formatCode="0.00">
                  <c:v>7.4551666666666661</c:v>
                </c:pt>
                <c:pt idx="10274" formatCode="0.00">
                  <c:v>7.4559999999999995</c:v>
                </c:pt>
                <c:pt idx="10275" formatCode="0.00">
                  <c:v>7.456833333333333</c:v>
                </c:pt>
                <c:pt idx="10276" formatCode="0.00">
                  <c:v>7.4576666666666656</c:v>
                </c:pt>
                <c:pt idx="10277" formatCode="0.00">
                  <c:v>7.458499999999999</c:v>
                </c:pt>
                <c:pt idx="10278" formatCode="0.00">
                  <c:v>7.4593333333333334</c:v>
                </c:pt>
                <c:pt idx="10279" formatCode="0.00">
                  <c:v>7.4601666666666668</c:v>
                </c:pt>
                <c:pt idx="10280" formatCode="0.00">
                  <c:v>7.4610000000000003</c:v>
                </c:pt>
                <c:pt idx="10281" formatCode="0.00">
                  <c:v>7.4618333333333329</c:v>
                </c:pt>
                <c:pt idx="10282" formatCode="0.00">
                  <c:v>7.4626666666666663</c:v>
                </c:pt>
                <c:pt idx="10283" formatCode="0.00">
                  <c:v>7.4634999999999998</c:v>
                </c:pt>
                <c:pt idx="10284" formatCode="0.00">
                  <c:v>7.4643333333333333</c:v>
                </c:pt>
                <c:pt idx="10285" formatCode="0.00">
                  <c:v>7.4651666666666667</c:v>
                </c:pt>
                <c:pt idx="10286" formatCode="0.00">
                  <c:v>7.4659999999999993</c:v>
                </c:pt>
                <c:pt idx="10287" formatCode="0.00">
                  <c:v>7.4668333333333328</c:v>
                </c:pt>
                <c:pt idx="10288" formatCode="0.00">
                  <c:v>7.4676666666666662</c:v>
                </c:pt>
                <c:pt idx="10289" formatCode="0.00">
                  <c:v>7.4684999999999997</c:v>
                </c:pt>
                <c:pt idx="10290" formatCode="0.00">
                  <c:v>7.4693333333333332</c:v>
                </c:pt>
                <c:pt idx="10291" formatCode="0.00">
                  <c:v>7.4701666666666657</c:v>
                </c:pt>
                <c:pt idx="10292" formatCode="0.00">
                  <c:v>7.4709999999999992</c:v>
                </c:pt>
                <c:pt idx="10293" formatCode="0.00">
                  <c:v>7.4718333333333327</c:v>
                </c:pt>
                <c:pt idx="10294" formatCode="0.00">
                  <c:v>7.4726666666666661</c:v>
                </c:pt>
                <c:pt idx="10295" formatCode="0.00">
                  <c:v>7.4734999999999996</c:v>
                </c:pt>
                <c:pt idx="10296" formatCode="0.00">
                  <c:v>7.4743333333333322</c:v>
                </c:pt>
                <c:pt idx="10297" formatCode="0.00">
                  <c:v>7.4751666666666665</c:v>
                </c:pt>
                <c:pt idx="10298" formatCode="0.00">
                  <c:v>7.476</c:v>
                </c:pt>
                <c:pt idx="10299" formatCode="0.00">
                  <c:v>7.4768333333333334</c:v>
                </c:pt>
                <c:pt idx="10300" formatCode="0.00">
                  <c:v>7.4776666666666669</c:v>
                </c:pt>
                <c:pt idx="10301" formatCode="0.00">
                  <c:v>7.4784999999999995</c:v>
                </c:pt>
                <c:pt idx="10302" formatCode="0.00">
                  <c:v>7.4793333333333329</c:v>
                </c:pt>
                <c:pt idx="10303" formatCode="0.00">
                  <c:v>7.4801666666666664</c:v>
                </c:pt>
                <c:pt idx="10304" formatCode="0.00">
                  <c:v>7.4809999999999999</c:v>
                </c:pt>
                <c:pt idx="10305" formatCode="0.00">
                  <c:v>7.4818333333333333</c:v>
                </c:pt>
                <c:pt idx="10306" formatCode="0.00">
                  <c:v>7.4826666666666659</c:v>
                </c:pt>
                <c:pt idx="10307" formatCode="0.00">
                  <c:v>7.4834999999999994</c:v>
                </c:pt>
                <c:pt idx="10308" formatCode="0.00">
                  <c:v>7.4843333333333328</c:v>
                </c:pt>
                <c:pt idx="10309" formatCode="0.00">
                  <c:v>7.4851666666666663</c:v>
                </c:pt>
                <c:pt idx="10310" formatCode="0.00">
                  <c:v>7.4859999999999998</c:v>
                </c:pt>
                <c:pt idx="10311" formatCode="0.00">
                  <c:v>7.4868333333333323</c:v>
                </c:pt>
                <c:pt idx="10312" formatCode="0.00">
                  <c:v>7.4876666666666658</c:v>
                </c:pt>
                <c:pt idx="10313" formatCode="0.00">
                  <c:v>7.4884999999999993</c:v>
                </c:pt>
                <c:pt idx="10314" formatCode="0.00">
                  <c:v>7.4893333333333327</c:v>
                </c:pt>
                <c:pt idx="10315" formatCode="0.00">
                  <c:v>7.4901666666666671</c:v>
                </c:pt>
                <c:pt idx="10316" formatCode="0.00">
                  <c:v>7.4909999999999997</c:v>
                </c:pt>
                <c:pt idx="10317" formatCode="0.00">
                  <c:v>7.4918333333333331</c:v>
                </c:pt>
                <c:pt idx="10318" formatCode="0.00">
                  <c:v>7.4926666666666666</c:v>
                </c:pt>
                <c:pt idx="10319" formatCode="0.00">
                  <c:v>7.4935</c:v>
                </c:pt>
                <c:pt idx="10320" formatCode="0.00">
                  <c:v>7.4943333333333335</c:v>
                </c:pt>
                <c:pt idx="10321" formatCode="0.00">
                  <c:v>7.4951666666666661</c:v>
                </c:pt>
                <c:pt idx="10322" formatCode="0.00">
                  <c:v>7.4959999999999996</c:v>
                </c:pt>
                <c:pt idx="10323" formatCode="0.00">
                  <c:v>7.496833333333333</c:v>
                </c:pt>
                <c:pt idx="10324" formatCode="0.00">
                  <c:v>7.4976666666666665</c:v>
                </c:pt>
                <c:pt idx="10325" formatCode="0.00">
                  <c:v>7.4984999999999999</c:v>
                </c:pt>
                <c:pt idx="10326" formatCode="0.00">
                  <c:v>7.4993333333333325</c:v>
                </c:pt>
                <c:pt idx="10327" formatCode="0.00">
                  <c:v>7.500166666666666</c:v>
                </c:pt>
                <c:pt idx="10328" formatCode="0.00">
                  <c:v>7.5009999999999994</c:v>
                </c:pt>
                <c:pt idx="10329" formatCode="0.00">
                  <c:v>7.5018333333333329</c:v>
                </c:pt>
                <c:pt idx="10330" formatCode="0.00">
                  <c:v>7.5026666666666664</c:v>
                </c:pt>
                <c:pt idx="10331" formatCode="0.00">
                  <c:v>7.5034999999999989</c:v>
                </c:pt>
                <c:pt idx="10332" formatCode="0.00">
                  <c:v>7.5043333333333324</c:v>
                </c:pt>
                <c:pt idx="10333" formatCode="0.00">
                  <c:v>7.5051666666666659</c:v>
                </c:pt>
                <c:pt idx="10334" formatCode="0.00">
                  <c:v>7.5060000000000002</c:v>
                </c:pt>
                <c:pt idx="10335" formatCode="0.00">
                  <c:v>7.5068333333333337</c:v>
                </c:pt>
                <c:pt idx="10336" formatCode="0.00">
                  <c:v>7.5076666666666663</c:v>
                </c:pt>
                <c:pt idx="10337" formatCode="0.00">
                  <c:v>7.5084999999999997</c:v>
                </c:pt>
                <c:pt idx="10338" formatCode="0.00">
                  <c:v>7.5093333333333332</c:v>
                </c:pt>
                <c:pt idx="10339" formatCode="0.00">
                  <c:v>7.5101666666666667</c:v>
                </c:pt>
                <c:pt idx="10340" formatCode="0.00">
                  <c:v>7.5110000000000001</c:v>
                </c:pt>
                <c:pt idx="10341" formatCode="0.00">
                  <c:v>7.5118333333333327</c:v>
                </c:pt>
                <c:pt idx="10342" formatCode="0.00">
                  <c:v>7.5126666666666662</c:v>
                </c:pt>
                <c:pt idx="10343" formatCode="0.00">
                  <c:v>7.5134999999999996</c:v>
                </c:pt>
                <c:pt idx="10344" formatCode="0.00">
                  <c:v>7.5143333333333331</c:v>
                </c:pt>
                <c:pt idx="10345" formatCode="0.00">
                  <c:v>7.5151666666666666</c:v>
                </c:pt>
                <c:pt idx="10346" formatCode="0.00">
                  <c:v>7.5159999999999991</c:v>
                </c:pt>
                <c:pt idx="10347" formatCode="0.00">
                  <c:v>7.5168333333333326</c:v>
                </c:pt>
                <c:pt idx="10348" formatCode="0.00">
                  <c:v>7.5176666666666661</c:v>
                </c:pt>
                <c:pt idx="10349" formatCode="0.00">
                  <c:v>7.5184999999999995</c:v>
                </c:pt>
                <c:pt idx="10350" formatCode="0.00">
                  <c:v>7.519333333333333</c:v>
                </c:pt>
                <c:pt idx="10351" formatCode="0.00">
                  <c:v>7.5201666666666656</c:v>
                </c:pt>
                <c:pt idx="10352" formatCode="0.00">
                  <c:v>7.520999999999999</c:v>
                </c:pt>
                <c:pt idx="10353" formatCode="0.00">
                  <c:v>7.5218333333333334</c:v>
                </c:pt>
                <c:pt idx="10354" formatCode="0.00">
                  <c:v>7.5226666666666668</c:v>
                </c:pt>
                <c:pt idx="10355" formatCode="0.00">
                  <c:v>7.5235000000000003</c:v>
                </c:pt>
                <c:pt idx="10356" formatCode="0.00">
                  <c:v>7.5243333333333329</c:v>
                </c:pt>
                <c:pt idx="10357" formatCode="0.00">
                  <c:v>7.5251666666666663</c:v>
                </c:pt>
                <c:pt idx="10358" formatCode="0.00">
                  <c:v>7.5259999999999998</c:v>
                </c:pt>
                <c:pt idx="10359" formatCode="0.00">
                  <c:v>7.5268333333333333</c:v>
                </c:pt>
                <c:pt idx="10360" formatCode="0.00">
                  <c:v>7.5276666666666667</c:v>
                </c:pt>
                <c:pt idx="10361" formatCode="0.00">
                  <c:v>7.5284999999999993</c:v>
                </c:pt>
                <c:pt idx="10362" formatCode="0.00">
                  <c:v>7.5293333333333328</c:v>
                </c:pt>
                <c:pt idx="10363" formatCode="0.00">
                  <c:v>7.5301666666666662</c:v>
                </c:pt>
                <c:pt idx="10364" formatCode="0.00">
                  <c:v>7.5309999999999997</c:v>
                </c:pt>
                <c:pt idx="10365" formatCode="0.00">
                  <c:v>7.5318333333333332</c:v>
                </c:pt>
                <c:pt idx="10366" formatCode="0.00">
                  <c:v>7.5326666666666657</c:v>
                </c:pt>
                <c:pt idx="10367" formatCode="0.00">
                  <c:v>7.5334999999999992</c:v>
                </c:pt>
                <c:pt idx="10368" formatCode="0.00">
                  <c:v>7.5343333333333327</c:v>
                </c:pt>
                <c:pt idx="10369" formatCode="0.00">
                  <c:v>7.5351666666666661</c:v>
                </c:pt>
                <c:pt idx="10370" formatCode="0.00">
                  <c:v>7.5359999999999996</c:v>
                </c:pt>
                <c:pt idx="10371" formatCode="0.00">
                  <c:v>7.5368333333333322</c:v>
                </c:pt>
                <c:pt idx="10372" formatCode="0.00">
                  <c:v>7.5376666666666665</c:v>
                </c:pt>
                <c:pt idx="10373" formatCode="0.00">
                  <c:v>7.5385</c:v>
                </c:pt>
                <c:pt idx="10374" formatCode="0.00">
                  <c:v>7.5393333333333334</c:v>
                </c:pt>
                <c:pt idx="10375" formatCode="0.00">
                  <c:v>7.5401666666666669</c:v>
                </c:pt>
                <c:pt idx="10376" formatCode="0.00">
                  <c:v>7.5409999999999995</c:v>
                </c:pt>
                <c:pt idx="10377" formatCode="0.00">
                  <c:v>7.5418333333333329</c:v>
                </c:pt>
                <c:pt idx="10378" formatCode="0.00">
                  <c:v>7.5426666666666664</c:v>
                </c:pt>
                <c:pt idx="10379" formatCode="0.00">
                  <c:v>7.5434999999999999</c:v>
                </c:pt>
                <c:pt idx="10380" formatCode="0.00">
                  <c:v>7.5443333333333333</c:v>
                </c:pt>
                <c:pt idx="10381" formatCode="0.00">
                  <c:v>7.5451666666666659</c:v>
                </c:pt>
                <c:pt idx="10382" formatCode="0.00">
                  <c:v>7.5459999999999994</c:v>
                </c:pt>
                <c:pt idx="10383" formatCode="0.00">
                  <c:v>7.5468333333333328</c:v>
                </c:pt>
                <c:pt idx="10384" formatCode="0.00">
                  <c:v>7.5476666666666663</c:v>
                </c:pt>
                <c:pt idx="10385" formatCode="0.00">
                  <c:v>7.5484999999999998</c:v>
                </c:pt>
                <c:pt idx="10386" formatCode="0.00">
                  <c:v>7.5493333333333323</c:v>
                </c:pt>
                <c:pt idx="10387" formatCode="0.00">
                  <c:v>7.5501666666666658</c:v>
                </c:pt>
                <c:pt idx="10388" formatCode="0.00">
                  <c:v>7.5509999999999993</c:v>
                </c:pt>
                <c:pt idx="10389" formatCode="0.00">
                  <c:v>7.5518333333333327</c:v>
                </c:pt>
                <c:pt idx="10390" formatCode="0.00">
                  <c:v>7.5526666666666671</c:v>
                </c:pt>
                <c:pt idx="10391" formatCode="0.00">
                  <c:v>7.5534999999999997</c:v>
                </c:pt>
                <c:pt idx="10392" formatCode="0.00">
                  <c:v>7.5543333333333331</c:v>
                </c:pt>
                <c:pt idx="10393" formatCode="0.00">
                  <c:v>7.5551666666666666</c:v>
                </c:pt>
                <c:pt idx="10394" formatCode="0.00">
                  <c:v>7.556</c:v>
                </c:pt>
                <c:pt idx="10395" formatCode="0.00">
                  <c:v>7.5568333333333335</c:v>
                </c:pt>
                <c:pt idx="10396" formatCode="0.00">
                  <c:v>7.5576666666666661</c:v>
                </c:pt>
                <c:pt idx="10397" formatCode="0.00">
                  <c:v>7.5584999999999996</c:v>
                </c:pt>
                <c:pt idx="10398" formatCode="0.00">
                  <c:v>7.559333333333333</c:v>
                </c:pt>
                <c:pt idx="10399" formatCode="0.00">
                  <c:v>7.5601666666666665</c:v>
                </c:pt>
                <c:pt idx="10400" formatCode="0.00">
                  <c:v>7.5609999999999999</c:v>
                </c:pt>
                <c:pt idx="10401" formatCode="0.00">
                  <c:v>7.5618333333333325</c:v>
                </c:pt>
                <c:pt idx="10402" formatCode="0.00">
                  <c:v>7.562666666666666</c:v>
                </c:pt>
                <c:pt idx="10403" formatCode="0.00">
                  <c:v>7.5634999999999994</c:v>
                </c:pt>
                <c:pt idx="10404" formatCode="0.00">
                  <c:v>7.5643333333333329</c:v>
                </c:pt>
                <c:pt idx="10405" formatCode="0.00">
                  <c:v>7.5651666666666664</c:v>
                </c:pt>
                <c:pt idx="10406" formatCode="0.00">
                  <c:v>7.5659999999999989</c:v>
                </c:pt>
                <c:pt idx="10407" formatCode="0.00">
                  <c:v>7.5668333333333324</c:v>
                </c:pt>
                <c:pt idx="10408" formatCode="0.00">
                  <c:v>7.5676666666666659</c:v>
                </c:pt>
                <c:pt idx="10409" formatCode="0.00">
                  <c:v>7.5685000000000002</c:v>
                </c:pt>
                <c:pt idx="10410" formatCode="0.00">
                  <c:v>7.5693333333333337</c:v>
                </c:pt>
                <c:pt idx="10411" formatCode="0.00">
                  <c:v>7.5701666666666663</c:v>
                </c:pt>
                <c:pt idx="10412" formatCode="0.00">
                  <c:v>7.5709999999999997</c:v>
                </c:pt>
                <c:pt idx="10413" formatCode="0.00">
                  <c:v>7.5718333333333332</c:v>
                </c:pt>
                <c:pt idx="10414" formatCode="0.00">
                  <c:v>7.5726666666666667</c:v>
                </c:pt>
                <c:pt idx="10415" formatCode="0.00">
                  <c:v>7.5735000000000001</c:v>
                </c:pt>
                <c:pt idx="10416" formatCode="0.00">
                  <c:v>7.5743333333333327</c:v>
                </c:pt>
                <c:pt idx="10417" formatCode="0.00">
                  <c:v>7.5751666666666662</c:v>
                </c:pt>
                <c:pt idx="10418" formatCode="0.00">
                  <c:v>7.5759999999999996</c:v>
                </c:pt>
                <c:pt idx="10419" formatCode="0.00">
                  <c:v>7.5768333333333331</c:v>
                </c:pt>
                <c:pt idx="10420" formatCode="0.00">
                  <c:v>7.5776666666666666</c:v>
                </c:pt>
                <c:pt idx="10421" formatCode="0.00">
                  <c:v>7.5784999999999991</c:v>
                </c:pt>
                <c:pt idx="10422" formatCode="0.00">
                  <c:v>7.5793333333333326</c:v>
                </c:pt>
                <c:pt idx="10423" formatCode="0.00">
                  <c:v>7.5801666666666661</c:v>
                </c:pt>
                <c:pt idx="10424" formatCode="0.00">
                  <c:v>7.5809999999999995</c:v>
                </c:pt>
                <c:pt idx="10425" formatCode="0.00">
                  <c:v>7.581833333333333</c:v>
                </c:pt>
                <c:pt idx="10426" formatCode="0.00">
                  <c:v>7.5826666666666656</c:v>
                </c:pt>
                <c:pt idx="10427" formatCode="0.00">
                  <c:v>7.583499999999999</c:v>
                </c:pt>
                <c:pt idx="10428" formatCode="0.00">
                  <c:v>7.5843333333333334</c:v>
                </c:pt>
                <c:pt idx="10429" formatCode="0.00">
                  <c:v>7.5851666666666668</c:v>
                </c:pt>
                <c:pt idx="10430" formatCode="0.00">
                  <c:v>7.5860000000000003</c:v>
                </c:pt>
                <c:pt idx="10431" formatCode="0.00">
                  <c:v>7.5868333333333329</c:v>
                </c:pt>
                <c:pt idx="10432" formatCode="0.00">
                  <c:v>7.5876666666666663</c:v>
                </c:pt>
                <c:pt idx="10433" formatCode="0.00">
                  <c:v>7.5884999999999998</c:v>
                </c:pt>
                <c:pt idx="10434" formatCode="0.00">
                  <c:v>7.5893333333333333</c:v>
                </c:pt>
                <c:pt idx="10435" formatCode="0.00">
                  <c:v>7.5901666666666667</c:v>
                </c:pt>
                <c:pt idx="10436" formatCode="0.00">
                  <c:v>7.5909999999999993</c:v>
                </c:pt>
                <c:pt idx="10437" formatCode="0.00">
                  <c:v>7.5918333333333328</c:v>
                </c:pt>
                <c:pt idx="10438" formatCode="0.00">
                  <c:v>7.5926666666666662</c:v>
                </c:pt>
                <c:pt idx="10439" formatCode="0.00">
                  <c:v>7.5934999999999997</c:v>
                </c:pt>
                <c:pt idx="10440" formatCode="0.00">
                  <c:v>7.5943333333333332</c:v>
                </c:pt>
                <c:pt idx="10441" formatCode="0.00">
                  <c:v>7.5951666666666657</c:v>
                </c:pt>
                <c:pt idx="10442" formatCode="0.00">
                  <c:v>7.5959999999999992</c:v>
                </c:pt>
                <c:pt idx="10443" formatCode="0.00">
                  <c:v>7.5968333333333327</c:v>
                </c:pt>
                <c:pt idx="10444" formatCode="0.00">
                  <c:v>7.5976666666666661</c:v>
                </c:pt>
                <c:pt idx="10445" formatCode="0.00">
                  <c:v>7.5984999999999996</c:v>
                </c:pt>
                <c:pt idx="10446" formatCode="0.00">
                  <c:v>7.5993333333333322</c:v>
                </c:pt>
                <c:pt idx="10447" formatCode="0.00">
                  <c:v>7.6001666666666665</c:v>
                </c:pt>
                <c:pt idx="10448" formatCode="0.00">
                  <c:v>7.601</c:v>
                </c:pt>
                <c:pt idx="10449" formatCode="0.00">
                  <c:v>7.6018333333333334</c:v>
                </c:pt>
                <c:pt idx="10450" formatCode="0.00">
                  <c:v>7.6026666666666669</c:v>
                </c:pt>
                <c:pt idx="10451" formatCode="0.00">
                  <c:v>7.6034999999999995</c:v>
                </c:pt>
                <c:pt idx="10452" formatCode="0.00">
                  <c:v>7.6043333333333329</c:v>
                </c:pt>
                <c:pt idx="10453" formatCode="0.00">
                  <c:v>7.6051666666666664</c:v>
                </c:pt>
                <c:pt idx="10454" formatCode="0.00">
                  <c:v>7.6059999999999999</c:v>
                </c:pt>
                <c:pt idx="10455" formatCode="0.00">
                  <c:v>7.6068333333333333</c:v>
                </c:pt>
                <c:pt idx="10456" formatCode="0.00">
                  <c:v>7.6076666666666659</c:v>
                </c:pt>
                <c:pt idx="10457" formatCode="0.00">
                  <c:v>7.6084999999999994</c:v>
                </c:pt>
                <c:pt idx="10458" formatCode="0.00">
                  <c:v>7.6093333333333328</c:v>
                </c:pt>
                <c:pt idx="10459" formatCode="0.00">
                  <c:v>7.6101666666666663</c:v>
                </c:pt>
                <c:pt idx="10460" formatCode="0.00">
                  <c:v>7.6109999999999998</c:v>
                </c:pt>
                <c:pt idx="10461" formatCode="0.00">
                  <c:v>7.6118333333333323</c:v>
                </c:pt>
                <c:pt idx="10462" formatCode="0.00">
                  <c:v>7.6126666666666658</c:v>
                </c:pt>
                <c:pt idx="10463" formatCode="0.00">
                  <c:v>7.6134999999999993</c:v>
                </c:pt>
                <c:pt idx="10464" formatCode="0.00">
                  <c:v>7.6143333333333327</c:v>
                </c:pt>
                <c:pt idx="10465" formatCode="0.00">
                  <c:v>7.6151666666666671</c:v>
                </c:pt>
                <c:pt idx="10466" formatCode="0.00">
                  <c:v>7.6159999999999997</c:v>
                </c:pt>
                <c:pt idx="10467" formatCode="0.00">
                  <c:v>7.6168333333333331</c:v>
                </c:pt>
                <c:pt idx="10468" formatCode="0.00">
                  <c:v>7.6176666666666666</c:v>
                </c:pt>
                <c:pt idx="10469" formatCode="0.00">
                  <c:v>7.6185</c:v>
                </c:pt>
                <c:pt idx="10470" formatCode="0.00">
                  <c:v>7.6193333333333335</c:v>
                </c:pt>
                <c:pt idx="10471" formatCode="0.00">
                  <c:v>7.6201666666666661</c:v>
                </c:pt>
                <c:pt idx="10472" formatCode="0.00">
                  <c:v>7.6209999999999996</c:v>
                </c:pt>
                <c:pt idx="10473" formatCode="0.00">
                  <c:v>7.621833333333333</c:v>
                </c:pt>
                <c:pt idx="10474" formatCode="0.00">
                  <c:v>7.6226666666666665</c:v>
                </c:pt>
                <c:pt idx="10475" formatCode="0.00">
                  <c:v>7.6234999999999999</c:v>
                </c:pt>
                <c:pt idx="10476" formatCode="0.00">
                  <c:v>7.6243333333333325</c:v>
                </c:pt>
                <c:pt idx="10477" formatCode="0.00">
                  <c:v>7.625166666666666</c:v>
                </c:pt>
                <c:pt idx="10478" formatCode="0.00">
                  <c:v>7.6259999999999994</c:v>
                </c:pt>
                <c:pt idx="10479" formatCode="0.00">
                  <c:v>7.6268333333333329</c:v>
                </c:pt>
                <c:pt idx="10480" formatCode="0.00">
                  <c:v>7.6276666666666664</c:v>
                </c:pt>
                <c:pt idx="10481" formatCode="0.00">
                  <c:v>7.6284999999999989</c:v>
                </c:pt>
                <c:pt idx="10482" formatCode="0.00">
                  <c:v>7.6293333333333324</c:v>
                </c:pt>
                <c:pt idx="10483" formatCode="0.00">
                  <c:v>7.6301666666666659</c:v>
                </c:pt>
                <c:pt idx="10484" formatCode="0.00">
                  <c:v>7.6310000000000002</c:v>
                </c:pt>
                <c:pt idx="10485" formatCode="0.00">
                  <c:v>7.6318333333333337</c:v>
                </c:pt>
                <c:pt idx="10486" formatCode="0.00">
                  <c:v>7.6326666666666663</c:v>
                </c:pt>
                <c:pt idx="10487" formatCode="0.00">
                  <c:v>7.6334999999999997</c:v>
                </c:pt>
                <c:pt idx="10488" formatCode="0.00">
                  <c:v>7.6343333333333332</c:v>
                </c:pt>
                <c:pt idx="10489" formatCode="0.00">
                  <c:v>7.6351666666666667</c:v>
                </c:pt>
                <c:pt idx="10490" formatCode="0.00">
                  <c:v>7.6360000000000001</c:v>
                </c:pt>
                <c:pt idx="10491" formatCode="0.00">
                  <c:v>7.6368333333333327</c:v>
                </c:pt>
                <c:pt idx="10492" formatCode="0.00">
                  <c:v>7.6376666666666662</c:v>
                </c:pt>
                <c:pt idx="10493" formatCode="0.00">
                  <c:v>7.6384999999999996</c:v>
                </c:pt>
                <c:pt idx="10494" formatCode="0.00">
                  <c:v>7.6393333333333331</c:v>
                </c:pt>
                <c:pt idx="10495" formatCode="0.00">
                  <c:v>7.6401666666666666</c:v>
                </c:pt>
                <c:pt idx="10496" formatCode="0.00">
                  <c:v>7.6409999999999991</c:v>
                </c:pt>
                <c:pt idx="10497" formatCode="0.00">
                  <c:v>7.6418333333333326</c:v>
                </c:pt>
                <c:pt idx="10498" formatCode="0.00">
                  <c:v>7.6426666666666661</c:v>
                </c:pt>
                <c:pt idx="10499" formatCode="0.00">
                  <c:v>7.6434999999999995</c:v>
                </c:pt>
                <c:pt idx="10500" formatCode="0.00">
                  <c:v>7.644333333333333</c:v>
                </c:pt>
                <c:pt idx="10501" formatCode="0.00">
                  <c:v>7.6451666666666656</c:v>
                </c:pt>
                <c:pt idx="10502" formatCode="0.00">
                  <c:v>7.645999999999999</c:v>
                </c:pt>
                <c:pt idx="10503" formatCode="0.00">
                  <c:v>7.6468333333333334</c:v>
                </c:pt>
                <c:pt idx="10504" formatCode="0.00">
                  <c:v>7.6476666666666668</c:v>
                </c:pt>
                <c:pt idx="10505" formatCode="0.00">
                  <c:v>7.6485000000000003</c:v>
                </c:pt>
                <c:pt idx="10506" formatCode="0.00">
                  <c:v>7.6493333333333329</c:v>
                </c:pt>
                <c:pt idx="10507" formatCode="0.00">
                  <c:v>7.6501666666666663</c:v>
                </c:pt>
                <c:pt idx="10508" formatCode="0.00">
                  <c:v>7.6509999999999998</c:v>
                </c:pt>
                <c:pt idx="10509" formatCode="0.00">
                  <c:v>7.6518333333333333</c:v>
                </c:pt>
                <c:pt idx="10510" formatCode="0.00">
                  <c:v>7.6526666666666667</c:v>
                </c:pt>
                <c:pt idx="10511" formatCode="0.00">
                  <c:v>7.6534999999999993</c:v>
                </c:pt>
                <c:pt idx="10512" formatCode="0.00">
                  <c:v>7.6543333333333328</c:v>
                </c:pt>
                <c:pt idx="10513" formatCode="0.00">
                  <c:v>7.6551666666666662</c:v>
                </c:pt>
                <c:pt idx="10514" formatCode="0.00">
                  <c:v>7.6559999999999997</c:v>
                </c:pt>
                <c:pt idx="10515" formatCode="0.00">
                  <c:v>7.6568333333333332</c:v>
                </c:pt>
                <c:pt idx="10516" formatCode="0.00">
                  <c:v>7.6576666666666657</c:v>
                </c:pt>
                <c:pt idx="10517" formatCode="0.00">
                  <c:v>7.6584999999999992</c:v>
                </c:pt>
                <c:pt idx="10518" formatCode="0.00">
                  <c:v>7.6593333333333327</c:v>
                </c:pt>
                <c:pt idx="10519" formatCode="0.00">
                  <c:v>7.6601666666666661</c:v>
                </c:pt>
                <c:pt idx="10520" formatCode="0.00">
                  <c:v>7.6609999999999996</c:v>
                </c:pt>
                <c:pt idx="10521" formatCode="0.00">
                  <c:v>7.6618333333333322</c:v>
                </c:pt>
                <c:pt idx="10522" formatCode="0.00">
                  <c:v>7.6626666666666665</c:v>
                </c:pt>
                <c:pt idx="10523" formatCode="0.00">
                  <c:v>7.6635</c:v>
                </c:pt>
                <c:pt idx="10524" formatCode="0.00">
                  <c:v>7.6643333333333334</c:v>
                </c:pt>
                <c:pt idx="10525" formatCode="0.00">
                  <c:v>7.6651666666666669</c:v>
                </c:pt>
                <c:pt idx="10526" formatCode="0.00">
                  <c:v>7.6659999999999995</c:v>
                </c:pt>
                <c:pt idx="10527" formatCode="0.00">
                  <c:v>7.6668333333333329</c:v>
                </c:pt>
                <c:pt idx="10528" formatCode="0.00">
                  <c:v>7.6676666666666664</c:v>
                </c:pt>
                <c:pt idx="10529" formatCode="0.00">
                  <c:v>7.6684999999999999</c:v>
                </c:pt>
                <c:pt idx="10530" formatCode="0.00">
                  <c:v>7.6693333333333333</c:v>
                </c:pt>
                <c:pt idx="10531" formatCode="0.00">
                  <c:v>7.6701666666666659</c:v>
                </c:pt>
                <c:pt idx="10532" formatCode="0.00">
                  <c:v>7.6709999999999994</c:v>
                </c:pt>
              </c:numCache>
            </c:numRef>
          </c:xVal>
          <c:yVal>
            <c:numRef>
              <c:f>'Instrument 2'!$F$1:$F$9209</c:f>
              <c:numCache>
                <c:formatCode>General</c:formatCode>
                <c:ptCount val="9209"/>
                <c:pt idx="0">
                  <c:v>7.585</c:v>
                </c:pt>
                <c:pt idx="1">
                  <c:v>7.585</c:v>
                </c:pt>
                <c:pt idx="2">
                  <c:v>7.5839999999999996</c:v>
                </c:pt>
                <c:pt idx="3">
                  <c:v>7.5839999999999996</c:v>
                </c:pt>
                <c:pt idx="4">
                  <c:v>7.585</c:v>
                </c:pt>
                <c:pt idx="5">
                  <c:v>7.585</c:v>
                </c:pt>
                <c:pt idx="6">
                  <c:v>7.5839999999999996</c:v>
                </c:pt>
                <c:pt idx="7">
                  <c:v>7.5839999999999996</c:v>
                </c:pt>
                <c:pt idx="8">
                  <c:v>7.585</c:v>
                </c:pt>
                <c:pt idx="9">
                  <c:v>7.585</c:v>
                </c:pt>
                <c:pt idx="10">
                  <c:v>7.5860000000000003</c:v>
                </c:pt>
                <c:pt idx="11">
                  <c:v>7.5860000000000003</c:v>
                </c:pt>
                <c:pt idx="12">
                  <c:v>7.585</c:v>
                </c:pt>
                <c:pt idx="13">
                  <c:v>7.585</c:v>
                </c:pt>
                <c:pt idx="14">
                  <c:v>7.585</c:v>
                </c:pt>
                <c:pt idx="15">
                  <c:v>7.585</c:v>
                </c:pt>
                <c:pt idx="16">
                  <c:v>7.585</c:v>
                </c:pt>
                <c:pt idx="17">
                  <c:v>7.585</c:v>
                </c:pt>
                <c:pt idx="18">
                  <c:v>7.585</c:v>
                </c:pt>
                <c:pt idx="19">
                  <c:v>7.585</c:v>
                </c:pt>
                <c:pt idx="20">
                  <c:v>7.585</c:v>
                </c:pt>
                <c:pt idx="21">
                  <c:v>7.585</c:v>
                </c:pt>
                <c:pt idx="22">
                  <c:v>7.5839999999999996</c:v>
                </c:pt>
                <c:pt idx="23">
                  <c:v>7.5839999999999996</c:v>
                </c:pt>
                <c:pt idx="24">
                  <c:v>7.5839999999999996</c:v>
                </c:pt>
                <c:pt idx="25">
                  <c:v>7.5839999999999996</c:v>
                </c:pt>
                <c:pt idx="26">
                  <c:v>7.585</c:v>
                </c:pt>
                <c:pt idx="27">
                  <c:v>7.585</c:v>
                </c:pt>
                <c:pt idx="28">
                  <c:v>7.585</c:v>
                </c:pt>
                <c:pt idx="29">
                  <c:v>7.585</c:v>
                </c:pt>
                <c:pt idx="30">
                  <c:v>7.585</c:v>
                </c:pt>
                <c:pt idx="31">
                  <c:v>7.585</c:v>
                </c:pt>
                <c:pt idx="32">
                  <c:v>7.585</c:v>
                </c:pt>
                <c:pt idx="33">
                  <c:v>7.5839999999999996</c:v>
                </c:pt>
                <c:pt idx="34">
                  <c:v>7.5839999999999996</c:v>
                </c:pt>
                <c:pt idx="35">
                  <c:v>7.585</c:v>
                </c:pt>
                <c:pt idx="36">
                  <c:v>7.585</c:v>
                </c:pt>
                <c:pt idx="37">
                  <c:v>7.585</c:v>
                </c:pt>
                <c:pt idx="38">
                  <c:v>7.5839999999999996</c:v>
                </c:pt>
                <c:pt idx="39">
                  <c:v>7.5839999999999996</c:v>
                </c:pt>
                <c:pt idx="40">
                  <c:v>7.5839999999999996</c:v>
                </c:pt>
                <c:pt idx="41">
                  <c:v>7.585</c:v>
                </c:pt>
                <c:pt idx="42">
                  <c:v>7.5839999999999996</c:v>
                </c:pt>
                <c:pt idx="43">
                  <c:v>7.5839999999999996</c:v>
                </c:pt>
                <c:pt idx="44">
                  <c:v>7.5839999999999996</c:v>
                </c:pt>
                <c:pt idx="45">
                  <c:v>7.5839999999999996</c:v>
                </c:pt>
                <c:pt idx="46">
                  <c:v>7.5839999999999996</c:v>
                </c:pt>
                <c:pt idx="47">
                  <c:v>7.5839999999999996</c:v>
                </c:pt>
                <c:pt idx="48">
                  <c:v>7.5839999999999996</c:v>
                </c:pt>
                <c:pt idx="49">
                  <c:v>7.5839999999999996</c:v>
                </c:pt>
                <c:pt idx="50">
                  <c:v>7.5839999999999996</c:v>
                </c:pt>
                <c:pt idx="51">
                  <c:v>7.5839999999999996</c:v>
                </c:pt>
                <c:pt idx="52">
                  <c:v>7.5839999999999996</c:v>
                </c:pt>
                <c:pt idx="53">
                  <c:v>7.5839999999999996</c:v>
                </c:pt>
                <c:pt idx="54">
                  <c:v>7.5839999999999996</c:v>
                </c:pt>
                <c:pt idx="55">
                  <c:v>7.5839999999999996</c:v>
                </c:pt>
                <c:pt idx="56">
                  <c:v>7.5839999999999996</c:v>
                </c:pt>
                <c:pt idx="57">
                  <c:v>7.5830000000000002</c:v>
                </c:pt>
                <c:pt idx="58">
                  <c:v>7.5830000000000002</c:v>
                </c:pt>
                <c:pt idx="59">
                  <c:v>7.5830000000000002</c:v>
                </c:pt>
                <c:pt idx="60">
                  <c:v>7.5830000000000002</c:v>
                </c:pt>
                <c:pt idx="61">
                  <c:v>7.5830000000000002</c:v>
                </c:pt>
                <c:pt idx="62">
                  <c:v>7.5830000000000002</c:v>
                </c:pt>
                <c:pt idx="63">
                  <c:v>7.5830000000000002</c:v>
                </c:pt>
                <c:pt idx="64">
                  <c:v>7.5830000000000002</c:v>
                </c:pt>
                <c:pt idx="65">
                  <c:v>7.5830000000000002</c:v>
                </c:pt>
                <c:pt idx="66">
                  <c:v>7.5830000000000002</c:v>
                </c:pt>
                <c:pt idx="67">
                  <c:v>7.5830000000000002</c:v>
                </c:pt>
                <c:pt idx="68">
                  <c:v>7.5830000000000002</c:v>
                </c:pt>
                <c:pt idx="69">
                  <c:v>7.5830000000000002</c:v>
                </c:pt>
                <c:pt idx="70">
                  <c:v>7.5830000000000002</c:v>
                </c:pt>
                <c:pt idx="71">
                  <c:v>7.5830000000000002</c:v>
                </c:pt>
                <c:pt idx="72">
                  <c:v>7.5830000000000002</c:v>
                </c:pt>
                <c:pt idx="73">
                  <c:v>7.5830000000000002</c:v>
                </c:pt>
                <c:pt idx="74">
                  <c:v>7.5830000000000002</c:v>
                </c:pt>
                <c:pt idx="75">
                  <c:v>7.5819999999999999</c:v>
                </c:pt>
                <c:pt idx="76">
                  <c:v>7.5830000000000002</c:v>
                </c:pt>
                <c:pt idx="77">
                  <c:v>7.5830000000000002</c:v>
                </c:pt>
                <c:pt idx="78">
                  <c:v>7.5830000000000002</c:v>
                </c:pt>
                <c:pt idx="79">
                  <c:v>7.5830000000000002</c:v>
                </c:pt>
                <c:pt idx="80">
                  <c:v>7.5830000000000002</c:v>
                </c:pt>
                <c:pt idx="81">
                  <c:v>7.5830000000000002</c:v>
                </c:pt>
                <c:pt idx="82">
                  <c:v>7.5830000000000002</c:v>
                </c:pt>
                <c:pt idx="83">
                  <c:v>7.5830000000000002</c:v>
                </c:pt>
                <c:pt idx="84">
                  <c:v>7.5830000000000002</c:v>
                </c:pt>
                <c:pt idx="85">
                  <c:v>7.5830000000000002</c:v>
                </c:pt>
                <c:pt idx="86">
                  <c:v>7.5830000000000002</c:v>
                </c:pt>
                <c:pt idx="87">
                  <c:v>7.5830000000000002</c:v>
                </c:pt>
                <c:pt idx="88">
                  <c:v>7.5830000000000002</c:v>
                </c:pt>
                <c:pt idx="89">
                  <c:v>7.5839999999999996</c:v>
                </c:pt>
                <c:pt idx="90">
                  <c:v>7.5830000000000002</c:v>
                </c:pt>
                <c:pt idx="91">
                  <c:v>7.5830000000000002</c:v>
                </c:pt>
                <c:pt idx="92">
                  <c:v>7.5830000000000002</c:v>
                </c:pt>
                <c:pt idx="93">
                  <c:v>7.5830000000000002</c:v>
                </c:pt>
                <c:pt idx="94">
                  <c:v>7.5830000000000002</c:v>
                </c:pt>
                <c:pt idx="95">
                  <c:v>7.5830000000000002</c:v>
                </c:pt>
                <c:pt idx="96">
                  <c:v>7.5819999999999999</c:v>
                </c:pt>
                <c:pt idx="97">
                  <c:v>7.5819999999999999</c:v>
                </c:pt>
                <c:pt idx="98">
                  <c:v>7.5830000000000002</c:v>
                </c:pt>
                <c:pt idx="99">
                  <c:v>7.5830000000000002</c:v>
                </c:pt>
                <c:pt idx="100">
                  <c:v>7.5830000000000002</c:v>
                </c:pt>
                <c:pt idx="101">
                  <c:v>7.5830000000000002</c:v>
                </c:pt>
                <c:pt idx="102">
                  <c:v>7.5830000000000002</c:v>
                </c:pt>
                <c:pt idx="103">
                  <c:v>7.5819999999999999</c:v>
                </c:pt>
                <c:pt idx="104">
                  <c:v>7.5819999999999999</c:v>
                </c:pt>
                <c:pt idx="105">
                  <c:v>7.5830000000000002</c:v>
                </c:pt>
                <c:pt idx="106">
                  <c:v>7.5830000000000002</c:v>
                </c:pt>
                <c:pt idx="107">
                  <c:v>7.5830000000000002</c:v>
                </c:pt>
                <c:pt idx="108">
                  <c:v>7.5830000000000002</c:v>
                </c:pt>
                <c:pt idx="109">
                  <c:v>7.5830000000000002</c:v>
                </c:pt>
                <c:pt idx="110">
                  <c:v>7.5830000000000002</c:v>
                </c:pt>
                <c:pt idx="111">
                  <c:v>7.5819999999999999</c:v>
                </c:pt>
                <c:pt idx="112">
                  <c:v>7.5830000000000002</c:v>
                </c:pt>
                <c:pt idx="113">
                  <c:v>7.5830000000000002</c:v>
                </c:pt>
                <c:pt idx="114">
                  <c:v>7.5830000000000002</c:v>
                </c:pt>
                <c:pt idx="115">
                  <c:v>7.5830000000000002</c:v>
                </c:pt>
                <c:pt idx="116">
                  <c:v>7.5830000000000002</c:v>
                </c:pt>
                <c:pt idx="117">
                  <c:v>7.5830000000000002</c:v>
                </c:pt>
                <c:pt idx="118">
                  <c:v>7.5830000000000002</c:v>
                </c:pt>
                <c:pt idx="119">
                  <c:v>7.5830000000000002</c:v>
                </c:pt>
                <c:pt idx="120">
                  <c:v>7.5830000000000002</c:v>
                </c:pt>
                <c:pt idx="121">
                  <c:v>7.5830000000000002</c:v>
                </c:pt>
                <c:pt idx="122">
                  <c:v>7.5830000000000002</c:v>
                </c:pt>
                <c:pt idx="123">
                  <c:v>7.5830000000000002</c:v>
                </c:pt>
                <c:pt idx="124">
                  <c:v>7.5830000000000002</c:v>
                </c:pt>
                <c:pt idx="125">
                  <c:v>7.5830000000000002</c:v>
                </c:pt>
                <c:pt idx="126">
                  <c:v>7.5830000000000002</c:v>
                </c:pt>
                <c:pt idx="127">
                  <c:v>7.5819999999999999</c:v>
                </c:pt>
                <c:pt idx="128">
                  <c:v>7.5819999999999999</c:v>
                </c:pt>
                <c:pt idx="129">
                  <c:v>7.5830000000000002</c:v>
                </c:pt>
                <c:pt idx="130">
                  <c:v>7.5830000000000002</c:v>
                </c:pt>
                <c:pt idx="131">
                  <c:v>7.5830000000000002</c:v>
                </c:pt>
                <c:pt idx="132">
                  <c:v>7.5830000000000002</c:v>
                </c:pt>
                <c:pt idx="133">
                  <c:v>7.5830000000000002</c:v>
                </c:pt>
                <c:pt idx="134">
                  <c:v>7.5830000000000002</c:v>
                </c:pt>
                <c:pt idx="135">
                  <c:v>7.5830000000000002</c:v>
                </c:pt>
                <c:pt idx="136">
                  <c:v>7.5830000000000002</c:v>
                </c:pt>
                <c:pt idx="137">
                  <c:v>7.5830000000000002</c:v>
                </c:pt>
                <c:pt idx="138">
                  <c:v>7.5830000000000002</c:v>
                </c:pt>
                <c:pt idx="139">
                  <c:v>7.5830000000000002</c:v>
                </c:pt>
                <c:pt idx="140">
                  <c:v>7.5830000000000002</c:v>
                </c:pt>
                <c:pt idx="141">
                  <c:v>7.5830000000000002</c:v>
                </c:pt>
                <c:pt idx="142">
                  <c:v>7.5830000000000002</c:v>
                </c:pt>
                <c:pt idx="143">
                  <c:v>7.5819999999999999</c:v>
                </c:pt>
                <c:pt idx="144">
                  <c:v>7.5830000000000002</c:v>
                </c:pt>
                <c:pt idx="145">
                  <c:v>7.5830000000000002</c:v>
                </c:pt>
                <c:pt idx="146">
                  <c:v>7.5830000000000002</c:v>
                </c:pt>
                <c:pt idx="147">
                  <c:v>7.5830000000000002</c:v>
                </c:pt>
                <c:pt idx="148">
                  <c:v>7.5830000000000002</c:v>
                </c:pt>
                <c:pt idx="149">
                  <c:v>7.5830000000000002</c:v>
                </c:pt>
                <c:pt idx="150">
                  <c:v>7.5819999999999999</c:v>
                </c:pt>
                <c:pt idx="151">
                  <c:v>7.5830000000000002</c:v>
                </c:pt>
                <c:pt idx="152">
                  <c:v>7.5830000000000002</c:v>
                </c:pt>
                <c:pt idx="153">
                  <c:v>7.5830000000000002</c:v>
                </c:pt>
                <c:pt idx="154">
                  <c:v>7.5830000000000002</c:v>
                </c:pt>
                <c:pt idx="155">
                  <c:v>7.5819999999999999</c:v>
                </c:pt>
                <c:pt idx="156">
                  <c:v>7.5819999999999999</c:v>
                </c:pt>
                <c:pt idx="157">
                  <c:v>7.5819999999999999</c:v>
                </c:pt>
                <c:pt idx="158">
                  <c:v>7.5830000000000002</c:v>
                </c:pt>
                <c:pt idx="159">
                  <c:v>7.5830000000000002</c:v>
                </c:pt>
                <c:pt idx="160">
                  <c:v>7.5830000000000002</c:v>
                </c:pt>
                <c:pt idx="161">
                  <c:v>7.5830000000000002</c:v>
                </c:pt>
                <c:pt idx="162">
                  <c:v>7.5830000000000002</c:v>
                </c:pt>
                <c:pt idx="163">
                  <c:v>7.5830000000000002</c:v>
                </c:pt>
                <c:pt idx="164">
                  <c:v>7.5830000000000002</c:v>
                </c:pt>
                <c:pt idx="165">
                  <c:v>7.5830000000000002</c:v>
                </c:pt>
                <c:pt idx="166">
                  <c:v>7.5830000000000002</c:v>
                </c:pt>
                <c:pt idx="167">
                  <c:v>7.5830000000000002</c:v>
                </c:pt>
                <c:pt idx="168">
                  <c:v>7.5830000000000002</c:v>
                </c:pt>
                <c:pt idx="169">
                  <c:v>7.5830000000000002</c:v>
                </c:pt>
                <c:pt idx="170">
                  <c:v>7.5830000000000002</c:v>
                </c:pt>
                <c:pt idx="171">
                  <c:v>7.5830000000000002</c:v>
                </c:pt>
                <c:pt idx="172">
                  <c:v>7.5830000000000002</c:v>
                </c:pt>
                <c:pt idx="173">
                  <c:v>7.5830000000000002</c:v>
                </c:pt>
                <c:pt idx="174">
                  <c:v>7.5830000000000002</c:v>
                </c:pt>
                <c:pt idx="175">
                  <c:v>7.5839999999999996</c:v>
                </c:pt>
                <c:pt idx="176">
                  <c:v>7.5839999999999996</c:v>
                </c:pt>
                <c:pt idx="177">
                  <c:v>7.5830000000000002</c:v>
                </c:pt>
                <c:pt idx="178">
                  <c:v>7.5839999999999996</c:v>
                </c:pt>
                <c:pt idx="179">
                  <c:v>7.5839999999999996</c:v>
                </c:pt>
                <c:pt idx="180">
                  <c:v>7.5830000000000002</c:v>
                </c:pt>
                <c:pt idx="181">
                  <c:v>7.5830000000000002</c:v>
                </c:pt>
                <c:pt idx="182">
                  <c:v>7.5819999999999999</c:v>
                </c:pt>
                <c:pt idx="183">
                  <c:v>7.5830000000000002</c:v>
                </c:pt>
                <c:pt idx="184">
                  <c:v>7.5830000000000002</c:v>
                </c:pt>
                <c:pt idx="185">
                  <c:v>7.5830000000000002</c:v>
                </c:pt>
                <c:pt idx="186">
                  <c:v>7.5830000000000002</c:v>
                </c:pt>
                <c:pt idx="187">
                  <c:v>7.5830000000000002</c:v>
                </c:pt>
                <c:pt idx="188">
                  <c:v>7.5819999999999999</c:v>
                </c:pt>
                <c:pt idx="189">
                  <c:v>7.5819999999999999</c:v>
                </c:pt>
                <c:pt idx="190">
                  <c:v>7.5819999999999999</c:v>
                </c:pt>
                <c:pt idx="191">
                  <c:v>7.5830000000000002</c:v>
                </c:pt>
                <c:pt idx="192">
                  <c:v>7.5830000000000002</c:v>
                </c:pt>
                <c:pt idx="193">
                  <c:v>7.5830000000000002</c:v>
                </c:pt>
                <c:pt idx="194">
                  <c:v>7.5819999999999999</c:v>
                </c:pt>
                <c:pt idx="195">
                  <c:v>7.5819999999999999</c:v>
                </c:pt>
                <c:pt idx="196">
                  <c:v>7.5830000000000002</c:v>
                </c:pt>
                <c:pt idx="197">
                  <c:v>7.5830000000000002</c:v>
                </c:pt>
                <c:pt idx="198">
                  <c:v>7.5830000000000002</c:v>
                </c:pt>
                <c:pt idx="199">
                  <c:v>7.5830000000000002</c:v>
                </c:pt>
                <c:pt idx="200">
                  <c:v>7.5830000000000002</c:v>
                </c:pt>
                <c:pt idx="201">
                  <c:v>7.5830000000000002</c:v>
                </c:pt>
                <c:pt idx="202">
                  <c:v>7.5830000000000002</c:v>
                </c:pt>
                <c:pt idx="203">
                  <c:v>7.5830000000000002</c:v>
                </c:pt>
                <c:pt idx="204">
                  <c:v>7.5839999999999996</c:v>
                </c:pt>
                <c:pt idx="205">
                  <c:v>7.5830000000000002</c:v>
                </c:pt>
                <c:pt idx="206">
                  <c:v>7.5830000000000002</c:v>
                </c:pt>
                <c:pt idx="207">
                  <c:v>7.5830000000000002</c:v>
                </c:pt>
                <c:pt idx="208">
                  <c:v>7.5830000000000002</c:v>
                </c:pt>
                <c:pt idx="209">
                  <c:v>7.5830000000000002</c:v>
                </c:pt>
                <c:pt idx="210">
                  <c:v>7.5830000000000002</c:v>
                </c:pt>
                <c:pt idx="211">
                  <c:v>7.5830000000000002</c:v>
                </c:pt>
                <c:pt idx="212">
                  <c:v>7.5830000000000002</c:v>
                </c:pt>
                <c:pt idx="213">
                  <c:v>7.5830000000000002</c:v>
                </c:pt>
                <c:pt idx="214">
                  <c:v>7.5830000000000002</c:v>
                </c:pt>
                <c:pt idx="215">
                  <c:v>7.5819999999999999</c:v>
                </c:pt>
                <c:pt idx="216">
                  <c:v>7.5819999999999999</c:v>
                </c:pt>
                <c:pt idx="217">
                  <c:v>7.5819999999999999</c:v>
                </c:pt>
                <c:pt idx="218">
                  <c:v>7.5830000000000002</c:v>
                </c:pt>
                <c:pt idx="219">
                  <c:v>7.5830000000000002</c:v>
                </c:pt>
                <c:pt idx="220">
                  <c:v>7.5830000000000002</c:v>
                </c:pt>
                <c:pt idx="221">
                  <c:v>7.5819999999999999</c:v>
                </c:pt>
                <c:pt idx="222">
                  <c:v>7.5819999999999999</c:v>
                </c:pt>
                <c:pt idx="223">
                  <c:v>7.5819999999999999</c:v>
                </c:pt>
                <c:pt idx="224">
                  <c:v>7.5819999999999999</c:v>
                </c:pt>
                <c:pt idx="225">
                  <c:v>7.5819999999999999</c:v>
                </c:pt>
                <c:pt idx="226">
                  <c:v>7.5819999999999999</c:v>
                </c:pt>
                <c:pt idx="227">
                  <c:v>7.5819999999999999</c:v>
                </c:pt>
                <c:pt idx="228">
                  <c:v>7.5830000000000002</c:v>
                </c:pt>
                <c:pt idx="229">
                  <c:v>7.5830000000000002</c:v>
                </c:pt>
                <c:pt idx="230">
                  <c:v>7.5839999999999996</c:v>
                </c:pt>
                <c:pt idx="231">
                  <c:v>7.5830000000000002</c:v>
                </c:pt>
                <c:pt idx="232">
                  <c:v>7.5830000000000002</c:v>
                </c:pt>
                <c:pt idx="233">
                  <c:v>7.5830000000000002</c:v>
                </c:pt>
                <c:pt idx="234">
                  <c:v>7.5830000000000002</c:v>
                </c:pt>
                <c:pt idx="235">
                  <c:v>7.5839999999999996</c:v>
                </c:pt>
                <c:pt idx="236">
                  <c:v>7.5830000000000002</c:v>
                </c:pt>
                <c:pt idx="237">
                  <c:v>7.5830000000000002</c:v>
                </c:pt>
                <c:pt idx="238">
                  <c:v>7.5830000000000002</c:v>
                </c:pt>
                <c:pt idx="239">
                  <c:v>7.5830000000000002</c:v>
                </c:pt>
                <c:pt idx="240">
                  <c:v>7.5830000000000002</c:v>
                </c:pt>
                <c:pt idx="241">
                  <c:v>7.5830000000000002</c:v>
                </c:pt>
                <c:pt idx="242">
                  <c:v>7.5819999999999999</c:v>
                </c:pt>
                <c:pt idx="243">
                  <c:v>7.5819999999999999</c:v>
                </c:pt>
                <c:pt idx="244">
                  <c:v>7.5819999999999999</c:v>
                </c:pt>
                <c:pt idx="245">
                  <c:v>7.5819999999999999</c:v>
                </c:pt>
                <c:pt idx="246">
                  <c:v>7.5819999999999999</c:v>
                </c:pt>
                <c:pt idx="247">
                  <c:v>7.5819999999999999</c:v>
                </c:pt>
                <c:pt idx="248">
                  <c:v>7.5819999999999999</c:v>
                </c:pt>
                <c:pt idx="249">
                  <c:v>7.5819999999999999</c:v>
                </c:pt>
                <c:pt idx="250">
                  <c:v>7.5819999999999999</c:v>
                </c:pt>
                <c:pt idx="251">
                  <c:v>7.5830000000000002</c:v>
                </c:pt>
                <c:pt idx="252">
                  <c:v>7.5819999999999999</c:v>
                </c:pt>
                <c:pt idx="253">
                  <c:v>7.5819999999999999</c:v>
                </c:pt>
                <c:pt idx="254">
                  <c:v>7.5819999999999999</c:v>
                </c:pt>
                <c:pt idx="255">
                  <c:v>7.5819999999999999</c:v>
                </c:pt>
                <c:pt idx="256">
                  <c:v>7.5830000000000002</c:v>
                </c:pt>
                <c:pt idx="257">
                  <c:v>7.5830000000000002</c:v>
                </c:pt>
                <c:pt idx="258">
                  <c:v>7.5819999999999999</c:v>
                </c:pt>
                <c:pt idx="259">
                  <c:v>7.5819999999999999</c:v>
                </c:pt>
                <c:pt idx="260">
                  <c:v>7.5819999999999999</c:v>
                </c:pt>
                <c:pt idx="261">
                  <c:v>7.5819999999999999</c:v>
                </c:pt>
                <c:pt idx="262">
                  <c:v>7.5830000000000002</c:v>
                </c:pt>
                <c:pt idx="263">
                  <c:v>7.5830000000000002</c:v>
                </c:pt>
                <c:pt idx="264">
                  <c:v>7.5819999999999999</c:v>
                </c:pt>
                <c:pt idx="265">
                  <c:v>7.5819999999999999</c:v>
                </c:pt>
                <c:pt idx="266">
                  <c:v>7.5819999999999999</c:v>
                </c:pt>
                <c:pt idx="267">
                  <c:v>7.5830000000000002</c:v>
                </c:pt>
                <c:pt idx="268">
                  <c:v>7.5819999999999999</c:v>
                </c:pt>
                <c:pt idx="269">
                  <c:v>7.5819999999999999</c:v>
                </c:pt>
                <c:pt idx="270">
                  <c:v>7.5819999999999999</c:v>
                </c:pt>
                <c:pt idx="271">
                  <c:v>7.5819999999999999</c:v>
                </c:pt>
                <c:pt idx="272">
                  <c:v>7.5819999999999999</c:v>
                </c:pt>
                <c:pt idx="273">
                  <c:v>7.5819999999999999</c:v>
                </c:pt>
                <c:pt idx="274">
                  <c:v>7.5819999999999999</c:v>
                </c:pt>
                <c:pt idx="275">
                  <c:v>7.5819999999999999</c:v>
                </c:pt>
                <c:pt idx="276">
                  <c:v>7.5819999999999999</c:v>
                </c:pt>
                <c:pt idx="277">
                  <c:v>7.5819999999999999</c:v>
                </c:pt>
                <c:pt idx="278">
                  <c:v>7.5819999999999999</c:v>
                </c:pt>
                <c:pt idx="279">
                  <c:v>7.5819999999999999</c:v>
                </c:pt>
                <c:pt idx="280">
                  <c:v>7.5819999999999999</c:v>
                </c:pt>
                <c:pt idx="281">
                  <c:v>7.5819999999999999</c:v>
                </c:pt>
                <c:pt idx="282">
                  <c:v>7.5819999999999999</c:v>
                </c:pt>
                <c:pt idx="283">
                  <c:v>7.5819999999999999</c:v>
                </c:pt>
                <c:pt idx="284">
                  <c:v>7.5810000000000004</c:v>
                </c:pt>
                <c:pt idx="285">
                  <c:v>7.5810000000000004</c:v>
                </c:pt>
                <c:pt idx="286">
                  <c:v>7.5810000000000004</c:v>
                </c:pt>
                <c:pt idx="287">
                  <c:v>7.5819999999999999</c:v>
                </c:pt>
                <c:pt idx="288">
                  <c:v>7.5819999999999999</c:v>
                </c:pt>
                <c:pt idx="289">
                  <c:v>7.5819999999999999</c:v>
                </c:pt>
                <c:pt idx="290">
                  <c:v>7.5819999999999999</c:v>
                </c:pt>
                <c:pt idx="291">
                  <c:v>7.5819999999999999</c:v>
                </c:pt>
                <c:pt idx="292">
                  <c:v>7.5819999999999999</c:v>
                </c:pt>
                <c:pt idx="293">
                  <c:v>7.5819999999999999</c:v>
                </c:pt>
                <c:pt idx="294">
                  <c:v>7.5819999999999999</c:v>
                </c:pt>
                <c:pt idx="295">
                  <c:v>7.5819999999999999</c:v>
                </c:pt>
                <c:pt idx="296">
                  <c:v>7.5819999999999999</c:v>
                </c:pt>
                <c:pt idx="297">
                  <c:v>7.5819999999999999</c:v>
                </c:pt>
                <c:pt idx="298">
                  <c:v>7.5819999999999999</c:v>
                </c:pt>
                <c:pt idx="299">
                  <c:v>7.5819999999999999</c:v>
                </c:pt>
                <c:pt idx="300">
                  <c:v>7.5819999999999999</c:v>
                </c:pt>
                <c:pt idx="301">
                  <c:v>7.5819999999999999</c:v>
                </c:pt>
                <c:pt idx="302">
                  <c:v>7.5819999999999999</c:v>
                </c:pt>
                <c:pt idx="303">
                  <c:v>7.5819999999999999</c:v>
                </c:pt>
                <c:pt idx="304">
                  <c:v>7.5819999999999999</c:v>
                </c:pt>
                <c:pt idx="305">
                  <c:v>7.5819999999999999</c:v>
                </c:pt>
                <c:pt idx="306">
                  <c:v>7.5819999999999999</c:v>
                </c:pt>
                <c:pt idx="307">
                  <c:v>7.5819999999999999</c:v>
                </c:pt>
                <c:pt idx="308">
                  <c:v>7.5819999999999999</c:v>
                </c:pt>
                <c:pt idx="309">
                  <c:v>7.5819999999999999</c:v>
                </c:pt>
                <c:pt idx="310">
                  <c:v>7.5819999999999999</c:v>
                </c:pt>
                <c:pt idx="311">
                  <c:v>7.5819999999999999</c:v>
                </c:pt>
                <c:pt idx="312">
                  <c:v>7.5830000000000002</c:v>
                </c:pt>
                <c:pt idx="313">
                  <c:v>7.5830000000000002</c:v>
                </c:pt>
                <c:pt idx="314">
                  <c:v>7.5830000000000002</c:v>
                </c:pt>
                <c:pt idx="315">
                  <c:v>7.5819999999999999</c:v>
                </c:pt>
                <c:pt idx="316">
                  <c:v>7.5819999999999999</c:v>
                </c:pt>
                <c:pt idx="317">
                  <c:v>7.5819999999999999</c:v>
                </c:pt>
                <c:pt idx="318">
                  <c:v>7.5819999999999999</c:v>
                </c:pt>
                <c:pt idx="319">
                  <c:v>7.5819999999999999</c:v>
                </c:pt>
                <c:pt idx="320">
                  <c:v>7.5819999999999999</c:v>
                </c:pt>
                <c:pt idx="321">
                  <c:v>7.5819999999999999</c:v>
                </c:pt>
                <c:pt idx="322">
                  <c:v>7.5819999999999999</c:v>
                </c:pt>
                <c:pt idx="323">
                  <c:v>7.5819999999999999</c:v>
                </c:pt>
                <c:pt idx="324">
                  <c:v>7.5819999999999999</c:v>
                </c:pt>
                <c:pt idx="325">
                  <c:v>7.5819999999999999</c:v>
                </c:pt>
                <c:pt idx="326">
                  <c:v>7.5819999999999999</c:v>
                </c:pt>
                <c:pt idx="327">
                  <c:v>7.5819999999999999</c:v>
                </c:pt>
                <c:pt idx="328">
                  <c:v>7.5819999999999999</c:v>
                </c:pt>
                <c:pt idx="329">
                  <c:v>7.5819999999999999</c:v>
                </c:pt>
                <c:pt idx="330">
                  <c:v>7.5819999999999999</c:v>
                </c:pt>
                <c:pt idx="331">
                  <c:v>7.5819999999999999</c:v>
                </c:pt>
                <c:pt idx="332">
                  <c:v>7.5819999999999999</c:v>
                </c:pt>
                <c:pt idx="333">
                  <c:v>7.5819999999999999</c:v>
                </c:pt>
                <c:pt idx="334">
                  <c:v>7.5819999999999999</c:v>
                </c:pt>
                <c:pt idx="335">
                  <c:v>7.5819999999999999</c:v>
                </c:pt>
                <c:pt idx="336">
                  <c:v>7.5819999999999999</c:v>
                </c:pt>
                <c:pt idx="337">
                  <c:v>7.5819999999999999</c:v>
                </c:pt>
                <c:pt idx="338">
                  <c:v>7.5819999999999999</c:v>
                </c:pt>
                <c:pt idx="339">
                  <c:v>7.5830000000000002</c:v>
                </c:pt>
                <c:pt idx="340">
                  <c:v>7.5830000000000002</c:v>
                </c:pt>
                <c:pt idx="341">
                  <c:v>7.5819999999999999</c:v>
                </c:pt>
                <c:pt idx="342">
                  <c:v>7.5819999999999999</c:v>
                </c:pt>
                <c:pt idx="343">
                  <c:v>7.5830000000000002</c:v>
                </c:pt>
                <c:pt idx="344">
                  <c:v>7.5830000000000002</c:v>
                </c:pt>
                <c:pt idx="345">
                  <c:v>7.5830000000000002</c:v>
                </c:pt>
                <c:pt idx="346">
                  <c:v>7.5830000000000002</c:v>
                </c:pt>
                <c:pt idx="347">
                  <c:v>7.5830000000000002</c:v>
                </c:pt>
                <c:pt idx="348">
                  <c:v>7.5830000000000002</c:v>
                </c:pt>
                <c:pt idx="349">
                  <c:v>7.5830000000000002</c:v>
                </c:pt>
                <c:pt idx="350">
                  <c:v>7.5830000000000002</c:v>
                </c:pt>
                <c:pt idx="351">
                  <c:v>7.5839999999999996</c:v>
                </c:pt>
                <c:pt idx="352">
                  <c:v>7.5839999999999996</c:v>
                </c:pt>
                <c:pt idx="353">
                  <c:v>7.5839999999999996</c:v>
                </c:pt>
                <c:pt idx="354">
                  <c:v>7.5839999999999996</c:v>
                </c:pt>
                <c:pt idx="355">
                  <c:v>7.5839999999999996</c:v>
                </c:pt>
                <c:pt idx="356">
                  <c:v>7.5839999999999996</c:v>
                </c:pt>
                <c:pt idx="357">
                  <c:v>7.5839999999999996</c:v>
                </c:pt>
                <c:pt idx="358">
                  <c:v>7.5830000000000002</c:v>
                </c:pt>
                <c:pt idx="359">
                  <c:v>7.5830000000000002</c:v>
                </c:pt>
                <c:pt idx="360">
                  <c:v>7.5830000000000002</c:v>
                </c:pt>
                <c:pt idx="361">
                  <c:v>7.5819999999999999</c:v>
                </c:pt>
                <c:pt idx="362">
                  <c:v>7.5810000000000004</c:v>
                </c:pt>
                <c:pt idx="363">
                  <c:v>7.5819999999999999</c:v>
                </c:pt>
                <c:pt idx="364">
                  <c:v>7.5810000000000004</c:v>
                </c:pt>
                <c:pt idx="365">
                  <c:v>7.5810000000000004</c:v>
                </c:pt>
                <c:pt idx="366">
                  <c:v>7.58</c:v>
                </c:pt>
                <c:pt idx="367">
                  <c:v>7.5810000000000004</c:v>
                </c:pt>
                <c:pt idx="368">
                  <c:v>7.5810000000000004</c:v>
                </c:pt>
                <c:pt idx="369">
                  <c:v>7.5819999999999999</c:v>
                </c:pt>
                <c:pt idx="370">
                  <c:v>7.5819999999999999</c:v>
                </c:pt>
                <c:pt idx="371">
                  <c:v>7.5819999999999999</c:v>
                </c:pt>
                <c:pt idx="372">
                  <c:v>7.5819999999999999</c:v>
                </c:pt>
                <c:pt idx="373">
                  <c:v>7.5819999999999999</c:v>
                </c:pt>
                <c:pt idx="374">
                  <c:v>7.5819999999999999</c:v>
                </c:pt>
                <c:pt idx="375">
                  <c:v>7.5830000000000002</c:v>
                </c:pt>
                <c:pt idx="376">
                  <c:v>7.5830000000000002</c:v>
                </c:pt>
                <c:pt idx="377">
                  <c:v>7.5839999999999996</c:v>
                </c:pt>
                <c:pt idx="378">
                  <c:v>7.5839999999999996</c:v>
                </c:pt>
                <c:pt idx="379">
                  <c:v>7.5839999999999996</c:v>
                </c:pt>
                <c:pt idx="380">
                  <c:v>7.5839999999999996</c:v>
                </c:pt>
                <c:pt idx="381">
                  <c:v>7.5839999999999996</c:v>
                </c:pt>
                <c:pt idx="382">
                  <c:v>7.5839999999999996</c:v>
                </c:pt>
                <c:pt idx="383">
                  <c:v>7.5839999999999996</c:v>
                </c:pt>
                <c:pt idx="384">
                  <c:v>7.5839999999999996</c:v>
                </c:pt>
                <c:pt idx="385">
                  <c:v>7.5839999999999996</c:v>
                </c:pt>
                <c:pt idx="386">
                  <c:v>7.5839999999999996</c:v>
                </c:pt>
                <c:pt idx="387">
                  <c:v>7.5839999999999996</c:v>
                </c:pt>
                <c:pt idx="388">
                  <c:v>7.585</c:v>
                </c:pt>
                <c:pt idx="389">
                  <c:v>7.585</c:v>
                </c:pt>
                <c:pt idx="390">
                  <c:v>7.585</c:v>
                </c:pt>
                <c:pt idx="391">
                  <c:v>7.585</c:v>
                </c:pt>
                <c:pt idx="392">
                  <c:v>7.5839999999999996</c:v>
                </c:pt>
                <c:pt idx="393">
                  <c:v>7.5839999999999996</c:v>
                </c:pt>
                <c:pt idx="394">
                  <c:v>7.5839999999999996</c:v>
                </c:pt>
                <c:pt idx="395">
                  <c:v>7.5839999999999996</c:v>
                </c:pt>
                <c:pt idx="396">
                  <c:v>7.5839999999999996</c:v>
                </c:pt>
                <c:pt idx="397">
                  <c:v>7.5839999999999996</c:v>
                </c:pt>
                <c:pt idx="398">
                  <c:v>7.5839999999999996</c:v>
                </c:pt>
                <c:pt idx="399">
                  <c:v>7.5839999999999996</c:v>
                </c:pt>
                <c:pt idx="400">
                  <c:v>7.5830000000000002</c:v>
                </c:pt>
                <c:pt idx="401">
                  <c:v>7.5830000000000002</c:v>
                </c:pt>
                <c:pt idx="402">
                  <c:v>7.5830000000000002</c:v>
                </c:pt>
                <c:pt idx="403">
                  <c:v>7.5830000000000002</c:v>
                </c:pt>
                <c:pt idx="404">
                  <c:v>7.5830000000000002</c:v>
                </c:pt>
                <c:pt idx="405">
                  <c:v>7.5830000000000002</c:v>
                </c:pt>
                <c:pt idx="406">
                  <c:v>7.5830000000000002</c:v>
                </c:pt>
                <c:pt idx="407">
                  <c:v>7.5830000000000002</c:v>
                </c:pt>
                <c:pt idx="408">
                  <c:v>7.5839999999999996</c:v>
                </c:pt>
                <c:pt idx="409">
                  <c:v>7.5839999999999996</c:v>
                </c:pt>
                <c:pt idx="410">
                  <c:v>7.5830000000000002</c:v>
                </c:pt>
                <c:pt idx="411">
                  <c:v>7.5830000000000002</c:v>
                </c:pt>
                <c:pt idx="412">
                  <c:v>7.5830000000000002</c:v>
                </c:pt>
                <c:pt idx="413">
                  <c:v>7.5830000000000002</c:v>
                </c:pt>
                <c:pt idx="414">
                  <c:v>7.5830000000000002</c:v>
                </c:pt>
                <c:pt idx="415">
                  <c:v>7.5830000000000002</c:v>
                </c:pt>
                <c:pt idx="416">
                  <c:v>7.5830000000000002</c:v>
                </c:pt>
                <c:pt idx="417">
                  <c:v>7.5830000000000002</c:v>
                </c:pt>
                <c:pt idx="418">
                  <c:v>7.5830000000000002</c:v>
                </c:pt>
                <c:pt idx="419">
                  <c:v>7.5819999999999999</c:v>
                </c:pt>
                <c:pt idx="420">
                  <c:v>7.5819999999999999</c:v>
                </c:pt>
                <c:pt idx="421">
                  <c:v>7.5819999999999999</c:v>
                </c:pt>
                <c:pt idx="422">
                  <c:v>7.5819999999999999</c:v>
                </c:pt>
                <c:pt idx="423">
                  <c:v>7.5819999999999999</c:v>
                </c:pt>
                <c:pt idx="424">
                  <c:v>7.58</c:v>
                </c:pt>
                <c:pt idx="425">
                  <c:v>7.5780000000000003</c:v>
                </c:pt>
                <c:pt idx="426">
                  <c:v>7.5750000000000002</c:v>
                </c:pt>
                <c:pt idx="427">
                  <c:v>7.5750000000000002</c:v>
                </c:pt>
                <c:pt idx="428">
                  <c:v>7.577</c:v>
                </c:pt>
                <c:pt idx="429">
                  <c:v>7.5780000000000003</c:v>
                </c:pt>
                <c:pt idx="430">
                  <c:v>7.58</c:v>
                </c:pt>
                <c:pt idx="431">
                  <c:v>7.58</c:v>
                </c:pt>
                <c:pt idx="432">
                  <c:v>7.58</c:v>
                </c:pt>
                <c:pt idx="433">
                  <c:v>7.58</c:v>
                </c:pt>
                <c:pt idx="434">
                  <c:v>7.5789999999999997</c:v>
                </c:pt>
                <c:pt idx="435">
                  <c:v>7.5789999999999997</c:v>
                </c:pt>
                <c:pt idx="436">
                  <c:v>7.5789999999999997</c:v>
                </c:pt>
                <c:pt idx="437">
                  <c:v>7.5789999999999997</c:v>
                </c:pt>
                <c:pt idx="438">
                  <c:v>7.5789999999999997</c:v>
                </c:pt>
                <c:pt idx="439">
                  <c:v>7.5780000000000003</c:v>
                </c:pt>
                <c:pt idx="440">
                  <c:v>7.5780000000000003</c:v>
                </c:pt>
                <c:pt idx="441">
                  <c:v>7.5780000000000003</c:v>
                </c:pt>
                <c:pt idx="442">
                  <c:v>7.5780000000000003</c:v>
                </c:pt>
                <c:pt idx="443">
                  <c:v>7.5780000000000003</c:v>
                </c:pt>
                <c:pt idx="444">
                  <c:v>7.577</c:v>
                </c:pt>
                <c:pt idx="445">
                  <c:v>7.577</c:v>
                </c:pt>
                <c:pt idx="446">
                  <c:v>7.5759999999999996</c:v>
                </c:pt>
                <c:pt idx="447">
                  <c:v>7.5759999999999996</c:v>
                </c:pt>
                <c:pt idx="448">
                  <c:v>7.5759999999999996</c:v>
                </c:pt>
                <c:pt idx="449">
                  <c:v>7.5759999999999996</c:v>
                </c:pt>
                <c:pt idx="450">
                  <c:v>7.5750000000000002</c:v>
                </c:pt>
                <c:pt idx="451">
                  <c:v>7.5750000000000002</c:v>
                </c:pt>
                <c:pt idx="452">
                  <c:v>7.5750000000000002</c:v>
                </c:pt>
                <c:pt idx="453">
                  <c:v>7.5739999999999998</c:v>
                </c:pt>
                <c:pt idx="454">
                  <c:v>7.5730000000000004</c:v>
                </c:pt>
                <c:pt idx="455">
                  <c:v>7.5780000000000003</c:v>
                </c:pt>
                <c:pt idx="456">
                  <c:v>7.5810000000000004</c:v>
                </c:pt>
                <c:pt idx="457">
                  <c:v>7.585</c:v>
                </c:pt>
                <c:pt idx="458">
                  <c:v>7.5860000000000003</c:v>
                </c:pt>
                <c:pt idx="459">
                  <c:v>7.5869999999999997</c:v>
                </c:pt>
                <c:pt idx="460">
                  <c:v>7.5880000000000001</c:v>
                </c:pt>
                <c:pt idx="461">
                  <c:v>7.5880000000000001</c:v>
                </c:pt>
                <c:pt idx="462">
                  <c:v>7.5880000000000001</c:v>
                </c:pt>
                <c:pt idx="463">
                  <c:v>7.5869999999999997</c:v>
                </c:pt>
                <c:pt idx="464">
                  <c:v>7.5860000000000003</c:v>
                </c:pt>
                <c:pt idx="465">
                  <c:v>7.5839999999999996</c:v>
                </c:pt>
                <c:pt idx="466">
                  <c:v>7.5839999999999996</c:v>
                </c:pt>
                <c:pt idx="467">
                  <c:v>7.5819999999999999</c:v>
                </c:pt>
                <c:pt idx="468">
                  <c:v>7.5810000000000004</c:v>
                </c:pt>
                <c:pt idx="469">
                  <c:v>7.5789999999999997</c:v>
                </c:pt>
                <c:pt idx="470">
                  <c:v>7.5810000000000004</c:v>
                </c:pt>
                <c:pt idx="471">
                  <c:v>7.5819999999999999</c:v>
                </c:pt>
                <c:pt idx="472">
                  <c:v>7.5819999999999999</c:v>
                </c:pt>
                <c:pt idx="473">
                  <c:v>7.5819999999999999</c:v>
                </c:pt>
                <c:pt idx="474">
                  <c:v>7.5830000000000002</c:v>
                </c:pt>
                <c:pt idx="475">
                  <c:v>7.5839999999999996</c:v>
                </c:pt>
                <c:pt idx="476">
                  <c:v>7.5839999999999996</c:v>
                </c:pt>
                <c:pt idx="477">
                  <c:v>7.585</c:v>
                </c:pt>
                <c:pt idx="478">
                  <c:v>7.5839999999999996</c:v>
                </c:pt>
                <c:pt idx="479">
                  <c:v>7.5839999999999996</c:v>
                </c:pt>
                <c:pt idx="480">
                  <c:v>7.5839999999999996</c:v>
                </c:pt>
                <c:pt idx="481">
                  <c:v>7.585</c:v>
                </c:pt>
                <c:pt idx="482">
                  <c:v>7.585</c:v>
                </c:pt>
                <c:pt idx="483">
                  <c:v>7.585</c:v>
                </c:pt>
                <c:pt idx="484">
                  <c:v>7.585</c:v>
                </c:pt>
                <c:pt idx="485">
                  <c:v>7.5839999999999996</c:v>
                </c:pt>
                <c:pt idx="486">
                  <c:v>7.5839999999999996</c:v>
                </c:pt>
                <c:pt idx="487">
                  <c:v>7.5839999999999996</c:v>
                </c:pt>
                <c:pt idx="488">
                  <c:v>7.5839999999999996</c:v>
                </c:pt>
                <c:pt idx="489">
                  <c:v>7.5830000000000002</c:v>
                </c:pt>
                <c:pt idx="490">
                  <c:v>7.5830000000000002</c:v>
                </c:pt>
                <c:pt idx="491">
                  <c:v>7.5830000000000002</c:v>
                </c:pt>
                <c:pt idx="492">
                  <c:v>7.5830000000000002</c:v>
                </c:pt>
                <c:pt idx="493">
                  <c:v>7.5830000000000002</c:v>
                </c:pt>
                <c:pt idx="494">
                  <c:v>7.5830000000000002</c:v>
                </c:pt>
                <c:pt idx="495">
                  <c:v>7.5830000000000002</c:v>
                </c:pt>
                <c:pt idx="496">
                  <c:v>7.5830000000000002</c:v>
                </c:pt>
                <c:pt idx="497">
                  <c:v>7.5830000000000002</c:v>
                </c:pt>
                <c:pt idx="498">
                  <c:v>7.5830000000000002</c:v>
                </c:pt>
                <c:pt idx="499">
                  <c:v>7.5830000000000002</c:v>
                </c:pt>
                <c:pt idx="500">
                  <c:v>7.5830000000000002</c:v>
                </c:pt>
                <c:pt idx="501">
                  <c:v>7.5830000000000002</c:v>
                </c:pt>
                <c:pt idx="502">
                  <c:v>7.5830000000000002</c:v>
                </c:pt>
                <c:pt idx="503">
                  <c:v>7.5830000000000002</c:v>
                </c:pt>
                <c:pt idx="504">
                  <c:v>7.5830000000000002</c:v>
                </c:pt>
                <c:pt idx="505">
                  <c:v>7.5819999999999999</c:v>
                </c:pt>
                <c:pt idx="506">
                  <c:v>7.5830000000000002</c:v>
                </c:pt>
                <c:pt idx="507">
                  <c:v>7.5830000000000002</c:v>
                </c:pt>
                <c:pt idx="508">
                  <c:v>7.5830000000000002</c:v>
                </c:pt>
                <c:pt idx="509">
                  <c:v>7.5819999999999999</c:v>
                </c:pt>
                <c:pt idx="510">
                  <c:v>7.5819999999999999</c:v>
                </c:pt>
                <c:pt idx="511">
                  <c:v>7.5819999999999999</c:v>
                </c:pt>
                <c:pt idx="512">
                  <c:v>7.5819999999999999</c:v>
                </c:pt>
                <c:pt idx="513">
                  <c:v>7.5819999999999999</c:v>
                </c:pt>
                <c:pt idx="514">
                  <c:v>7.5819999999999999</c:v>
                </c:pt>
                <c:pt idx="515">
                  <c:v>7.5819999999999999</c:v>
                </c:pt>
                <c:pt idx="516">
                  <c:v>7.5819999999999999</c:v>
                </c:pt>
                <c:pt idx="517">
                  <c:v>7.5819999999999999</c:v>
                </c:pt>
                <c:pt idx="518">
                  <c:v>7.5819999999999999</c:v>
                </c:pt>
                <c:pt idx="519">
                  <c:v>7.5819999999999999</c:v>
                </c:pt>
                <c:pt idx="520">
                  <c:v>7.5819999999999999</c:v>
                </c:pt>
                <c:pt idx="521">
                  <c:v>7.5819999999999999</c:v>
                </c:pt>
                <c:pt idx="522">
                  <c:v>7.5810000000000004</c:v>
                </c:pt>
                <c:pt idx="523">
                  <c:v>7.5810000000000004</c:v>
                </c:pt>
                <c:pt idx="524">
                  <c:v>7.5810000000000004</c:v>
                </c:pt>
                <c:pt idx="525">
                  <c:v>7.5819999999999999</c:v>
                </c:pt>
                <c:pt idx="526">
                  <c:v>7.5819999999999999</c:v>
                </c:pt>
                <c:pt idx="527">
                  <c:v>7.5819999999999999</c:v>
                </c:pt>
                <c:pt idx="528">
                  <c:v>7.5819999999999999</c:v>
                </c:pt>
                <c:pt idx="529">
                  <c:v>7.5810000000000004</c:v>
                </c:pt>
                <c:pt idx="530">
                  <c:v>7.5810000000000004</c:v>
                </c:pt>
                <c:pt idx="531">
                  <c:v>7.5810000000000004</c:v>
                </c:pt>
                <c:pt idx="532">
                  <c:v>7.5810000000000004</c:v>
                </c:pt>
                <c:pt idx="533">
                  <c:v>7.5819999999999999</c:v>
                </c:pt>
                <c:pt idx="534">
                  <c:v>7.5819999999999999</c:v>
                </c:pt>
                <c:pt idx="535">
                  <c:v>7.5819999999999999</c:v>
                </c:pt>
                <c:pt idx="536">
                  <c:v>7.5810000000000004</c:v>
                </c:pt>
                <c:pt idx="537">
                  <c:v>7.5810000000000004</c:v>
                </c:pt>
                <c:pt idx="538">
                  <c:v>7.5819999999999999</c:v>
                </c:pt>
                <c:pt idx="539">
                  <c:v>7.5810000000000004</c:v>
                </c:pt>
                <c:pt idx="540">
                  <c:v>7.5810000000000004</c:v>
                </c:pt>
                <c:pt idx="541">
                  <c:v>7.5810000000000004</c:v>
                </c:pt>
                <c:pt idx="542">
                  <c:v>7.5819999999999999</c:v>
                </c:pt>
                <c:pt idx="543">
                  <c:v>7.5819999999999999</c:v>
                </c:pt>
                <c:pt idx="544">
                  <c:v>7.5819999999999999</c:v>
                </c:pt>
                <c:pt idx="545">
                  <c:v>7.5819999999999999</c:v>
                </c:pt>
                <c:pt idx="546">
                  <c:v>7.5819999999999999</c:v>
                </c:pt>
                <c:pt idx="547">
                  <c:v>7.5819999999999999</c:v>
                </c:pt>
                <c:pt idx="548">
                  <c:v>7.5819999999999999</c:v>
                </c:pt>
                <c:pt idx="549">
                  <c:v>7.5819999999999999</c:v>
                </c:pt>
                <c:pt idx="550">
                  <c:v>7.5810000000000004</c:v>
                </c:pt>
                <c:pt idx="551">
                  <c:v>7.5810000000000004</c:v>
                </c:pt>
                <c:pt idx="552">
                  <c:v>7.5819999999999999</c:v>
                </c:pt>
                <c:pt idx="553">
                  <c:v>7.5819999999999999</c:v>
                </c:pt>
                <c:pt idx="554">
                  <c:v>7.5810000000000004</c:v>
                </c:pt>
                <c:pt idx="555">
                  <c:v>7.5819999999999999</c:v>
                </c:pt>
                <c:pt idx="556">
                  <c:v>7.5819999999999999</c:v>
                </c:pt>
                <c:pt idx="557">
                  <c:v>7.5810000000000004</c:v>
                </c:pt>
                <c:pt idx="558">
                  <c:v>7.5810000000000004</c:v>
                </c:pt>
                <c:pt idx="559">
                  <c:v>7.5810000000000004</c:v>
                </c:pt>
                <c:pt idx="560">
                  <c:v>7.5810000000000004</c:v>
                </c:pt>
                <c:pt idx="561">
                  <c:v>7.5810000000000004</c:v>
                </c:pt>
                <c:pt idx="562">
                  <c:v>7.5810000000000004</c:v>
                </c:pt>
                <c:pt idx="563">
                  <c:v>7.5810000000000004</c:v>
                </c:pt>
                <c:pt idx="564">
                  <c:v>7.5810000000000004</c:v>
                </c:pt>
                <c:pt idx="565">
                  <c:v>7.5810000000000004</c:v>
                </c:pt>
                <c:pt idx="566">
                  <c:v>7.5810000000000004</c:v>
                </c:pt>
                <c:pt idx="567">
                  <c:v>7.5810000000000004</c:v>
                </c:pt>
                <c:pt idx="568">
                  <c:v>7.5810000000000004</c:v>
                </c:pt>
                <c:pt idx="569">
                  <c:v>7.5810000000000004</c:v>
                </c:pt>
                <c:pt idx="570">
                  <c:v>7.5810000000000004</c:v>
                </c:pt>
                <c:pt idx="571">
                  <c:v>7.5810000000000004</c:v>
                </c:pt>
                <c:pt idx="572">
                  <c:v>7.5810000000000004</c:v>
                </c:pt>
                <c:pt idx="573">
                  <c:v>7.5810000000000004</c:v>
                </c:pt>
                <c:pt idx="574">
                  <c:v>7.5810000000000004</c:v>
                </c:pt>
                <c:pt idx="575">
                  <c:v>7.58</c:v>
                </c:pt>
                <c:pt idx="576">
                  <c:v>7.58</c:v>
                </c:pt>
                <c:pt idx="577">
                  <c:v>7.58</c:v>
                </c:pt>
                <c:pt idx="578">
                  <c:v>7.58</c:v>
                </c:pt>
                <c:pt idx="579">
                  <c:v>7.5810000000000004</c:v>
                </c:pt>
                <c:pt idx="580">
                  <c:v>7.58</c:v>
                </c:pt>
                <c:pt idx="581">
                  <c:v>7.58</c:v>
                </c:pt>
                <c:pt idx="582">
                  <c:v>7.58</c:v>
                </c:pt>
                <c:pt idx="583">
                  <c:v>7.58</c:v>
                </c:pt>
                <c:pt idx="584">
                  <c:v>7.58</c:v>
                </c:pt>
                <c:pt idx="585">
                  <c:v>7.58</c:v>
                </c:pt>
                <c:pt idx="586">
                  <c:v>7.58</c:v>
                </c:pt>
                <c:pt idx="587">
                  <c:v>7.58</c:v>
                </c:pt>
                <c:pt idx="588">
                  <c:v>7.58</c:v>
                </c:pt>
                <c:pt idx="589">
                  <c:v>7.58</c:v>
                </c:pt>
                <c:pt idx="590">
                  <c:v>7.5810000000000004</c:v>
                </c:pt>
                <c:pt idx="591">
                  <c:v>7.58</c:v>
                </c:pt>
                <c:pt idx="592">
                  <c:v>7.58</c:v>
                </c:pt>
                <c:pt idx="593">
                  <c:v>7.58</c:v>
                </c:pt>
                <c:pt idx="594">
                  <c:v>7.58</c:v>
                </c:pt>
                <c:pt idx="595">
                  <c:v>7.58</c:v>
                </c:pt>
                <c:pt idx="596">
                  <c:v>7.5810000000000004</c:v>
                </c:pt>
                <c:pt idx="597">
                  <c:v>7.5810000000000004</c:v>
                </c:pt>
                <c:pt idx="598">
                  <c:v>7.5810000000000004</c:v>
                </c:pt>
                <c:pt idx="599">
                  <c:v>7.58</c:v>
                </c:pt>
                <c:pt idx="600">
                  <c:v>7.58</c:v>
                </c:pt>
                <c:pt idx="601">
                  <c:v>7.58</c:v>
                </c:pt>
                <c:pt idx="602">
                  <c:v>7.58</c:v>
                </c:pt>
                <c:pt idx="603">
                  <c:v>7.58</c:v>
                </c:pt>
                <c:pt idx="604">
                  <c:v>7.58</c:v>
                </c:pt>
                <c:pt idx="605">
                  <c:v>7.58</c:v>
                </c:pt>
                <c:pt idx="606">
                  <c:v>7.58</c:v>
                </c:pt>
                <c:pt idx="607">
                  <c:v>7.58</c:v>
                </c:pt>
                <c:pt idx="608">
                  <c:v>7.58</c:v>
                </c:pt>
                <c:pt idx="609">
                  <c:v>7.58</c:v>
                </c:pt>
                <c:pt idx="610">
                  <c:v>7.5810000000000004</c:v>
                </c:pt>
                <c:pt idx="611">
                  <c:v>7.5810000000000004</c:v>
                </c:pt>
                <c:pt idx="612">
                  <c:v>7.5810000000000004</c:v>
                </c:pt>
                <c:pt idx="613">
                  <c:v>7.5810000000000004</c:v>
                </c:pt>
                <c:pt idx="614">
                  <c:v>7.5810000000000004</c:v>
                </c:pt>
                <c:pt idx="615">
                  <c:v>7.5810000000000004</c:v>
                </c:pt>
                <c:pt idx="616">
                  <c:v>7.5810000000000004</c:v>
                </c:pt>
                <c:pt idx="617">
                  <c:v>7.5810000000000004</c:v>
                </c:pt>
                <c:pt idx="618">
                  <c:v>7.5810000000000004</c:v>
                </c:pt>
                <c:pt idx="619">
                  <c:v>7.58</c:v>
                </c:pt>
                <c:pt idx="620">
                  <c:v>7.5810000000000004</c:v>
                </c:pt>
                <c:pt idx="621">
                  <c:v>7.5810000000000004</c:v>
                </c:pt>
                <c:pt idx="622">
                  <c:v>7.5810000000000004</c:v>
                </c:pt>
                <c:pt idx="623">
                  <c:v>7.5810000000000004</c:v>
                </c:pt>
                <c:pt idx="624">
                  <c:v>7.5810000000000004</c:v>
                </c:pt>
                <c:pt idx="625">
                  <c:v>7.5810000000000004</c:v>
                </c:pt>
                <c:pt idx="626">
                  <c:v>7.5810000000000004</c:v>
                </c:pt>
                <c:pt idx="627">
                  <c:v>7.58</c:v>
                </c:pt>
                <c:pt idx="628">
                  <c:v>7.58</c:v>
                </c:pt>
                <c:pt idx="629">
                  <c:v>7.58</c:v>
                </c:pt>
                <c:pt idx="630">
                  <c:v>7.5810000000000004</c:v>
                </c:pt>
                <c:pt idx="631">
                  <c:v>7.5810000000000004</c:v>
                </c:pt>
                <c:pt idx="632">
                  <c:v>7.5810000000000004</c:v>
                </c:pt>
                <c:pt idx="633">
                  <c:v>7.5810000000000004</c:v>
                </c:pt>
                <c:pt idx="634">
                  <c:v>7.58</c:v>
                </c:pt>
                <c:pt idx="635">
                  <c:v>7.5810000000000004</c:v>
                </c:pt>
                <c:pt idx="636">
                  <c:v>7.58</c:v>
                </c:pt>
                <c:pt idx="637">
                  <c:v>7.58</c:v>
                </c:pt>
                <c:pt idx="638">
                  <c:v>7.58</c:v>
                </c:pt>
                <c:pt idx="639">
                  <c:v>7.5810000000000004</c:v>
                </c:pt>
                <c:pt idx="640">
                  <c:v>7.5810000000000004</c:v>
                </c:pt>
                <c:pt idx="641">
                  <c:v>7.5810000000000004</c:v>
                </c:pt>
                <c:pt idx="642">
                  <c:v>7.5810000000000004</c:v>
                </c:pt>
                <c:pt idx="643">
                  <c:v>7.5810000000000004</c:v>
                </c:pt>
                <c:pt idx="644">
                  <c:v>7.5810000000000004</c:v>
                </c:pt>
                <c:pt idx="645">
                  <c:v>7.5810000000000004</c:v>
                </c:pt>
                <c:pt idx="646">
                  <c:v>7.5810000000000004</c:v>
                </c:pt>
                <c:pt idx="647">
                  <c:v>7.5819999999999999</c:v>
                </c:pt>
                <c:pt idx="648">
                  <c:v>7.5819999999999999</c:v>
                </c:pt>
                <c:pt idx="649">
                  <c:v>7.5819999999999999</c:v>
                </c:pt>
                <c:pt idx="650">
                  <c:v>7.5819999999999999</c:v>
                </c:pt>
                <c:pt idx="651">
                  <c:v>7.5810000000000004</c:v>
                </c:pt>
                <c:pt idx="652">
                  <c:v>7.5810000000000004</c:v>
                </c:pt>
                <c:pt idx="653">
                  <c:v>7.5810000000000004</c:v>
                </c:pt>
                <c:pt idx="654">
                  <c:v>7.5810000000000004</c:v>
                </c:pt>
                <c:pt idx="655">
                  <c:v>7.5810000000000004</c:v>
                </c:pt>
                <c:pt idx="656">
                  <c:v>7.5810000000000004</c:v>
                </c:pt>
                <c:pt idx="657">
                  <c:v>7.5810000000000004</c:v>
                </c:pt>
                <c:pt idx="658">
                  <c:v>7.5810000000000004</c:v>
                </c:pt>
                <c:pt idx="659">
                  <c:v>7.5810000000000004</c:v>
                </c:pt>
                <c:pt idx="660">
                  <c:v>7.5810000000000004</c:v>
                </c:pt>
                <c:pt idx="661">
                  <c:v>7.5810000000000004</c:v>
                </c:pt>
                <c:pt idx="662">
                  <c:v>7.5810000000000004</c:v>
                </c:pt>
                <c:pt idx="663">
                  <c:v>7.58</c:v>
                </c:pt>
                <c:pt idx="664">
                  <c:v>7.58</c:v>
                </c:pt>
                <c:pt idx="665">
                  <c:v>7.58</c:v>
                </c:pt>
                <c:pt idx="666">
                  <c:v>7.5810000000000004</c:v>
                </c:pt>
                <c:pt idx="667">
                  <c:v>7.5810000000000004</c:v>
                </c:pt>
                <c:pt idx="668">
                  <c:v>7.58</c:v>
                </c:pt>
                <c:pt idx="669">
                  <c:v>7.58</c:v>
                </c:pt>
                <c:pt idx="670">
                  <c:v>7.58</c:v>
                </c:pt>
                <c:pt idx="671">
                  <c:v>7.58</c:v>
                </c:pt>
                <c:pt idx="672">
                  <c:v>7.58</c:v>
                </c:pt>
                <c:pt idx="673">
                  <c:v>7.5789999999999997</c:v>
                </c:pt>
                <c:pt idx="674">
                  <c:v>7.5789999999999997</c:v>
                </c:pt>
                <c:pt idx="675">
                  <c:v>7.5789999999999997</c:v>
                </c:pt>
                <c:pt idx="676">
                  <c:v>7.5789999999999997</c:v>
                </c:pt>
                <c:pt idx="677">
                  <c:v>7.5780000000000003</c:v>
                </c:pt>
                <c:pt idx="678">
                  <c:v>7.5780000000000003</c:v>
                </c:pt>
                <c:pt idx="679">
                  <c:v>7.5780000000000003</c:v>
                </c:pt>
                <c:pt idx="680">
                  <c:v>7.5780000000000003</c:v>
                </c:pt>
                <c:pt idx="681">
                  <c:v>7.5780000000000003</c:v>
                </c:pt>
                <c:pt idx="682">
                  <c:v>7.5780000000000003</c:v>
                </c:pt>
                <c:pt idx="683">
                  <c:v>7.5780000000000003</c:v>
                </c:pt>
                <c:pt idx="684">
                  <c:v>7.5780000000000003</c:v>
                </c:pt>
                <c:pt idx="685">
                  <c:v>7.5780000000000003</c:v>
                </c:pt>
                <c:pt idx="686">
                  <c:v>7.5780000000000003</c:v>
                </c:pt>
                <c:pt idx="687">
                  <c:v>7.577</c:v>
                </c:pt>
                <c:pt idx="688">
                  <c:v>7.577</c:v>
                </c:pt>
                <c:pt idx="689">
                  <c:v>7.577</c:v>
                </c:pt>
                <c:pt idx="690">
                  <c:v>7.5759999999999996</c:v>
                </c:pt>
                <c:pt idx="691">
                  <c:v>7.5759999999999996</c:v>
                </c:pt>
                <c:pt idx="692">
                  <c:v>7.5759999999999996</c:v>
                </c:pt>
                <c:pt idx="693">
                  <c:v>7.577</c:v>
                </c:pt>
                <c:pt idx="694">
                  <c:v>7.5759999999999996</c:v>
                </c:pt>
                <c:pt idx="695">
                  <c:v>7.5759999999999996</c:v>
                </c:pt>
                <c:pt idx="696">
                  <c:v>7.5759999999999996</c:v>
                </c:pt>
                <c:pt idx="697">
                  <c:v>7.5759999999999996</c:v>
                </c:pt>
                <c:pt idx="698">
                  <c:v>7.5759999999999996</c:v>
                </c:pt>
                <c:pt idx="699">
                  <c:v>7.5759999999999996</c:v>
                </c:pt>
                <c:pt idx="700">
                  <c:v>7.5759999999999996</c:v>
                </c:pt>
                <c:pt idx="701">
                  <c:v>7.5759999999999996</c:v>
                </c:pt>
                <c:pt idx="702">
                  <c:v>7.5759999999999996</c:v>
                </c:pt>
                <c:pt idx="703">
                  <c:v>7.5759999999999996</c:v>
                </c:pt>
                <c:pt idx="704">
                  <c:v>7.5759999999999996</c:v>
                </c:pt>
                <c:pt idx="705">
                  <c:v>7.5759999999999996</c:v>
                </c:pt>
                <c:pt idx="706">
                  <c:v>7.5759999999999996</c:v>
                </c:pt>
                <c:pt idx="707">
                  <c:v>7.5759999999999996</c:v>
                </c:pt>
                <c:pt idx="708">
                  <c:v>7.5759999999999996</c:v>
                </c:pt>
                <c:pt idx="709">
                  <c:v>7.5759999999999996</c:v>
                </c:pt>
                <c:pt idx="710">
                  <c:v>7.5759999999999996</c:v>
                </c:pt>
                <c:pt idx="711">
                  <c:v>7.5750000000000002</c:v>
                </c:pt>
                <c:pt idx="712">
                  <c:v>7.5750000000000002</c:v>
                </c:pt>
                <c:pt idx="713">
                  <c:v>7.5759999999999996</c:v>
                </c:pt>
                <c:pt idx="714">
                  <c:v>7.5759999999999996</c:v>
                </c:pt>
                <c:pt idx="715">
                  <c:v>7.5759999999999996</c:v>
                </c:pt>
                <c:pt idx="716">
                  <c:v>7.5750000000000002</c:v>
                </c:pt>
                <c:pt idx="717">
                  <c:v>7.5750000000000002</c:v>
                </c:pt>
                <c:pt idx="718">
                  <c:v>7.5750000000000002</c:v>
                </c:pt>
                <c:pt idx="719">
                  <c:v>7.5750000000000002</c:v>
                </c:pt>
                <c:pt idx="720">
                  <c:v>7.5750000000000002</c:v>
                </c:pt>
                <c:pt idx="721">
                  <c:v>7.5750000000000002</c:v>
                </c:pt>
                <c:pt idx="722">
                  <c:v>7.5750000000000002</c:v>
                </c:pt>
                <c:pt idx="723">
                  <c:v>7.5750000000000002</c:v>
                </c:pt>
                <c:pt idx="724">
                  <c:v>7.5750000000000002</c:v>
                </c:pt>
                <c:pt idx="725">
                  <c:v>7.5750000000000002</c:v>
                </c:pt>
                <c:pt idx="726">
                  <c:v>7.5750000000000002</c:v>
                </c:pt>
                <c:pt idx="727">
                  <c:v>7.5750000000000002</c:v>
                </c:pt>
                <c:pt idx="728">
                  <c:v>7.5739999999999998</c:v>
                </c:pt>
                <c:pt idx="729">
                  <c:v>7.5739999999999998</c:v>
                </c:pt>
                <c:pt idx="730">
                  <c:v>7.5739999999999998</c:v>
                </c:pt>
                <c:pt idx="731">
                  <c:v>7.5739999999999998</c:v>
                </c:pt>
                <c:pt idx="732">
                  <c:v>7.5750000000000002</c:v>
                </c:pt>
                <c:pt idx="733">
                  <c:v>7.5750000000000002</c:v>
                </c:pt>
                <c:pt idx="734">
                  <c:v>7.5750000000000002</c:v>
                </c:pt>
                <c:pt idx="735">
                  <c:v>7.5750000000000002</c:v>
                </c:pt>
                <c:pt idx="736">
                  <c:v>7.5750000000000002</c:v>
                </c:pt>
                <c:pt idx="737">
                  <c:v>7.5739999999999998</c:v>
                </c:pt>
                <c:pt idx="738">
                  <c:v>7.5739999999999998</c:v>
                </c:pt>
                <c:pt idx="739">
                  <c:v>7.5739999999999998</c:v>
                </c:pt>
                <c:pt idx="740">
                  <c:v>7.5739999999999998</c:v>
                </c:pt>
                <c:pt idx="741">
                  <c:v>7.5739999999999998</c:v>
                </c:pt>
                <c:pt idx="742">
                  <c:v>7.5739999999999998</c:v>
                </c:pt>
                <c:pt idx="743">
                  <c:v>7.5739999999999998</c:v>
                </c:pt>
                <c:pt idx="744">
                  <c:v>7.5739999999999998</c:v>
                </c:pt>
                <c:pt idx="745">
                  <c:v>7.5739999999999998</c:v>
                </c:pt>
                <c:pt idx="746">
                  <c:v>7.5730000000000004</c:v>
                </c:pt>
                <c:pt idx="747">
                  <c:v>7.5730000000000004</c:v>
                </c:pt>
                <c:pt idx="748">
                  <c:v>7.5730000000000004</c:v>
                </c:pt>
                <c:pt idx="749">
                  <c:v>7.5730000000000004</c:v>
                </c:pt>
                <c:pt idx="750">
                  <c:v>7.5730000000000004</c:v>
                </c:pt>
                <c:pt idx="751">
                  <c:v>7.5730000000000004</c:v>
                </c:pt>
                <c:pt idx="752">
                  <c:v>7.5730000000000004</c:v>
                </c:pt>
                <c:pt idx="753">
                  <c:v>7.5730000000000004</c:v>
                </c:pt>
                <c:pt idx="754">
                  <c:v>7.5730000000000004</c:v>
                </c:pt>
                <c:pt idx="755">
                  <c:v>7.5730000000000004</c:v>
                </c:pt>
                <c:pt idx="756">
                  <c:v>7.5730000000000004</c:v>
                </c:pt>
                <c:pt idx="757">
                  <c:v>7.5730000000000004</c:v>
                </c:pt>
                <c:pt idx="758">
                  <c:v>7.5730000000000004</c:v>
                </c:pt>
                <c:pt idx="759">
                  <c:v>7.5720000000000001</c:v>
                </c:pt>
                <c:pt idx="760">
                  <c:v>7.5720000000000001</c:v>
                </c:pt>
                <c:pt idx="761">
                  <c:v>7.5720000000000001</c:v>
                </c:pt>
                <c:pt idx="762">
                  <c:v>7.5730000000000004</c:v>
                </c:pt>
                <c:pt idx="763">
                  <c:v>7.5730000000000004</c:v>
                </c:pt>
                <c:pt idx="764">
                  <c:v>7.5730000000000004</c:v>
                </c:pt>
                <c:pt idx="765">
                  <c:v>7.5730000000000004</c:v>
                </c:pt>
                <c:pt idx="766">
                  <c:v>7.5730000000000004</c:v>
                </c:pt>
                <c:pt idx="767">
                  <c:v>7.5730000000000004</c:v>
                </c:pt>
                <c:pt idx="768">
                  <c:v>7.5730000000000004</c:v>
                </c:pt>
                <c:pt idx="769">
                  <c:v>7.5730000000000004</c:v>
                </c:pt>
                <c:pt idx="770">
                  <c:v>7.5720000000000001</c:v>
                </c:pt>
                <c:pt idx="771">
                  <c:v>7.5720000000000001</c:v>
                </c:pt>
                <c:pt idx="772">
                  <c:v>7.5720000000000001</c:v>
                </c:pt>
                <c:pt idx="773">
                  <c:v>7.5720000000000001</c:v>
                </c:pt>
                <c:pt idx="774">
                  <c:v>7.5720000000000001</c:v>
                </c:pt>
                <c:pt idx="775">
                  <c:v>7.5720000000000001</c:v>
                </c:pt>
                <c:pt idx="776">
                  <c:v>7.5730000000000004</c:v>
                </c:pt>
                <c:pt idx="777">
                  <c:v>7.5730000000000004</c:v>
                </c:pt>
                <c:pt idx="778">
                  <c:v>7.5730000000000004</c:v>
                </c:pt>
                <c:pt idx="779">
                  <c:v>7.5720000000000001</c:v>
                </c:pt>
                <c:pt idx="780">
                  <c:v>7.5720000000000001</c:v>
                </c:pt>
                <c:pt idx="781">
                  <c:v>7.5720000000000001</c:v>
                </c:pt>
                <c:pt idx="782">
                  <c:v>7.5730000000000004</c:v>
                </c:pt>
                <c:pt idx="783">
                  <c:v>7.5720000000000001</c:v>
                </c:pt>
                <c:pt idx="784">
                  <c:v>7.5720000000000001</c:v>
                </c:pt>
                <c:pt idx="785">
                  <c:v>7.5720000000000001</c:v>
                </c:pt>
                <c:pt idx="786">
                  <c:v>7.5720000000000001</c:v>
                </c:pt>
                <c:pt idx="787">
                  <c:v>7.5709999999999997</c:v>
                </c:pt>
                <c:pt idx="788">
                  <c:v>7.5709999999999997</c:v>
                </c:pt>
                <c:pt idx="789">
                  <c:v>7.5720000000000001</c:v>
                </c:pt>
                <c:pt idx="790">
                  <c:v>7.5730000000000004</c:v>
                </c:pt>
                <c:pt idx="791">
                  <c:v>7.5730000000000004</c:v>
                </c:pt>
                <c:pt idx="792">
                  <c:v>7.5730000000000004</c:v>
                </c:pt>
                <c:pt idx="793">
                  <c:v>7.5730000000000004</c:v>
                </c:pt>
                <c:pt idx="794">
                  <c:v>7.5720000000000001</c:v>
                </c:pt>
                <c:pt idx="795">
                  <c:v>7.5720000000000001</c:v>
                </c:pt>
                <c:pt idx="796">
                  <c:v>7.5730000000000004</c:v>
                </c:pt>
                <c:pt idx="797">
                  <c:v>7.5720000000000001</c:v>
                </c:pt>
                <c:pt idx="798">
                  <c:v>7.5720000000000001</c:v>
                </c:pt>
                <c:pt idx="799">
                  <c:v>7.5720000000000001</c:v>
                </c:pt>
                <c:pt idx="800">
                  <c:v>7.5720000000000001</c:v>
                </c:pt>
                <c:pt idx="801">
                  <c:v>7.5720000000000001</c:v>
                </c:pt>
                <c:pt idx="802">
                  <c:v>7.5720000000000001</c:v>
                </c:pt>
                <c:pt idx="803">
                  <c:v>7.5720000000000001</c:v>
                </c:pt>
                <c:pt idx="804">
                  <c:v>7.5720000000000001</c:v>
                </c:pt>
                <c:pt idx="805">
                  <c:v>7.5720000000000001</c:v>
                </c:pt>
                <c:pt idx="806">
                  <c:v>7.5720000000000001</c:v>
                </c:pt>
                <c:pt idx="807">
                  <c:v>7.5720000000000001</c:v>
                </c:pt>
                <c:pt idx="808">
                  <c:v>7.5720000000000001</c:v>
                </c:pt>
                <c:pt idx="809">
                  <c:v>7.5720000000000001</c:v>
                </c:pt>
                <c:pt idx="810">
                  <c:v>7.5720000000000001</c:v>
                </c:pt>
                <c:pt idx="811">
                  <c:v>7.5720000000000001</c:v>
                </c:pt>
                <c:pt idx="812">
                  <c:v>7.5720000000000001</c:v>
                </c:pt>
                <c:pt idx="813">
                  <c:v>7.5720000000000001</c:v>
                </c:pt>
                <c:pt idx="814">
                  <c:v>7.5720000000000001</c:v>
                </c:pt>
                <c:pt idx="815">
                  <c:v>7.5720000000000001</c:v>
                </c:pt>
                <c:pt idx="816">
                  <c:v>7.5720000000000001</c:v>
                </c:pt>
                <c:pt idx="817">
                  <c:v>7.5720000000000001</c:v>
                </c:pt>
                <c:pt idx="818">
                  <c:v>7.5720000000000001</c:v>
                </c:pt>
                <c:pt idx="819">
                  <c:v>7.5720000000000001</c:v>
                </c:pt>
                <c:pt idx="820">
                  <c:v>7.5720000000000001</c:v>
                </c:pt>
                <c:pt idx="821">
                  <c:v>7.5720000000000001</c:v>
                </c:pt>
                <c:pt idx="822">
                  <c:v>7.5709999999999997</c:v>
                </c:pt>
                <c:pt idx="823">
                  <c:v>7.5709999999999997</c:v>
                </c:pt>
                <c:pt idx="824">
                  <c:v>7.5709999999999997</c:v>
                </c:pt>
                <c:pt idx="825">
                  <c:v>7.5709999999999997</c:v>
                </c:pt>
                <c:pt idx="826">
                  <c:v>7.5709999999999997</c:v>
                </c:pt>
                <c:pt idx="827">
                  <c:v>7.5709999999999997</c:v>
                </c:pt>
                <c:pt idx="828">
                  <c:v>7.5709999999999997</c:v>
                </c:pt>
                <c:pt idx="829">
                  <c:v>7.5709999999999997</c:v>
                </c:pt>
                <c:pt idx="830">
                  <c:v>7.5709999999999997</c:v>
                </c:pt>
                <c:pt idx="831">
                  <c:v>7.5709999999999997</c:v>
                </c:pt>
                <c:pt idx="832">
                  <c:v>7.5709999999999997</c:v>
                </c:pt>
                <c:pt idx="833">
                  <c:v>7.5709999999999997</c:v>
                </c:pt>
                <c:pt idx="834">
                  <c:v>7.5709999999999997</c:v>
                </c:pt>
                <c:pt idx="835">
                  <c:v>7.5709999999999997</c:v>
                </c:pt>
                <c:pt idx="836">
                  <c:v>7.5709999999999997</c:v>
                </c:pt>
                <c:pt idx="837">
                  <c:v>7.5709999999999997</c:v>
                </c:pt>
                <c:pt idx="838">
                  <c:v>7.5709999999999997</c:v>
                </c:pt>
                <c:pt idx="839">
                  <c:v>7.5709999999999997</c:v>
                </c:pt>
                <c:pt idx="840">
                  <c:v>7.5709999999999997</c:v>
                </c:pt>
                <c:pt idx="841">
                  <c:v>7.5709999999999997</c:v>
                </c:pt>
                <c:pt idx="842">
                  <c:v>7.5709999999999997</c:v>
                </c:pt>
                <c:pt idx="843">
                  <c:v>7.5709999999999997</c:v>
                </c:pt>
                <c:pt idx="844">
                  <c:v>7.5709999999999997</c:v>
                </c:pt>
                <c:pt idx="845">
                  <c:v>7.5709999999999997</c:v>
                </c:pt>
                <c:pt idx="846">
                  <c:v>7.5709999999999997</c:v>
                </c:pt>
                <c:pt idx="847">
                  <c:v>7.5709999999999997</c:v>
                </c:pt>
                <c:pt idx="848">
                  <c:v>7.57</c:v>
                </c:pt>
                <c:pt idx="849">
                  <c:v>7.57</c:v>
                </c:pt>
                <c:pt idx="850">
                  <c:v>7.5709999999999997</c:v>
                </c:pt>
                <c:pt idx="851">
                  <c:v>7.5709999999999997</c:v>
                </c:pt>
                <c:pt idx="852">
                  <c:v>7.57</c:v>
                </c:pt>
                <c:pt idx="853">
                  <c:v>7.5709999999999997</c:v>
                </c:pt>
                <c:pt idx="854">
                  <c:v>7.5709999999999997</c:v>
                </c:pt>
                <c:pt idx="855">
                  <c:v>7.57</c:v>
                </c:pt>
                <c:pt idx="856">
                  <c:v>7.57</c:v>
                </c:pt>
                <c:pt idx="857">
                  <c:v>7.57</c:v>
                </c:pt>
                <c:pt idx="858">
                  <c:v>7.57</c:v>
                </c:pt>
                <c:pt idx="859">
                  <c:v>7.57</c:v>
                </c:pt>
                <c:pt idx="860">
                  <c:v>7.57</c:v>
                </c:pt>
                <c:pt idx="861">
                  <c:v>7.57</c:v>
                </c:pt>
                <c:pt idx="862">
                  <c:v>7.57</c:v>
                </c:pt>
                <c:pt idx="863">
                  <c:v>7.57</c:v>
                </c:pt>
                <c:pt idx="864">
                  <c:v>7.57</c:v>
                </c:pt>
                <c:pt idx="865">
                  <c:v>7.5709999999999997</c:v>
                </c:pt>
                <c:pt idx="866">
                  <c:v>7.5709999999999997</c:v>
                </c:pt>
                <c:pt idx="867">
                  <c:v>7.5709999999999997</c:v>
                </c:pt>
                <c:pt idx="868">
                  <c:v>7.5709999999999997</c:v>
                </c:pt>
                <c:pt idx="869">
                  <c:v>7.5709999999999997</c:v>
                </c:pt>
                <c:pt idx="870">
                  <c:v>7.5709999999999997</c:v>
                </c:pt>
                <c:pt idx="871">
                  <c:v>7.5709999999999997</c:v>
                </c:pt>
                <c:pt idx="872">
                  <c:v>7.5709999999999997</c:v>
                </c:pt>
                <c:pt idx="873">
                  <c:v>7.57</c:v>
                </c:pt>
                <c:pt idx="874">
                  <c:v>7.5709999999999997</c:v>
                </c:pt>
                <c:pt idx="875">
                  <c:v>7.5709999999999997</c:v>
                </c:pt>
                <c:pt idx="876">
                  <c:v>7.5709999999999997</c:v>
                </c:pt>
                <c:pt idx="877">
                  <c:v>7.5709999999999997</c:v>
                </c:pt>
                <c:pt idx="878">
                  <c:v>7.5709999999999997</c:v>
                </c:pt>
                <c:pt idx="879">
                  <c:v>7.5709999999999997</c:v>
                </c:pt>
                <c:pt idx="880">
                  <c:v>7.5709999999999997</c:v>
                </c:pt>
                <c:pt idx="881">
                  <c:v>7.5709999999999997</c:v>
                </c:pt>
                <c:pt idx="882">
                  <c:v>7.5709999999999997</c:v>
                </c:pt>
                <c:pt idx="883">
                  <c:v>7.5709999999999997</c:v>
                </c:pt>
                <c:pt idx="884">
                  <c:v>7.57</c:v>
                </c:pt>
                <c:pt idx="885">
                  <c:v>7.57</c:v>
                </c:pt>
                <c:pt idx="886">
                  <c:v>7.57</c:v>
                </c:pt>
                <c:pt idx="887">
                  <c:v>7.57</c:v>
                </c:pt>
                <c:pt idx="888">
                  <c:v>7.5709999999999997</c:v>
                </c:pt>
                <c:pt idx="889">
                  <c:v>7.5709999999999997</c:v>
                </c:pt>
                <c:pt idx="890">
                  <c:v>7.5709999999999997</c:v>
                </c:pt>
                <c:pt idx="891">
                  <c:v>7.5709999999999997</c:v>
                </c:pt>
                <c:pt idx="892">
                  <c:v>7.5709999999999997</c:v>
                </c:pt>
                <c:pt idx="893">
                  <c:v>7.5709999999999997</c:v>
                </c:pt>
                <c:pt idx="894">
                  <c:v>7.5709999999999997</c:v>
                </c:pt>
                <c:pt idx="895">
                  <c:v>7.5709999999999997</c:v>
                </c:pt>
                <c:pt idx="896">
                  <c:v>7.5709999999999997</c:v>
                </c:pt>
                <c:pt idx="897">
                  <c:v>7.5709999999999997</c:v>
                </c:pt>
                <c:pt idx="898">
                  <c:v>7.5709999999999997</c:v>
                </c:pt>
                <c:pt idx="899">
                  <c:v>7.5709999999999997</c:v>
                </c:pt>
                <c:pt idx="900">
                  <c:v>7.5720000000000001</c:v>
                </c:pt>
                <c:pt idx="901">
                  <c:v>7.5720000000000001</c:v>
                </c:pt>
                <c:pt idx="902">
                  <c:v>7.5720000000000001</c:v>
                </c:pt>
                <c:pt idx="903">
                  <c:v>7.5709999999999997</c:v>
                </c:pt>
                <c:pt idx="904">
                  <c:v>7.5709999999999997</c:v>
                </c:pt>
                <c:pt idx="905">
                  <c:v>7.5709999999999997</c:v>
                </c:pt>
                <c:pt idx="906">
                  <c:v>7.5709999999999997</c:v>
                </c:pt>
                <c:pt idx="907">
                  <c:v>7.5709999999999997</c:v>
                </c:pt>
                <c:pt idx="908">
                  <c:v>7.5709999999999997</c:v>
                </c:pt>
                <c:pt idx="909">
                  <c:v>7.5709999999999997</c:v>
                </c:pt>
                <c:pt idx="910">
                  <c:v>7.5709999999999997</c:v>
                </c:pt>
                <c:pt idx="911">
                  <c:v>7.5709999999999997</c:v>
                </c:pt>
                <c:pt idx="912">
                  <c:v>7.5709999999999997</c:v>
                </c:pt>
                <c:pt idx="913">
                  <c:v>7.5709999999999997</c:v>
                </c:pt>
                <c:pt idx="914">
                  <c:v>7.5709999999999997</c:v>
                </c:pt>
                <c:pt idx="915">
                  <c:v>7.5709999999999997</c:v>
                </c:pt>
                <c:pt idx="916">
                  <c:v>7.5709999999999997</c:v>
                </c:pt>
                <c:pt idx="917">
                  <c:v>7.5709999999999997</c:v>
                </c:pt>
                <c:pt idx="918">
                  <c:v>7.5709999999999997</c:v>
                </c:pt>
                <c:pt idx="919">
                  <c:v>7.5709999999999997</c:v>
                </c:pt>
                <c:pt idx="920">
                  <c:v>7.5709999999999997</c:v>
                </c:pt>
                <c:pt idx="921">
                  <c:v>7.5709999999999997</c:v>
                </c:pt>
                <c:pt idx="922">
                  <c:v>7.5709999999999997</c:v>
                </c:pt>
                <c:pt idx="923">
                  <c:v>7.5720000000000001</c:v>
                </c:pt>
                <c:pt idx="924">
                  <c:v>7.5720000000000001</c:v>
                </c:pt>
                <c:pt idx="925">
                  <c:v>7.5720000000000001</c:v>
                </c:pt>
                <c:pt idx="926">
                  <c:v>7.5720000000000001</c:v>
                </c:pt>
                <c:pt idx="927">
                  <c:v>7.5720000000000001</c:v>
                </c:pt>
                <c:pt idx="928">
                  <c:v>7.5720000000000001</c:v>
                </c:pt>
                <c:pt idx="929">
                  <c:v>7.5730000000000004</c:v>
                </c:pt>
                <c:pt idx="930">
                  <c:v>7.5720000000000001</c:v>
                </c:pt>
                <c:pt idx="931">
                  <c:v>7.5720000000000001</c:v>
                </c:pt>
                <c:pt idx="932">
                  <c:v>7.5730000000000004</c:v>
                </c:pt>
                <c:pt idx="933">
                  <c:v>7.5730000000000004</c:v>
                </c:pt>
                <c:pt idx="934">
                  <c:v>7.5720000000000001</c:v>
                </c:pt>
                <c:pt idx="935">
                  <c:v>7.5720000000000001</c:v>
                </c:pt>
                <c:pt idx="936">
                  <c:v>7.5720000000000001</c:v>
                </c:pt>
                <c:pt idx="937">
                  <c:v>7.5720000000000001</c:v>
                </c:pt>
                <c:pt idx="938">
                  <c:v>7.5720000000000001</c:v>
                </c:pt>
                <c:pt idx="939">
                  <c:v>7.5720000000000001</c:v>
                </c:pt>
                <c:pt idx="940">
                  <c:v>7.5720000000000001</c:v>
                </c:pt>
                <c:pt idx="941">
                  <c:v>7.5720000000000001</c:v>
                </c:pt>
                <c:pt idx="942">
                  <c:v>7.5720000000000001</c:v>
                </c:pt>
                <c:pt idx="943">
                  <c:v>7.5720000000000001</c:v>
                </c:pt>
                <c:pt idx="944">
                  <c:v>7.5720000000000001</c:v>
                </c:pt>
                <c:pt idx="945">
                  <c:v>7.5720000000000001</c:v>
                </c:pt>
                <c:pt idx="946">
                  <c:v>7.5720000000000001</c:v>
                </c:pt>
                <c:pt idx="947">
                  <c:v>7.5720000000000001</c:v>
                </c:pt>
                <c:pt idx="948">
                  <c:v>7.5720000000000001</c:v>
                </c:pt>
                <c:pt idx="949">
                  <c:v>7.5720000000000001</c:v>
                </c:pt>
                <c:pt idx="950">
                  <c:v>7.5709999999999997</c:v>
                </c:pt>
                <c:pt idx="951">
                  <c:v>7.5709999999999997</c:v>
                </c:pt>
                <c:pt idx="952">
                  <c:v>7.5709999999999997</c:v>
                </c:pt>
                <c:pt idx="953">
                  <c:v>7.5709999999999997</c:v>
                </c:pt>
                <c:pt idx="954">
                  <c:v>7.5709999999999997</c:v>
                </c:pt>
                <c:pt idx="955">
                  <c:v>7.5709999999999997</c:v>
                </c:pt>
                <c:pt idx="956">
                  <c:v>7.5709999999999997</c:v>
                </c:pt>
                <c:pt idx="957">
                  <c:v>7.5709999999999997</c:v>
                </c:pt>
                <c:pt idx="958">
                  <c:v>7.57</c:v>
                </c:pt>
                <c:pt idx="959">
                  <c:v>7.57</c:v>
                </c:pt>
                <c:pt idx="960">
                  <c:v>7.5709999999999997</c:v>
                </c:pt>
                <c:pt idx="961">
                  <c:v>7.5709999999999997</c:v>
                </c:pt>
                <c:pt idx="962">
                  <c:v>7.5709999999999997</c:v>
                </c:pt>
                <c:pt idx="963">
                  <c:v>7.5709999999999997</c:v>
                </c:pt>
                <c:pt idx="964">
                  <c:v>7.5709999999999997</c:v>
                </c:pt>
                <c:pt idx="965">
                  <c:v>7.5709999999999997</c:v>
                </c:pt>
                <c:pt idx="966">
                  <c:v>7.5709999999999997</c:v>
                </c:pt>
                <c:pt idx="967">
                  <c:v>7.5709999999999997</c:v>
                </c:pt>
                <c:pt idx="968">
                  <c:v>7.5709999999999997</c:v>
                </c:pt>
                <c:pt idx="969">
                  <c:v>7.57</c:v>
                </c:pt>
                <c:pt idx="970">
                  <c:v>7.5709999999999997</c:v>
                </c:pt>
                <c:pt idx="971">
                  <c:v>7.57</c:v>
                </c:pt>
                <c:pt idx="972">
                  <c:v>7.57</c:v>
                </c:pt>
                <c:pt idx="973">
                  <c:v>7.57</c:v>
                </c:pt>
                <c:pt idx="974">
                  <c:v>7.57</c:v>
                </c:pt>
                <c:pt idx="975">
                  <c:v>7.57</c:v>
                </c:pt>
                <c:pt idx="976">
                  <c:v>7.5709999999999997</c:v>
                </c:pt>
                <c:pt idx="977">
                  <c:v>7.5709999999999997</c:v>
                </c:pt>
                <c:pt idx="978">
                  <c:v>7.5709999999999997</c:v>
                </c:pt>
                <c:pt idx="979">
                  <c:v>7.5709999999999997</c:v>
                </c:pt>
                <c:pt idx="980">
                  <c:v>7.5709999999999997</c:v>
                </c:pt>
                <c:pt idx="981">
                  <c:v>7.5709999999999997</c:v>
                </c:pt>
                <c:pt idx="982">
                  <c:v>7.5709999999999997</c:v>
                </c:pt>
                <c:pt idx="983">
                  <c:v>7.5709999999999997</c:v>
                </c:pt>
                <c:pt idx="984">
                  <c:v>7.5709999999999997</c:v>
                </c:pt>
                <c:pt idx="985">
                  <c:v>7.5709999999999997</c:v>
                </c:pt>
                <c:pt idx="986">
                  <c:v>7.5709999999999997</c:v>
                </c:pt>
                <c:pt idx="987">
                  <c:v>7.57</c:v>
                </c:pt>
                <c:pt idx="988">
                  <c:v>7.57</c:v>
                </c:pt>
                <c:pt idx="989">
                  <c:v>7.5709999999999997</c:v>
                </c:pt>
                <c:pt idx="990">
                  <c:v>7.5709999999999997</c:v>
                </c:pt>
                <c:pt idx="991">
                  <c:v>7.5709999999999997</c:v>
                </c:pt>
                <c:pt idx="992">
                  <c:v>7.5709999999999997</c:v>
                </c:pt>
                <c:pt idx="993">
                  <c:v>7.5709999999999997</c:v>
                </c:pt>
                <c:pt idx="994">
                  <c:v>7.5709999999999997</c:v>
                </c:pt>
                <c:pt idx="995">
                  <c:v>7.5709999999999997</c:v>
                </c:pt>
                <c:pt idx="996">
                  <c:v>7.5709999999999997</c:v>
                </c:pt>
                <c:pt idx="997">
                  <c:v>7.5709999999999997</c:v>
                </c:pt>
                <c:pt idx="998">
                  <c:v>7.5709999999999997</c:v>
                </c:pt>
                <c:pt idx="999">
                  <c:v>7.5709999999999997</c:v>
                </c:pt>
                <c:pt idx="1000">
                  <c:v>7.57</c:v>
                </c:pt>
                <c:pt idx="1001">
                  <c:v>7.57</c:v>
                </c:pt>
                <c:pt idx="1002">
                  <c:v>7.5709999999999997</c:v>
                </c:pt>
                <c:pt idx="1003">
                  <c:v>7.5709999999999997</c:v>
                </c:pt>
                <c:pt idx="1004">
                  <c:v>7.5709999999999997</c:v>
                </c:pt>
                <c:pt idx="1005">
                  <c:v>7.5709999999999997</c:v>
                </c:pt>
                <c:pt idx="1006">
                  <c:v>7.5709999999999997</c:v>
                </c:pt>
                <c:pt idx="1007">
                  <c:v>7.5709999999999997</c:v>
                </c:pt>
                <c:pt idx="1008">
                  <c:v>7.5709999999999997</c:v>
                </c:pt>
                <c:pt idx="1009">
                  <c:v>7.5720000000000001</c:v>
                </c:pt>
                <c:pt idx="1010">
                  <c:v>7.5709999999999997</c:v>
                </c:pt>
                <c:pt idx="1011">
                  <c:v>7.5709999999999997</c:v>
                </c:pt>
                <c:pt idx="1012">
                  <c:v>7.5709999999999997</c:v>
                </c:pt>
                <c:pt idx="1013">
                  <c:v>7.5709999999999997</c:v>
                </c:pt>
                <c:pt idx="1014">
                  <c:v>7.5709999999999997</c:v>
                </c:pt>
                <c:pt idx="1015">
                  <c:v>7.5709999999999997</c:v>
                </c:pt>
                <c:pt idx="1016">
                  <c:v>7.5709999999999997</c:v>
                </c:pt>
                <c:pt idx="1017">
                  <c:v>7.5709999999999997</c:v>
                </c:pt>
                <c:pt idx="1018">
                  <c:v>7.5720000000000001</c:v>
                </c:pt>
                <c:pt idx="1019">
                  <c:v>7.5709999999999997</c:v>
                </c:pt>
                <c:pt idx="1020">
                  <c:v>7.5709999999999997</c:v>
                </c:pt>
                <c:pt idx="1021">
                  <c:v>7.5709999999999997</c:v>
                </c:pt>
                <c:pt idx="1022">
                  <c:v>7.5709999999999997</c:v>
                </c:pt>
                <c:pt idx="1023">
                  <c:v>7.5720000000000001</c:v>
                </c:pt>
                <c:pt idx="1024">
                  <c:v>7.5720000000000001</c:v>
                </c:pt>
                <c:pt idx="1025">
                  <c:v>7.5720000000000001</c:v>
                </c:pt>
                <c:pt idx="1026">
                  <c:v>7.5720000000000001</c:v>
                </c:pt>
                <c:pt idx="1027">
                  <c:v>7.5720000000000001</c:v>
                </c:pt>
                <c:pt idx="1028">
                  <c:v>7.5720000000000001</c:v>
                </c:pt>
                <c:pt idx="1029">
                  <c:v>7.5720000000000001</c:v>
                </c:pt>
                <c:pt idx="1030">
                  <c:v>7.5720000000000001</c:v>
                </c:pt>
                <c:pt idx="1031">
                  <c:v>7.5720000000000001</c:v>
                </c:pt>
                <c:pt idx="1032">
                  <c:v>7.5720000000000001</c:v>
                </c:pt>
                <c:pt idx="1033">
                  <c:v>7.5720000000000001</c:v>
                </c:pt>
                <c:pt idx="1034">
                  <c:v>7.5730000000000004</c:v>
                </c:pt>
                <c:pt idx="1035">
                  <c:v>7.5730000000000004</c:v>
                </c:pt>
                <c:pt idx="1036">
                  <c:v>7.5730000000000004</c:v>
                </c:pt>
                <c:pt idx="1037">
                  <c:v>7.5730000000000004</c:v>
                </c:pt>
                <c:pt idx="1038">
                  <c:v>7.5730000000000004</c:v>
                </c:pt>
                <c:pt idx="1039">
                  <c:v>7.5720000000000001</c:v>
                </c:pt>
                <c:pt idx="1040">
                  <c:v>7.5720000000000001</c:v>
                </c:pt>
                <c:pt idx="1041">
                  <c:v>7.5720000000000001</c:v>
                </c:pt>
                <c:pt idx="1042">
                  <c:v>7.5720000000000001</c:v>
                </c:pt>
                <c:pt idx="1043">
                  <c:v>7.5730000000000004</c:v>
                </c:pt>
                <c:pt idx="1044">
                  <c:v>7.5730000000000004</c:v>
                </c:pt>
                <c:pt idx="1045">
                  <c:v>7.5720000000000001</c:v>
                </c:pt>
                <c:pt idx="1046">
                  <c:v>7.5720000000000001</c:v>
                </c:pt>
                <c:pt idx="1047">
                  <c:v>7.5720000000000001</c:v>
                </c:pt>
                <c:pt idx="1048">
                  <c:v>7.5730000000000004</c:v>
                </c:pt>
                <c:pt idx="1049">
                  <c:v>7.5730000000000004</c:v>
                </c:pt>
                <c:pt idx="1050">
                  <c:v>7.5720000000000001</c:v>
                </c:pt>
                <c:pt idx="1051">
                  <c:v>7.5730000000000004</c:v>
                </c:pt>
                <c:pt idx="1052">
                  <c:v>7.5730000000000004</c:v>
                </c:pt>
                <c:pt idx="1053">
                  <c:v>7.5730000000000004</c:v>
                </c:pt>
                <c:pt idx="1054">
                  <c:v>7.5730000000000004</c:v>
                </c:pt>
                <c:pt idx="1055">
                  <c:v>7.5730000000000004</c:v>
                </c:pt>
                <c:pt idx="1056">
                  <c:v>7.5730000000000004</c:v>
                </c:pt>
                <c:pt idx="1057">
                  <c:v>7.5730000000000004</c:v>
                </c:pt>
                <c:pt idx="1058">
                  <c:v>7.5739999999999998</c:v>
                </c:pt>
                <c:pt idx="1059">
                  <c:v>7.5739999999999998</c:v>
                </c:pt>
                <c:pt idx="1060">
                  <c:v>7.5739999999999998</c:v>
                </c:pt>
                <c:pt idx="1061">
                  <c:v>7.5739999999999998</c:v>
                </c:pt>
                <c:pt idx="1062">
                  <c:v>7.5739999999999998</c:v>
                </c:pt>
                <c:pt idx="1063">
                  <c:v>7.5739999999999998</c:v>
                </c:pt>
                <c:pt idx="1064">
                  <c:v>7.5739999999999998</c:v>
                </c:pt>
                <c:pt idx="1065">
                  <c:v>7.5739999999999998</c:v>
                </c:pt>
                <c:pt idx="1066">
                  <c:v>7.5739999999999998</c:v>
                </c:pt>
                <c:pt idx="1067">
                  <c:v>7.5739999999999998</c:v>
                </c:pt>
                <c:pt idx="1068">
                  <c:v>7.5739999999999998</c:v>
                </c:pt>
                <c:pt idx="1069">
                  <c:v>7.5730000000000004</c:v>
                </c:pt>
                <c:pt idx="1070">
                  <c:v>7.5730000000000004</c:v>
                </c:pt>
                <c:pt idx="1071">
                  <c:v>7.5739999999999998</c:v>
                </c:pt>
                <c:pt idx="1072">
                  <c:v>7.5739999999999998</c:v>
                </c:pt>
                <c:pt idx="1073">
                  <c:v>7.5739999999999998</c:v>
                </c:pt>
                <c:pt idx="1074">
                  <c:v>7.5739999999999998</c:v>
                </c:pt>
                <c:pt idx="1075">
                  <c:v>7.5739999999999998</c:v>
                </c:pt>
                <c:pt idx="1076">
                  <c:v>7.5739999999999998</c:v>
                </c:pt>
                <c:pt idx="1077">
                  <c:v>7.5739999999999998</c:v>
                </c:pt>
                <c:pt idx="1078">
                  <c:v>7.5739999999999998</c:v>
                </c:pt>
                <c:pt idx="1079">
                  <c:v>7.5739999999999998</c:v>
                </c:pt>
                <c:pt idx="1080">
                  <c:v>7.5739999999999998</c:v>
                </c:pt>
                <c:pt idx="1081">
                  <c:v>7.5739999999999998</c:v>
                </c:pt>
                <c:pt idx="1082">
                  <c:v>7.5739999999999998</c:v>
                </c:pt>
                <c:pt idx="1083">
                  <c:v>7.5730000000000004</c:v>
                </c:pt>
                <c:pt idx="1084">
                  <c:v>7.5730000000000004</c:v>
                </c:pt>
                <c:pt idx="1085">
                  <c:v>7.5739999999999998</c:v>
                </c:pt>
                <c:pt idx="1086">
                  <c:v>7.5739999999999998</c:v>
                </c:pt>
                <c:pt idx="1087">
                  <c:v>7.5739999999999998</c:v>
                </c:pt>
                <c:pt idx="1088">
                  <c:v>7.5739999999999998</c:v>
                </c:pt>
                <c:pt idx="1089">
                  <c:v>7.5739999999999998</c:v>
                </c:pt>
                <c:pt idx="1090">
                  <c:v>7.5730000000000004</c:v>
                </c:pt>
                <c:pt idx="1091">
                  <c:v>7.5730000000000004</c:v>
                </c:pt>
                <c:pt idx="1092">
                  <c:v>7.5730000000000004</c:v>
                </c:pt>
                <c:pt idx="1093">
                  <c:v>7.5739999999999998</c:v>
                </c:pt>
                <c:pt idx="1094">
                  <c:v>7.5739999999999998</c:v>
                </c:pt>
                <c:pt idx="1095">
                  <c:v>7.5730000000000004</c:v>
                </c:pt>
                <c:pt idx="1096">
                  <c:v>7.5739999999999998</c:v>
                </c:pt>
                <c:pt idx="1097">
                  <c:v>7.5739999999999998</c:v>
                </c:pt>
                <c:pt idx="1098">
                  <c:v>7.5739999999999998</c:v>
                </c:pt>
                <c:pt idx="1099">
                  <c:v>7.5739999999999998</c:v>
                </c:pt>
                <c:pt idx="1100">
                  <c:v>7.5739999999999998</c:v>
                </c:pt>
                <c:pt idx="1101">
                  <c:v>7.5739999999999998</c:v>
                </c:pt>
                <c:pt idx="1102">
                  <c:v>7.5739999999999998</c:v>
                </c:pt>
                <c:pt idx="1103">
                  <c:v>7.5730000000000004</c:v>
                </c:pt>
                <c:pt idx="1104">
                  <c:v>7.5730000000000004</c:v>
                </c:pt>
                <c:pt idx="1105">
                  <c:v>7.5730000000000004</c:v>
                </c:pt>
                <c:pt idx="1106">
                  <c:v>7.5730000000000004</c:v>
                </c:pt>
                <c:pt idx="1107">
                  <c:v>7.5730000000000004</c:v>
                </c:pt>
                <c:pt idx="1108">
                  <c:v>7.5730000000000004</c:v>
                </c:pt>
                <c:pt idx="1109">
                  <c:v>7.5730000000000004</c:v>
                </c:pt>
                <c:pt idx="1110">
                  <c:v>7.5739999999999998</c:v>
                </c:pt>
                <c:pt idx="1111">
                  <c:v>7.5730000000000004</c:v>
                </c:pt>
                <c:pt idx="1112">
                  <c:v>7.5730000000000004</c:v>
                </c:pt>
                <c:pt idx="1113">
                  <c:v>7.5730000000000004</c:v>
                </c:pt>
                <c:pt idx="1114">
                  <c:v>7.5730000000000004</c:v>
                </c:pt>
                <c:pt idx="1115">
                  <c:v>7.5730000000000004</c:v>
                </c:pt>
                <c:pt idx="1116">
                  <c:v>7.5739999999999998</c:v>
                </c:pt>
                <c:pt idx="1117">
                  <c:v>7.5739999999999998</c:v>
                </c:pt>
                <c:pt idx="1118">
                  <c:v>7.5739999999999998</c:v>
                </c:pt>
                <c:pt idx="1119">
                  <c:v>7.5739999999999998</c:v>
                </c:pt>
                <c:pt idx="1120">
                  <c:v>7.5730000000000004</c:v>
                </c:pt>
                <c:pt idx="1121">
                  <c:v>7.5739999999999998</c:v>
                </c:pt>
                <c:pt idx="1122">
                  <c:v>7.5739999999999998</c:v>
                </c:pt>
                <c:pt idx="1123">
                  <c:v>7.5739999999999998</c:v>
                </c:pt>
                <c:pt idx="1124">
                  <c:v>7.5739999999999998</c:v>
                </c:pt>
                <c:pt idx="1125">
                  <c:v>7.5739999999999998</c:v>
                </c:pt>
                <c:pt idx="1126">
                  <c:v>7.5739999999999998</c:v>
                </c:pt>
                <c:pt idx="1127">
                  <c:v>7.5739999999999998</c:v>
                </c:pt>
                <c:pt idx="1128">
                  <c:v>7.5739999999999998</c:v>
                </c:pt>
                <c:pt idx="1129">
                  <c:v>7.5739999999999998</c:v>
                </c:pt>
                <c:pt idx="1130">
                  <c:v>7.5739999999999998</c:v>
                </c:pt>
                <c:pt idx="1131">
                  <c:v>7.5739999999999998</c:v>
                </c:pt>
                <c:pt idx="1132">
                  <c:v>7.5739999999999998</c:v>
                </c:pt>
                <c:pt idx="1133">
                  <c:v>7.5739999999999998</c:v>
                </c:pt>
                <c:pt idx="1134">
                  <c:v>7.5739999999999998</c:v>
                </c:pt>
                <c:pt idx="1135">
                  <c:v>7.5739999999999998</c:v>
                </c:pt>
                <c:pt idx="1136">
                  <c:v>7.5739999999999998</c:v>
                </c:pt>
                <c:pt idx="1137">
                  <c:v>7.5739999999999998</c:v>
                </c:pt>
                <c:pt idx="1138">
                  <c:v>7.5739999999999998</c:v>
                </c:pt>
                <c:pt idx="1139">
                  <c:v>7.5739999999999998</c:v>
                </c:pt>
                <c:pt idx="1140">
                  <c:v>7.5739999999999998</c:v>
                </c:pt>
                <c:pt idx="1141">
                  <c:v>7.5739999999999998</c:v>
                </c:pt>
                <c:pt idx="1142">
                  <c:v>7.5730000000000004</c:v>
                </c:pt>
                <c:pt idx="1143">
                  <c:v>7.5730000000000004</c:v>
                </c:pt>
                <c:pt idx="1144">
                  <c:v>7.5730000000000004</c:v>
                </c:pt>
                <c:pt idx="1145">
                  <c:v>7.5730000000000004</c:v>
                </c:pt>
                <c:pt idx="1146">
                  <c:v>7.5730000000000004</c:v>
                </c:pt>
                <c:pt idx="1147">
                  <c:v>7.5730000000000004</c:v>
                </c:pt>
                <c:pt idx="1148">
                  <c:v>7.5730000000000004</c:v>
                </c:pt>
                <c:pt idx="1149">
                  <c:v>7.5730000000000004</c:v>
                </c:pt>
                <c:pt idx="1150">
                  <c:v>7.5730000000000004</c:v>
                </c:pt>
                <c:pt idx="1151">
                  <c:v>7.5730000000000004</c:v>
                </c:pt>
                <c:pt idx="1152">
                  <c:v>7.5730000000000004</c:v>
                </c:pt>
                <c:pt idx="1153">
                  <c:v>7.5730000000000004</c:v>
                </c:pt>
                <c:pt idx="1154">
                  <c:v>7.5730000000000004</c:v>
                </c:pt>
                <c:pt idx="1155">
                  <c:v>7.5730000000000004</c:v>
                </c:pt>
                <c:pt idx="1156">
                  <c:v>7.5730000000000004</c:v>
                </c:pt>
                <c:pt idx="1157">
                  <c:v>7.5730000000000004</c:v>
                </c:pt>
                <c:pt idx="1158">
                  <c:v>7.5730000000000004</c:v>
                </c:pt>
                <c:pt idx="1159">
                  <c:v>7.5730000000000004</c:v>
                </c:pt>
                <c:pt idx="1160">
                  <c:v>7.5730000000000004</c:v>
                </c:pt>
                <c:pt idx="1161">
                  <c:v>7.5730000000000004</c:v>
                </c:pt>
                <c:pt idx="1162">
                  <c:v>7.5730000000000004</c:v>
                </c:pt>
                <c:pt idx="1163">
                  <c:v>7.5730000000000004</c:v>
                </c:pt>
                <c:pt idx="1164">
                  <c:v>7.5720000000000001</c:v>
                </c:pt>
                <c:pt idx="1165">
                  <c:v>7.5730000000000004</c:v>
                </c:pt>
                <c:pt idx="1166">
                  <c:v>7.5730000000000004</c:v>
                </c:pt>
                <c:pt idx="1167">
                  <c:v>7.5730000000000004</c:v>
                </c:pt>
                <c:pt idx="1168">
                  <c:v>7.5730000000000004</c:v>
                </c:pt>
                <c:pt idx="1169">
                  <c:v>7.5730000000000004</c:v>
                </c:pt>
                <c:pt idx="1170">
                  <c:v>7.5730000000000004</c:v>
                </c:pt>
                <c:pt idx="1171">
                  <c:v>7.5730000000000004</c:v>
                </c:pt>
                <c:pt idx="1172">
                  <c:v>7.5730000000000004</c:v>
                </c:pt>
                <c:pt idx="1173">
                  <c:v>7.5730000000000004</c:v>
                </c:pt>
                <c:pt idx="1174">
                  <c:v>7.5730000000000004</c:v>
                </c:pt>
                <c:pt idx="1175">
                  <c:v>7.5730000000000004</c:v>
                </c:pt>
                <c:pt idx="1176">
                  <c:v>7.5730000000000004</c:v>
                </c:pt>
                <c:pt idx="1177">
                  <c:v>7.5730000000000004</c:v>
                </c:pt>
                <c:pt idx="1178">
                  <c:v>7.5730000000000004</c:v>
                </c:pt>
                <c:pt idx="1179">
                  <c:v>7.5730000000000004</c:v>
                </c:pt>
                <c:pt idx="1180">
                  <c:v>7.5739999999999998</c:v>
                </c:pt>
                <c:pt idx="1181">
                  <c:v>7.5730000000000004</c:v>
                </c:pt>
                <c:pt idx="1182">
                  <c:v>7.5730000000000004</c:v>
                </c:pt>
                <c:pt idx="1183">
                  <c:v>7.5739999999999998</c:v>
                </c:pt>
                <c:pt idx="1184">
                  <c:v>7.5739999999999998</c:v>
                </c:pt>
                <c:pt idx="1185">
                  <c:v>7.5730000000000004</c:v>
                </c:pt>
                <c:pt idx="1186">
                  <c:v>7.5730000000000004</c:v>
                </c:pt>
                <c:pt idx="1187">
                  <c:v>7.5739999999999998</c:v>
                </c:pt>
                <c:pt idx="1188">
                  <c:v>7.5739999999999998</c:v>
                </c:pt>
                <c:pt idx="1189">
                  <c:v>7.5739999999999998</c:v>
                </c:pt>
                <c:pt idx="1190">
                  <c:v>7.5739999999999998</c:v>
                </c:pt>
                <c:pt idx="1191">
                  <c:v>7.5739999999999998</c:v>
                </c:pt>
                <c:pt idx="1192">
                  <c:v>7.5739999999999998</c:v>
                </c:pt>
                <c:pt idx="1193">
                  <c:v>7.5730000000000004</c:v>
                </c:pt>
                <c:pt idx="1194">
                  <c:v>7.5730000000000004</c:v>
                </c:pt>
                <c:pt idx="1195">
                  <c:v>7.5730000000000004</c:v>
                </c:pt>
                <c:pt idx="1196">
                  <c:v>7.5739999999999998</c:v>
                </c:pt>
                <c:pt idx="1197">
                  <c:v>7.5739999999999998</c:v>
                </c:pt>
                <c:pt idx="1198">
                  <c:v>7.5739999999999998</c:v>
                </c:pt>
                <c:pt idx="1199">
                  <c:v>7.5739999999999998</c:v>
                </c:pt>
                <c:pt idx="1200">
                  <c:v>7.5739999999999998</c:v>
                </c:pt>
                <c:pt idx="1201">
                  <c:v>7.5730000000000004</c:v>
                </c:pt>
                <c:pt idx="1202">
                  <c:v>7.5739999999999998</c:v>
                </c:pt>
                <c:pt idx="1203">
                  <c:v>7.5739999999999998</c:v>
                </c:pt>
                <c:pt idx="1204">
                  <c:v>7.5739999999999998</c:v>
                </c:pt>
                <c:pt idx="1205">
                  <c:v>7.5739999999999998</c:v>
                </c:pt>
                <c:pt idx="1206">
                  <c:v>7.5739999999999998</c:v>
                </c:pt>
                <c:pt idx="1207">
                  <c:v>7.5739999999999998</c:v>
                </c:pt>
                <c:pt idx="1208">
                  <c:v>7.5739999999999998</c:v>
                </c:pt>
                <c:pt idx="1209">
                  <c:v>7.5730000000000004</c:v>
                </c:pt>
                <c:pt idx="1210">
                  <c:v>7.5730000000000004</c:v>
                </c:pt>
                <c:pt idx="1211">
                  <c:v>7.5730000000000004</c:v>
                </c:pt>
                <c:pt idx="1212">
                  <c:v>7.5739999999999998</c:v>
                </c:pt>
                <c:pt idx="1213">
                  <c:v>7.5739999999999998</c:v>
                </c:pt>
                <c:pt idx="1214">
                  <c:v>7.5739999999999998</c:v>
                </c:pt>
                <c:pt idx="1215">
                  <c:v>7.5739999999999998</c:v>
                </c:pt>
                <c:pt idx="1216">
                  <c:v>7.5739999999999998</c:v>
                </c:pt>
                <c:pt idx="1217">
                  <c:v>7.5730000000000004</c:v>
                </c:pt>
                <c:pt idx="1218">
                  <c:v>7.5730000000000004</c:v>
                </c:pt>
                <c:pt idx="1219">
                  <c:v>7.5739999999999998</c:v>
                </c:pt>
                <c:pt idx="1220">
                  <c:v>7.5739999999999998</c:v>
                </c:pt>
                <c:pt idx="1221">
                  <c:v>7.5730000000000004</c:v>
                </c:pt>
                <c:pt idx="1222">
                  <c:v>7.5730000000000004</c:v>
                </c:pt>
                <c:pt idx="1223">
                  <c:v>7.5739999999999998</c:v>
                </c:pt>
                <c:pt idx="1224">
                  <c:v>7.5730000000000004</c:v>
                </c:pt>
                <c:pt idx="1225">
                  <c:v>7.5730000000000004</c:v>
                </c:pt>
                <c:pt idx="1226">
                  <c:v>7.5730000000000004</c:v>
                </c:pt>
                <c:pt idx="1227">
                  <c:v>7.5739999999999998</c:v>
                </c:pt>
                <c:pt idx="1228">
                  <c:v>7.5739999999999998</c:v>
                </c:pt>
                <c:pt idx="1229">
                  <c:v>7.5739999999999998</c:v>
                </c:pt>
                <c:pt idx="1230">
                  <c:v>7.5739999999999998</c:v>
                </c:pt>
                <c:pt idx="1231">
                  <c:v>7.5739999999999998</c:v>
                </c:pt>
                <c:pt idx="1232">
                  <c:v>7.5739999999999998</c:v>
                </c:pt>
                <c:pt idx="1233">
                  <c:v>7.5739999999999998</c:v>
                </c:pt>
                <c:pt idx="1234">
                  <c:v>7.5739999999999998</c:v>
                </c:pt>
                <c:pt idx="1235">
                  <c:v>7.5739999999999998</c:v>
                </c:pt>
                <c:pt idx="1236">
                  <c:v>7.5739999999999998</c:v>
                </c:pt>
                <c:pt idx="1237">
                  <c:v>7.5739999999999998</c:v>
                </c:pt>
                <c:pt idx="1238">
                  <c:v>7.5739999999999998</c:v>
                </c:pt>
                <c:pt idx="1239">
                  <c:v>7.5739999999999998</c:v>
                </c:pt>
                <c:pt idx="1240">
                  <c:v>7.5739999999999998</c:v>
                </c:pt>
                <c:pt idx="1241">
                  <c:v>7.5739999999999998</c:v>
                </c:pt>
                <c:pt idx="1242">
                  <c:v>7.5739999999999998</c:v>
                </c:pt>
                <c:pt idx="1243">
                  <c:v>7.5739999999999998</c:v>
                </c:pt>
                <c:pt idx="1244">
                  <c:v>7.5750000000000002</c:v>
                </c:pt>
                <c:pt idx="1245">
                  <c:v>7.5750000000000002</c:v>
                </c:pt>
                <c:pt idx="1246">
                  <c:v>7.5739999999999998</c:v>
                </c:pt>
                <c:pt idx="1247">
                  <c:v>7.5739999999999998</c:v>
                </c:pt>
                <c:pt idx="1248">
                  <c:v>7.5730000000000004</c:v>
                </c:pt>
                <c:pt idx="1249">
                  <c:v>7.5739999999999998</c:v>
                </c:pt>
                <c:pt idx="1250">
                  <c:v>7.5739999999999998</c:v>
                </c:pt>
                <c:pt idx="1251">
                  <c:v>7.5739999999999998</c:v>
                </c:pt>
                <c:pt idx="1252">
                  <c:v>7.5739999999999998</c:v>
                </c:pt>
                <c:pt idx="1253">
                  <c:v>7.5739999999999998</c:v>
                </c:pt>
                <c:pt idx="1254">
                  <c:v>7.5739999999999998</c:v>
                </c:pt>
                <c:pt idx="1255">
                  <c:v>7.5739999999999998</c:v>
                </c:pt>
                <c:pt idx="1256">
                  <c:v>7.5739999999999998</c:v>
                </c:pt>
                <c:pt idx="1257">
                  <c:v>7.5739999999999998</c:v>
                </c:pt>
                <c:pt idx="1258">
                  <c:v>7.5739999999999998</c:v>
                </c:pt>
                <c:pt idx="1259">
                  <c:v>7.5739999999999998</c:v>
                </c:pt>
                <c:pt idx="1260">
                  <c:v>7.5739999999999998</c:v>
                </c:pt>
                <c:pt idx="1261">
                  <c:v>7.5739999999999998</c:v>
                </c:pt>
                <c:pt idx="1262">
                  <c:v>7.5739999999999998</c:v>
                </c:pt>
                <c:pt idx="1263">
                  <c:v>7.5739999999999998</c:v>
                </c:pt>
                <c:pt idx="1264">
                  <c:v>7.5739999999999998</c:v>
                </c:pt>
                <c:pt idx="1265">
                  <c:v>7.5739999999999998</c:v>
                </c:pt>
                <c:pt idx="1266">
                  <c:v>7.5739999999999998</c:v>
                </c:pt>
                <c:pt idx="1267">
                  <c:v>7.5750000000000002</c:v>
                </c:pt>
                <c:pt idx="1268">
                  <c:v>7.5739999999999998</c:v>
                </c:pt>
                <c:pt idx="1269">
                  <c:v>7.5739999999999998</c:v>
                </c:pt>
                <c:pt idx="1270">
                  <c:v>7.5739999999999998</c:v>
                </c:pt>
                <c:pt idx="1271">
                  <c:v>7.5739999999999998</c:v>
                </c:pt>
                <c:pt idx="1272">
                  <c:v>7.5739999999999998</c:v>
                </c:pt>
                <c:pt idx="1273">
                  <c:v>7.5739999999999998</c:v>
                </c:pt>
                <c:pt idx="1274">
                  <c:v>7.5739999999999998</c:v>
                </c:pt>
                <c:pt idx="1275">
                  <c:v>7.5739999999999998</c:v>
                </c:pt>
                <c:pt idx="1276">
                  <c:v>7.5739999999999998</c:v>
                </c:pt>
                <c:pt idx="1277">
                  <c:v>7.5739999999999998</c:v>
                </c:pt>
                <c:pt idx="1278">
                  <c:v>7.5739999999999998</c:v>
                </c:pt>
                <c:pt idx="1279">
                  <c:v>7.5739999999999998</c:v>
                </c:pt>
                <c:pt idx="1280">
                  <c:v>7.5739999999999998</c:v>
                </c:pt>
                <c:pt idx="1281">
                  <c:v>7.5739999999999998</c:v>
                </c:pt>
                <c:pt idx="1282">
                  <c:v>7.5730000000000004</c:v>
                </c:pt>
                <c:pt idx="1283">
                  <c:v>7.5739999999999998</c:v>
                </c:pt>
                <c:pt idx="1284">
                  <c:v>7.5739999999999998</c:v>
                </c:pt>
                <c:pt idx="1285">
                  <c:v>7.5739999999999998</c:v>
                </c:pt>
                <c:pt idx="1286">
                  <c:v>7.5739999999999998</c:v>
                </c:pt>
                <c:pt idx="1287">
                  <c:v>7.5739999999999998</c:v>
                </c:pt>
                <c:pt idx="1288">
                  <c:v>7.5739999999999998</c:v>
                </c:pt>
                <c:pt idx="1289">
                  <c:v>7.5739999999999998</c:v>
                </c:pt>
                <c:pt idx="1290">
                  <c:v>7.5750000000000002</c:v>
                </c:pt>
                <c:pt idx="1291">
                  <c:v>7.5750000000000002</c:v>
                </c:pt>
                <c:pt idx="1292">
                  <c:v>7.5739999999999998</c:v>
                </c:pt>
                <c:pt idx="1293">
                  <c:v>7.5739999999999998</c:v>
                </c:pt>
                <c:pt idx="1294">
                  <c:v>7.5750000000000002</c:v>
                </c:pt>
                <c:pt idx="1295">
                  <c:v>7.5750000000000002</c:v>
                </c:pt>
                <c:pt idx="1296">
                  <c:v>7.5750000000000002</c:v>
                </c:pt>
                <c:pt idx="1297">
                  <c:v>7.5750000000000002</c:v>
                </c:pt>
                <c:pt idx="1298">
                  <c:v>7.5750000000000002</c:v>
                </c:pt>
                <c:pt idx="1299">
                  <c:v>7.5750000000000002</c:v>
                </c:pt>
                <c:pt idx="1300">
                  <c:v>7.5750000000000002</c:v>
                </c:pt>
                <c:pt idx="1301">
                  <c:v>7.5750000000000002</c:v>
                </c:pt>
                <c:pt idx="1302">
                  <c:v>7.5750000000000002</c:v>
                </c:pt>
                <c:pt idx="1303">
                  <c:v>7.5750000000000002</c:v>
                </c:pt>
                <c:pt idx="1304">
                  <c:v>7.5750000000000002</c:v>
                </c:pt>
                <c:pt idx="1305">
                  <c:v>7.5750000000000002</c:v>
                </c:pt>
                <c:pt idx="1306">
                  <c:v>7.5750000000000002</c:v>
                </c:pt>
                <c:pt idx="1307">
                  <c:v>7.5750000000000002</c:v>
                </c:pt>
                <c:pt idx="1308">
                  <c:v>7.5750000000000002</c:v>
                </c:pt>
                <c:pt idx="1309">
                  <c:v>7.5750000000000002</c:v>
                </c:pt>
                <c:pt idx="1310">
                  <c:v>7.5750000000000002</c:v>
                </c:pt>
                <c:pt idx="1311">
                  <c:v>7.5739999999999998</c:v>
                </c:pt>
                <c:pt idx="1312">
                  <c:v>7.5739999999999998</c:v>
                </c:pt>
                <c:pt idx="1313">
                  <c:v>7.5750000000000002</c:v>
                </c:pt>
                <c:pt idx="1314">
                  <c:v>7.5739999999999998</c:v>
                </c:pt>
                <c:pt idx="1315">
                  <c:v>7.5739999999999998</c:v>
                </c:pt>
                <c:pt idx="1316">
                  <c:v>7.5739999999999998</c:v>
                </c:pt>
                <c:pt idx="1317">
                  <c:v>7.5739999999999998</c:v>
                </c:pt>
                <c:pt idx="1318">
                  <c:v>7.5739999999999998</c:v>
                </c:pt>
                <c:pt idx="1319">
                  <c:v>7.5739999999999998</c:v>
                </c:pt>
                <c:pt idx="1320">
                  <c:v>7.5739999999999998</c:v>
                </c:pt>
                <c:pt idx="1321">
                  <c:v>7.5739999999999998</c:v>
                </c:pt>
                <c:pt idx="1322">
                  <c:v>7.5739999999999998</c:v>
                </c:pt>
                <c:pt idx="1323">
                  <c:v>7.5739999999999998</c:v>
                </c:pt>
                <c:pt idx="1324">
                  <c:v>7.5739999999999998</c:v>
                </c:pt>
                <c:pt idx="1325">
                  <c:v>7.5739999999999998</c:v>
                </c:pt>
                <c:pt idx="1326">
                  <c:v>7.5739999999999998</c:v>
                </c:pt>
                <c:pt idx="1327">
                  <c:v>7.5739999999999998</c:v>
                </c:pt>
                <c:pt idx="1328">
                  <c:v>7.5739999999999998</c:v>
                </c:pt>
                <c:pt idx="1329">
                  <c:v>7.5739999999999998</c:v>
                </c:pt>
                <c:pt idx="1330">
                  <c:v>7.5750000000000002</c:v>
                </c:pt>
                <c:pt idx="1331">
                  <c:v>7.5739999999999998</c:v>
                </c:pt>
                <c:pt idx="1332">
                  <c:v>7.5739999999999998</c:v>
                </c:pt>
                <c:pt idx="1333">
                  <c:v>7.5739999999999998</c:v>
                </c:pt>
                <c:pt idx="1334">
                  <c:v>7.5739999999999998</c:v>
                </c:pt>
                <c:pt idx="1335">
                  <c:v>7.5739999999999998</c:v>
                </c:pt>
                <c:pt idx="1336">
                  <c:v>7.5739999999999998</c:v>
                </c:pt>
                <c:pt idx="1337">
                  <c:v>7.5750000000000002</c:v>
                </c:pt>
                <c:pt idx="1338">
                  <c:v>7.5750000000000002</c:v>
                </c:pt>
                <c:pt idx="1339">
                  <c:v>7.5739999999999998</c:v>
                </c:pt>
                <c:pt idx="1340">
                  <c:v>7.5739999999999998</c:v>
                </c:pt>
                <c:pt idx="1341">
                  <c:v>7.5739999999999998</c:v>
                </c:pt>
                <c:pt idx="1342">
                  <c:v>7.5739999999999998</c:v>
                </c:pt>
                <c:pt idx="1343">
                  <c:v>7.5739999999999998</c:v>
                </c:pt>
                <c:pt idx="1344">
                  <c:v>7.5739999999999998</c:v>
                </c:pt>
                <c:pt idx="1345">
                  <c:v>7.5750000000000002</c:v>
                </c:pt>
                <c:pt idx="1346">
                  <c:v>7.5739999999999998</c:v>
                </c:pt>
                <c:pt idx="1347">
                  <c:v>7.5739999999999998</c:v>
                </c:pt>
                <c:pt idx="1348">
                  <c:v>7.5739999999999998</c:v>
                </c:pt>
                <c:pt idx="1349">
                  <c:v>7.5739999999999998</c:v>
                </c:pt>
                <c:pt idx="1350">
                  <c:v>7.5739999999999998</c:v>
                </c:pt>
                <c:pt idx="1351">
                  <c:v>7.5739999999999998</c:v>
                </c:pt>
                <c:pt idx="1352">
                  <c:v>7.5739999999999998</c:v>
                </c:pt>
                <c:pt idx="1353">
                  <c:v>7.5750000000000002</c:v>
                </c:pt>
                <c:pt idx="1354">
                  <c:v>7.5750000000000002</c:v>
                </c:pt>
                <c:pt idx="1355">
                  <c:v>7.5750000000000002</c:v>
                </c:pt>
                <c:pt idx="1356">
                  <c:v>7.5750000000000002</c:v>
                </c:pt>
                <c:pt idx="1357">
                  <c:v>7.5750000000000002</c:v>
                </c:pt>
                <c:pt idx="1358">
                  <c:v>7.5739999999999998</c:v>
                </c:pt>
                <c:pt idx="1359">
                  <c:v>7.5739999999999998</c:v>
                </c:pt>
                <c:pt idx="1360">
                  <c:v>7.5750000000000002</c:v>
                </c:pt>
                <c:pt idx="1361">
                  <c:v>7.5750000000000002</c:v>
                </c:pt>
                <c:pt idx="1362">
                  <c:v>7.5739999999999998</c:v>
                </c:pt>
                <c:pt idx="1363">
                  <c:v>7.5739999999999998</c:v>
                </c:pt>
                <c:pt idx="1364">
                  <c:v>7.5750000000000002</c:v>
                </c:pt>
                <c:pt idx="1365">
                  <c:v>7.5739999999999998</c:v>
                </c:pt>
                <c:pt idx="1366">
                  <c:v>7.5739999999999998</c:v>
                </c:pt>
                <c:pt idx="1367">
                  <c:v>7.5739999999999998</c:v>
                </c:pt>
                <c:pt idx="1368">
                  <c:v>7.5739999999999998</c:v>
                </c:pt>
                <c:pt idx="1369">
                  <c:v>7.5739999999999998</c:v>
                </c:pt>
                <c:pt idx="1370">
                  <c:v>7.5739999999999998</c:v>
                </c:pt>
                <c:pt idx="1371">
                  <c:v>7.5739999999999998</c:v>
                </c:pt>
                <c:pt idx="1372">
                  <c:v>7.5739999999999998</c:v>
                </c:pt>
                <c:pt idx="1373">
                  <c:v>7.5739999999999998</c:v>
                </c:pt>
                <c:pt idx="1374">
                  <c:v>7.5739999999999998</c:v>
                </c:pt>
                <c:pt idx="1375">
                  <c:v>7.5739999999999998</c:v>
                </c:pt>
                <c:pt idx="1376">
                  <c:v>7.5739999999999998</c:v>
                </c:pt>
                <c:pt idx="1377">
                  <c:v>7.5739999999999998</c:v>
                </c:pt>
                <c:pt idx="1378">
                  <c:v>7.5739999999999998</c:v>
                </c:pt>
                <c:pt idx="1379">
                  <c:v>7.5739999999999998</c:v>
                </c:pt>
                <c:pt idx="1380">
                  <c:v>7.5739999999999998</c:v>
                </c:pt>
                <c:pt idx="1381">
                  <c:v>7.5750000000000002</c:v>
                </c:pt>
                <c:pt idx="1382">
                  <c:v>7.5750000000000002</c:v>
                </c:pt>
                <c:pt idx="1383">
                  <c:v>7.5750000000000002</c:v>
                </c:pt>
                <c:pt idx="1384">
                  <c:v>7.5750000000000002</c:v>
                </c:pt>
                <c:pt idx="1385">
                  <c:v>7.5750000000000002</c:v>
                </c:pt>
                <c:pt idx="1386">
                  <c:v>7.5739999999999998</c:v>
                </c:pt>
                <c:pt idx="1387">
                  <c:v>7.5739999999999998</c:v>
                </c:pt>
                <c:pt idx="1388">
                  <c:v>7.5739999999999998</c:v>
                </c:pt>
                <c:pt idx="1389">
                  <c:v>7.5739999999999998</c:v>
                </c:pt>
                <c:pt idx="1390">
                  <c:v>7.5739999999999998</c:v>
                </c:pt>
                <c:pt idx="1391">
                  <c:v>7.5739999999999998</c:v>
                </c:pt>
                <c:pt idx="1392">
                  <c:v>7.5739999999999998</c:v>
                </c:pt>
                <c:pt idx="1393">
                  <c:v>7.5739999999999998</c:v>
                </c:pt>
                <c:pt idx="1394">
                  <c:v>7.5739999999999998</c:v>
                </c:pt>
                <c:pt idx="1395">
                  <c:v>7.5739999999999998</c:v>
                </c:pt>
                <c:pt idx="1396">
                  <c:v>7.5750000000000002</c:v>
                </c:pt>
                <c:pt idx="1397">
                  <c:v>7.5750000000000002</c:v>
                </c:pt>
                <c:pt idx="1398">
                  <c:v>7.5750000000000002</c:v>
                </c:pt>
                <c:pt idx="1399">
                  <c:v>7.5739999999999998</c:v>
                </c:pt>
                <c:pt idx="1400">
                  <c:v>7.5739999999999998</c:v>
                </c:pt>
                <c:pt idx="1401">
                  <c:v>7.5739999999999998</c:v>
                </c:pt>
                <c:pt idx="1402">
                  <c:v>7.5739999999999998</c:v>
                </c:pt>
                <c:pt idx="1403">
                  <c:v>7.5750000000000002</c:v>
                </c:pt>
                <c:pt idx="1404">
                  <c:v>7.5750000000000002</c:v>
                </c:pt>
                <c:pt idx="1405">
                  <c:v>7.5739999999999998</c:v>
                </c:pt>
                <c:pt idx="1406">
                  <c:v>7.5739999999999998</c:v>
                </c:pt>
                <c:pt idx="1407">
                  <c:v>7.5739999999999998</c:v>
                </c:pt>
                <c:pt idx="1408">
                  <c:v>7.5739999999999998</c:v>
                </c:pt>
                <c:pt idx="1409">
                  <c:v>7.5739999999999998</c:v>
                </c:pt>
                <c:pt idx="1410">
                  <c:v>7.5739999999999998</c:v>
                </c:pt>
                <c:pt idx="1411">
                  <c:v>7.5750000000000002</c:v>
                </c:pt>
                <c:pt idx="1412">
                  <c:v>7.5750000000000002</c:v>
                </c:pt>
                <c:pt idx="1413">
                  <c:v>7.5750000000000002</c:v>
                </c:pt>
                <c:pt idx="1414">
                  <c:v>7.5750000000000002</c:v>
                </c:pt>
                <c:pt idx="1415">
                  <c:v>7.5750000000000002</c:v>
                </c:pt>
                <c:pt idx="1416">
                  <c:v>7.5750000000000002</c:v>
                </c:pt>
                <c:pt idx="1417">
                  <c:v>7.5750000000000002</c:v>
                </c:pt>
                <c:pt idx="1418">
                  <c:v>7.5750000000000002</c:v>
                </c:pt>
                <c:pt idx="1419">
                  <c:v>7.5750000000000002</c:v>
                </c:pt>
                <c:pt idx="1420">
                  <c:v>7.5739999999999998</c:v>
                </c:pt>
                <c:pt idx="1421">
                  <c:v>7.5739999999999998</c:v>
                </c:pt>
                <c:pt idx="1422">
                  <c:v>7.5739999999999998</c:v>
                </c:pt>
                <c:pt idx="1423">
                  <c:v>7.5739999999999998</c:v>
                </c:pt>
                <c:pt idx="1424">
                  <c:v>7.5739999999999998</c:v>
                </c:pt>
                <c:pt idx="1425">
                  <c:v>7.5730000000000004</c:v>
                </c:pt>
                <c:pt idx="1426">
                  <c:v>7.5730000000000004</c:v>
                </c:pt>
                <c:pt idx="1427">
                  <c:v>7.5739999999999998</c:v>
                </c:pt>
                <c:pt idx="1428">
                  <c:v>7.5739999999999998</c:v>
                </c:pt>
                <c:pt idx="1429">
                  <c:v>7.5739999999999998</c:v>
                </c:pt>
                <c:pt idx="1430">
                  <c:v>7.5739999999999998</c:v>
                </c:pt>
                <c:pt idx="1431">
                  <c:v>7.5730000000000004</c:v>
                </c:pt>
                <c:pt idx="1432">
                  <c:v>7.5730000000000004</c:v>
                </c:pt>
                <c:pt idx="1433">
                  <c:v>7.5739999999999998</c:v>
                </c:pt>
                <c:pt idx="1434">
                  <c:v>7.5739999999999998</c:v>
                </c:pt>
                <c:pt idx="1435">
                  <c:v>7.5739999999999998</c:v>
                </c:pt>
                <c:pt idx="1436">
                  <c:v>7.5730000000000004</c:v>
                </c:pt>
                <c:pt idx="1437">
                  <c:v>7.5739999999999998</c:v>
                </c:pt>
                <c:pt idx="1438">
                  <c:v>7.5739999999999998</c:v>
                </c:pt>
                <c:pt idx="1439">
                  <c:v>7.5739999999999998</c:v>
                </c:pt>
                <c:pt idx="1440">
                  <c:v>7.5739999999999998</c:v>
                </c:pt>
                <c:pt idx="1441">
                  <c:v>7.5739999999999998</c:v>
                </c:pt>
                <c:pt idx="1442">
                  <c:v>7.5739999999999998</c:v>
                </c:pt>
                <c:pt idx="1443">
                  <c:v>7.5739999999999998</c:v>
                </c:pt>
                <c:pt idx="1444">
                  <c:v>7.5739999999999998</c:v>
                </c:pt>
                <c:pt idx="1445">
                  <c:v>7.5739999999999998</c:v>
                </c:pt>
                <c:pt idx="1446">
                  <c:v>7.5750000000000002</c:v>
                </c:pt>
                <c:pt idx="1447">
                  <c:v>7.5750000000000002</c:v>
                </c:pt>
                <c:pt idx="1448">
                  <c:v>7.5750000000000002</c:v>
                </c:pt>
                <c:pt idx="1449">
                  <c:v>7.5739999999999998</c:v>
                </c:pt>
                <c:pt idx="1450">
                  <c:v>7.5739999999999998</c:v>
                </c:pt>
                <c:pt idx="1451">
                  <c:v>7.5739999999999998</c:v>
                </c:pt>
                <c:pt idx="1452">
                  <c:v>7.5739999999999998</c:v>
                </c:pt>
                <c:pt idx="1453">
                  <c:v>7.5739999999999998</c:v>
                </c:pt>
                <c:pt idx="1454">
                  <c:v>7.5739999999999998</c:v>
                </c:pt>
                <c:pt idx="1455">
                  <c:v>7.5739999999999998</c:v>
                </c:pt>
                <c:pt idx="1456">
                  <c:v>7.5739999999999998</c:v>
                </c:pt>
                <c:pt idx="1457">
                  <c:v>7.5739999999999998</c:v>
                </c:pt>
                <c:pt idx="1458">
                  <c:v>7.5739999999999998</c:v>
                </c:pt>
                <c:pt idx="1459">
                  <c:v>7.5739999999999998</c:v>
                </c:pt>
                <c:pt idx="1460">
                  <c:v>7.5739999999999998</c:v>
                </c:pt>
                <c:pt idx="1461">
                  <c:v>7.5739999999999998</c:v>
                </c:pt>
                <c:pt idx="1462">
                  <c:v>7.5739999999999998</c:v>
                </c:pt>
                <c:pt idx="1463">
                  <c:v>7.5739999999999998</c:v>
                </c:pt>
                <c:pt idx="1464">
                  <c:v>7.5739999999999998</c:v>
                </c:pt>
                <c:pt idx="1465">
                  <c:v>7.5739999999999998</c:v>
                </c:pt>
                <c:pt idx="1466">
                  <c:v>7.5739999999999998</c:v>
                </c:pt>
                <c:pt idx="1467">
                  <c:v>7.5739999999999998</c:v>
                </c:pt>
                <c:pt idx="1468">
                  <c:v>7.5739999999999998</c:v>
                </c:pt>
                <c:pt idx="1469">
                  <c:v>7.5739999999999998</c:v>
                </c:pt>
                <c:pt idx="1470">
                  <c:v>7.5739999999999998</c:v>
                </c:pt>
                <c:pt idx="1471">
                  <c:v>7.5739999999999998</c:v>
                </c:pt>
                <c:pt idx="1472">
                  <c:v>7.5750000000000002</c:v>
                </c:pt>
                <c:pt idx="1473">
                  <c:v>7.5750000000000002</c:v>
                </c:pt>
                <c:pt idx="1474">
                  <c:v>7.5739999999999998</c:v>
                </c:pt>
                <c:pt idx="1475">
                  <c:v>7.5739999999999998</c:v>
                </c:pt>
                <c:pt idx="1476">
                  <c:v>7.5739999999999998</c:v>
                </c:pt>
                <c:pt idx="1477">
                  <c:v>7.5739999999999998</c:v>
                </c:pt>
                <c:pt idx="1478">
                  <c:v>7.5739999999999998</c:v>
                </c:pt>
                <c:pt idx="1479">
                  <c:v>7.5739999999999998</c:v>
                </c:pt>
                <c:pt idx="1480">
                  <c:v>7.5750000000000002</c:v>
                </c:pt>
                <c:pt idx="1481">
                  <c:v>7.5739999999999998</c:v>
                </c:pt>
                <c:pt idx="1482">
                  <c:v>7.5750000000000002</c:v>
                </c:pt>
                <c:pt idx="1483">
                  <c:v>7.5750000000000002</c:v>
                </c:pt>
                <c:pt idx="1484">
                  <c:v>7.5750000000000002</c:v>
                </c:pt>
                <c:pt idx="1485">
                  <c:v>7.5750000000000002</c:v>
                </c:pt>
                <c:pt idx="1486">
                  <c:v>7.5750000000000002</c:v>
                </c:pt>
                <c:pt idx="1487">
                  <c:v>7.5750000000000002</c:v>
                </c:pt>
                <c:pt idx="1488">
                  <c:v>7.5750000000000002</c:v>
                </c:pt>
                <c:pt idx="1489">
                  <c:v>7.5739999999999998</c:v>
                </c:pt>
                <c:pt idx="1490">
                  <c:v>7.5739999999999998</c:v>
                </c:pt>
                <c:pt idx="1491">
                  <c:v>7.5750000000000002</c:v>
                </c:pt>
                <c:pt idx="1492">
                  <c:v>7.5750000000000002</c:v>
                </c:pt>
                <c:pt idx="1493">
                  <c:v>7.5750000000000002</c:v>
                </c:pt>
                <c:pt idx="1494">
                  <c:v>7.5739999999999998</c:v>
                </c:pt>
                <c:pt idx="1495">
                  <c:v>7.5739999999999998</c:v>
                </c:pt>
                <c:pt idx="1496">
                  <c:v>7.5739999999999998</c:v>
                </c:pt>
                <c:pt idx="1497">
                  <c:v>7.5739999999999998</c:v>
                </c:pt>
                <c:pt idx="1498">
                  <c:v>7.5739999999999998</c:v>
                </c:pt>
                <c:pt idx="1499">
                  <c:v>7.5739999999999998</c:v>
                </c:pt>
                <c:pt idx="1500">
                  <c:v>7.5739999999999998</c:v>
                </c:pt>
                <c:pt idx="1501">
                  <c:v>7.5739999999999998</c:v>
                </c:pt>
                <c:pt idx="1502">
                  <c:v>7.5739999999999998</c:v>
                </c:pt>
                <c:pt idx="1503">
                  <c:v>7.5750000000000002</c:v>
                </c:pt>
                <c:pt idx="1504">
                  <c:v>7.5739999999999998</c:v>
                </c:pt>
                <c:pt idx="1505">
                  <c:v>7.5739999999999998</c:v>
                </c:pt>
                <c:pt idx="1506">
                  <c:v>7.5739999999999998</c:v>
                </c:pt>
                <c:pt idx="1507">
                  <c:v>7.5739999999999998</c:v>
                </c:pt>
                <c:pt idx="1508">
                  <c:v>7.5739999999999998</c:v>
                </c:pt>
                <c:pt idx="1509">
                  <c:v>7.5739999999999998</c:v>
                </c:pt>
                <c:pt idx="1510">
                  <c:v>7.5739999999999998</c:v>
                </c:pt>
                <c:pt idx="1511">
                  <c:v>7.5739999999999998</c:v>
                </c:pt>
                <c:pt idx="1512">
                  <c:v>7.5739999999999998</c:v>
                </c:pt>
                <c:pt idx="1513">
                  <c:v>7.5730000000000004</c:v>
                </c:pt>
                <c:pt idx="1514">
                  <c:v>7.5730000000000004</c:v>
                </c:pt>
                <c:pt idx="1515">
                  <c:v>7.5730000000000004</c:v>
                </c:pt>
                <c:pt idx="1516">
                  <c:v>7.5730000000000004</c:v>
                </c:pt>
                <c:pt idx="1517">
                  <c:v>7.5730000000000004</c:v>
                </c:pt>
                <c:pt idx="1518">
                  <c:v>7.5739999999999998</c:v>
                </c:pt>
                <c:pt idx="1519">
                  <c:v>7.5739999999999998</c:v>
                </c:pt>
                <c:pt idx="1520">
                  <c:v>7.5739999999999998</c:v>
                </c:pt>
                <c:pt idx="1521">
                  <c:v>7.5739999999999998</c:v>
                </c:pt>
                <c:pt idx="1522">
                  <c:v>7.5739999999999998</c:v>
                </c:pt>
                <c:pt idx="1523">
                  <c:v>7.5739999999999998</c:v>
                </c:pt>
                <c:pt idx="1524">
                  <c:v>7.5739999999999998</c:v>
                </c:pt>
                <c:pt idx="1525">
                  <c:v>7.5739999999999998</c:v>
                </c:pt>
                <c:pt idx="1526">
                  <c:v>7.5739999999999998</c:v>
                </c:pt>
                <c:pt idx="1527">
                  <c:v>7.5739999999999998</c:v>
                </c:pt>
                <c:pt idx="1528">
                  <c:v>7.5750000000000002</c:v>
                </c:pt>
                <c:pt idx="1529">
                  <c:v>7.5750000000000002</c:v>
                </c:pt>
                <c:pt idx="1530">
                  <c:v>7.5750000000000002</c:v>
                </c:pt>
                <c:pt idx="1531">
                  <c:v>7.5750000000000002</c:v>
                </c:pt>
                <c:pt idx="1532">
                  <c:v>7.5750000000000002</c:v>
                </c:pt>
                <c:pt idx="1533">
                  <c:v>7.5750000000000002</c:v>
                </c:pt>
                <c:pt idx="1534">
                  <c:v>7.5750000000000002</c:v>
                </c:pt>
                <c:pt idx="1535">
                  <c:v>7.5750000000000002</c:v>
                </c:pt>
                <c:pt idx="1536">
                  <c:v>7.5750000000000002</c:v>
                </c:pt>
                <c:pt idx="1537">
                  <c:v>7.5739999999999998</c:v>
                </c:pt>
                <c:pt idx="1538">
                  <c:v>7.5739999999999998</c:v>
                </c:pt>
                <c:pt idx="1539">
                  <c:v>7.5739999999999998</c:v>
                </c:pt>
                <c:pt idx="1540">
                  <c:v>7.5739999999999998</c:v>
                </c:pt>
                <c:pt idx="1541">
                  <c:v>7.5750000000000002</c:v>
                </c:pt>
                <c:pt idx="1542">
                  <c:v>7.5750000000000002</c:v>
                </c:pt>
                <c:pt idx="1543">
                  <c:v>7.5750000000000002</c:v>
                </c:pt>
                <c:pt idx="1544">
                  <c:v>7.5750000000000002</c:v>
                </c:pt>
                <c:pt idx="1545">
                  <c:v>7.5750000000000002</c:v>
                </c:pt>
                <c:pt idx="1546">
                  <c:v>7.5730000000000004</c:v>
                </c:pt>
                <c:pt idx="1547">
                  <c:v>7.5720000000000001</c:v>
                </c:pt>
                <c:pt idx="1548">
                  <c:v>7.569</c:v>
                </c:pt>
                <c:pt idx="1549">
                  <c:v>7.5670000000000002</c:v>
                </c:pt>
                <c:pt idx="1550">
                  <c:v>7.5659999999999998</c:v>
                </c:pt>
                <c:pt idx="1551">
                  <c:v>7.5659999999999998</c:v>
                </c:pt>
                <c:pt idx="1552">
                  <c:v>7.3479999999999999</c:v>
                </c:pt>
                <c:pt idx="1553">
                  <c:v>7.3479999999999999</c:v>
                </c:pt>
                <c:pt idx="1554">
                  <c:v>7.5670000000000002</c:v>
                </c:pt>
                <c:pt idx="1555">
                  <c:v>3.488</c:v>
                </c:pt>
                <c:pt idx="1556">
                  <c:v>3.4860000000000002</c:v>
                </c:pt>
                <c:pt idx="1557">
                  <c:v>3.4820000000000002</c:v>
                </c:pt>
                <c:pt idx="1558">
                  <c:v>3.4830000000000001</c:v>
                </c:pt>
                <c:pt idx="1559">
                  <c:v>3.4809999999999999</c:v>
                </c:pt>
                <c:pt idx="1560">
                  <c:v>3.4809999999999999</c:v>
                </c:pt>
                <c:pt idx="1561">
                  <c:v>3.4910000000000001</c:v>
                </c:pt>
                <c:pt idx="1562">
                  <c:v>3.5110000000000001</c:v>
                </c:pt>
                <c:pt idx="1563">
                  <c:v>3.5150000000000001</c:v>
                </c:pt>
                <c:pt idx="1564">
                  <c:v>3.512</c:v>
                </c:pt>
                <c:pt idx="1565">
                  <c:v>3.504</c:v>
                </c:pt>
                <c:pt idx="1566">
                  <c:v>3.4980000000000002</c:v>
                </c:pt>
                <c:pt idx="1567">
                  <c:v>3.496</c:v>
                </c:pt>
                <c:pt idx="1568">
                  <c:v>3.496</c:v>
                </c:pt>
                <c:pt idx="1569">
                  <c:v>3.4889999999999999</c:v>
                </c:pt>
                <c:pt idx="1570">
                  <c:v>3.476</c:v>
                </c:pt>
                <c:pt idx="1571">
                  <c:v>3.4670000000000001</c:v>
                </c:pt>
                <c:pt idx="1572">
                  <c:v>3.4660000000000002</c:v>
                </c:pt>
                <c:pt idx="1573">
                  <c:v>3.4670000000000001</c:v>
                </c:pt>
                <c:pt idx="1574">
                  <c:v>3.468</c:v>
                </c:pt>
                <c:pt idx="1575">
                  <c:v>3.4769999999999999</c:v>
                </c:pt>
                <c:pt idx="1576">
                  <c:v>3.4769999999999999</c:v>
                </c:pt>
                <c:pt idx="1577">
                  <c:v>3.4929999999999999</c:v>
                </c:pt>
                <c:pt idx="1578">
                  <c:v>3.4820000000000002</c:v>
                </c:pt>
                <c:pt idx="1579">
                  <c:v>3.4590000000000001</c:v>
                </c:pt>
                <c:pt idx="1580">
                  <c:v>3.4529999999999998</c:v>
                </c:pt>
                <c:pt idx="1581">
                  <c:v>3.45</c:v>
                </c:pt>
                <c:pt idx="1582">
                  <c:v>3.4460000000000002</c:v>
                </c:pt>
                <c:pt idx="1583">
                  <c:v>3.444</c:v>
                </c:pt>
                <c:pt idx="1584">
                  <c:v>3.444</c:v>
                </c:pt>
                <c:pt idx="1585">
                  <c:v>3.4420000000000002</c:v>
                </c:pt>
                <c:pt idx="1586">
                  <c:v>3.4390000000000001</c:v>
                </c:pt>
                <c:pt idx="1587">
                  <c:v>3.4340000000000002</c:v>
                </c:pt>
                <c:pt idx="1588">
                  <c:v>3.4289999999999998</c:v>
                </c:pt>
                <c:pt idx="1589">
                  <c:v>3.4239999999999999</c:v>
                </c:pt>
                <c:pt idx="1590">
                  <c:v>3.42</c:v>
                </c:pt>
                <c:pt idx="1591">
                  <c:v>3.4159999999999999</c:v>
                </c:pt>
                <c:pt idx="1592">
                  <c:v>3.4159999999999999</c:v>
                </c:pt>
                <c:pt idx="1593">
                  <c:v>3.4140000000000001</c:v>
                </c:pt>
                <c:pt idx="1594">
                  <c:v>3.4119999999999999</c:v>
                </c:pt>
                <c:pt idx="1595">
                  <c:v>3.4119999999999999</c:v>
                </c:pt>
                <c:pt idx="1596">
                  <c:v>3.411</c:v>
                </c:pt>
                <c:pt idx="1597">
                  <c:v>3.41</c:v>
                </c:pt>
                <c:pt idx="1598">
                  <c:v>3.41</c:v>
                </c:pt>
                <c:pt idx="1599">
                  <c:v>3.41</c:v>
                </c:pt>
                <c:pt idx="1600">
                  <c:v>3.4079999999999999</c:v>
                </c:pt>
                <c:pt idx="1601">
                  <c:v>3.4039999999999999</c:v>
                </c:pt>
                <c:pt idx="1602">
                  <c:v>3.4</c:v>
                </c:pt>
                <c:pt idx="1603">
                  <c:v>3.4009999999999998</c:v>
                </c:pt>
                <c:pt idx="1604">
                  <c:v>3.4020000000000001</c:v>
                </c:pt>
                <c:pt idx="1605">
                  <c:v>3.415</c:v>
                </c:pt>
                <c:pt idx="1606">
                  <c:v>3.4340000000000002</c:v>
                </c:pt>
                <c:pt idx="1607">
                  <c:v>3.4340000000000002</c:v>
                </c:pt>
                <c:pt idx="1608">
                  <c:v>3.4390000000000001</c:v>
                </c:pt>
                <c:pt idx="1609">
                  <c:v>3.4380000000000002</c:v>
                </c:pt>
                <c:pt idx="1610">
                  <c:v>3.4409999999999998</c:v>
                </c:pt>
                <c:pt idx="1611">
                  <c:v>3.4420000000000002</c:v>
                </c:pt>
                <c:pt idx="1612">
                  <c:v>3.444</c:v>
                </c:pt>
                <c:pt idx="1613">
                  <c:v>3.4409999999999998</c:v>
                </c:pt>
                <c:pt idx="1614">
                  <c:v>3.4260000000000002</c:v>
                </c:pt>
                <c:pt idx="1615">
                  <c:v>3.4260000000000002</c:v>
                </c:pt>
                <c:pt idx="1616">
                  <c:v>3.427</c:v>
                </c:pt>
                <c:pt idx="1617">
                  <c:v>3.4369999999999998</c:v>
                </c:pt>
                <c:pt idx="1618">
                  <c:v>3.4390000000000001</c:v>
                </c:pt>
                <c:pt idx="1619">
                  <c:v>3.4350000000000001</c:v>
                </c:pt>
                <c:pt idx="1620">
                  <c:v>3.4319999999999999</c:v>
                </c:pt>
                <c:pt idx="1621">
                  <c:v>3.4409999999999998</c:v>
                </c:pt>
                <c:pt idx="1622">
                  <c:v>3.44</c:v>
                </c:pt>
                <c:pt idx="1623">
                  <c:v>3.44</c:v>
                </c:pt>
                <c:pt idx="1624">
                  <c:v>3.4369999999999998</c:v>
                </c:pt>
                <c:pt idx="1625">
                  <c:v>3.4430000000000001</c:v>
                </c:pt>
                <c:pt idx="1626">
                  <c:v>3.4420000000000002</c:v>
                </c:pt>
                <c:pt idx="1627">
                  <c:v>3.4420000000000002</c:v>
                </c:pt>
                <c:pt idx="1628">
                  <c:v>3.444</c:v>
                </c:pt>
                <c:pt idx="1629">
                  <c:v>3.4460000000000002</c:v>
                </c:pt>
                <c:pt idx="1630">
                  <c:v>3.45</c:v>
                </c:pt>
                <c:pt idx="1631">
                  <c:v>3.45</c:v>
                </c:pt>
                <c:pt idx="1632">
                  <c:v>3.452</c:v>
                </c:pt>
                <c:pt idx="1633">
                  <c:v>3.4489999999999998</c:v>
                </c:pt>
                <c:pt idx="1634">
                  <c:v>3.4470000000000001</c:v>
                </c:pt>
                <c:pt idx="1635">
                  <c:v>3.448</c:v>
                </c:pt>
                <c:pt idx="1636">
                  <c:v>3.4489999999999998</c:v>
                </c:pt>
                <c:pt idx="1637">
                  <c:v>3.4489999999999998</c:v>
                </c:pt>
                <c:pt idx="1638">
                  <c:v>3.4510000000000001</c:v>
                </c:pt>
                <c:pt idx="1639">
                  <c:v>3.4510000000000001</c:v>
                </c:pt>
                <c:pt idx="1640">
                  <c:v>3.4489999999999998</c:v>
                </c:pt>
                <c:pt idx="1641">
                  <c:v>3.4460000000000002</c:v>
                </c:pt>
                <c:pt idx="1642">
                  <c:v>3.4430000000000001</c:v>
                </c:pt>
                <c:pt idx="1643">
                  <c:v>3.4390000000000001</c:v>
                </c:pt>
                <c:pt idx="1644">
                  <c:v>3.4380000000000002</c:v>
                </c:pt>
                <c:pt idx="1645">
                  <c:v>3.44</c:v>
                </c:pt>
                <c:pt idx="1646">
                  <c:v>3.44</c:v>
                </c:pt>
                <c:pt idx="1647">
                  <c:v>3.44</c:v>
                </c:pt>
                <c:pt idx="1648">
                  <c:v>3.44</c:v>
                </c:pt>
                <c:pt idx="1649">
                  <c:v>3.4420000000000002</c:v>
                </c:pt>
                <c:pt idx="1650">
                  <c:v>3.4409999999999998</c:v>
                </c:pt>
                <c:pt idx="1651">
                  <c:v>3.44</c:v>
                </c:pt>
                <c:pt idx="1652">
                  <c:v>3.4390000000000001</c:v>
                </c:pt>
                <c:pt idx="1653">
                  <c:v>3.4369999999999998</c:v>
                </c:pt>
                <c:pt idx="1654">
                  <c:v>3.4369999999999998</c:v>
                </c:pt>
                <c:pt idx="1655">
                  <c:v>3.4350000000000001</c:v>
                </c:pt>
                <c:pt idx="1656">
                  <c:v>3.4340000000000002</c:v>
                </c:pt>
                <c:pt idx="1657">
                  <c:v>3.4350000000000001</c:v>
                </c:pt>
                <c:pt idx="1658">
                  <c:v>3.4350000000000001</c:v>
                </c:pt>
                <c:pt idx="1659">
                  <c:v>3.4359999999999999</c:v>
                </c:pt>
                <c:pt idx="1660">
                  <c:v>3.4340000000000002</c:v>
                </c:pt>
                <c:pt idx="1661">
                  <c:v>3.4319999999999999</c:v>
                </c:pt>
                <c:pt idx="1662">
                  <c:v>3.4319999999999999</c:v>
                </c:pt>
                <c:pt idx="1663">
                  <c:v>3.431</c:v>
                </c:pt>
                <c:pt idx="1664">
                  <c:v>3.431</c:v>
                </c:pt>
                <c:pt idx="1665">
                  <c:v>3.4289999999999998</c:v>
                </c:pt>
                <c:pt idx="1666">
                  <c:v>3.4289999999999998</c:v>
                </c:pt>
                <c:pt idx="1667">
                  <c:v>3.4279999999999999</c:v>
                </c:pt>
                <c:pt idx="1668">
                  <c:v>3.4260000000000002</c:v>
                </c:pt>
                <c:pt idx="1669">
                  <c:v>3.427</c:v>
                </c:pt>
                <c:pt idx="1670">
                  <c:v>3.427</c:v>
                </c:pt>
                <c:pt idx="1671">
                  <c:v>3.4260000000000002</c:v>
                </c:pt>
                <c:pt idx="1672">
                  <c:v>3.4249999999999998</c:v>
                </c:pt>
                <c:pt idx="1673">
                  <c:v>3.427</c:v>
                </c:pt>
                <c:pt idx="1674">
                  <c:v>3.4279999999999999</c:v>
                </c:pt>
                <c:pt idx="1675">
                  <c:v>3.427</c:v>
                </c:pt>
                <c:pt idx="1676">
                  <c:v>3.4279999999999999</c:v>
                </c:pt>
                <c:pt idx="1677">
                  <c:v>3.4289999999999998</c:v>
                </c:pt>
                <c:pt idx="1678">
                  <c:v>3.4289999999999998</c:v>
                </c:pt>
                <c:pt idx="1679">
                  <c:v>3.4260000000000002</c:v>
                </c:pt>
                <c:pt idx="1680">
                  <c:v>3.4249999999999998</c:v>
                </c:pt>
                <c:pt idx="1681">
                  <c:v>3.4249999999999998</c:v>
                </c:pt>
                <c:pt idx="1682">
                  <c:v>3.4249999999999998</c:v>
                </c:pt>
                <c:pt idx="1683">
                  <c:v>3.427</c:v>
                </c:pt>
                <c:pt idx="1684">
                  <c:v>3.427</c:v>
                </c:pt>
                <c:pt idx="1685">
                  <c:v>3.427</c:v>
                </c:pt>
                <c:pt idx="1686">
                  <c:v>3.4249999999999998</c:v>
                </c:pt>
                <c:pt idx="1687">
                  <c:v>3.4260000000000002</c:v>
                </c:pt>
                <c:pt idx="1688">
                  <c:v>3.427</c:v>
                </c:pt>
                <c:pt idx="1689">
                  <c:v>3.4249999999999998</c:v>
                </c:pt>
                <c:pt idx="1690">
                  <c:v>3.4239999999999999</c:v>
                </c:pt>
                <c:pt idx="1691">
                  <c:v>3.423</c:v>
                </c:pt>
                <c:pt idx="1692">
                  <c:v>3.4220000000000002</c:v>
                </c:pt>
                <c:pt idx="1693">
                  <c:v>3.4220000000000002</c:v>
                </c:pt>
                <c:pt idx="1694">
                  <c:v>3.4209999999999998</c:v>
                </c:pt>
                <c:pt idx="1695">
                  <c:v>3.4220000000000002</c:v>
                </c:pt>
                <c:pt idx="1696">
                  <c:v>3.4220000000000002</c:v>
                </c:pt>
                <c:pt idx="1697">
                  <c:v>3.4220000000000002</c:v>
                </c:pt>
                <c:pt idx="1698">
                  <c:v>3.4220000000000002</c:v>
                </c:pt>
                <c:pt idx="1699">
                  <c:v>3.4209999999999998</c:v>
                </c:pt>
                <c:pt idx="1700">
                  <c:v>3.4209999999999998</c:v>
                </c:pt>
                <c:pt idx="1701">
                  <c:v>3.4209999999999998</c:v>
                </c:pt>
                <c:pt idx="1702">
                  <c:v>3.4220000000000002</c:v>
                </c:pt>
                <c:pt idx="1703">
                  <c:v>3.4209999999999998</c:v>
                </c:pt>
                <c:pt idx="1704">
                  <c:v>3.419</c:v>
                </c:pt>
                <c:pt idx="1705">
                  <c:v>3.42</c:v>
                </c:pt>
                <c:pt idx="1706">
                  <c:v>3.419</c:v>
                </c:pt>
                <c:pt idx="1707">
                  <c:v>3.4180000000000001</c:v>
                </c:pt>
                <c:pt idx="1708">
                  <c:v>3.419</c:v>
                </c:pt>
                <c:pt idx="1709">
                  <c:v>3.419</c:v>
                </c:pt>
                <c:pt idx="1710">
                  <c:v>3.419</c:v>
                </c:pt>
                <c:pt idx="1711">
                  <c:v>3.4180000000000001</c:v>
                </c:pt>
                <c:pt idx="1712">
                  <c:v>3.419</c:v>
                </c:pt>
                <c:pt idx="1713">
                  <c:v>3.419</c:v>
                </c:pt>
                <c:pt idx="1714">
                  <c:v>3.4180000000000001</c:v>
                </c:pt>
                <c:pt idx="1715">
                  <c:v>3.42</c:v>
                </c:pt>
                <c:pt idx="1716">
                  <c:v>3.4180000000000001</c:v>
                </c:pt>
                <c:pt idx="1717">
                  <c:v>3.4180000000000001</c:v>
                </c:pt>
                <c:pt idx="1718">
                  <c:v>3.4169999999999998</c:v>
                </c:pt>
                <c:pt idx="1719">
                  <c:v>3.4180000000000001</c:v>
                </c:pt>
                <c:pt idx="1720">
                  <c:v>3.4180000000000001</c:v>
                </c:pt>
                <c:pt idx="1721">
                  <c:v>3.4169999999999998</c:v>
                </c:pt>
                <c:pt idx="1722">
                  <c:v>3.4169999999999998</c:v>
                </c:pt>
                <c:pt idx="1723">
                  <c:v>3.4169999999999998</c:v>
                </c:pt>
                <c:pt idx="1724">
                  <c:v>3.4159999999999999</c:v>
                </c:pt>
                <c:pt idx="1725">
                  <c:v>3.4159999999999999</c:v>
                </c:pt>
                <c:pt idx="1726">
                  <c:v>3.4180000000000001</c:v>
                </c:pt>
                <c:pt idx="1727">
                  <c:v>3.4180000000000001</c:v>
                </c:pt>
                <c:pt idx="1728">
                  <c:v>3.415</c:v>
                </c:pt>
                <c:pt idx="1729">
                  <c:v>3.415</c:v>
                </c:pt>
                <c:pt idx="1730">
                  <c:v>3.415</c:v>
                </c:pt>
                <c:pt idx="1731">
                  <c:v>3.4129999999999998</c:v>
                </c:pt>
                <c:pt idx="1732">
                  <c:v>3.4129999999999998</c:v>
                </c:pt>
                <c:pt idx="1733">
                  <c:v>3.4129999999999998</c:v>
                </c:pt>
                <c:pt idx="1734">
                  <c:v>3.4140000000000001</c:v>
                </c:pt>
                <c:pt idx="1735">
                  <c:v>3.4140000000000001</c:v>
                </c:pt>
                <c:pt idx="1736">
                  <c:v>3.4140000000000001</c:v>
                </c:pt>
                <c:pt idx="1737">
                  <c:v>3.415</c:v>
                </c:pt>
                <c:pt idx="1738">
                  <c:v>3.4129999999999998</c:v>
                </c:pt>
                <c:pt idx="1739">
                  <c:v>3.4119999999999999</c:v>
                </c:pt>
                <c:pt idx="1740">
                  <c:v>3.4119999999999999</c:v>
                </c:pt>
                <c:pt idx="1741">
                  <c:v>3.4119999999999999</c:v>
                </c:pt>
                <c:pt idx="1742">
                  <c:v>3.4119999999999999</c:v>
                </c:pt>
                <c:pt idx="1743">
                  <c:v>3.4140000000000001</c:v>
                </c:pt>
                <c:pt idx="1744">
                  <c:v>3.4129999999999998</c:v>
                </c:pt>
                <c:pt idx="1745">
                  <c:v>3.4129999999999998</c:v>
                </c:pt>
                <c:pt idx="1746">
                  <c:v>3.4129999999999998</c:v>
                </c:pt>
                <c:pt idx="1747">
                  <c:v>3.4119999999999999</c:v>
                </c:pt>
                <c:pt idx="1748">
                  <c:v>3.4119999999999999</c:v>
                </c:pt>
                <c:pt idx="1749">
                  <c:v>3.4129999999999998</c:v>
                </c:pt>
                <c:pt idx="1750">
                  <c:v>3.4129999999999998</c:v>
                </c:pt>
                <c:pt idx="1751">
                  <c:v>3.4129999999999998</c:v>
                </c:pt>
                <c:pt idx="1752">
                  <c:v>3.411</c:v>
                </c:pt>
                <c:pt idx="1753">
                  <c:v>3.411</c:v>
                </c:pt>
                <c:pt idx="1754">
                  <c:v>3.4140000000000001</c:v>
                </c:pt>
                <c:pt idx="1755">
                  <c:v>3.415</c:v>
                </c:pt>
                <c:pt idx="1756">
                  <c:v>3.415</c:v>
                </c:pt>
                <c:pt idx="1757">
                  <c:v>3.4129999999999998</c:v>
                </c:pt>
                <c:pt idx="1758">
                  <c:v>3.4129999999999998</c:v>
                </c:pt>
                <c:pt idx="1759">
                  <c:v>3.4140000000000001</c:v>
                </c:pt>
                <c:pt idx="1760">
                  <c:v>3.4140000000000001</c:v>
                </c:pt>
                <c:pt idx="1761">
                  <c:v>3.4119999999999999</c:v>
                </c:pt>
                <c:pt idx="1762">
                  <c:v>3.4119999999999999</c:v>
                </c:pt>
                <c:pt idx="1763">
                  <c:v>3.411</c:v>
                </c:pt>
                <c:pt idx="1764">
                  <c:v>3.411</c:v>
                </c:pt>
                <c:pt idx="1765">
                  <c:v>3.4119999999999999</c:v>
                </c:pt>
                <c:pt idx="1766">
                  <c:v>3.4129999999999998</c:v>
                </c:pt>
                <c:pt idx="1767">
                  <c:v>3.4129999999999998</c:v>
                </c:pt>
                <c:pt idx="1768">
                  <c:v>3.4140000000000001</c:v>
                </c:pt>
                <c:pt idx="1769">
                  <c:v>3.4140000000000001</c:v>
                </c:pt>
                <c:pt idx="1770">
                  <c:v>3.4129999999999998</c:v>
                </c:pt>
                <c:pt idx="1771">
                  <c:v>3.4129999999999998</c:v>
                </c:pt>
                <c:pt idx="1772">
                  <c:v>3.4140000000000001</c:v>
                </c:pt>
                <c:pt idx="1773">
                  <c:v>3.4119999999999999</c:v>
                </c:pt>
                <c:pt idx="1774">
                  <c:v>3.411</c:v>
                </c:pt>
                <c:pt idx="1775">
                  <c:v>3.41</c:v>
                </c:pt>
                <c:pt idx="1776">
                  <c:v>3.41</c:v>
                </c:pt>
                <c:pt idx="1777">
                  <c:v>3.4119999999999999</c:v>
                </c:pt>
                <c:pt idx="1778">
                  <c:v>3.4119999999999999</c:v>
                </c:pt>
                <c:pt idx="1779">
                  <c:v>3.4119999999999999</c:v>
                </c:pt>
                <c:pt idx="1780">
                  <c:v>3.411</c:v>
                </c:pt>
                <c:pt idx="1781">
                  <c:v>3.4089999999999998</c:v>
                </c:pt>
                <c:pt idx="1782">
                  <c:v>3.407</c:v>
                </c:pt>
                <c:pt idx="1783">
                  <c:v>3.4079999999999999</c:v>
                </c:pt>
                <c:pt idx="1784">
                  <c:v>3.4089999999999998</c:v>
                </c:pt>
                <c:pt idx="1785">
                  <c:v>3.411</c:v>
                </c:pt>
                <c:pt idx="1786">
                  <c:v>3.411</c:v>
                </c:pt>
                <c:pt idx="1787">
                  <c:v>3.411</c:v>
                </c:pt>
                <c:pt idx="1788">
                  <c:v>3.41</c:v>
                </c:pt>
                <c:pt idx="1789">
                  <c:v>3.4089999999999998</c:v>
                </c:pt>
                <c:pt idx="1790">
                  <c:v>3.4089999999999998</c:v>
                </c:pt>
                <c:pt idx="1791">
                  <c:v>3.411</c:v>
                </c:pt>
                <c:pt idx="1792">
                  <c:v>3.4119999999999999</c:v>
                </c:pt>
                <c:pt idx="1793">
                  <c:v>3.4119999999999999</c:v>
                </c:pt>
                <c:pt idx="1794">
                  <c:v>3.411</c:v>
                </c:pt>
                <c:pt idx="1795">
                  <c:v>3.411</c:v>
                </c:pt>
                <c:pt idx="1796">
                  <c:v>3.411</c:v>
                </c:pt>
                <c:pt idx="1797">
                  <c:v>3.4089999999999998</c:v>
                </c:pt>
                <c:pt idx="1798">
                  <c:v>3.407</c:v>
                </c:pt>
                <c:pt idx="1799">
                  <c:v>3.4079999999999999</c:v>
                </c:pt>
                <c:pt idx="1800">
                  <c:v>3.4089999999999998</c:v>
                </c:pt>
                <c:pt idx="1801">
                  <c:v>3.4089999999999998</c:v>
                </c:pt>
                <c:pt idx="1802">
                  <c:v>3.41</c:v>
                </c:pt>
                <c:pt idx="1803">
                  <c:v>3.41</c:v>
                </c:pt>
                <c:pt idx="1804">
                  <c:v>3.411</c:v>
                </c:pt>
                <c:pt idx="1805">
                  <c:v>3.411</c:v>
                </c:pt>
                <c:pt idx="1806">
                  <c:v>3.41</c:v>
                </c:pt>
                <c:pt idx="1807">
                  <c:v>3.4079999999999999</c:v>
                </c:pt>
                <c:pt idx="1808">
                  <c:v>3.407</c:v>
                </c:pt>
                <c:pt idx="1809">
                  <c:v>3.4079999999999999</c:v>
                </c:pt>
                <c:pt idx="1810">
                  <c:v>3.411</c:v>
                </c:pt>
                <c:pt idx="1811">
                  <c:v>3.411</c:v>
                </c:pt>
                <c:pt idx="1812">
                  <c:v>3.4119999999999999</c:v>
                </c:pt>
                <c:pt idx="1813">
                  <c:v>3.4119999999999999</c:v>
                </c:pt>
                <c:pt idx="1814">
                  <c:v>3.4119999999999999</c:v>
                </c:pt>
                <c:pt idx="1815">
                  <c:v>3.4140000000000001</c:v>
                </c:pt>
                <c:pt idx="1816">
                  <c:v>3.4169999999999998</c:v>
                </c:pt>
                <c:pt idx="1817">
                  <c:v>3.4180000000000001</c:v>
                </c:pt>
                <c:pt idx="1818">
                  <c:v>3.4180000000000001</c:v>
                </c:pt>
                <c:pt idx="1819">
                  <c:v>3.4169999999999998</c:v>
                </c:pt>
                <c:pt idx="1820">
                  <c:v>3.4159999999999999</c:v>
                </c:pt>
                <c:pt idx="1821">
                  <c:v>3.419</c:v>
                </c:pt>
                <c:pt idx="1822">
                  <c:v>3.4209999999999998</c:v>
                </c:pt>
                <c:pt idx="1823">
                  <c:v>3.419</c:v>
                </c:pt>
                <c:pt idx="1824">
                  <c:v>3.4169999999999998</c:v>
                </c:pt>
                <c:pt idx="1825">
                  <c:v>3.4169999999999998</c:v>
                </c:pt>
                <c:pt idx="1826">
                  <c:v>3.4169999999999998</c:v>
                </c:pt>
                <c:pt idx="1827">
                  <c:v>3.4169999999999998</c:v>
                </c:pt>
                <c:pt idx="1828">
                  <c:v>3.419</c:v>
                </c:pt>
                <c:pt idx="1829">
                  <c:v>3.419</c:v>
                </c:pt>
                <c:pt idx="1830">
                  <c:v>3.4180000000000001</c:v>
                </c:pt>
                <c:pt idx="1831">
                  <c:v>3.4180000000000001</c:v>
                </c:pt>
                <c:pt idx="1832">
                  <c:v>3.4169999999999998</c:v>
                </c:pt>
                <c:pt idx="1833">
                  <c:v>3.4169999999999998</c:v>
                </c:pt>
                <c:pt idx="1834">
                  <c:v>3.4169999999999998</c:v>
                </c:pt>
                <c:pt idx="1835">
                  <c:v>3.4169999999999998</c:v>
                </c:pt>
                <c:pt idx="1836">
                  <c:v>3.4169999999999998</c:v>
                </c:pt>
                <c:pt idx="1837">
                  <c:v>3.419</c:v>
                </c:pt>
                <c:pt idx="1838">
                  <c:v>3.4209999999999998</c:v>
                </c:pt>
                <c:pt idx="1839">
                  <c:v>3.42</c:v>
                </c:pt>
                <c:pt idx="1840">
                  <c:v>3.4180000000000001</c:v>
                </c:pt>
                <c:pt idx="1841">
                  <c:v>3.4180000000000001</c:v>
                </c:pt>
                <c:pt idx="1842">
                  <c:v>3.4180000000000001</c:v>
                </c:pt>
                <c:pt idx="1843">
                  <c:v>3.419</c:v>
                </c:pt>
                <c:pt idx="1844">
                  <c:v>3.419</c:v>
                </c:pt>
                <c:pt idx="1845">
                  <c:v>3.4169999999999998</c:v>
                </c:pt>
                <c:pt idx="1846">
                  <c:v>3.4159999999999999</c:v>
                </c:pt>
                <c:pt idx="1847">
                  <c:v>3.4180000000000001</c:v>
                </c:pt>
                <c:pt idx="1848">
                  <c:v>3.4209999999999998</c:v>
                </c:pt>
                <c:pt idx="1849">
                  <c:v>3.4220000000000002</c:v>
                </c:pt>
                <c:pt idx="1850">
                  <c:v>3.4220000000000002</c:v>
                </c:pt>
                <c:pt idx="1851">
                  <c:v>3.419</c:v>
                </c:pt>
                <c:pt idx="1852">
                  <c:v>3.42</c:v>
                </c:pt>
                <c:pt idx="1853">
                  <c:v>3.4180000000000001</c:v>
                </c:pt>
                <c:pt idx="1854">
                  <c:v>3.4169999999999998</c:v>
                </c:pt>
                <c:pt idx="1855">
                  <c:v>3.4180000000000001</c:v>
                </c:pt>
                <c:pt idx="1856">
                  <c:v>3.4180000000000001</c:v>
                </c:pt>
                <c:pt idx="1857">
                  <c:v>3.4169999999999998</c:v>
                </c:pt>
                <c:pt idx="1858">
                  <c:v>3.4169999999999998</c:v>
                </c:pt>
                <c:pt idx="1859">
                  <c:v>3.42</c:v>
                </c:pt>
                <c:pt idx="1860">
                  <c:v>3.42</c:v>
                </c:pt>
                <c:pt idx="1861">
                  <c:v>3.42</c:v>
                </c:pt>
                <c:pt idx="1862">
                  <c:v>3.4169999999999998</c:v>
                </c:pt>
                <c:pt idx="1863">
                  <c:v>3.4180000000000001</c:v>
                </c:pt>
                <c:pt idx="1864">
                  <c:v>3.4169999999999998</c:v>
                </c:pt>
                <c:pt idx="1865">
                  <c:v>3.4169999999999998</c:v>
                </c:pt>
                <c:pt idx="1866">
                  <c:v>3.419</c:v>
                </c:pt>
                <c:pt idx="1867">
                  <c:v>3.419</c:v>
                </c:pt>
                <c:pt idx="1868">
                  <c:v>3.4180000000000001</c:v>
                </c:pt>
                <c:pt idx="1869">
                  <c:v>3.4180000000000001</c:v>
                </c:pt>
                <c:pt idx="1870">
                  <c:v>3.42</c:v>
                </c:pt>
                <c:pt idx="1871">
                  <c:v>3.419</c:v>
                </c:pt>
                <c:pt idx="1872">
                  <c:v>3.4159999999999999</c:v>
                </c:pt>
                <c:pt idx="1873">
                  <c:v>3.4159999999999999</c:v>
                </c:pt>
                <c:pt idx="1874">
                  <c:v>3.4180000000000001</c:v>
                </c:pt>
                <c:pt idx="1875">
                  <c:v>3.4169999999999998</c:v>
                </c:pt>
                <c:pt idx="1876">
                  <c:v>3.4180000000000001</c:v>
                </c:pt>
                <c:pt idx="1877">
                  <c:v>3.4180000000000001</c:v>
                </c:pt>
                <c:pt idx="1878">
                  <c:v>3.4169999999999998</c:v>
                </c:pt>
                <c:pt idx="1879">
                  <c:v>3.4159999999999999</c:v>
                </c:pt>
                <c:pt idx="1880">
                  <c:v>3.4159999999999999</c:v>
                </c:pt>
                <c:pt idx="1881">
                  <c:v>3.419</c:v>
                </c:pt>
                <c:pt idx="1882">
                  <c:v>3.4220000000000002</c:v>
                </c:pt>
                <c:pt idx="1883">
                  <c:v>3.4249999999999998</c:v>
                </c:pt>
                <c:pt idx="1884">
                  <c:v>3.427</c:v>
                </c:pt>
                <c:pt idx="1885">
                  <c:v>3.427</c:v>
                </c:pt>
                <c:pt idx="1886">
                  <c:v>3.427</c:v>
                </c:pt>
                <c:pt idx="1887">
                  <c:v>3.4260000000000002</c:v>
                </c:pt>
                <c:pt idx="1888">
                  <c:v>3.4279999999999999</c:v>
                </c:pt>
                <c:pt idx="1889">
                  <c:v>3.4289999999999998</c:v>
                </c:pt>
                <c:pt idx="1890">
                  <c:v>3.4279999999999999</c:v>
                </c:pt>
                <c:pt idx="1891">
                  <c:v>3.4260000000000002</c:v>
                </c:pt>
                <c:pt idx="1892">
                  <c:v>3.4260000000000002</c:v>
                </c:pt>
                <c:pt idx="1893">
                  <c:v>3.4260000000000002</c:v>
                </c:pt>
                <c:pt idx="1894">
                  <c:v>3.427</c:v>
                </c:pt>
                <c:pt idx="1895">
                  <c:v>3.427</c:v>
                </c:pt>
                <c:pt idx="1896">
                  <c:v>3.4289999999999998</c:v>
                </c:pt>
                <c:pt idx="1897">
                  <c:v>3.43</c:v>
                </c:pt>
                <c:pt idx="1898">
                  <c:v>3.43</c:v>
                </c:pt>
                <c:pt idx="1899">
                  <c:v>3.4279999999999999</c:v>
                </c:pt>
                <c:pt idx="1900">
                  <c:v>3.4279999999999999</c:v>
                </c:pt>
                <c:pt idx="1901">
                  <c:v>3.4279999999999999</c:v>
                </c:pt>
                <c:pt idx="1902">
                  <c:v>3.43</c:v>
                </c:pt>
                <c:pt idx="1903">
                  <c:v>3.43</c:v>
                </c:pt>
                <c:pt idx="1904">
                  <c:v>3.4279999999999999</c:v>
                </c:pt>
                <c:pt idx="1905">
                  <c:v>3.4279999999999999</c:v>
                </c:pt>
                <c:pt idx="1906">
                  <c:v>3.427</c:v>
                </c:pt>
                <c:pt idx="1907">
                  <c:v>3.4289999999999998</c:v>
                </c:pt>
                <c:pt idx="1908">
                  <c:v>3.4289999999999998</c:v>
                </c:pt>
                <c:pt idx="1909">
                  <c:v>3.43</c:v>
                </c:pt>
                <c:pt idx="1910">
                  <c:v>3.43</c:v>
                </c:pt>
                <c:pt idx="1911">
                  <c:v>3.43</c:v>
                </c:pt>
                <c:pt idx="1912">
                  <c:v>3.427</c:v>
                </c:pt>
                <c:pt idx="1913">
                  <c:v>3.4260000000000002</c:v>
                </c:pt>
                <c:pt idx="1914">
                  <c:v>3.427</c:v>
                </c:pt>
                <c:pt idx="1915">
                  <c:v>3.4279999999999999</c:v>
                </c:pt>
                <c:pt idx="1916">
                  <c:v>3.4279999999999999</c:v>
                </c:pt>
                <c:pt idx="1917">
                  <c:v>3.4289999999999998</c:v>
                </c:pt>
                <c:pt idx="1918">
                  <c:v>3.4289999999999998</c:v>
                </c:pt>
                <c:pt idx="1919">
                  <c:v>3.4279999999999999</c:v>
                </c:pt>
                <c:pt idx="1920">
                  <c:v>3.4289999999999998</c:v>
                </c:pt>
                <c:pt idx="1921">
                  <c:v>3.43</c:v>
                </c:pt>
                <c:pt idx="1922">
                  <c:v>3.43</c:v>
                </c:pt>
                <c:pt idx="1923">
                  <c:v>3.4279999999999999</c:v>
                </c:pt>
                <c:pt idx="1924">
                  <c:v>3.4279999999999999</c:v>
                </c:pt>
                <c:pt idx="1925">
                  <c:v>3.4260000000000002</c:v>
                </c:pt>
                <c:pt idx="1926">
                  <c:v>3.4249999999999998</c:v>
                </c:pt>
                <c:pt idx="1927">
                  <c:v>3.4260000000000002</c:v>
                </c:pt>
                <c:pt idx="1928">
                  <c:v>3.4279999999999999</c:v>
                </c:pt>
                <c:pt idx="1929">
                  <c:v>3.43</c:v>
                </c:pt>
                <c:pt idx="1930">
                  <c:v>3.4289999999999998</c:v>
                </c:pt>
                <c:pt idx="1931">
                  <c:v>3.4279999999999999</c:v>
                </c:pt>
                <c:pt idx="1932">
                  <c:v>3.4279999999999999</c:v>
                </c:pt>
                <c:pt idx="1933">
                  <c:v>3.4289999999999998</c:v>
                </c:pt>
                <c:pt idx="1934">
                  <c:v>3.43</c:v>
                </c:pt>
                <c:pt idx="1935">
                  <c:v>3.431</c:v>
                </c:pt>
                <c:pt idx="1936">
                  <c:v>3.43</c:v>
                </c:pt>
                <c:pt idx="1937">
                  <c:v>3.4289999999999998</c:v>
                </c:pt>
                <c:pt idx="1938">
                  <c:v>3.4260000000000002</c:v>
                </c:pt>
                <c:pt idx="1939">
                  <c:v>3.4260000000000002</c:v>
                </c:pt>
                <c:pt idx="1940">
                  <c:v>3.4260000000000002</c:v>
                </c:pt>
                <c:pt idx="1941">
                  <c:v>3.4279999999999999</c:v>
                </c:pt>
                <c:pt idx="1942">
                  <c:v>3.4289999999999998</c:v>
                </c:pt>
                <c:pt idx="1943">
                  <c:v>3.43</c:v>
                </c:pt>
                <c:pt idx="1944">
                  <c:v>3.43</c:v>
                </c:pt>
                <c:pt idx="1945">
                  <c:v>3.4279999999999999</c:v>
                </c:pt>
                <c:pt idx="1946">
                  <c:v>3.4279999999999999</c:v>
                </c:pt>
                <c:pt idx="1947">
                  <c:v>3.4279999999999999</c:v>
                </c:pt>
                <c:pt idx="1948">
                  <c:v>3.4289999999999998</c:v>
                </c:pt>
                <c:pt idx="1949">
                  <c:v>3.43</c:v>
                </c:pt>
                <c:pt idx="1950">
                  <c:v>3.4289999999999998</c:v>
                </c:pt>
                <c:pt idx="1951">
                  <c:v>3.4279999999999999</c:v>
                </c:pt>
                <c:pt idx="1952">
                  <c:v>3.427</c:v>
                </c:pt>
                <c:pt idx="1953">
                  <c:v>3.4279999999999999</c:v>
                </c:pt>
                <c:pt idx="1954">
                  <c:v>3.4279999999999999</c:v>
                </c:pt>
                <c:pt idx="1955">
                  <c:v>3.4279999999999999</c:v>
                </c:pt>
                <c:pt idx="1956">
                  <c:v>3.4289999999999998</c:v>
                </c:pt>
                <c:pt idx="1957">
                  <c:v>3.4279999999999999</c:v>
                </c:pt>
                <c:pt idx="1958">
                  <c:v>3.4279999999999999</c:v>
                </c:pt>
                <c:pt idx="1959">
                  <c:v>3.4279999999999999</c:v>
                </c:pt>
                <c:pt idx="1960">
                  <c:v>3.4279999999999999</c:v>
                </c:pt>
                <c:pt idx="1961">
                  <c:v>3.4289999999999998</c:v>
                </c:pt>
                <c:pt idx="1962">
                  <c:v>3.43</c:v>
                </c:pt>
                <c:pt idx="1963">
                  <c:v>3.43</c:v>
                </c:pt>
                <c:pt idx="1964">
                  <c:v>3.43</c:v>
                </c:pt>
                <c:pt idx="1965">
                  <c:v>3.4289999999999998</c:v>
                </c:pt>
                <c:pt idx="1966">
                  <c:v>3.4289999999999998</c:v>
                </c:pt>
                <c:pt idx="1967">
                  <c:v>3.43</c:v>
                </c:pt>
                <c:pt idx="1968">
                  <c:v>3.43</c:v>
                </c:pt>
                <c:pt idx="1969">
                  <c:v>3.43</c:v>
                </c:pt>
                <c:pt idx="1970">
                  <c:v>3.43</c:v>
                </c:pt>
                <c:pt idx="1971">
                  <c:v>3.43</c:v>
                </c:pt>
                <c:pt idx="1972">
                  <c:v>3.4289999999999998</c:v>
                </c:pt>
                <c:pt idx="1973">
                  <c:v>3.4289999999999998</c:v>
                </c:pt>
                <c:pt idx="1974">
                  <c:v>3.4279999999999999</c:v>
                </c:pt>
                <c:pt idx="1975">
                  <c:v>3.427</c:v>
                </c:pt>
                <c:pt idx="1976">
                  <c:v>3.427</c:v>
                </c:pt>
                <c:pt idx="1977">
                  <c:v>3.4260000000000002</c:v>
                </c:pt>
                <c:pt idx="1978">
                  <c:v>3.4249999999999998</c:v>
                </c:pt>
                <c:pt idx="1979">
                  <c:v>3.4249999999999998</c:v>
                </c:pt>
                <c:pt idx="1980">
                  <c:v>3.4249999999999998</c:v>
                </c:pt>
                <c:pt idx="1981">
                  <c:v>3.4260000000000002</c:v>
                </c:pt>
                <c:pt idx="1982">
                  <c:v>3.4260000000000002</c:v>
                </c:pt>
                <c:pt idx="1983">
                  <c:v>3.427</c:v>
                </c:pt>
                <c:pt idx="1984">
                  <c:v>3.4279999999999999</c:v>
                </c:pt>
                <c:pt idx="1985">
                  <c:v>3.4289999999999998</c:v>
                </c:pt>
                <c:pt idx="1986">
                  <c:v>3.4289999999999998</c:v>
                </c:pt>
                <c:pt idx="1987">
                  <c:v>3.43</c:v>
                </c:pt>
                <c:pt idx="1988">
                  <c:v>3.431</c:v>
                </c:pt>
                <c:pt idx="1989">
                  <c:v>3.43</c:v>
                </c:pt>
                <c:pt idx="1990">
                  <c:v>3.4289999999999998</c:v>
                </c:pt>
                <c:pt idx="1991">
                  <c:v>3.4279999999999999</c:v>
                </c:pt>
                <c:pt idx="1992">
                  <c:v>3.427</c:v>
                </c:pt>
                <c:pt idx="1993">
                  <c:v>3.4260000000000002</c:v>
                </c:pt>
                <c:pt idx="1994">
                  <c:v>3.4260000000000002</c:v>
                </c:pt>
                <c:pt idx="1995">
                  <c:v>3.427</c:v>
                </c:pt>
                <c:pt idx="1996">
                  <c:v>3.4289999999999998</c:v>
                </c:pt>
                <c:pt idx="1997">
                  <c:v>3.4289999999999998</c:v>
                </c:pt>
                <c:pt idx="1998">
                  <c:v>3.4279999999999999</c:v>
                </c:pt>
                <c:pt idx="1999">
                  <c:v>3.427</c:v>
                </c:pt>
                <c:pt idx="2000">
                  <c:v>3.427</c:v>
                </c:pt>
                <c:pt idx="2001">
                  <c:v>3.4279999999999999</c:v>
                </c:pt>
                <c:pt idx="2002">
                  <c:v>3.4279999999999999</c:v>
                </c:pt>
                <c:pt idx="2003">
                  <c:v>3.4289999999999998</c:v>
                </c:pt>
                <c:pt idx="2004">
                  <c:v>3.427</c:v>
                </c:pt>
                <c:pt idx="2005">
                  <c:v>3.427</c:v>
                </c:pt>
                <c:pt idx="2006">
                  <c:v>3.4279999999999999</c:v>
                </c:pt>
                <c:pt idx="2007">
                  <c:v>3.4289999999999998</c:v>
                </c:pt>
                <c:pt idx="2008">
                  <c:v>3.431</c:v>
                </c:pt>
                <c:pt idx="2009">
                  <c:v>3.4319999999999999</c:v>
                </c:pt>
                <c:pt idx="2010">
                  <c:v>3.4319999999999999</c:v>
                </c:pt>
                <c:pt idx="2011">
                  <c:v>3.4319999999999999</c:v>
                </c:pt>
                <c:pt idx="2012">
                  <c:v>3.4289999999999998</c:v>
                </c:pt>
                <c:pt idx="2013">
                  <c:v>3.4289999999999998</c:v>
                </c:pt>
                <c:pt idx="2014">
                  <c:v>3.4289999999999998</c:v>
                </c:pt>
                <c:pt idx="2015">
                  <c:v>3.4279999999999999</c:v>
                </c:pt>
                <c:pt idx="2016">
                  <c:v>3.4279999999999999</c:v>
                </c:pt>
                <c:pt idx="2017">
                  <c:v>3.4279999999999999</c:v>
                </c:pt>
                <c:pt idx="2018">
                  <c:v>3.4279999999999999</c:v>
                </c:pt>
                <c:pt idx="2019">
                  <c:v>3.427</c:v>
                </c:pt>
                <c:pt idx="2020">
                  <c:v>3.427</c:v>
                </c:pt>
                <c:pt idx="2021">
                  <c:v>3.4289999999999998</c:v>
                </c:pt>
                <c:pt idx="2022">
                  <c:v>3.4329999999999998</c:v>
                </c:pt>
                <c:pt idx="2023">
                  <c:v>3.4319999999999999</c:v>
                </c:pt>
                <c:pt idx="2024">
                  <c:v>3.4279999999999999</c:v>
                </c:pt>
                <c:pt idx="2025">
                  <c:v>3.4249999999999998</c:v>
                </c:pt>
                <c:pt idx="2026">
                  <c:v>3.4249999999999998</c:v>
                </c:pt>
                <c:pt idx="2027">
                  <c:v>3.4260000000000002</c:v>
                </c:pt>
                <c:pt idx="2028">
                  <c:v>3.4279999999999999</c:v>
                </c:pt>
                <c:pt idx="2029">
                  <c:v>3.431</c:v>
                </c:pt>
                <c:pt idx="2030">
                  <c:v>3.43</c:v>
                </c:pt>
                <c:pt idx="2031">
                  <c:v>3.427</c:v>
                </c:pt>
                <c:pt idx="2032">
                  <c:v>3.4249999999999998</c:v>
                </c:pt>
                <c:pt idx="2033">
                  <c:v>3.4249999999999998</c:v>
                </c:pt>
                <c:pt idx="2034">
                  <c:v>3.4260000000000002</c:v>
                </c:pt>
                <c:pt idx="2035">
                  <c:v>3.4289999999999998</c:v>
                </c:pt>
                <c:pt idx="2036">
                  <c:v>3.43</c:v>
                </c:pt>
                <c:pt idx="2037">
                  <c:v>3.4289999999999998</c:v>
                </c:pt>
                <c:pt idx="2038">
                  <c:v>3.4279999999999999</c:v>
                </c:pt>
                <c:pt idx="2039">
                  <c:v>3.4279999999999999</c:v>
                </c:pt>
                <c:pt idx="2040">
                  <c:v>3.4289999999999998</c:v>
                </c:pt>
                <c:pt idx="2041">
                  <c:v>3.4289999999999998</c:v>
                </c:pt>
                <c:pt idx="2042">
                  <c:v>3.431</c:v>
                </c:pt>
                <c:pt idx="2043">
                  <c:v>3.431</c:v>
                </c:pt>
                <c:pt idx="2044">
                  <c:v>3.43</c:v>
                </c:pt>
                <c:pt idx="2045">
                  <c:v>3.4289999999999998</c:v>
                </c:pt>
                <c:pt idx="2046">
                  <c:v>3.4289999999999998</c:v>
                </c:pt>
                <c:pt idx="2047">
                  <c:v>3.4289999999999998</c:v>
                </c:pt>
                <c:pt idx="2048">
                  <c:v>3.4289999999999998</c:v>
                </c:pt>
                <c:pt idx="2049">
                  <c:v>3.4289999999999998</c:v>
                </c:pt>
                <c:pt idx="2050">
                  <c:v>3.43</c:v>
                </c:pt>
                <c:pt idx="2051">
                  <c:v>3.427</c:v>
                </c:pt>
                <c:pt idx="2052">
                  <c:v>3.4249999999999998</c:v>
                </c:pt>
                <c:pt idx="2053">
                  <c:v>3.4249999999999998</c:v>
                </c:pt>
                <c:pt idx="2054">
                  <c:v>3.4260000000000002</c:v>
                </c:pt>
                <c:pt idx="2055">
                  <c:v>3.4279999999999999</c:v>
                </c:pt>
                <c:pt idx="2056">
                  <c:v>3.4279999999999999</c:v>
                </c:pt>
                <c:pt idx="2057">
                  <c:v>3.4279999999999999</c:v>
                </c:pt>
                <c:pt idx="2058">
                  <c:v>3.4279999999999999</c:v>
                </c:pt>
                <c:pt idx="2059">
                  <c:v>3.427</c:v>
                </c:pt>
                <c:pt idx="2060">
                  <c:v>3.4260000000000002</c:v>
                </c:pt>
                <c:pt idx="2061">
                  <c:v>3.427</c:v>
                </c:pt>
                <c:pt idx="2062">
                  <c:v>3.4279999999999999</c:v>
                </c:pt>
                <c:pt idx="2063">
                  <c:v>3.4279999999999999</c:v>
                </c:pt>
                <c:pt idx="2064">
                  <c:v>3.4279999999999999</c:v>
                </c:pt>
                <c:pt idx="2065">
                  <c:v>3.4279999999999999</c:v>
                </c:pt>
                <c:pt idx="2066">
                  <c:v>3.427</c:v>
                </c:pt>
                <c:pt idx="2067">
                  <c:v>3.427</c:v>
                </c:pt>
                <c:pt idx="2068">
                  <c:v>3.427</c:v>
                </c:pt>
                <c:pt idx="2069">
                  <c:v>3.4279999999999999</c:v>
                </c:pt>
                <c:pt idx="2070">
                  <c:v>3.427</c:v>
                </c:pt>
                <c:pt idx="2071">
                  <c:v>3.4260000000000002</c:v>
                </c:pt>
                <c:pt idx="2072">
                  <c:v>3.4260000000000002</c:v>
                </c:pt>
                <c:pt idx="2073">
                  <c:v>3.4249999999999998</c:v>
                </c:pt>
                <c:pt idx="2074">
                  <c:v>3.4260000000000002</c:v>
                </c:pt>
                <c:pt idx="2075">
                  <c:v>3.4279999999999999</c:v>
                </c:pt>
                <c:pt idx="2076">
                  <c:v>3.4289999999999998</c:v>
                </c:pt>
                <c:pt idx="2077">
                  <c:v>3.4289999999999998</c:v>
                </c:pt>
                <c:pt idx="2078">
                  <c:v>3.427</c:v>
                </c:pt>
                <c:pt idx="2079">
                  <c:v>3.4260000000000002</c:v>
                </c:pt>
                <c:pt idx="2080">
                  <c:v>3.4260000000000002</c:v>
                </c:pt>
                <c:pt idx="2081">
                  <c:v>3.427</c:v>
                </c:pt>
                <c:pt idx="2082">
                  <c:v>3.4279999999999999</c:v>
                </c:pt>
                <c:pt idx="2083">
                  <c:v>3.427</c:v>
                </c:pt>
                <c:pt idx="2084">
                  <c:v>3.4260000000000002</c:v>
                </c:pt>
                <c:pt idx="2085">
                  <c:v>3.4249999999999998</c:v>
                </c:pt>
                <c:pt idx="2086">
                  <c:v>3.427</c:v>
                </c:pt>
                <c:pt idx="2087">
                  <c:v>3.4279999999999999</c:v>
                </c:pt>
                <c:pt idx="2088">
                  <c:v>3.4279999999999999</c:v>
                </c:pt>
                <c:pt idx="2089">
                  <c:v>3.4289999999999998</c:v>
                </c:pt>
                <c:pt idx="2090">
                  <c:v>3.43</c:v>
                </c:pt>
                <c:pt idx="2091">
                  <c:v>3.427</c:v>
                </c:pt>
                <c:pt idx="2092">
                  <c:v>3.427</c:v>
                </c:pt>
                <c:pt idx="2093">
                  <c:v>3.4279999999999999</c:v>
                </c:pt>
                <c:pt idx="2094">
                  <c:v>3.4289999999999998</c:v>
                </c:pt>
                <c:pt idx="2095">
                  <c:v>3.43</c:v>
                </c:pt>
                <c:pt idx="2096">
                  <c:v>3.43</c:v>
                </c:pt>
                <c:pt idx="2097">
                  <c:v>3.4289999999999998</c:v>
                </c:pt>
                <c:pt idx="2098">
                  <c:v>3.4260000000000002</c:v>
                </c:pt>
                <c:pt idx="2099">
                  <c:v>3.4249999999999998</c:v>
                </c:pt>
                <c:pt idx="2100">
                  <c:v>3.4249999999999998</c:v>
                </c:pt>
                <c:pt idx="2101">
                  <c:v>3.427</c:v>
                </c:pt>
                <c:pt idx="2102">
                  <c:v>3.4279999999999999</c:v>
                </c:pt>
                <c:pt idx="2103">
                  <c:v>3.4289999999999998</c:v>
                </c:pt>
                <c:pt idx="2104">
                  <c:v>3.4289999999999998</c:v>
                </c:pt>
                <c:pt idx="2105">
                  <c:v>3.4279999999999999</c:v>
                </c:pt>
                <c:pt idx="2106">
                  <c:v>3.4260000000000002</c:v>
                </c:pt>
                <c:pt idx="2107">
                  <c:v>3.427</c:v>
                </c:pt>
                <c:pt idx="2108">
                  <c:v>3.4289999999999998</c:v>
                </c:pt>
                <c:pt idx="2109">
                  <c:v>3.4279999999999999</c:v>
                </c:pt>
                <c:pt idx="2110">
                  <c:v>3.427</c:v>
                </c:pt>
                <c:pt idx="2111">
                  <c:v>3.4260000000000002</c:v>
                </c:pt>
                <c:pt idx="2112">
                  <c:v>3.4260000000000002</c:v>
                </c:pt>
                <c:pt idx="2113">
                  <c:v>3.4260000000000002</c:v>
                </c:pt>
                <c:pt idx="2114">
                  <c:v>3.4260000000000002</c:v>
                </c:pt>
                <c:pt idx="2115">
                  <c:v>3.427</c:v>
                </c:pt>
                <c:pt idx="2116">
                  <c:v>3.4279999999999999</c:v>
                </c:pt>
                <c:pt idx="2117">
                  <c:v>3.4260000000000002</c:v>
                </c:pt>
                <c:pt idx="2118">
                  <c:v>3.4239999999999999</c:v>
                </c:pt>
                <c:pt idx="2119">
                  <c:v>3.4239999999999999</c:v>
                </c:pt>
                <c:pt idx="2120">
                  <c:v>3.4249999999999998</c:v>
                </c:pt>
                <c:pt idx="2121">
                  <c:v>3.427</c:v>
                </c:pt>
                <c:pt idx="2122">
                  <c:v>3.4289999999999998</c:v>
                </c:pt>
                <c:pt idx="2123">
                  <c:v>3.4289999999999998</c:v>
                </c:pt>
                <c:pt idx="2124">
                  <c:v>3.4279999999999999</c:v>
                </c:pt>
                <c:pt idx="2125">
                  <c:v>3.4279999999999999</c:v>
                </c:pt>
                <c:pt idx="2126">
                  <c:v>3.427</c:v>
                </c:pt>
                <c:pt idx="2127">
                  <c:v>3.427</c:v>
                </c:pt>
                <c:pt idx="2128">
                  <c:v>3.427</c:v>
                </c:pt>
                <c:pt idx="2129">
                  <c:v>3.4279999999999999</c:v>
                </c:pt>
                <c:pt idx="2130">
                  <c:v>3.4289999999999998</c:v>
                </c:pt>
                <c:pt idx="2131">
                  <c:v>3.427</c:v>
                </c:pt>
                <c:pt idx="2132">
                  <c:v>3.4260000000000002</c:v>
                </c:pt>
                <c:pt idx="2133">
                  <c:v>3.4279999999999999</c:v>
                </c:pt>
                <c:pt idx="2134">
                  <c:v>3.43</c:v>
                </c:pt>
                <c:pt idx="2135">
                  <c:v>3.43</c:v>
                </c:pt>
                <c:pt idx="2136">
                  <c:v>3.431</c:v>
                </c:pt>
                <c:pt idx="2137">
                  <c:v>3.43</c:v>
                </c:pt>
                <c:pt idx="2138">
                  <c:v>3.4279999999999999</c:v>
                </c:pt>
                <c:pt idx="2139">
                  <c:v>3.427</c:v>
                </c:pt>
                <c:pt idx="2140">
                  <c:v>3.427</c:v>
                </c:pt>
                <c:pt idx="2141">
                  <c:v>3.427</c:v>
                </c:pt>
                <c:pt idx="2142">
                  <c:v>3.4279999999999999</c:v>
                </c:pt>
                <c:pt idx="2143">
                  <c:v>3.4279999999999999</c:v>
                </c:pt>
                <c:pt idx="2144">
                  <c:v>3.427</c:v>
                </c:pt>
                <c:pt idx="2145">
                  <c:v>3.427</c:v>
                </c:pt>
                <c:pt idx="2146">
                  <c:v>3.4260000000000002</c:v>
                </c:pt>
                <c:pt idx="2147">
                  <c:v>3.4249999999999998</c:v>
                </c:pt>
                <c:pt idx="2148">
                  <c:v>3.4260000000000002</c:v>
                </c:pt>
                <c:pt idx="2149">
                  <c:v>3.4279999999999999</c:v>
                </c:pt>
                <c:pt idx="2150">
                  <c:v>3.4279999999999999</c:v>
                </c:pt>
                <c:pt idx="2151">
                  <c:v>3.4279999999999999</c:v>
                </c:pt>
                <c:pt idx="2152">
                  <c:v>3.4279999999999999</c:v>
                </c:pt>
                <c:pt idx="2153">
                  <c:v>3.427</c:v>
                </c:pt>
                <c:pt idx="2154">
                  <c:v>3.4260000000000002</c:v>
                </c:pt>
                <c:pt idx="2155">
                  <c:v>3.4260000000000002</c:v>
                </c:pt>
                <c:pt idx="2156">
                  <c:v>3.427</c:v>
                </c:pt>
                <c:pt idx="2157">
                  <c:v>3.427</c:v>
                </c:pt>
                <c:pt idx="2158">
                  <c:v>3.427</c:v>
                </c:pt>
                <c:pt idx="2159">
                  <c:v>3.427</c:v>
                </c:pt>
                <c:pt idx="2160">
                  <c:v>3.4289999999999998</c:v>
                </c:pt>
                <c:pt idx="2161">
                  <c:v>3.43</c:v>
                </c:pt>
                <c:pt idx="2162">
                  <c:v>3.431</c:v>
                </c:pt>
                <c:pt idx="2163">
                  <c:v>3.4289999999999998</c:v>
                </c:pt>
                <c:pt idx="2164">
                  <c:v>3.4249999999999998</c:v>
                </c:pt>
                <c:pt idx="2165">
                  <c:v>3.4249999999999998</c:v>
                </c:pt>
                <c:pt idx="2166">
                  <c:v>3.4249999999999998</c:v>
                </c:pt>
                <c:pt idx="2167">
                  <c:v>3.4260000000000002</c:v>
                </c:pt>
                <c:pt idx="2168">
                  <c:v>3.427</c:v>
                </c:pt>
                <c:pt idx="2169">
                  <c:v>3.4279999999999999</c:v>
                </c:pt>
                <c:pt idx="2170">
                  <c:v>3.4279999999999999</c:v>
                </c:pt>
                <c:pt idx="2171">
                  <c:v>3.427</c:v>
                </c:pt>
                <c:pt idx="2172">
                  <c:v>3.427</c:v>
                </c:pt>
                <c:pt idx="2173">
                  <c:v>3.427</c:v>
                </c:pt>
                <c:pt idx="2174">
                  <c:v>3.4289999999999998</c:v>
                </c:pt>
                <c:pt idx="2175">
                  <c:v>3.4289999999999998</c:v>
                </c:pt>
                <c:pt idx="2176">
                  <c:v>3.43</c:v>
                </c:pt>
                <c:pt idx="2177">
                  <c:v>3.4279999999999999</c:v>
                </c:pt>
                <c:pt idx="2178">
                  <c:v>3.427</c:v>
                </c:pt>
                <c:pt idx="2179">
                  <c:v>3.4260000000000002</c:v>
                </c:pt>
                <c:pt idx="2180">
                  <c:v>3.4260000000000002</c:v>
                </c:pt>
                <c:pt idx="2181">
                  <c:v>3.4249999999999998</c:v>
                </c:pt>
                <c:pt idx="2182">
                  <c:v>3.4249999999999998</c:v>
                </c:pt>
                <c:pt idx="2183">
                  <c:v>3.4260000000000002</c:v>
                </c:pt>
                <c:pt idx="2184">
                  <c:v>3.4260000000000002</c:v>
                </c:pt>
                <c:pt idx="2185">
                  <c:v>3.427</c:v>
                </c:pt>
                <c:pt idx="2186">
                  <c:v>3.427</c:v>
                </c:pt>
                <c:pt idx="2187">
                  <c:v>3.427</c:v>
                </c:pt>
                <c:pt idx="2188">
                  <c:v>3.427</c:v>
                </c:pt>
                <c:pt idx="2189">
                  <c:v>3.4279999999999999</c:v>
                </c:pt>
                <c:pt idx="2190">
                  <c:v>3.4289999999999998</c:v>
                </c:pt>
                <c:pt idx="2191">
                  <c:v>3.4289999999999998</c:v>
                </c:pt>
                <c:pt idx="2192">
                  <c:v>3.4289999999999998</c:v>
                </c:pt>
                <c:pt idx="2193">
                  <c:v>3.4279999999999999</c:v>
                </c:pt>
                <c:pt idx="2194">
                  <c:v>3.4279999999999999</c:v>
                </c:pt>
                <c:pt idx="2195">
                  <c:v>3.4279999999999999</c:v>
                </c:pt>
                <c:pt idx="2196">
                  <c:v>3.4279999999999999</c:v>
                </c:pt>
                <c:pt idx="2197">
                  <c:v>3.427</c:v>
                </c:pt>
                <c:pt idx="2198">
                  <c:v>3.4260000000000002</c:v>
                </c:pt>
                <c:pt idx="2199">
                  <c:v>3.4260000000000002</c:v>
                </c:pt>
                <c:pt idx="2200">
                  <c:v>3.427</c:v>
                </c:pt>
                <c:pt idx="2201">
                  <c:v>3.4279999999999999</c:v>
                </c:pt>
                <c:pt idx="2202">
                  <c:v>3.4279999999999999</c:v>
                </c:pt>
                <c:pt idx="2203">
                  <c:v>3.427</c:v>
                </c:pt>
                <c:pt idx="2204">
                  <c:v>3.4260000000000002</c:v>
                </c:pt>
                <c:pt idx="2205">
                  <c:v>3.4239999999999999</c:v>
                </c:pt>
                <c:pt idx="2206">
                  <c:v>3.4239999999999999</c:v>
                </c:pt>
                <c:pt idx="2207">
                  <c:v>3.4260000000000002</c:v>
                </c:pt>
                <c:pt idx="2208">
                  <c:v>3.4260000000000002</c:v>
                </c:pt>
                <c:pt idx="2209">
                  <c:v>3.427</c:v>
                </c:pt>
                <c:pt idx="2210">
                  <c:v>3.427</c:v>
                </c:pt>
                <c:pt idx="2211">
                  <c:v>3.427</c:v>
                </c:pt>
                <c:pt idx="2212">
                  <c:v>3.4279999999999999</c:v>
                </c:pt>
                <c:pt idx="2213">
                  <c:v>3.4289999999999998</c:v>
                </c:pt>
                <c:pt idx="2214">
                  <c:v>3.4289999999999998</c:v>
                </c:pt>
                <c:pt idx="2215">
                  <c:v>3.4279999999999999</c:v>
                </c:pt>
                <c:pt idx="2216">
                  <c:v>3.4279999999999999</c:v>
                </c:pt>
                <c:pt idx="2217">
                  <c:v>3.427</c:v>
                </c:pt>
                <c:pt idx="2218">
                  <c:v>3.4260000000000002</c:v>
                </c:pt>
                <c:pt idx="2219">
                  <c:v>3.4260000000000002</c:v>
                </c:pt>
                <c:pt idx="2220">
                  <c:v>3.4260000000000002</c:v>
                </c:pt>
                <c:pt idx="2221">
                  <c:v>3.4260000000000002</c:v>
                </c:pt>
                <c:pt idx="2222">
                  <c:v>3.427</c:v>
                </c:pt>
                <c:pt idx="2223">
                  <c:v>3.427</c:v>
                </c:pt>
                <c:pt idx="2224">
                  <c:v>3.427</c:v>
                </c:pt>
                <c:pt idx="2225">
                  <c:v>3.4279999999999999</c:v>
                </c:pt>
                <c:pt idx="2226">
                  <c:v>3.4289999999999998</c:v>
                </c:pt>
                <c:pt idx="2227">
                  <c:v>3.4289999999999998</c:v>
                </c:pt>
                <c:pt idx="2228">
                  <c:v>3.43</c:v>
                </c:pt>
                <c:pt idx="2229">
                  <c:v>3.4289999999999998</c:v>
                </c:pt>
                <c:pt idx="2230">
                  <c:v>3.427</c:v>
                </c:pt>
                <c:pt idx="2231">
                  <c:v>3.427</c:v>
                </c:pt>
                <c:pt idx="2232">
                  <c:v>3.4249999999999998</c:v>
                </c:pt>
                <c:pt idx="2233">
                  <c:v>3.4249999999999998</c:v>
                </c:pt>
                <c:pt idx="2234">
                  <c:v>3.4260000000000002</c:v>
                </c:pt>
                <c:pt idx="2235">
                  <c:v>3.427</c:v>
                </c:pt>
                <c:pt idx="2236">
                  <c:v>3.4279999999999999</c:v>
                </c:pt>
                <c:pt idx="2237">
                  <c:v>3.4279999999999999</c:v>
                </c:pt>
                <c:pt idx="2238">
                  <c:v>3.4260000000000002</c:v>
                </c:pt>
                <c:pt idx="2239">
                  <c:v>3.4239999999999999</c:v>
                </c:pt>
                <c:pt idx="2240">
                  <c:v>3.4239999999999999</c:v>
                </c:pt>
                <c:pt idx="2241">
                  <c:v>3.4249999999999998</c:v>
                </c:pt>
                <c:pt idx="2242">
                  <c:v>3.427</c:v>
                </c:pt>
                <c:pt idx="2243">
                  <c:v>3.4279999999999999</c:v>
                </c:pt>
                <c:pt idx="2244">
                  <c:v>3.4289999999999998</c:v>
                </c:pt>
                <c:pt idx="2245">
                  <c:v>3.4279999999999999</c:v>
                </c:pt>
                <c:pt idx="2246">
                  <c:v>3.427</c:v>
                </c:pt>
                <c:pt idx="2247">
                  <c:v>3.427</c:v>
                </c:pt>
                <c:pt idx="2248">
                  <c:v>3.4249999999999998</c:v>
                </c:pt>
                <c:pt idx="2249">
                  <c:v>3.4239999999999999</c:v>
                </c:pt>
                <c:pt idx="2250">
                  <c:v>3.415</c:v>
                </c:pt>
                <c:pt idx="2251">
                  <c:v>3.41</c:v>
                </c:pt>
                <c:pt idx="2252">
                  <c:v>3.4039999999999999</c:v>
                </c:pt>
                <c:pt idx="2253">
                  <c:v>3.4039999999999999</c:v>
                </c:pt>
                <c:pt idx="2254">
                  <c:v>3.4060000000000001</c:v>
                </c:pt>
                <c:pt idx="2255">
                  <c:v>3.4060000000000001</c:v>
                </c:pt>
                <c:pt idx="2256">
                  <c:v>3.407</c:v>
                </c:pt>
                <c:pt idx="2257">
                  <c:v>3.4079999999999999</c:v>
                </c:pt>
                <c:pt idx="2258">
                  <c:v>3.4079999999999999</c:v>
                </c:pt>
                <c:pt idx="2259">
                  <c:v>3.4089999999999998</c:v>
                </c:pt>
                <c:pt idx="2260">
                  <c:v>3.4089999999999998</c:v>
                </c:pt>
                <c:pt idx="2261">
                  <c:v>3.4089999999999998</c:v>
                </c:pt>
                <c:pt idx="2262">
                  <c:v>3.4089999999999998</c:v>
                </c:pt>
                <c:pt idx="2263">
                  <c:v>3.4089999999999998</c:v>
                </c:pt>
                <c:pt idx="2264">
                  <c:v>3.41</c:v>
                </c:pt>
                <c:pt idx="2265">
                  <c:v>3.41</c:v>
                </c:pt>
                <c:pt idx="2266">
                  <c:v>3.41</c:v>
                </c:pt>
                <c:pt idx="2267">
                  <c:v>3.41</c:v>
                </c:pt>
                <c:pt idx="2268">
                  <c:v>3.411</c:v>
                </c:pt>
                <c:pt idx="2269">
                  <c:v>3.411</c:v>
                </c:pt>
                <c:pt idx="2270">
                  <c:v>3.411</c:v>
                </c:pt>
                <c:pt idx="2271">
                  <c:v>3.411</c:v>
                </c:pt>
                <c:pt idx="2272">
                  <c:v>3.4119999999999999</c:v>
                </c:pt>
                <c:pt idx="2273">
                  <c:v>3.4119999999999999</c:v>
                </c:pt>
                <c:pt idx="2274">
                  <c:v>3.4119999999999999</c:v>
                </c:pt>
                <c:pt idx="2275">
                  <c:v>3.4119999999999999</c:v>
                </c:pt>
                <c:pt idx="2276">
                  <c:v>3.4119999999999999</c:v>
                </c:pt>
                <c:pt idx="2277">
                  <c:v>3.4119999999999999</c:v>
                </c:pt>
                <c:pt idx="2278">
                  <c:v>3.4129999999999998</c:v>
                </c:pt>
                <c:pt idx="2279">
                  <c:v>3.4129999999999998</c:v>
                </c:pt>
                <c:pt idx="2280">
                  <c:v>3.4119999999999999</c:v>
                </c:pt>
                <c:pt idx="2281">
                  <c:v>3.4129999999999998</c:v>
                </c:pt>
                <c:pt idx="2282">
                  <c:v>3.4129999999999998</c:v>
                </c:pt>
                <c:pt idx="2283">
                  <c:v>3.4129999999999998</c:v>
                </c:pt>
                <c:pt idx="2284">
                  <c:v>3.4129999999999998</c:v>
                </c:pt>
                <c:pt idx="2285">
                  <c:v>3.4129999999999998</c:v>
                </c:pt>
                <c:pt idx="2286">
                  <c:v>3.4129999999999998</c:v>
                </c:pt>
                <c:pt idx="2287">
                  <c:v>3.4129999999999998</c:v>
                </c:pt>
                <c:pt idx="2288">
                  <c:v>3.4140000000000001</c:v>
                </c:pt>
                <c:pt idx="2289">
                  <c:v>3.4140000000000001</c:v>
                </c:pt>
                <c:pt idx="2290">
                  <c:v>3.4140000000000001</c:v>
                </c:pt>
                <c:pt idx="2291">
                  <c:v>3.4140000000000001</c:v>
                </c:pt>
                <c:pt idx="2292">
                  <c:v>3.4140000000000001</c:v>
                </c:pt>
                <c:pt idx="2293">
                  <c:v>3.4140000000000001</c:v>
                </c:pt>
                <c:pt idx="2294">
                  <c:v>3.4140000000000001</c:v>
                </c:pt>
                <c:pt idx="2295">
                  <c:v>3.4140000000000001</c:v>
                </c:pt>
                <c:pt idx="2296">
                  <c:v>3.415</c:v>
                </c:pt>
                <c:pt idx="2297">
                  <c:v>3.415</c:v>
                </c:pt>
                <c:pt idx="2298">
                  <c:v>3.4140000000000001</c:v>
                </c:pt>
                <c:pt idx="2299">
                  <c:v>3.4140000000000001</c:v>
                </c:pt>
                <c:pt idx="2300">
                  <c:v>3.4140000000000001</c:v>
                </c:pt>
                <c:pt idx="2301">
                  <c:v>3.4140000000000001</c:v>
                </c:pt>
                <c:pt idx="2302">
                  <c:v>3.415</c:v>
                </c:pt>
                <c:pt idx="2303">
                  <c:v>3.415</c:v>
                </c:pt>
                <c:pt idx="2304">
                  <c:v>3.4159999999999999</c:v>
                </c:pt>
                <c:pt idx="2305">
                  <c:v>3.419</c:v>
                </c:pt>
                <c:pt idx="2306">
                  <c:v>3.427</c:v>
                </c:pt>
                <c:pt idx="2307">
                  <c:v>3.431</c:v>
                </c:pt>
                <c:pt idx="2308">
                  <c:v>3.431</c:v>
                </c:pt>
                <c:pt idx="2309">
                  <c:v>3.4319999999999999</c:v>
                </c:pt>
                <c:pt idx="2310">
                  <c:v>3.4329999999999998</c:v>
                </c:pt>
                <c:pt idx="2311">
                  <c:v>3.4359999999999999</c:v>
                </c:pt>
                <c:pt idx="2312">
                  <c:v>3.4390000000000001</c:v>
                </c:pt>
                <c:pt idx="2313">
                  <c:v>3.4380000000000002</c:v>
                </c:pt>
                <c:pt idx="2314">
                  <c:v>3.4350000000000001</c:v>
                </c:pt>
                <c:pt idx="2315">
                  <c:v>3.4319999999999999</c:v>
                </c:pt>
                <c:pt idx="2316">
                  <c:v>3.4329999999999998</c:v>
                </c:pt>
                <c:pt idx="2317">
                  <c:v>3.4340000000000002</c:v>
                </c:pt>
                <c:pt idx="2318">
                  <c:v>3.4359999999999999</c:v>
                </c:pt>
                <c:pt idx="2319">
                  <c:v>3.4359999999999999</c:v>
                </c:pt>
                <c:pt idx="2320">
                  <c:v>3.4340000000000002</c:v>
                </c:pt>
                <c:pt idx="2321">
                  <c:v>3.4319999999999999</c:v>
                </c:pt>
                <c:pt idx="2322">
                  <c:v>3.4289999999999998</c:v>
                </c:pt>
                <c:pt idx="2323">
                  <c:v>3.427</c:v>
                </c:pt>
                <c:pt idx="2324">
                  <c:v>3.427</c:v>
                </c:pt>
                <c:pt idx="2325">
                  <c:v>3.4279999999999999</c:v>
                </c:pt>
                <c:pt idx="2326">
                  <c:v>3.4289999999999998</c:v>
                </c:pt>
                <c:pt idx="2327">
                  <c:v>3.4279999999999999</c:v>
                </c:pt>
                <c:pt idx="2328">
                  <c:v>3.4260000000000002</c:v>
                </c:pt>
                <c:pt idx="2329">
                  <c:v>3.4260000000000002</c:v>
                </c:pt>
                <c:pt idx="2330">
                  <c:v>3.4279999999999999</c:v>
                </c:pt>
                <c:pt idx="2331">
                  <c:v>3.4279999999999999</c:v>
                </c:pt>
                <c:pt idx="2332">
                  <c:v>3.427</c:v>
                </c:pt>
                <c:pt idx="2333">
                  <c:v>3.427</c:v>
                </c:pt>
                <c:pt idx="2334">
                  <c:v>3.4260000000000002</c:v>
                </c:pt>
                <c:pt idx="2335">
                  <c:v>3.4279999999999999</c:v>
                </c:pt>
                <c:pt idx="2336">
                  <c:v>3.4319999999999999</c:v>
                </c:pt>
                <c:pt idx="2337">
                  <c:v>3.4329999999999998</c:v>
                </c:pt>
                <c:pt idx="2338">
                  <c:v>3.4340000000000002</c:v>
                </c:pt>
                <c:pt idx="2339">
                  <c:v>3.4340000000000002</c:v>
                </c:pt>
                <c:pt idx="2340">
                  <c:v>3.4340000000000002</c:v>
                </c:pt>
                <c:pt idx="2341">
                  <c:v>3.4329999999999998</c:v>
                </c:pt>
                <c:pt idx="2342">
                  <c:v>3.4329999999999998</c:v>
                </c:pt>
                <c:pt idx="2343">
                  <c:v>3.431</c:v>
                </c:pt>
                <c:pt idx="2344">
                  <c:v>3.431</c:v>
                </c:pt>
                <c:pt idx="2345">
                  <c:v>3.431</c:v>
                </c:pt>
                <c:pt idx="2346">
                  <c:v>3.431</c:v>
                </c:pt>
                <c:pt idx="2347">
                  <c:v>3.431</c:v>
                </c:pt>
                <c:pt idx="2348">
                  <c:v>3.431</c:v>
                </c:pt>
                <c:pt idx="2349">
                  <c:v>3.4329999999999998</c:v>
                </c:pt>
                <c:pt idx="2350">
                  <c:v>3.4340000000000002</c:v>
                </c:pt>
                <c:pt idx="2351">
                  <c:v>3.4350000000000001</c:v>
                </c:pt>
                <c:pt idx="2352">
                  <c:v>3.4390000000000001</c:v>
                </c:pt>
                <c:pt idx="2353">
                  <c:v>3.444</c:v>
                </c:pt>
                <c:pt idx="2354">
                  <c:v>3.444</c:v>
                </c:pt>
                <c:pt idx="2355">
                  <c:v>3.4409999999999998</c:v>
                </c:pt>
                <c:pt idx="2356">
                  <c:v>3.4409999999999998</c:v>
                </c:pt>
                <c:pt idx="2357">
                  <c:v>3.444</c:v>
                </c:pt>
                <c:pt idx="2358">
                  <c:v>3.4430000000000001</c:v>
                </c:pt>
                <c:pt idx="2359">
                  <c:v>3.44</c:v>
                </c:pt>
                <c:pt idx="2360">
                  <c:v>3.4409999999999998</c:v>
                </c:pt>
                <c:pt idx="2361">
                  <c:v>3.4420000000000002</c:v>
                </c:pt>
                <c:pt idx="2362">
                  <c:v>3.4409999999999998</c:v>
                </c:pt>
                <c:pt idx="2363">
                  <c:v>3.4390000000000001</c:v>
                </c:pt>
                <c:pt idx="2364">
                  <c:v>3.4390000000000001</c:v>
                </c:pt>
                <c:pt idx="2365">
                  <c:v>3.44</c:v>
                </c:pt>
                <c:pt idx="2366">
                  <c:v>3.44</c:v>
                </c:pt>
                <c:pt idx="2367">
                  <c:v>3.4359999999999999</c:v>
                </c:pt>
                <c:pt idx="2368">
                  <c:v>3.4359999999999999</c:v>
                </c:pt>
                <c:pt idx="2369">
                  <c:v>3.4359999999999999</c:v>
                </c:pt>
                <c:pt idx="2370">
                  <c:v>3.4359999999999999</c:v>
                </c:pt>
                <c:pt idx="2371">
                  <c:v>3.4350000000000001</c:v>
                </c:pt>
                <c:pt idx="2372">
                  <c:v>3.4359999999999999</c:v>
                </c:pt>
                <c:pt idx="2373">
                  <c:v>3.4369999999999998</c:v>
                </c:pt>
                <c:pt idx="2374">
                  <c:v>3.4350000000000001</c:v>
                </c:pt>
                <c:pt idx="2375">
                  <c:v>3.4350000000000001</c:v>
                </c:pt>
                <c:pt idx="2376">
                  <c:v>3.4350000000000001</c:v>
                </c:pt>
                <c:pt idx="2377">
                  <c:v>3.4350000000000001</c:v>
                </c:pt>
                <c:pt idx="2378">
                  <c:v>3.4350000000000001</c:v>
                </c:pt>
                <c:pt idx="2379">
                  <c:v>3.4350000000000001</c:v>
                </c:pt>
                <c:pt idx="2380">
                  <c:v>3.4350000000000001</c:v>
                </c:pt>
                <c:pt idx="2381">
                  <c:v>3.4319999999999999</c:v>
                </c:pt>
                <c:pt idx="2382">
                  <c:v>3.4319999999999999</c:v>
                </c:pt>
                <c:pt idx="2383">
                  <c:v>3.4340000000000002</c:v>
                </c:pt>
                <c:pt idx="2384">
                  <c:v>3.4350000000000001</c:v>
                </c:pt>
                <c:pt idx="2385">
                  <c:v>3.4350000000000001</c:v>
                </c:pt>
                <c:pt idx="2386">
                  <c:v>3.4359999999999999</c:v>
                </c:pt>
                <c:pt idx="2387">
                  <c:v>3.4350000000000001</c:v>
                </c:pt>
                <c:pt idx="2388">
                  <c:v>3.4329999999999998</c:v>
                </c:pt>
                <c:pt idx="2389">
                  <c:v>3.4319999999999999</c:v>
                </c:pt>
                <c:pt idx="2390">
                  <c:v>3.4340000000000002</c:v>
                </c:pt>
                <c:pt idx="2391">
                  <c:v>3.4340000000000002</c:v>
                </c:pt>
                <c:pt idx="2392">
                  <c:v>3.4350000000000001</c:v>
                </c:pt>
                <c:pt idx="2393">
                  <c:v>3.4359999999999999</c:v>
                </c:pt>
                <c:pt idx="2394">
                  <c:v>3.4350000000000001</c:v>
                </c:pt>
                <c:pt idx="2395">
                  <c:v>3.4350000000000001</c:v>
                </c:pt>
                <c:pt idx="2396">
                  <c:v>3.4350000000000001</c:v>
                </c:pt>
                <c:pt idx="2397">
                  <c:v>3.4350000000000001</c:v>
                </c:pt>
                <c:pt idx="2398">
                  <c:v>3.4350000000000001</c:v>
                </c:pt>
                <c:pt idx="2399">
                  <c:v>3.4350000000000001</c:v>
                </c:pt>
                <c:pt idx="2400">
                  <c:v>3.4329999999999998</c:v>
                </c:pt>
                <c:pt idx="2401">
                  <c:v>3.4319999999999999</c:v>
                </c:pt>
                <c:pt idx="2402">
                  <c:v>3.431</c:v>
                </c:pt>
                <c:pt idx="2403">
                  <c:v>3.431</c:v>
                </c:pt>
                <c:pt idx="2404">
                  <c:v>3.431</c:v>
                </c:pt>
                <c:pt idx="2405">
                  <c:v>3.431</c:v>
                </c:pt>
                <c:pt idx="2406">
                  <c:v>3.4319999999999999</c:v>
                </c:pt>
                <c:pt idx="2407">
                  <c:v>3.4319999999999999</c:v>
                </c:pt>
                <c:pt idx="2408">
                  <c:v>3.431</c:v>
                </c:pt>
                <c:pt idx="2409">
                  <c:v>3.431</c:v>
                </c:pt>
                <c:pt idx="2410">
                  <c:v>3.4319999999999999</c:v>
                </c:pt>
                <c:pt idx="2411">
                  <c:v>3.4319999999999999</c:v>
                </c:pt>
                <c:pt idx="2412">
                  <c:v>3.4319999999999999</c:v>
                </c:pt>
                <c:pt idx="2413">
                  <c:v>3.4319999999999999</c:v>
                </c:pt>
                <c:pt idx="2414">
                  <c:v>3.431</c:v>
                </c:pt>
                <c:pt idx="2415">
                  <c:v>3.43</c:v>
                </c:pt>
                <c:pt idx="2416">
                  <c:v>3.43</c:v>
                </c:pt>
                <c:pt idx="2417">
                  <c:v>3.4289999999999998</c:v>
                </c:pt>
                <c:pt idx="2418">
                  <c:v>3.43</c:v>
                </c:pt>
                <c:pt idx="2419">
                  <c:v>3.431</c:v>
                </c:pt>
                <c:pt idx="2420">
                  <c:v>3.4329999999999998</c:v>
                </c:pt>
                <c:pt idx="2421">
                  <c:v>3.4329999999999998</c:v>
                </c:pt>
                <c:pt idx="2422">
                  <c:v>3.4319999999999999</c:v>
                </c:pt>
                <c:pt idx="2423">
                  <c:v>3.4319999999999999</c:v>
                </c:pt>
                <c:pt idx="2424">
                  <c:v>3.4329999999999998</c:v>
                </c:pt>
                <c:pt idx="2425">
                  <c:v>3.4340000000000002</c:v>
                </c:pt>
                <c:pt idx="2426">
                  <c:v>3.4329999999999998</c:v>
                </c:pt>
                <c:pt idx="2427">
                  <c:v>3.4319999999999999</c:v>
                </c:pt>
                <c:pt idx="2428">
                  <c:v>3.4319999999999999</c:v>
                </c:pt>
                <c:pt idx="2429">
                  <c:v>3.431</c:v>
                </c:pt>
                <c:pt idx="2430">
                  <c:v>3.431</c:v>
                </c:pt>
                <c:pt idx="2431">
                  <c:v>3.4319999999999999</c:v>
                </c:pt>
                <c:pt idx="2432">
                  <c:v>3.4319999999999999</c:v>
                </c:pt>
                <c:pt idx="2433">
                  <c:v>3.431</c:v>
                </c:pt>
                <c:pt idx="2434">
                  <c:v>3.431</c:v>
                </c:pt>
                <c:pt idx="2435">
                  <c:v>3.431</c:v>
                </c:pt>
                <c:pt idx="2436">
                  <c:v>3.431</c:v>
                </c:pt>
                <c:pt idx="2437">
                  <c:v>3.4319999999999999</c:v>
                </c:pt>
                <c:pt idx="2438">
                  <c:v>3.4329999999999998</c:v>
                </c:pt>
                <c:pt idx="2439">
                  <c:v>3.4340000000000002</c:v>
                </c:pt>
                <c:pt idx="2440">
                  <c:v>3.4329999999999998</c:v>
                </c:pt>
                <c:pt idx="2441">
                  <c:v>3.4329999999999998</c:v>
                </c:pt>
                <c:pt idx="2442">
                  <c:v>3.4319999999999999</c:v>
                </c:pt>
                <c:pt idx="2443">
                  <c:v>3.4329999999999998</c:v>
                </c:pt>
                <c:pt idx="2444">
                  <c:v>3.4340000000000002</c:v>
                </c:pt>
                <c:pt idx="2445">
                  <c:v>3.4340000000000002</c:v>
                </c:pt>
                <c:pt idx="2446">
                  <c:v>3.4350000000000001</c:v>
                </c:pt>
                <c:pt idx="2447">
                  <c:v>3.4350000000000001</c:v>
                </c:pt>
                <c:pt idx="2448">
                  <c:v>3.4340000000000002</c:v>
                </c:pt>
                <c:pt idx="2449">
                  <c:v>3.4329999999999998</c:v>
                </c:pt>
                <c:pt idx="2450">
                  <c:v>3.4329999999999998</c:v>
                </c:pt>
                <c:pt idx="2451">
                  <c:v>3.4340000000000002</c:v>
                </c:pt>
                <c:pt idx="2452">
                  <c:v>3.4319999999999999</c:v>
                </c:pt>
                <c:pt idx="2453">
                  <c:v>3.4329999999999998</c:v>
                </c:pt>
                <c:pt idx="2454">
                  <c:v>3.4329999999999998</c:v>
                </c:pt>
                <c:pt idx="2455">
                  <c:v>3.4329999999999998</c:v>
                </c:pt>
                <c:pt idx="2456">
                  <c:v>3.4340000000000002</c:v>
                </c:pt>
                <c:pt idx="2457">
                  <c:v>3.4329999999999998</c:v>
                </c:pt>
                <c:pt idx="2458">
                  <c:v>3.4329999999999998</c:v>
                </c:pt>
                <c:pt idx="2459">
                  <c:v>3.4329999999999998</c:v>
                </c:pt>
                <c:pt idx="2460">
                  <c:v>3.4340000000000002</c:v>
                </c:pt>
                <c:pt idx="2461">
                  <c:v>3.4329999999999998</c:v>
                </c:pt>
                <c:pt idx="2462">
                  <c:v>3.4329999999999998</c:v>
                </c:pt>
                <c:pt idx="2463">
                  <c:v>3.4329999999999998</c:v>
                </c:pt>
                <c:pt idx="2464">
                  <c:v>3.4329999999999998</c:v>
                </c:pt>
                <c:pt idx="2465">
                  <c:v>3.4319999999999999</c:v>
                </c:pt>
                <c:pt idx="2466">
                  <c:v>3.4319999999999999</c:v>
                </c:pt>
                <c:pt idx="2467">
                  <c:v>3.4319999999999999</c:v>
                </c:pt>
                <c:pt idx="2468">
                  <c:v>3.4319999999999999</c:v>
                </c:pt>
                <c:pt idx="2469">
                  <c:v>3.431</c:v>
                </c:pt>
                <c:pt idx="2470">
                  <c:v>3.431</c:v>
                </c:pt>
                <c:pt idx="2471">
                  <c:v>3.4329999999999998</c:v>
                </c:pt>
                <c:pt idx="2472">
                  <c:v>3.4350000000000001</c:v>
                </c:pt>
                <c:pt idx="2473">
                  <c:v>3.4359999999999999</c:v>
                </c:pt>
                <c:pt idx="2474">
                  <c:v>3.4369999999999998</c:v>
                </c:pt>
                <c:pt idx="2475">
                  <c:v>3.4350000000000001</c:v>
                </c:pt>
                <c:pt idx="2476">
                  <c:v>3.4329999999999998</c:v>
                </c:pt>
                <c:pt idx="2477">
                  <c:v>3.4329999999999998</c:v>
                </c:pt>
                <c:pt idx="2478">
                  <c:v>3.4340000000000002</c:v>
                </c:pt>
                <c:pt idx="2479">
                  <c:v>3.4340000000000002</c:v>
                </c:pt>
                <c:pt idx="2480">
                  <c:v>3.4340000000000002</c:v>
                </c:pt>
                <c:pt idx="2481">
                  <c:v>3.4340000000000002</c:v>
                </c:pt>
                <c:pt idx="2482">
                  <c:v>3.4319999999999999</c:v>
                </c:pt>
                <c:pt idx="2483">
                  <c:v>3.4319999999999999</c:v>
                </c:pt>
                <c:pt idx="2484">
                  <c:v>3.4329999999999998</c:v>
                </c:pt>
                <c:pt idx="2485">
                  <c:v>3.4329999999999998</c:v>
                </c:pt>
                <c:pt idx="2486">
                  <c:v>3.4340000000000002</c:v>
                </c:pt>
                <c:pt idx="2487">
                  <c:v>3.4350000000000001</c:v>
                </c:pt>
                <c:pt idx="2488">
                  <c:v>3.4319999999999999</c:v>
                </c:pt>
                <c:pt idx="2489">
                  <c:v>3.4289999999999998</c:v>
                </c:pt>
                <c:pt idx="2490">
                  <c:v>3.4289999999999998</c:v>
                </c:pt>
                <c:pt idx="2491">
                  <c:v>3.4319999999999999</c:v>
                </c:pt>
                <c:pt idx="2492">
                  <c:v>3.4319999999999999</c:v>
                </c:pt>
                <c:pt idx="2493">
                  <c:v>3.4329999999999998</c:v>
                </c:pt>
                <c:pt idx="2494">
                  <c:v>3.4319999999999999</c:v>
                </c:pt>
                <c:pt idx="2495">
                  <c:v>3.43</c:v>
                </c:pt>
                <c:pt idx="2496">
                  <c:v>3.4289999999999998</c:v>
                </c:pt>
                <c:pt idx="2497">
                  <c:v>3.4289999999999998</c:v>
                </c:pt>
                <c:pt idx="2498">
                  <c:v>3.43</c:v>
                </c:pt>
                <c:pt idx="2499">
                  <c:v>3.4319999999999999</c:v>
                </c:pt>
                <c:pt idx="2500">
                  <c:v>3.4319999999999999</c:v>
                </c:pt>
                <c:pt idx="2501">
                  <c:v>3.431</c:v>
                </c:pt>
                <c:pt idx="2502">
                  <c:v>3.43</c:v>
                </c:pt>
                <c:pt idx="2503">
                  <c:v>3.4329999999999998</c:v>
                </c:pt>
                <c:pt idx="2504">
                  <c:v>3.4359999999999999</c:v>
                </c:pt>
                <c:pt idx="2505">
                  <c:v>3.4380000000000002</c:v>
                </c:pt>
                <c:pt idx="2506">
                  <c:v>3.4380000000000002</c:v>
                </c:pt>
                <c:pt idx="2507">
                  <c:v>3.4350000000000001</c:v>
                </c:pt>
                <c:pt idx="2508">
                  <c:v>3.4319999999999999</c:v>
                </c:pt>
                <c:pt idx="2509">
                  <c:v>3.4319999999999999</c:v>
                </c:pt>
                <c:pt idx="2510">
                  <c:v>3.4340000000000002</c:v>
                </c:pt>
                <c:pt idx="2511">
                  <c:v>3.4359999999999999</c:v>
                </c:pt>
                <c:pt idx="2512">
                  <c:v>3.4359999999999999</c:v>
                </c:pt>
                <c:pt idx="2513">
                  <c:v>3.4350000000000001</c:v>
                </c:pt>
                <c:pt idx="2514">
                  <c:v>3.43</c:v>
                </c:pt>
                <c:pt idx="2515">
                  <c:v>3.4239999999999999</c:v>
                </c:pt>
                <c:pt idx="2516">
                  <c:v>3.4239999999999999</c:v>
                </c:pt>
                <c:pt idx="2517">
                  <c:v>3.423</c:v>
                </c:pt>
                <c:pt idx="2518">
                  <c:v>3.4220000000000002</c:v>
                </c:pt>
                <c:pt idx="2519">
                  <c:v>3.423</c:v>
                </c:pt>
                <c:pt idx="2520">
                  <c:v>3.4239999999999999</c:v>
                </c:pt>
                <c:pt idx="2521">
                  <c:v>3.4249999999999998</c:v>
                </c:pt>
                <c:pt idx="2522">
                  <c:v>3.427</c:v>
                </c:pt>
                <c:pt idx="2523">
                  <c:v>3.4279999999999999</c:v>
                </c:pt>
                <c:pt idx="2524">
                  <c:v>3.427</c:v>
                </c:pt>
                <c:pt idx="2525">
                  <c:v>3.4260000000000002</c:v>
                </c:pt>
                <c:pt idx="2526">
                  <c:v>3.4260000000000002</c:v>
                </c:pt>
                <c:pt idx="2527">
                  <c:v>3.427</c:v>
                </c:pt>
                <c:pt idx="2528">
                  <c:v>3.427</c:v>
                </c:pt>
                <c:pt idx="2529">
                  <c:v>3.4249999999999998</c:v>
                </c:pt>
                <c:pt idx="2530">
                  <c:v>3.4249999999999998</c:v>
                </c:pt>
                <c:pt idx="2531">
                  <c:v>3.4249999999999998</c:v>
                </c:pt>
                <c:pt idx="2532">
                  <c:v>3.4249999999999998</c:v>
                </c:pt>
                <c:pt idx="2533">
                  <c:v>3.4260000000000002</c:v>
                </c:pt>
                <c:pt idx="2534">
                  <c:v>3.4260000000000002</c:v>
                </c:pt>
                <c:pt idx="2535">
                  <c:v>3.4249999999999998</c:v>
                </c:pt>
                <c:pt idx="2536">
                  <c:v>3.4239999999999999</c:v>
                </c:pt>
                <c:pt idx="2537">
                  <c:v>3.4239999999999999</c:v>
                </c:pt>
                <c:pt idx="2538">
                  <c:v>3.4249999999999998</c:v>
                </c:pt>
                <c:pt idx="2539">
                  <c:v>3.4260000000000002</c:v>
                </c:pt>
                <c:pt idx="2540">
                  <c:v>3.4260000000000002</c:v>
                </c:pt>
                <c:pt idx="2541">
                  <c:v>3.4260000000000002</c:v>
                </c:pt>
                <c:pt idx="2542">
                  <c:v>3.4249999999999998</c:v>
                </c:pt>
                <c:pt idx="2543">
                  <c:v>3.4239999999999999</c:v>
                </c:pt>
                <c:pt idx="2544">
                  <c:v>3.4239999999999999</c:v>
                </c:pt>
                <c:pt idx="2545">
                  <c:v>3.4249999999999998</c:v>
                </c:pt>
                <c:pt idx="2546">
                  <c:v>3.4260000000000002</c:v>
                </c:pt>
                <c:pt idx="2547">
                  <c:v>3.427</c:v>
                </c:pt>
                <c:pt idx="2548">
                  <c:v>3.4260000000000002</c:v>
                </c:pt>
                <c:pt idx="2549">
                  <c:v>3.4249999999999998</c:v>
                </c:pt>
                <c:pt idx="2550">
                  <c:v>3.4239999999999999</c:v>
                </c:pt>
                <c:pt idx="2551">
                  <c:v>3.4249999999999998</c:v>
                </c:pt>
                <c:pt idx="2552">
                  <c:v>3.4260000000000002</c:v>
                </c:pt>
                <c:pt idx="2553">
                  <c:v>3.4260000000000002</c:v>
                </c:pt>
                <c:pt idx="2554">
                  <c:v>3.4239999999999999</c:v>
                </c:pt>
                <c:pt idx="2555">
                  <c:v>3.423</c:v>
                </c:pt>
                <c:pt idx="2556">
                  <c:v>3.4239999999999999</c:v>
                </c:pt>
                <c:pt idx="2557">
                  <c:v>3.4249999999999998</c:v>
                </c:pt>
                <c:pt idx="2558">
                  <c:v>3.4249999999999998</c:v>
                </c:pt>
                <c:pt idx="2559">
                  <c:v>3.4260000000000002</c:v>
                </c:pt>
                <c:pt idx="2560">
                  <c:v>3.427</c:v>
                </c:pt>
                <c:pt idx="2561">
                  <c:v>3.427</c:v>
                </c:pt>
                <c:pt idx="2562">
                  <c:v>3.4260000000000002</c:v>
                </c:pt>
                <c:pt idx="2563">
                  <c:v>3.4260000000000002</c:v>
                </c:pt>
                <c:pt idx="2564">
                  <c:v>3.4260000000000002</c:v>
                </c:pt>
                <c:pt idx="2565">
                  <c:v>3.4249999999999998</c:v>
                </c:pt>
                <c:pt idx="2566">
                  <c:v>3.4249999999999998</c:v>
                </c:pt>
                <c:pt idx="2567">
                  <c:v>3.4260000000000002</c:v>
                </c:pt>
                <c:pt idx="2568">
                  <c:v>3.4249999999999998</c:v>
                </c:pt>
                <c:pt idx="2569">
                  <c:v>3.4239999999999999</c:v>
                </c:pt>
                <c:pt idx="2570">
                  <c:v>3.4239999999999999</c:v>
                </c:pt>
                <c:pt idx="2571">
                  <c:v>3.4239999999999999</c:v>
                </c:pt>
                <c:pt idx="2572">
                  <c:v>3.4249999999999998</c:v>
                </c:pt>
                <c:pt idx="2573">
                  <c:v>3.4249999999999998</c:v>
                </c:pt>
                <c:pt idx="2574">
                  <c:v>3.4249999999999998</c:v>
                </c:pt>
                <c:pt idx="2575">
                  <c:v>3.4249999999999998</c:v>
                </c:pt>
                <c:pt idx="2576">
                  <c:v>3.4249999999999998</c:v>
                </c:pt>
                <c:pt idx="2577">
                  <c:v>3.4239999999999999</c:v>
                </c:pt>
                <c:pt idx="2578">
                  <c:v>3.423</c:v>
                </c:pt>
                <c:pt idx="2579">
                  <c:v>3.4239999999999999</c:v>
                </c:pt>
                <c:pt idx="2580">
                  <c:v>3.4249999999999998</c:v>
                </c:pt>
                <c:pt idx="2581">
                  <c:v>3.4260000000000002</c:v>
                </c:pt>
                <c:pt idx="2582">
                  <c:v>3.4249999999999998</c:v>
                </c:pt>
                <c:pt idx="2583">
                  <c:v>3.4239999999999999</c:v>
                </c:pt>
                <c:pt idx="2584">
                  <c:v>3.4239999999999999</c:v>
                </c:pt>
                <c:pt idx="2585">
                  <c:v>3.423</c:v>
                </c:pt>
                <c:pt idx="2586">
                  <c:v>3.423</c:v>
                </c:pt>
                <c:pt idx="2587">
                  <c:v>3.4239999999999999</c:v>
                </c:pt>
                <c:pt idx="2588">
                  <c:v>3.4239999999999999</c:v>
                </c:pt>
                <c:pt idx="2589">
                  <c:v>3.4239999999999999</c:v>
                </c:pt>
                <c:pt idx="2590">
                  <c:v>3.4239999999999999</c:v>
                </c:pt>
                <c:pt idx="2591">
                  <c:v>3.4239999999999999</c:v>
                </c:pt>
                <c:pt idx="2592">
                  <c:v>3.4260000000000002</c:v>
                </c:pt>
                <c:pt idx="2593">
                  <c:v>3.4260000000000002</c:v>
                </c:pt>
                <c:pt idx="2594">
                  <c:v>3.4249999999999998</c:v>
                </c:pt>
                <c:pt idx="2595">
                  <c:v>3.4249999999999998</c:v>
                </c:pt>
                <c:pt idx="2596">
                  <c:v>3.423</c:v>
                </c:pt>
                <c:pt idx="2597">
                  <c:v>3.423</c:v>
                </c:pt>
                <c:pt idx="2598">
                  <c:v>3.4239999999999999</c:v>
                </c:pt>
                <c:pt idx="2599">
                  <c:v>3.4260000000000002</c:v>
                </c:pt>
                <c:pt idx="2600">
                  <c:v>3.4279999999999999</c:v>
                </c:pt>
                <c:pt idx="2601">
                  <c:v>3.427</c:v>
                </c:pt>
                <c:pt idx="2602">
                  <c:v>3.4260000000000002</c:v>
                </c:pt>
                <c:pt idx="2603">
                  <c:v>3.4239999999999999</c:v>
                </c:pt>
                <c:pt idx="2604">
                  <c:v>3.423</c:v>
                </c:pt>
                <c:pt idx="2605">
                  <c:v>3.4239999999999999</c:v>
                </c:pt>
                <c:pt idx="2606">
                  <c:v>3.4249999999999998</c:v>
                </c:pt>
                <c:pt idx="2607">
                  <c:v>3.4249999999999998</c:v>
                </c:pt>
                <c:pt idx="2608">
                  <c:v>3.4249999999999998</c:v>
                </c:pt>
                <c:pt idx="2609">
                  <c:v>3.4239999999999999</c:v>
                </c:pt>
                <c:pt idx="2610">
                  <c:v>3.4239999999999999</c:v>
                </c:pt>
                <c:pt idx="2611">
                  <c:v>3.4249999999999998</c:v>
                </c:pt>
                <c:pt idx="2612">
                  <c:v>3.4249999999999998</c:v>
                </c:pt>
                <c:pt idx="2613">
                  <c:v>3.4249999999999998</c:v>
                </c:pt>
                <c:pt idx="2614">
                  <c:v>3.4249999999999998</c:v>
                </c:pt>
                <c:pt idx="2615">
                  <c:v>3.423</c:v>
                </c:pt>
                <c:pt idx="2616">
                  <c:v>3.4209999999999998</c:v>
                </c:pt>
                <c:pt idx="2617">
                  <c:v>3.4209999999999998</c:v>
                </c:pt>
                <c:pt idx="2618">
                  <c:v>3.4220000000000002</c:v>
                </c:pt>
                <c:pt idx="2619">
                  <c:v>3.4239999999999999</c:v>
                </c:pt>
                <c:pt idx="2620">
                  <c:v>3.4249999999999998</c:v>
                </c:pt>
                <c:pt idx="2621">
                  <c:v>3.4239999999999999</c:v>
                </c:pt>
                <c:pt idx="2622">
                  <c:v>3.4220000000000002</c:v>
                </c:pt>
                <c:pt idx="2623">
                  <c:v>3.4220000000000002</c:v>
                </c:pt>
                <c:pt idx="2624">
                  <c:v>3.423</c:v>
                </c:pt>
                <c:pt idx="2625">
                  <c:v>3.4239999999999999</c:v>
                </c:pt>
                <c:pt idx="2626">
                  <c:v>3.4249999999999998</c:v>
                </c:pt>
                <c:pt idx="2627">
                  <c:v>3.4239999999999999</c:v>
                </c:pt>
                <c:pt idx="2628">
                  <c:v>3.423</c:v>
                </c:pt>
                <c:pt idx="2629">
                  <c:v>3.4220000000000002</c:v>
                </c:pt>
                <c:pt idx="2630">
                  <c:v>3.423</c:v>
                </c:pt>
                <c:pt idx="2631">
                  <c:v>3.423</c:v>
                </c:pt>
                <c:pt idx="2632">
                  <c:v>3.4239999999999999</c:v>
                </c:pt>
                <c:pt idx="2633">
                  <c:v>3.4239999999999999</c:v>
                </c:pt>
                <c:pt idx="2634">
                  <c:v>3.4239999999999999</c:v>
                </c:pt>
                <c:pt idx="2635">
                  <c:v>3.423</c:v>
                </c:pt>
                <c:pt idx="2636">
                  <c:v>3.423</c:v>
                </c:pt>
                <c:pt idx="2637">
                  <c:v>3.4239999999999999</c:v>
                </c:pt>
                <c:pt idx="2638">
                  <c:v>3.4239999999999999</c:v>
                </c:pt>
                <c:pt idx="2639">
                  <c:v>3.4239999999999999</c:v>
                </c:pt>
                <c:pt idx="2640">
                  <c:v>3.4239999999999999</c:v>
                </c:pt>
                <c:pt idx="2641">
                  <c:v>3.423</c:v>
                </c:pt>
                <c:pt idx="2642">
                  <c:v>3.423</c:v>
                </c:pt>
                <c:pt idx="2643">
                  <c:v>3.423</c:v>
                </c:pt>
                <c:pt idx="2644">
                  <c:v>3.4220000000000002</c:v>
                </c:pt>
                <c:pt idx="2645">
                  <c:v>3.4220000000000002</c:v>
                </c:pt>
                <c:pt idx="2646">
                  <c:v>3.4220000000000002</c:v>
                </c:pt>
                <c:pt idx="2647">
                  <c:v>3.423</c:v>
                </c:pt>
                <c:pt idx="2648">
                  <c:v>3.423</c:v>
                </c:pt>
                <c:pt idx="2649">
                  <c:v>3.423</c:v>
                </c:pt>
                <c:pt idx="2650">
                  <c:v>3.423</c:v>
                </c:pt>
                <c:pt idx="2651">
                  <c:v>3.4220000000000002</c:v>
                </c:pt>
                <c:pt idx="2652">
                  <c:v>3.4220000000000002</c:v>
                </c:pt>
                <c:pt idx="2653">
                  <c:v>3.4220000000000002</c:v>
                </c:pt>
                <c:pt idx="2654">
                  <c:v>3.423</c:v>
                </c:pt>
                <c:pt idx="2655">
                  <c:v>3.423</c:v>
                </c:pt>
                <c:pt idx="2656">
                  <c:v>3.4209999999999998</c:v>
                </c:pt>
                <c:pt idx="2657">
                  <c:v>3.4209999999999998</c:v>
                </c:pt>
                <c:pt idx="2658">
                  <c:v>3.4209999999999998</c:v>
                </c:pt>
                <c:pt idx="2659">
                  <c:v>3.423</c:v>
                </c:pt>
                <c:pt idx="2660">
                  <c:v>3.4239999999999999</c:v>
                </c:pt>
                <c:pt idx="2661">
                  <c:v>3.4249999999999998</c:v>
                </c:pt>
                <c:pt idx="2662">
                  <c:v>3.423</c:v>
                </c:pt>
                <c:pt idx="2663">
                  <c:v>3.4220000000000002</c:v>
                </c:pt>
                <c:pt idx="2664">
                  <c:v>3.4220000000000002</c:v>
                </c:pt>
                <c:pt idx="2665">
                  <c:v>3.4220000000000002</c:v>
                </c:pt>
                <c:pt idx="2666">
                  <c:v>3.423</c:v>
                </c:pt>
                <c:pt idx="2667">
                  <c:v>3.423</c:v>
                </c:pt>
                <c:pt idx="2668">
                  <c:v>3.4220000000000002</c:v>
                </c:pt>
                <c:pt idx="2669">
                  <c:v>3.4220000000000002</c:v>
                </c:pt>
                <c:pt idx="2670">
                  <c:v>3.4220000000000002</c:v>
                </c:pt>
                <c:pt idx="2671">
                  <c:v>3.4220000000000002</c:v>
                </c:pt>
                <c:pt idx="2672">
                  <c:v>3.423</c:v>
                </c:pt>
                <c:pt idx="2673">
                  <c:v>3.4239999999999999</c:v>
                </c:pt>
                <c:pt idx="2674">
                  <c:v>3.4239999999999999</c:v>
                </c:pt>
                <c:pt idx="2675">
                  <c:v>3.4220000000000002</c:v>
                </c:pt>
                <c:pt idx="2676">
                  <c:v>3.4209999999999998</c:v>
                </c:pt>
                <c:pt idx="2677">
                  <c:v>3.4209999999999998</c:v>
                </c:pt>
                <c:pt idx="2678">
                  <c:v>3.4220000000000002</c:v>
                </c:pt>
                <c:pt idx="2679">
                  <c:v>3.423</c:v>
                </c:pt>
                <c:pt idx="2680">
                  <c:v>3.423</c:v>
                </c:pt>
                <c:pt idx="2681">
                  <c:v>3.4220000000000002</c:v>
                </c:pt>
                <c:pt idx="2682">
                  <c:v>3.4209999999999998</c:v>
                </c:pt>
                <c:pt idx="2683">
                  <c:v>3.42</c:v>
                </c:pt>
                <c:pt idx="2684">
                  <c:v>3.4209999999999998</c:v>
                </c:pt>
                <c:pt idx="2685">
                  <c:v>3.4209999999999998</c:v>
                </c:pt>
                <c:pt idx="2686">
                  <c:v>3.4220000000000002</c:v>
                </c:pt>
                <c:pt idx="2687">
                  <c:v>3.4220000000000002</c:v>
                </c:pt>
                <c:pt idx="2688">
                  <c:v>3.4220000000000002</c:v>
                </c:pt>
                <c:pt idx="2689">
                  <c:v>3.4220000000000002</c:v>
                </c:pt>
                <c:pt idx="2690">
                  <c:v>3.423</c:v>
                </c:pt>
                <c:pt idx="2691">
                  <c:v>3.4249999999999998</c:v>
                </c:pt>
                <c:pt idx="2692">
                  <c:v>3.4260000000000002</c:v>
                </c:pt>
                <c:pt idx="2693">
                  <c:v>3.4260000000000002</c:v>
                </c:pt>
                <c:pt idx="2694">
                  <c:v>3.4260000000000002</c:v>
                </c:pt>
                <c:pt idx="2695">
                  <c:v>3.4260000000000002</c:v>
                </c:pt>
                <c:pt idx="2696">
                  <c:v>3.4260000000000002</c:v>
                </c:pt>
                <c:pt idx="2697">
                  <c:v>3.4289999999999998</c:v>
                </c:pt>
                <c:pt idx="2698">
                  <c:v>3.4329999999999998</c:v>
                </c:pt>
                <c:pt idx="2699">
                  <c:v>3.4359999999999999</c:v>
                </c:pt>
                <c:pt idx="2700">
                  <c:v>3.4359999999999999</c:v>
                </c:pt>
                <c:pt idx="2701">
                  <c:v>3.4340000000000002</c:v>
                </c:pt>
                <c:pt idx="2702">
                  <c:v>3.43</c:v>
                </c:pt>
                <c:pt idx="2703">
                  <c:v>3.4260000000000002</c:v>
                </c:pt>
                <c:pt idx="2704">
                  <c:v>3.4249999999999998</c:v>
                </c:pt>
                <c:pt idx="2705">
                  <c:v>3.423</c:v>
                </c:pt>
                <c:pt idx="2706">
                  <c:v>3.423</c:v>
                </c:pt>
                <c:pt idx="2707">
                  <c:v>3.423</c:v>
                </c:pt>
                <c:pt idx="2708">
                  <c:v>3.423</c:v>
                </c:pt>
                <c:pt idx="2709">
                  <c:v>3.4220000000000002</c:v>
                </c:pt>
                <c:pt idx="2710">
                  <c:v>3.42</c:v>
                </c:pt>
                <c:pt idx="2711">
                  <c:v>3.419</c:v>
                </c:pt>
                <c:pt idx="2712">
                  <c:v>3.419</c:v>
                </c:pt>
                <c:pt idx="2713">
                  <c:v>3.42</c:v>
                </c:pt>
                <c:pt idx="2714">
                  <c:v>3.4220000000000002</c:v>
                </c:pt>
                <c:pt idx="2715">
                  <c:v>3.4209999999999998</c:v>
                </c:pt>
                <c:pt idx="2716">
                  <c:v>3.42</c:v>
                </c:pt>
                <c:pt idx="2717">
                  <c:v>3.42</c:v>
                </c:pt>
                <c:pt idx="2718">
                  <c:v>3.4220000000000002</c:v>
                </c:pt>
                <c:pt idx="2719">
                  <c:v>3.4239999999999999</c:v>
                </c:pt>
                <c:pt idx="2720">
                  <c:v>3.4249999999999998</c:v>
                </c:pt>
                <c:pt idx="2721">
                  <c:v>3.4260000000000002</c:v>
                </c:pt>
                <c:pt idx="2722">
                  <c:v>3.4239999999999999</c:v>
                </c:pt>
                <c:pt idx="2723">
                  <c:v>3.4220000000000002</c:v>
                </c:pt>
                <c:pt idx="2724">
                  <c:v>3.4220000000000002</c:v>
                </c:pt>
                <c:pt idx="2725">
                  <c:v>3.4209999999999998</c:v>
                </c:pt>
                <c:pt idx="2726">
                  <c:v>3.4220000000000002</c:v>
                </c:pt>
                <c:pt idx="2727">
                  <c:v>3.423</c:v>
                </c:pt>
                <c:pt idx="2728">
                  <c:v>3.423</c:v>
                </c:pt>
                <c:pt idx="2729">
                  <c:v>3.423</c:v>
                </c:pt>
                <c:pt idx="2730">
                  <c:v>3.423</c:v>
                </c:pt>
                <c:pt idx="2731">
                  <c:v>3.4239999999999999</c:v>
                </c:pt>
                <c:pt idx="2732">
                  <c:v>3.4260000000000002</c:v>
                </c:pt>
                <c:pt idx="2733">
                  <c:v>3.427</c:v>
                </c:pt>
                <c:pt idx="2734">
                  <c:v>3.4260000000000002</c:v>
                </c:pt>
                <c:pt idx="2735">
                  <c:v>3.4249999999999998</c:v>
                </c:pt>
                <c:pt idx="2736">
                  <c:v>3.4239999999999999</c:v>
                </c:pt>
                <c:pt idx="2737">
                  <c:v>3.423</c:v>
                </c:pt>
                <c:pt idx="2738">
                  <c:v>3.423</c:v>
                </c:pt>
                <c:pt idx="2739">
                  <c:v>3.4239999999999999</c:v>
                </c:pt>
                <c:pt idx="2740">
                  <c:v>3.4249999999999998</c:v>
                </c:pt>
                <c:pt idx="2741">
                  <c:v>3.4249999999999998</c:v>
                </c:pt>
                <c:pt idx="2742">
                  <c:v>3.423</c:v>
                </c:pt>
                <c:pt idx="2743">
                  <c:v>3.4220000000000002</c:v>
                </c:pt>
                <c:pt idx="2744">
                  <c:v>3.4220000000000002</c:v>
                </c:pt>
                <c:pt idx="2745">
                  <c:v>3.423</c:v>
                </c:pt>
                <c:pt idx="2746">
                  <c:v>3.4239999999999999</c:v>
                </c:pt>
                <c:pt idx="2747">
                  <c:v>3.4239999999999999</c:v>
                </c:pt>
                <c:pt idx="2748">
                  <c:v>3.423</c:v>
                </c:pt>
                <c:pt idx="2749">
                  <c:v>3.4220000000000002</c:v>
                </c:pt>
                <c:pt idx="2750">
                  <c:v>3.423</c:v>
                </c:pt>
                <c:pt idx="2751">
                  <c:v>3.423</c:v>
                </c:pt>
                <c:pt idx="2752">
                  <c:v>3.423</c:v>
                </c:pt>
                <c:pt idx="2753">
                  <c:v>3.423</c:v>
                </c:pt>
                <c:pt idx="2754">
                  <c:v>3.423</c:v>
                </c:pt>
                <c:pt idx="2755">
                  <c:v>3.4220000000000002</c:v>
                </c:pt>
                <c:pt idx="2756">
                  <c:v>3.4209999999999998</c:v>
                </c:pt>
                <c:pt idx="2757">
                  <c:v>3.42</c:v>
                </c:pt>
                <c:pt idx="2758">
                  <c:v>3.4209999999999998</c:v>
                </c:pt>
                <c:pt idx="2759">
                  <c:v>3.4209999999999998</c:v>
                </c:pt>
                <c:pt idx="2760">
                  <c:v>3.4220000000000002</c:v>
                </c:pt>
                <c:pt idx="2761">
                  <c:v>3.4239999999999999</c:v>
                </c:pt>
                <c:pt idx="2762">
                  <c:v>3.4239999999999999</c:v>
                </c:pt>
                <c:pt idx="2763">
                  <c:v>3.4239999999999999</c:v>
                </c:pt>
                <c:pt idx="2764">
                  <c:v>3.423</c:v>
                </c:pt>
                <c:pt idx="2765">
                  <c:v>3.423</c:v>
                </c:pt>
                <c:pt idx="2766">
                  <c:v>3.423</c:v>
                </c:pt>
                <c:pt idx="2767">
                  <c:v>3.423</c:v>
                </c:pt>
                <c:pt idx="2768">
                  <c:v>3.4220000000000002</c:v>
                </c:pt>
                <c:pt idx="2769">
                  <c:v>3.4220000000000002</c:v>
                </c:pt>
                <c:pt idx="2770">
                  <c:v>3.42</c:v>
                </c:pt>
                <c:pt idx="2771">
                  <c:v>3.4209999999999998</c:v>
                </c:pt>
                <c:pt idx="2772">
                  <c:v>3.4220000000000002</c:v>
                </c:pt>
                <c:pt idx="2773">
                  <c:v>3.423</c:v>
                </c:pt>
                <c:pt idx="2774">
                  <c:v>3.4239999999999999</c:v>
                </c:pt>
                <c:pt idx="2775">
                  <c:v>3.4239999999999999</c:v>
                </c:pt>
                <c:pt idx="2776">
                  <c:v>3.4220000000000002</c:v>
                </c:pt>
                <c:pt idx="2777">
                  <c:v>3.42</c:v>
                </c:pt>
                <c:pt idx="2778">
                  <c:v>3.42</c:v>
                </c:pt>
                <c:pt idx="2779">
                  <c:v>3.42</c:v>
                </c:pt>
                <c:pt idx="2780">
                  <c:v>3.4220000000000002</c:v>
                </c:pt>
                <c:pt idx="2781">
                  <c:v>3.4239999999999999</c:v>
                </c:pt>
                <c:pt idx="2782">
                  <c:v>3.4239999999999999</c:v>
                </c:pt>
                <c:pt idx="2783">
                  <c:v>3.4220000000000002</c:v>
                </c:pt>
                <c:pt idx="2784">
                  <c:v>3.4220000000000002</c:v>
                </c:pt>
                <c:pt idx="2785">
                  <c:v>3.423</c:v>
                </c:pt>
                <c:pt idx="2786">
                  <c:v>3.4239999999999999</c:v>
                </c:pt>
                <c:pt idx="2787">
                  <c:v>3.4260000000000002</c:v>
                </c:pt>
                <c:pt idx="2788">
                  <c:v>3.4249999999999998</c:v>
                </c:pt>
                <c:pt idx="2789">
                  <c:v>3.423</c:v>
                </c:pt>
                <c:pt idx="2790">
                  <c:v>3.4209999999999998</c:v>
                </c:pt>
                <c:pt idx="2791">
                  <c:v>3.4220000000000002</c:v>
                </c:pt>
                <c:pt idx="2792">
                  <c:v>3.423</c:v>
                </c:pt>
                <c:pt idx="2793">
                  <c:v>3.423</c:v>
                </c:pt>
                <c:pt idx="2794">
                  <c:v>3.423</c:v>
                </c:pt>
                <c:pt idx="2795">
                  <c:v>3.423</c:v>
                </c:pt>
                <c:pt idx="2796">
                  <c:v>3.4209999999999998</c:v>
                </c:pt>
                <c:pt idx="2797">
                  <c:v>3.4209999999999998</c:v>
                </c:pt>
                <c:pt idx="2798">
                  <c:v>3.4209999999999998</c:v>
                </c:pt>
                <c:pt idx="2799">
                  <c:v>3.4209999999999998</c:v>
                </c:pt>
                <c:pt idx="2800">
                  <c:v>3.4209999999999998</c:v>
                </c:pt>
                <c:pt idx="2801">
                  <c:v>3.4209999999999998</c:v>
                </c:pt>
                <c:pt idx="2802">
                  <c:v>3.42</c:v>
                </c:pt>
                <c:pt idx="2803">
                  <c:v>3.419</c:v>
                </c:pt>
                <c:pt idx="2804">
                  <c:v>3.42</c:v>
                </c:pt>
                <c:pt idx="2805">
                  <c:v>3.4220000000000002</c:v>
                </c:pt>
                <c:pt idx="2806">
                  <c:v>3.423</c:v>
                </c:pt>
                <c:pt idx="2807">
                  <c:v>3.4220000000000002</c:v>
                </c:pt>
                <c:pt idx="2808">
                  <c:v>3.423</c:v>
                </c:pt>
                <c:pt idx="2809">
                  <c:v>3.423</c:v>
                </c:pt>
                <c:pt idx="2810">
                  <c:v>3.423</c:v>
                </c:pt>
                <c:pt idx="2811">
                  <c:v>3.4239999999999999</c:v>
                </c:pt>
                <c:pt idx="2812">
                  <c:v>3.423</c:v>
                </c:pt>
                <c:pt idx="2813">
                  <c:v>3.4220000000000002</c:v>
                </c:pt>
                <c:pt idx="2814">
                  <c:v>3.4209999999999998</c:v>
                </c:pt>
                <c:pt idx="2815">
                  <c:v>3.4220000000000002</c:v>
                </c:pt>
                <c:pt idx="2816">
                  <c:v>3.4220000000000002</c:v>
                </c:pt>
                <c:pt idx="2817">
                  <c:v>3.4220000000000002</c:v>
                </c:pt>
                <c:pt idx="2818">
                  <c:v>3.4220000000000002</c:v>
                </c:pt>
                <c:pt idx="2819">
                  <c:v>3.423</c:v>
                </c:pt>
                <c:pt idx="2820">
                  <c:v>3.423</c:v>
                </c:pt>
                <c:pt idx="2821">
                  <c:v>3.423</c:v>
                </c:pt>
                <c:pt idx="2822">
                  <c:v>3.4220000000000002</c:v>
                </c:pt>
                <c:pt idx="2823">
                  <c:v>3.4209999999999998</c:v>
                </c:pt>
                <c:pt idx="2824">
                  <c:v>3.4209999999999998</c:v>
                </c:pt>
                <c:pt idx="2825">
                  <c:v>3.4209999999999998</c:v>
                </c:pt>
                <c:pt idx="2826">
                  <c:v>3.4220000000000002</c:v>
                </c:pt>
                <c:pt idx="2827">
                  <c:v>3.423</c:v>
                </c:pt>
                <c:pt idx="2828">
                  <c:v>3.423</c:v>
                </c:pt>
                <c:pt idx="2829">
                  <c:v>3.423</c:v>
                </c:pt>
                <c:pt idx="2830">
                  <c:v>3.4220000000000002</c:v>
                </c:pt>
                <c:pt idx="2831">
                  <c:v>3.4209999999999998</c:v>
                </c:pt>
                <c:pt idx="2832">
                  <c:v>3.4209999999999998</c:v>
                </c:pt>
                <c:pt idx="2833">
                  <c:v>3.4209999999999998</c:v>
                </c:pt>
                <c:pt idx="2834">
                  <c:v>3.423</c:v>
                </c:pt>
                <c:pt idx="2835">
                  <c:v>3.4239999999999999</c:v>
                </c:pt>
                <c:pt idx="2836">
                  <c:v>3.4220000000000002</c:v>
                </c:pt>
                <c:pt idx="2837">
                  <c:v>3.4209999999999998</c:v>
                </c:pt>
                <c:pt idx="2838">
                  <c:v>3.4209999999999998</c:v>
                </c:pt>
                <c:pt idx="2839">
                  <c:v>3.4209999999999998</c:v>
                </c:pt>
                <c:pt idx="2840">
                  <c:v>3.4220000000000002</c:v>
                </c:pt>
                <c:pt idx="2841">
                  <c:v>3.423</c:v>
                </c:pt>
                <c:pt idx="2842">
                  <c:v>3.4220000000000002</c:v>
                </c:pt>
                <c:pt idx="2843">
                  <c:v>3.4209999999999998</c:v>
                </c:pt>
                <c:pt idx="2844">
                  <c:v>3.4209999999999998</c:v>
                </c:pt>
                <c:pt idx="2845">
                  <c:v>3.4209999999999998</c:v>
                </c:pt>
                <c:pt idx="2846">
                  <c:v>3.423</c:v>
                </c:pt>
                <c:pt idx="2847">
                  <c:v>3.4260000000000002</c:v>
                </c:pt>
                <c:pt idx="2848">
                  <c:v>3.4260000000000002</c:v>
                </c:pt>
                <c:pt idx="2849">
                  <c:v>3.4239999999999999</c:v>
                </c:pt>
                <c:pt idx="2850">
                  <c:v>3.423</c:v>
                </c:pt>
                <c:pt idx="2851">
                  <c:v>3.423</c:v>
                </c:pt>
                <c:pt idx="2852">
                  <c:v>3.4239999999999999</c:v>
                </c:pt>
                <c:pt idx="2853">
                  <c:v>3.4239999999999999</c:v>
                </c:pt>
                <c:pt idx="2854">
                  <c:v>3.4239999999999999</c:v>
                </c:pt>
                <c:pt idx="2855">
                  <c:v>3.4239999999999999</c:v>
                </c:pt>
                <c:pt idx="2856">
                  <c:v>3.4220000000000002</c:v>
                </c:pt>
                <c:pt idx="2857">
                  <c:v>3.4220000000000002</c:v>
                </c:pt>
                <c:pt idx="2858">
                  <c:v>3.4220000000000002</c:v>
                </c:pt>
                <c:pt idx="2859">
                  <c:v>3.4220000000000002</c:v>
                </c:pt>
                <c:pt idx="2860">
                  <c:v>3.423</c:v>
                </c:pt>
                <c:pt idx="2861">
                  <c:v>3.423</c:v>
                </c:pt>
                <c:pt idx="2862">
                  <c:v>3.423</c:v>
                </c:pt>
                <c:pt idx="2863">
                  <c:v>3.427</c:v>
                </c:pt>
                <c:pt idx="2864">
                  <c:v>3.43</c:v>
                </c:pt>
                <c:pt idx="2865">
                  <c:v>3.4340000000000002</c:v>
                </c:pt>
                <c:pt idx="2866">
                  <c:v>3.4350000000000001</c:v>
                </c:pt>
                <c:pt idx="2867">
                  <c:v>3.4340000000000002</c:v>
                </c:pt>
                <c:pt idx="2868">
                  <c:v>3.4350000000000001</c:v>
                </c:pt>
                <c:pt idx="2869">
                  <c:v>3.4369999999999998</c:v>
                </c:pt>
                <c:pt idx="2870">
                  <c:v>3.4369999999999998</c:v>
                </c:pt>
                <c:pt idx="2871">
                  <c:v>3.4340000000000002</c:v>
                </c:pt>
                <c:pt idx="2872">
                  <c:v>3.4329999999999998</c:v>
                </c:pt>
                <c:pt idx="2873">
                  <c:v>3.4319999999999999</c:v>
                </c:pt>
                <c:pt idx="2874">
                  <c:v>3.4329999999999998</c:v>
                </c:pt>
                <c:pt idx="2875">
                  <c:v>3.4319999999999999</c:v>
                </c:pt>
                <c:pt idx="2876">
                  <c:v>3.431</c:v>
                </c:pt>
                <c:pt idx="2877">
                  <c:v>3.4289999999999998</c:v>
                </c:pt>
                <c:pt idx="2878">
                  <c:v>3.4289999999999998</c:v>
                </c:pt>
                <c:pt idx="2879">
                  <c:v>3.4279999999999999</c:v>
                </c:pt>
                <c:pt idx="2880">
                  <c:v>3.427</c:v>
                </c:pt>
                <c:pt idx="2881">
                  <c:v>3.427</c:v>
                </c:pt>
                <c:pt idx="2882">
                  <c:v>3.4279999999999999</c:v>
                </c:pt>
                <c:pt idx="2883">
                  <c:v>3.4260000000000002</c:v>
                </c:pt>
                <c:pt idx="2884">
                  <c:v>3.4249999999999998</c:v>
                </c:pt>
                <c:pt idx="2885">
                  <c:v>3.4239999999999999</c:v>
                </c:pt>
                <c:pt idx="2886">
                  <c:v>3.4260000000000002</c:v>
                </c:pt>
                <c:pt idx="2887">
                  <c:v>3.427</c:v>
                </c:pt>
                <c:pt idx="2888">
                  <c:v>3.427</c:v>
                </c:pt>
                <c:pt idx="2889">
                  <c:v>3.427</c:v>
                </c:pt>
                <c:pt idx="2890">
                  <c:v>3.4260000000000002</c:v>
                </c:pt>
                <c:pt idx="2891">
                  <c:v>3.4249999999999998</c:v>
                </c:pt>
                <c:pt idx="2892">
                  <c:v>3.4239999999999999</c:v>
                </c:pt>
                <c:pt idx="2893">
                  <c:v>3.423</c:v>
                </c:pt>
                <c:pt idx="2894">
                  <c:v>3.4249999999999998</c:v>
                </c:pt>
                <c:pt idx="2895">
                  <c:v>3.4260000000000002</c:v>
                </c:pt>
                <c:pt idx="2896">
                  <c:v>3.4249999999999998</c:v>
                </c:pt>
                <c:pt idx="2897">
                  <c:v>3.4239999999999999</c:v>
                </c:pt>
                <c:pt idx="2898">
                  <c:v>3.4239999999999999</c:v>
                </c:pt>
                <c:pt idx="2899">
                  <c:v>3.4249999999999998</c:v>
                </c:pt>
                <c:pt idx="2900">
                  <c:v>3.4260000000000002</c:v>
                </c:pt>
                <c:pt idx="2901">
                  <c:v>3.4260000000000002</c:v>
                </c:pt>
                <c:pt idx="2902">
                  <c:v>3.4260000000000002</c:v>
                </c:pt>
                <c:pt idx="2903">
                  <c:v>3.4260000000000002</c:v>
                </c:pt>
                <c:pt idx="2904">
                  <c:v>3.4239999999999999</c:v>
                </c:pt>
                <c:pt idx="2905">
                  <c:v>3.423</c:v>
                </c:pt>
                <c:pt idx="2906">
                  <c:v>3.423</c:v>
                </c:pt>
                <c:pt idx="2907">
                  <c:v>3.4239999999999999</c:v>
                </c:pt>
                <c:pt idx="2908">
                  <c:v>3.4260000000000002</c:v>
                </c:pt>
                <c:pt idx="2909">
                  <c:v>3.4239999999999999</c:v>
                </c:pt>
                <c:pt idx="2910">
                  <c:v>3.423</c:v>
                </c:pt>
                <c:pt idx="2911">
                  <c:v>3.423</c:v>
                </c:pt>
                <c:pt idx="2912">
                  <c:v>3.4239999999999999</c:v>
                </c:pt>
                <c:pt idx="2913">
                  <c:v>3.4249999999999998</c:v>
                </c:pt>
                <c:pt idx="2914">
                  <c:v>3.4249999999999998</c:v>
                </c:pt>
                <c:pt idx="2915">
                  <c:v>3.4260000000000002</c:v>
                </c:pt>
                <c:pt idx="2916">
                  <c:v>3.423</c:v>
                </c:pt>
                <c:pt idx="2917">
                  <c:v>3.4220000000000002</c:v>
                </c:pt>
                <c:pt idx="2918">
                  <c:v>3.4220000000000002</c:v>
                </c:pt>
                <c:pt idx="2919">
                  <c:v>3.4220000000000002</c:v>
                </c:pt>
                <c:pt idx="2920">
                  <c:v>3.423</c:v>
                </c:pt>
                <c:pt idx="2921">
                  <c:v>3.423</c:v>
                </c:pt>
                <c:pt idx="2922">
                  <c:v>3.4220000000000002</c:v>
                </c:pt>
                <c:pt idx="2923">
                  <c:v>3.4220000000000002</c:v>
                </c:pt>
                <c:pt idx="2924">
                  <c:v>3.4209999999999998</c:v>
                </c:pt>
                <c:pt idx="2925">
                  <c:v>3.423</c:v>
                </c:pt>
                <c:pt idx="2926">
                  <c:v>3.4239999999999999</c:v>
                </c:pt>
                <c:pt idx="2927">
                  <c:v>3.4239999999999999</c:v>
                </c:pt>
                <c:pt idx="2928">
                  <c:v>3.4239999999999999</c:v>
                </c:pt>
                <c:pt idx="2929">
                  <c:v>3.4239999999999999</c:v>
                </c:pt>
                <c:pt idx="2930">
                  <c:v>3.423</c:v>
                </c:pt>
                <c:pt idx="2931">
                  <c:v>3.423</c:v>
                </c:pt>
                <c:pt idx="2932">
                  <c:v>3.423</c:v>
                </c:pt>
                <c:pt idx="2933">
                  <c:v>3.423</c:v>
                </c:pt>
                <c:pt idx="2934">
                  <c:v>3.4220000000000002</c:v>
                </c:pt>
                <c:pt idx="2935">
                  <c:v>3.4220000000000002</c:v>
                </c:pt>
                <c:pt idx="2936">
                  <c:v>3.4220000000000002</c:v>
                </c:pt>
                <c:pt idx="2937">
                  <c:v>3.4220000000000002</c:v>
                </c:pt>
                <c:pt idx="2938">
                  <c:v>3.423</c:v>
                </c:pt>
                <c:pt idx="2939">
                  <c:v>3.4239999999999999</c:v>
                </c:pt>
                <c:pt idx="2940">
                  <c:v>3.4239999999999999</c:v>
                </c:pt>
                <c:pt idx="2941">
                  <c:v>3.4249999999999998</c:v>
                </c:pt>
                <c:pt idx="2942">
                  <c:v>3.4249999999999998</c:v>
                </c:pt>
                <c:pt idx="2943">
                  <c:v>3.4249999999999998</c:v>
                </c:pt>
                <c:pt idx="2944">
                  <c:v>3.4239999999999999</c:v>
                </c:pt>
                <c:pt idx="2945">
                  <c:v>3.423</c:v>
                </c:pt>
                <c:pt idx="2946">
                  <c:v>3.423</c:v>
                </c:pt>
                <c:pt idx="2947">
                  <c:v>3.4239999999999999</c:v>
                </c:pt>
                <c:pt idx="2948">
                  <c:v>3.4249999999999998</c:v>
                </c:pt>
                <c:pt idx="2949">
                  <c:v>3.4249999999999998</c:v>
                </c:pt>
                <c:pt idx="2950">
                  <c:v>3.4239999999999999</c:v>
                </c:pt>
                <c:pt idx="2951">
                  <c:v>3.4239999999999999</c:v>
                </c:pt>
                <c:pt idx="2952">
                  <c:v>3.423</c:v>
                </c:pt>
                <c:pt idx="2953">
                  <c:v>3.4239999999999999</c:v>
                </c:pt>
                <c:pt idx="2954">
                  <c:v>3.4239999999999999</c:v>
                </c:pt>
                <c:pt idx="2955">
                  <c:v>3.4249999999999998</c:v>
                </c:pt>
                <c:pt idx="2956">
                  <c:v>3.4239999999999999</c:v>
                </c:pt>
                <c:pt idx="2957">
                  <c:v>3.423</c:v>
                </c:pt>
                <c:pt idx="2958">
                  <c:v>3.423</c:v>
                </c:pt>
                <c:pt idx="2959">
                  <c:v>3.423</c:v>
                </c:pt>
                <c:pt idx="2960">
                  <c:v>3.4239999999999999</c:v>
                </c:pt>
                <c:pt idx="2961">
                  <c:v>3.4260000000000002</c:v>
                </c:pt>
                <c:pt idx="2962">
                  <c:v>3.427</c:v>
                </c:pt>
                <c:pt idx="2963">
                  <c:v>3.4239999999999999</c:v>
                </c:pt>
                <c:pt idx="2964">
                  <c:v>3.423</c:v>
                </c:pt>
                <c:pt idx="2965">
                  <c:v>3.423</c:v>
                </c:pt>
                <c:pt idx="2966">
                  <c:v>3.423</c:v>
                </c:pt>
                <c:pt idx="2967">
                  <c:v>3.4239999999999999</c:v>
                </c:pt>
                <c:pt idx="2968">
                  <c:v>3.4249999999999998</c:v>
                </c:pt>
                <c:pt idx="2969">
                  <c:v>3.4249999999999998</c:v>
                </c:pt>
                <c:pt idx="2970">
                  <c:v>3.4249999999999998</c:v>
                </c:pt>
                <c:pt idx="2971">
                  <c:v>3.4239999999999999</c:v>
                </c:pt>
                <c:pt idx="2972">
                  <c:v>3.4260000000000002</c:v>
                </c:pt>
                <c:pt idx="2973">
                  <c:v>3.4260000000000002</c:v>
                </c:pt>
                <c:pt idx="2974">
                  <c:v>3.427</c:v>
                </c:pt>
                <c:pt idx="2975">
                  <c:v>3.427</c:v>
                </c:pt>
                <c:pt idx="2976">
                  <c:v>3.4260000000000002</c:v>
                </c:pt>
                <c:pt idx="2977">
                  <c:v>3.4249999999999998</c:v>
                </c:pt>
                <c:pt idx="2978">
                  <c:v>3.4239999999999999</c:v>
                </c:pt>
                <c:pt idx="2979">
                  <c:v>3.4239999999999999</c:v>
                </c:pt>
                <c:pt idx="2980">
                  <c:v>3.4249999999999998</c:v>
                </c:pt>
                <c:pt idx="2981">
                  <c:v>3.4260000000000002</c:v>
                </c:pt>
                <c:pt idx="2982">
                  <c:v>3.4260000000000002</c:v>
                </c:pt>
                <c:pt idx="2983">
                  <c:v>3.4249999999999998</c:v>
                </c:pt>
                <c:pt idx="2984">
                  <c:v>3.4249999999999998</c:v>
                </c:pt>
                <c:pt idx="2985">
                  <c:v>3.4260000000000002</c:v>
                </c:pt>
                <c:pt idx="2986">
                  <c:v>3.427</c:v>
                </c:pt>
                <c:pt idx="2987">
                  <c:v>3.427</c:v>
                </c:pt>
                <c:pt idx="2988">
                  <c:v>3.4260000000000002</c:v>
                </c:pt>
                <c:pt idx="2989">
                  <c:v>3.4260000000000002</c:v>
                </c:pt>
                <c:pt idx="2990">
                  <c:v>3.4249999999999998</c:v>
                </c:pt>
                <c:pt idx="2991">
                  <c:v>3.4239999999999999</c:v>
                </c:pt>
                <c:pt idx="2992">
                  <c:v>3.4249999999999998</c:v>
                </c:pt>
                <c:pt idx="2993">
                  <c:v>3.4249999999999998</c:v>
                </c:pt>
                <c:pt idx="2994">
                  <c:v>3.4260000000000002</c:v>
                </c:pt>
                <c:pt idx="2995">
                  <c:v>3.4260000000000002</c:v>
                </c:pt>
                <c:pt idx="2996">
                  <c:v>3.4260000000000002</c:v>
                </c:pt>
                <c:pt idx="2997">
                  <c:v>3.4260000000000002</c:v>
                </c:pt>
                <c:pt idx="2998">
                  <c:v>3.4260000000000002</c:v>
                </c:pt>
                <c:pt idx="2999">
                  <c:v>3.4249999999999998</c:v>
                </c:pt>
                <c:pt idx="3000">
                  <c:v>3.4249999999999998</c:v>
                </c:pt>
                <c:pt idx="3001">
                  <c:v>3.4249999999999998</c:v>
                </c:pt>
                <c:pt idx="3002">
                  <c:v>3.4249999999999998</c:v>
                </c:pt>
                <c:pt idx="3003">
                  <c:v>3.4260000000000002</c:v>
                </c:pt>
                <c:pt idx="3004">
                  <c:v>3.427</c:v>
                </c:pt>
                <c:pt idx="3005">
                  <c:v>3.4260000000000002</c:v>
                </c:pt>
                <c:pt idx="3006">
                  <c:v>3.4260000000000002</c:v>
                </c:pt>
                <c:pt idx="3007">
                  <c:v>3.4249999999999998</c:v>
                </c:pt>
                <c:pt idx="3008">
                  <c:v>3.4249999999999998</c:v>
                </c:pt>
                <c:pt idx="3009">
                  <c:v>3.4249999999999998</c:v>
                </c:pt>
                <c:pt idx="3010">
                  <c:v>3.4249999999999998</c:v>
                </c:pt>
                <c:pt idx="3011">
                  <c:v>3.4249999999999998</c:v>
                </c:pt>
                <c:pt idx="3012">
                  <c:v>3.4249999999999998</c:v>
                </c:pt>
                <c:pt idx="3013">
                  <c:v>3.4249999999999998</c:v>
                </c:pt>
                <c:pt idx="3014">
                  <c:v>3.427</c:v>
                </c:pt>
                <c:pt idx="3015">
                  <c:v>3.4279999999999999</c:v>
                </c:pt>
                <c:pt idx="3016">
                  <c:v>3.427</c:v>
                </c:pt>
                <c:pt idx="3017">
                  <c:v>3.427</c:v>
                </c:pt>
                <c:pt idx="3018">
                  <c:v>3.4249999999999998</c:v>
                </c:pt>
                <c:pt idx="3019">
                  <c:v>3.4249999999999998</c:v>
                </c:pt>
                <c:pt idx="3020">
                  <c:v>3.4260000000000002</c:v>
                </c:pt>
                <c:pt idx="3021">
                  <c:v>3.427</c:v>
                </c:pt>
                <c:pt idx="3022">
                  <c:v>3.427</c:v>
                </c:pt>
                <c:pt idx="3023">
                  <c:v>3.4260000000000002</c:v>
                </c:pt>
                <c:pt idx="3024">
                  <c:v>3.4249999999999998</c:v>
                </c:pt>
                <c:pt idx="3025">
                  <c:v>3.4239999999999999</c:v>
                </c:pt>
                <c:pt idx="3026">
                  <c:v>3.4249999999999998</c:v>
                </c:pt>
                <c:pt idx="3027">
                  <c:v>3.4260000000000002</c:v>
                </c:pt>
                <c:pt idx="3028">
                  <c:v>3.4260000000000002</c:v>
                </c:pt>
                <c:pt idx="3029">
                  <c:v>3.4260000000000002</c:v>
                </c:pt>
                <c:pt idx="3030">
                  <c:v>3.4249999999999998</c:v>
                </c:pt>
                <c:pt idx="3031">
                  <c:v>3.4239999999999999</c:v>
                </c:pt>
                <c:pt idx="3032">
                  <c:v>3.4239999999999999</c:v>
                </c:pt>
                <c:pt idx="3033">
                  <c:v>3.4249999999999998</c:v>
                </c:pt>
                <c:pt idx="3034">
                  <c:v>3.4260000000000002</c:v>
                </c:pt>
                <c:pt idx="3035">
                  <c:v>3.427</c:v>
                </c:pt>
                <c:pt idx="3036">
                  <c:v>3.427</c:v>
                </c:pt>
                <c:pt idx="3037">
                  <c:v>3.4260000000000002</c:v>
                </c:pt>
                <c:pt idx="3038">
                  <c:v>3.4260000000000002</c:v>
                </c:pt>
                <c:pt idx="3039">
                  <c:v>3.4260000000000002</c:v>
                </c:pt>
                <c:pt idx="3040">
                  <c:v>3.427</c:v>
                </c:pt>
                <c:pt idx="3041">
                  <c:v>3.427</c:v>
                </c:pt>
                <c:pt idx="3042">
                  <c:v>3.4260000000000002</c:v>
                </c:pt>
                <c:pt idx="3043">
                  <c:v>3.4249999999999998</c:v>
                </c:pt>
                <c:pt idx="3044">
                  <c:v>3.4239999999999999</c:v>
                </c:pt>
                <c:pt idx="3045">
                  <c:v>3.4249999999999998</c:v>
                </c:pt>
                <c:pt idx="3046">
                  <c:v>3.4249999999999998</c:v>
                </c:pt>
                <c:pt idx="3047">
                  <c:v>3.4260000000000002</c:v>
                </c:pt>
                <c:pt idx="3048">
                  <c:v>3.4260000000000002</c:v>
                </c:pt>
                <c:pt idx="3049">
                  <c:v>3.427</c:v>
                </c:pt>
                <c:pt idx="3050">
                  <c:v>3.4260000000000002</c:v>
                </c:pt>
                <c:pt idx="3051">
                  <c:v>3.4249999999999998</c:v>
                </c:pt>
                <c:pt idx="3052">
                  <c:v>3.4249999999999998</c:v>
                </c:pt>
                <c:pt idx="3053">
                  <c:v>3.4249999999999998</c:v>
                </c:pt>
                <c:pt idx="3054">
                  <c:v>3.4249999999999998</c:v>
                </c:pt>
                <c:pt idx="3055">
                  <c:v>3.4249999999999998</c:v>
                </c:pt>
                <c:pt idx="3056">
                  <c:v>3.4260000000000002</c:v>
                </c:pt>
                <c:pt idx="3057">
                  <c:v>3.4249999999999998</c:v>
                </c:pt>
                <c:pt idx="3058">
                  <c:v>3.4239999999999999</c:v>
                </c:pt>
                <c:pt idx="3059">
                  <c:v>3.4239999999999999</c:v>
                </c:pt>
                <c:pt idx="3060">
                  <c:v>3.4239999999999999</c:v>
                </c:pt>
                <c:pt idx="3061">
                  <c:v>3.4249999999999998</c:v>
                </c:pt>
                <c:pt idx="3062">
                  <c:v>3.4260000000000002</c:v>
                </c:pt>
                <c:pt idx="3063">
                  <c:v>3.4260000000000002</c:v>
                </c:pt>
                <c:pt idx="3064">
                  <c:v>3.4249999999999998</c:v>
                </c:pt>
                <c:pt idx="3065">
                  <c:v>3.4239999999999999</c:v>
                </c:pt>
                <c:pt idx="3066">
                  <c:v>3.4249999999999998</c:v>
                </c:pt>
                <c:pt idx="3067">
                  <c:v>3.4260000000000002</c:v>
                </c:pt>
                <c:pt idx="3068">
                  <c:v>3.4260000000000002</c:v>
                </c:pt>
                <c:pt idx="3069">
                  <c:v>3.427</c:v>
                </c:pt>
                <c:pt idx="3070">
                  <c:v>3.427</c:v>
                </c:pt>
                <c:pt idx="3071">
                  <c:v>3.4260000000000002</c:v>
                </c:pt>
                <c:pt idx="3072">
                  <c:v>3.4249999999999998</c:v>
                </c:pt>
                <c:pt idx="3073">
                  <c:v>3.4249999999999998</c:v>
                </c:pt>
                <c:pt idx="3074">
                  <c:v>3.4260000000000002</c:v>
                </c:pt>
                <c:pt idx="3075">
                  <c:v>3.4260000000000002</c:v>
                </c:pt>
                <c:pt idx="3076">
                  <c:v>3.427</c:v>
                </c:pt>
                <c:pt idx="3077">
                  <c:v>3.4260000000000002</c:v>
                </c:pt>
                <c:pt idx="3078">
                  <c:v>3.4249999999999998</c:v>
                </c:pt>
                <c:pt idx="3079">
                  <c:v>3.4249999999999998</c:v>
                </c:pt>
                <c:pt idx="3080">
                  <c:v>3.4260000000000002</c:v>
                </c:pt>
                <c:pt idx="3081">
                  <c:v>3.427</c:v>
                </c:pt>
                <c:pt idx="3082">
                  <c:v>3.4279999999999999</c:v>
                </c:pt>
                <c:pt idx="3083">
                  <c:v>3.4279999999999999</c:v>
                </c:pt>
                <c:pt idx="3084">
                  <c:v>3.427</c:v>
                </c:pt>
                <c:pt idx="3085">
                  <c:v>3.4249999999999998</c:v>
                </c:pt>
                <c:pt idx="3086">
                  <c:v>3.4249999999999998</c:v>
                </c:pt>
                <c:pt idx="3087">
                  <c:v>3.4260000000000002</c:v>
                </c:pt>
                <c:pt idx="3088">
                  <c:v>3.4260000000000002</c:v>
                </c:pt>
                <c:pt idx="3089">
                  <c:v>3.4260000000000002</c:v>
                </c:pt>
                <c:pt idx="3090">
                  <c:v>3.4249999999999998</c:v>
                </c:pt>
                <c:pt idx="3091">
                  <c:v>3.4249999999999998</c:v>
                </c:pt>
                <c:pt idx="3092">
                  <c:v>3.4249999999999998</c:v>
                </c:pt>
                <c:pt idx="3093">
                  <c:v>3.4260000000000002</c:v>
                </c:pt>
                <c:pt idx="3094">
                  <c:v>3.427</c:v>
                </c:pt>
                <c:pt idx="3095">
                  <c:v>3.4260000000000002</c:v>
                </c:pt>
                <c:pt idx="3096">
                  <c:v>3.427</c:v>
                </c:pt>
                <c:pt idx="3097">
                  <c:v>3.427</c:v>
                </c:pt>
                <c:pt idx="3098">
                  <c:v>3.4260000000000002</c:v>
                </c:pt>
                <c:pt idx="3099">
                  <c:v>3.4260000000000002</c:v>
                </c:pt>
                <c:pt idx="3100">
                  <c:v>3.427</c:v>
                </c:pt>
                <c:pt idx="3101">
                  <c:v>3.4279999999999999</c:v>
                </c:pt>
                <c:pt idx="3102">
                  <c:v>3.427</c:v>
                </c:pt>
                <c:pt idx="3103">
                  <c:v>3.4260000000000002</c:v>
                </c:pt>
                <c:pt idx="3104">
                  <c:v>3.4260000000000002</c:v>
                </c:pt>
                <c:pt idx="3105">
                  <c:v>3.4249999999999998</c:v>
                </c:pt>
                <c:pt idx="3106">
                  <c:v>3.4260000000000002</c:v>
                </c:pt>
                <c:pt idx="3107">
                  <c:v>3.4260000000000002</c:v>
                </c:pt>
                <c:pt idx="3108">
                  <c:v>3.4249999999999998</c:v>
                </c:pt>
                <c:pt idx="3109">
                  <c:v>3.4249999999999998</c:v>
                </c:pt>
                <c:pt idx="3110">
                  <c:v>3.4249999999999998</c:v>
                </c:pt>
                <c:pt idx="3111">
                  <c:v>3.4249999999999998</c:v>
                </c:pt>
                <c:pt idx="3112">
                  <c:v>3.4249999999999998</c:v>
                </c:pt>
                <c:pt idx="3113">
                  <c:v>3.4260000000000002</c:v>
                </c:pt>
                <c:pt idx="3114">
                  <c:v>3.427</c:v>
                </c:pt>
                <c:pt idx="3115">
                  <c:v>3.4279999999999999</c:v>
                </c:pt>
                <c:pt idx="3116">
                  <c:v>3.4260000000000002</c:v>
                </c:pt>
                <c:pt idx="3117">
                  <c:v>3.4239999999999999</c:v>
                </c:pt>
                <c:pt idx="3118">
                  <c:v>3.4239999999999999</c:v>
                </c:pt>
                <c:pt idx="3119">
                  <c:v>3.4249999999999998</c:v>
                </c:pt>
                <c:pt idx="3120">
                  <c:v>3.4260000000000002</c:v>
                </c:pt>
                <c:pt idx="3121">
                  <c:v>3.4260000000000002</c:v>
                </c:pt>
                <c:pt idx="3122">
                  <c:v>3.4279999999999999</c:v>
                </c:pt>
                <c:pt idx="3123">
                  <c:v>3.427</c:v>
                </c:pt>
                <c:pt idx="3124">
                  <c:v>3.4249999999999998</c:v>
                </c:pt>
                <c:pt idx="3125">
                  <c:v>3.4249999999999998</c:v>
                </c:pt>
                <c:pt idx="3126">
                  <c:v>3.4249999999999998</c:v>
                </c:pt>
                <c:pt idx="3127">
                  <c:v>3.4249999999999998</c:v>
                </c:pt>
                <c:pt idx="3128">
                  <c:v>3.4260000000000002</c:v>
                </c:pt>
                <c:pt idx="3129">
                  <c:v>3.4260000000000002</c:v>
                </c:pt>
                <c:pt idx="3130">
                  <c:v>3.4249999999999998</c:v>
                </c:pt>
                <c:pt idx="3131">
                  <c:v>3.4249999999999998</c:v>
                </c:pt>
                <c:pt idx="3132">
                  <c:v>3.4260000000000002</c:v>
                </c:pt>
                <c:pt idx="3133">
                  <c:v>3.427</c:v>
                </c:pt>
                <c:pt idx="3134">
                  <c:v>3.427</c:v>
                </c:pt>
                <c:pt idx="3135">
                  <c:v>3.427</c:v>
                </c:pt>
                <c:pt idx="3136">
                  <c:v>3.427</c:v>
                </c:pt>
                <c:pt idx="3137">
                  <c:v>3.427</c:v>
                </c:pt>
                <c:pt idx="3138">
                  <c:v>3.4260000000000002</c:v>
                </c:pt>
                <c:pt idx="3139">
                  <c:v>3.427</c:v>
                </c:pt>
                <c:pt idx="3140">
                  <c:v>3.427</c:v>
                </c:pt>
                <c:pt idx="3141">
                  <c:v>3.427</c:v>
                </c:pt>
                <c:pt idx="3142">
                  <c:v>3.427</c:v>
                </c:pt>
                <c:pt idx="3143">
                  <c:v>3.4260000000000002</c:v>
                </c:pt>
                <c:pt idx="3144">
                  <c:v>3.4260000000000002</c:v>
                </c:pt>
                <c:pt idx="3145">
                  <c:v>3.4249999999999998</c:v>
                </c:pt>
                <c:pt idx="3146">
                  <c:v>3.4249999999999998</c:v>
                </c:pt>
                <c:pt idx="3147">
                  <c:v>3.4260000000000002</c:v>
                </c:pt>
                <c:pt idx="3148">
                  <c:v>3.4249999999999998</c:v>
                </c:pt>
                <c:pt idx="3149">
                  <c:v>3.4249999999999998</c:v>
                </c:pt>
                <c:pt idx="3150">
                  <c:v>3.4249999999999998</c:v>
                </c:pt>
                <c:pt idx="3151">
                  <c:v>3.4260000000000002</c:v>
                </c:pt>
                <c:pt idx="3152">
                  <c:v>3.4249999999999998</c:v>
                </c:pt>
                <c:pt idx="3153">
                  <c:v>3.4249999999999998</c:v>
                </c:pt>
                <c:pt idx="3154">
                  <c:v>3.4249999999999998</c:v>
                </c:pt>
                <c:pt idx="3155">
                  <c:v>3.4260000000000002</c:v>
                </c:pt>
                <c:pt idx="3156">
                  <c:v>3.4260000000000002</c:v>
                </c:pt>
                <c:pt idx="3157">
                  <c:v>3.4260000000000002</c:v>
                </c:pt>
                <c:pt idx="3158">
                  <c:v>3.4260000000000002</c:v>
                </c:pt>
                <c:pt idx="3159">
                  <c:v>3.4260000000000002</c:v>
                </c:pt>
                <c:pt idx="3160">
                  <c:v>3.4260000000000002</c:v>
                </c:pt>
                <c:pt idx="3161">
                  <c:v>3.4260000000000002</c:v>
                </c:pt>
                <c:pt idx="3162">
                  <c:v>3.427</c:v>
                </c:pt>
                <c:pt idx="3163">
                  <c:v>3.4260000000000002</c:v>
                </c:pt>
                <c:pt idx="3164">
                  <c:v>3.4239999999999999</c:v>
                </c:pt>
                <c:pt idx="3165">
                  <c:v>3.4239999999999999</c:v>
                </c:pt>
                <c:pt idx="3166">
                  <c:v>3.4239999999999999</c:v>
                </c:pt>
                <c:pt idx="3167">
                  <c:v>3.4239999999999999</c:v>
                </c:pt>
                <c:pt idx="3168">
                  <c:v>3.4249999999999998</c:v>
                </c:pt>
                <c:pt idx="3169">
                  <c:v>3.4260000000000002</c:v>
                </c:pt>
                <c:pt idx="3170">
                  <c:v>3.4260000000000002</c:v>
                </c:pt>
                <c:pt idx="3171">
                  <c:v>3.4249999999999998</c:v>
                </c:pt>
                <c:pt idx="3172">
                  <c:v>3.4249999999999998</c:v>
                </c:pt>
                <c:pt idx="3173">
                  <c:v>3.4249999999999998</c:v>
                </c:pt>
                <c:pt idx="3174">
                  <c:v>3.4260000000000002</c:v>
                </c:pt>
                <c:pt idx="3175">
                  <c:v>3.427</c:v>
                </c:pt>
                <c:pt idx="3176">
                  <c:v>3.4279999999999999</c:v>
                </c:pt>
                <c:pt idx="3177">
                  <c:v>3.427</c:v>
                </c:pt>
                <c:pt idx="3178">
                  <c:v>3.4260000000000002</c:v>
                </c:pt>
                <c:pt idx="3179">
                  <c:v>3.4260000000000002</c:v>
                </c:pt>
                <c:pt idx="3180">
                  <c:v>3.4279999999999999</c:v>
                </c:pt>
                <c:pt idx="3181">
                  <c:v>3.4279999999999999</c:v>
                </c:pt>
                <c:pt idx="3182">
                  <c:v>3.4289999999999998</c:v>
                </c:pt>
                <c:pt idx="3183">
                  <c:v>3.4260000000000002</c:v>
                </c:pt>
                <c:pt idx="3184">
                  <c:v>3.4239999999999999</c:v>
                </c:pt>
                <c:pt idx="3185">
                  <c:v>3.4239999999999999</c:v>
                </c:pt>
                <c:pt idx="3186">
                  <c:v>3.4239999999999999</c:v>
                </c:pt>
                <c:pt idx="3187">
                  <c:v>3.4249999999999998</c:v>
                </c:pt>
                <c:pt idx="3188">
                  <c:v>3.4249999999999998</c:v>
                </c:pt>
                <c:pt idx="3189">
                  <c:v>3.4249999999999998</c:v>
                </c:pt>
                <c:pt idx="3190">
                  <c:v>3.4249999999999998</c:v>
                </c:pt>
                <c:pt idx="3191">
                  <c:v>3.4249999999999998</c:v>
                </c:pt>
                <c:pt idx="3192">
                  <c:v>3.4260000000000002</c:v>
                </c:pt>
                <c:pt idx="3193">
                  <c:v>3.427</c:v>
                </c:pt>
                <c:pt idx="3194">
                  <c:v>3.427</c:v>
                </c:pt>
                <c:pt idx="3195">
                  <c:v>3.427</c:v>
                </c:pt>
                <c:pt idx="3196">
                  <c:v>3.4249999999999998</c:v>
                </c:pt>
                <c:pt idx="3197">
                  <c:v>3.4249999999999998</c:v>
                </c:pt>
                <c:pt idx="3198">
                  <c:v>3.423</c:v>
                </c:pt>
                <c:pt idx="3199">
                  <c:v>3.4249999999999998</c:v>
                </c:pt>
                <c:pt idx="3200">
                  <c:v>3.427</c:v>
                </c:pt>
                <c:pt idx="3201">
                  <c:v>3.427</c:v>
                </c:pt>
                <c:pt idx="3202">
                  <c:v>3.427</c:v>
                </c:pt>
                <c:pt idx="3203">
                  <c:v>3.4249999999999998</c:v>
                </c:pt>
                <c:pt idx="3204">
                  <c:v>3.4249999999999998</c:v>
                </c:pt>
                <c:pt idx="3205">
                  <c:v>3.423</c:v>
                </c:pt>
                <c:pt idx="3206">
                  <c:v>3.4239999999999999</c:v>
                </c:pt>
                <c:pt idx="3207">
                  <c:v>3.4249999999999998</c:v>
                </c:pt>
                <c:pt idx="3208">
                  <c:v>3.4249999999999998</c:v>
                </c:pt>
                <c:pt idx="3209">
                  <c:v>3.4249999999999998</c:v>
                </c:pt>
                <c:pt idx="3210">
                  <c:v>3.4239999999999999</c:v>
                </c:pt>
                <c:pt idx="3211">
                  <c:v>3.4239999999999999</c:v>
                </c:pt>
                <c:pt idx="3212">
                  <c:v>3.4239999999999999</c:v>
                </c:pt>
                <c:pt idx="3213">
                  <c:v>3.4249999999999998</c:v>
                </c:pt>
                <c:pt idx="3214">
                  <c:v>3.4260000000000002</c:v>
                </c:pt>
                <c:pt idx="3215">
                  <c:v>3.4260000000000002</c:v>
                </c:pt>
                <c:pt idx="3216">
                  <c:v>3.4260000000000002</c:v>
                </c:pt>
                <c:pt idx="3217">
                  <c:v>3.4260000000000002</c:v>
                </c:pt>
                <c:pt idx="3218">
                  <c:v>3.4260000000000002</c:v>
                </c:pt>
                <c:pt idx="3219">
                  <c:v>3.4260000000000002</c:v>
                </c:pt>
                <c:pt idx="3220">
                  <c:v>3.4260000000000002</c:v>
                </c:pt>
                <c:pt idx="3221">
                  <c:v>3.427</c:v>
                </c:pt>
                <c:pt idx="3222">
                  <c:v>3.427</c:v>
                </c:pt>
                <c:pt idx="3223">
                  <c:v>3.4249999999999998</c:v>
                </c:pt>
                <c:pt idx="3224">
                  <c:v>3.4260000000000002</c:v>
                </c:pt>
                <c:pt idx="3225">
                  <c:v>3.4260000000000002</c:v>
                </c:pt>
                <c:pt idx="3226">
                  <c:v>3.4260000000000002</c:v>
                </c:pt>
                <c:pt idx="3227">
                  <c:v>3.4260000000000002</c:v>
                </c:pt>
                <c:pt idx="3228">
                  <c:v>3.4260000000000002</c:v>
                </c:pt>
                <c:pt idx="3229">
                  <c:v>3.427</c:v>
                </c:pt>
                <c:pt idx="3230">
                  <c:v>3.4260000000000002</c:v>
                </c:pt>
                <c:pt idx="3231">
                  <c:v>3.4249999999999998</c:v>
                </c:pt>
                <c:pt idx="3232">
                  <c:v>3.4249999999999998</c:v>
                </c:pt>
                <c:pt idx="3233">
                  <c:v>3.4239999999999999</c:v>
                </c:pt>
                <c:pt idx="3234">
                  <c:v>3.4260000000000002</c:v>
                </c:pt>
                <c:pt idx="3235">
                  <c:v>3.4279999999999999</c:v>
                </c:pt>
                <c:pt idx="3236">
                  <c:v>3.4279999999999999</c:v>
                </c:pt>
                <c:pt idx="3237">
                  <c:v>3.427</c:v>
                </c:pt>
                <c:pt idx="3238">
                  <c:v>3.4260000000000002</c:v>
                </c:pt>
                <c:pt idx="3239">
                  <c:v>3.4260000000000002</c:v>
                </c:pt>
                <c:pt idx="3240">
                  <c:v>3.427</c:v>
                </c:pt>
                <c:pt idx="3241">
                  <c:v>3.4279999999999999</c:v>
                </c:pt>
                <c:pt idx="3242">
                  <c:v>3.4279999999999999</c:v>
                </c:pt>
                <c:pt idx="3243">
                  <c:v>3.427</c:v>
                </c:pt>
                <c:pt idx="3244">
                  <c:v>3.427</c:v>
                </c:pt>
                <c:pt idx="3245">
                  <c:v>3.4249999999999998</c:v>
                </c:pt>
                <c:pt idx="3246">
                  <c:v>3.4249999999999998</c:v>
                </c:pt>
                <c:pt idx="3247">
                  <c:v>3.4260000000000002</c:v>
                </c:pt>
                <c:pt idx="3248">
                  <c:v>3.427</c:v>
                </c:pt>
                <c:pt idx="3249">
                  <c:v>3.4279999999999999</c:v>
                </c:pt>
                <c:pt idx="3250">
                  <c:v>3.427</c:v>
                </c:pt>
                <c:pt idx="3251">
                  <c:v>3.427</c:v>
                </c:pt>
                <c:pt idx="3252">
                  <c:v>3.4249999999999998</c:v>
                </c:pt>
                <c:pt idx="3253">
                  <c:v>3.4249999999999998</c:v>
                </c:pt>
                <c:pt idx="3254">
                  <c:v>3.4260000000000002</c:v>
                </c:pt>
                <c:pt idx="3255">
                  <c:v>3.427</c:v>
                </c:pt>
                <c:pt idx="3256">
                  <c:v>3.4260000000000002</c:v>
                </c:pt>
                <c:pt idx="3257">
                  <c:v>3.4249999999999998</c:v>
                </c:pt>
                <c:pt idx="3258">
                  <c:v>3.4249999999999998</c:v>
                </c:pt>
                <c:pt idx="3259">
                  <c:v>3.4249999999999998</c:v>
                </c:pt>
                <c:pt idx="3260">
                  <c:v>3.4260000000000002</c:v>
                </c:pt>
                <c:pt idx="3261">
                  <c:v>3.427</c:v>
                </c:pt>
                <c:pt idx="3262">
                  <c:v>3.4279999999999999</c:v>
                </c:pt>
                <c:pt idx="3263">
                  <c:v>3.427</c:v>
                </c:pt>
                <c:pt idx="3264">
                  <c:v>3.4249999999999998</c:v>
                </c:pt>
                <c:pt idx="3265">
                  <c:v>3.423</c:v>
                </c:pt>
                <c:pt idx="3266">
                  <c:v>3.4239999999999999</c:v>
                </c:pt>
                <c:pt idx="3267">
                  <c:v>3.4239999999999999</c:v>
                </c:pt>
                <c:pt idx="3268">
                  <c:v>3.4260000000000002</c:v>
                </c:pt>
                <c:pt idx="3269">
                  <c:v>3.4260000000000002</c:v>
                </c:pt>
                <c:pt idx="3270">
                  <c:v>3.4260000000000002</c:v>
                </c:pt>
                <c:pt idx="3271">
                  <c:v>3.4249999999999998</c:v>
                </c:pt>
                <c:pt idx="3272">
                  <c:v>3.4239999999999999</c:v>
                </c:pt>
                <c:pt idx="3273">
                  <c:v>3.4220000000000002</c:v>
                </c:pt>
                <c:pt idx="3274">
                  <c:v>3.4169999999999998</c:v>
                </c:pt>
                <c:pt idx="3275">
                  <c:v>3.4169999999999998</c:v>
                </c:pt>
                <c:pt idx="3276">
                  <c:v>3.415</c:v>
                </c:pt>
                <c:pt idx="3277">
                  <c:v>3.4129999999999998</c:v>
                </c:pt>
                <c:pt idx="3278">
                  <c:v>3.4140000000000001</c:v>
                </c:pt>
                <c:pt idx="3279">
                  <c:v>3.4180000000000001</c:v>
                </c:pt>
                <c:pt idx="3280">
                  <c:v>3.42</c:v>
                </c:pt>
                <c:pt idx="3281">
                  <c:v>3.4220000000000002</c:v>
                </c:pt>
                <c:pt idx="3282">
                  <c:v>3.423</c:v>
                </c:pt>
                <c:pt idx="3283">
                  <c:v>3.423</c:v>
                </c:pt>
                <c:pt idx="3284">
                  <c:v>3.4239999999999999</c:v>
                </c:pt>
                <c:pt idx="3285">
                  <c:v>3.4260000000000002</c:v>
                </c:pt>
                <c:pt idx="3286">
                  <c:v>3.4260000000000002</c:v>
                </c:pt>
                <c:pt idx="3287">
                  <c:v>3.4260000000000002</c:v>
                </c:pt>
                <c:pt idx="3288">
                  <c:v>3.4260000000000002</c:v>
                </c:pt>
                <c:pt idx="3289">
                  <c:v>3.4249999999999998</c:v>
                </c:pt>
                <c:pt idx="3290">
                  <c:v>3.4249999999999998</c:v>
                </c:pt>
                <c:pt idx="3291">
                  <c:v>3.4249999999999998</c:v>
                </c:pt>
                <c:pt idx="3292">
                  <c:v>3.4249999999999998</c:v>
                </c:pt>
                <c:pt idx="3293">
                  <c:v>3.4249999999999998</c:v>
                </c:pt>
                <c:pt idx="3294">
                  <c:v>3.427</c:v>
                </c:pt>
                <c:pt idx="3295">
                  <c:v>3.4289999999999998</c:v>
                </c:pt>
                <c:pt idx="3296">
                  <c:v>3.4279999999999999</c:v>
                </c:pt>
                <c:pt idx="3297">
                  <c:v>3.4260000000000002</c:v>
                </c:pt>
                <c:pt idx="3298">
                  <c:v>3.4260000000000002</c:v>
                </c:pt>
                <c:pt idx="3299">
                  <c:v>3.4249999999999998</c:v>
                </c:pt>
                <c:pt idx="3300">
                  <c:v>3.4260000000000002</c:v>
                </c:pt>
                <c:pt idx="3301">
                  <c:v>3.427</c:v>
                </c:pt>
                <c:pt idx="3302">
                  <c:v>3.4289999999999998</c:v>
                </c:pt>
                <c:pt idx="3303">
                  <c:v>3.4279999999999999</c:v>
                </c:pt>
                <c:pt idx="3304">
                  <c:v>3.4260000000000002</c:v>
                </c:pt>
                <c:pt idx="3305">
                  <c:v>3.427</c:v>
                </c:pt>
                <c:pt idx="3306">
                  <c:v>3.427</c:v>
                </c:pt>
                <c:pt idx="3307">
                  <c:v>3.4279999999999999</c:v>
                </c:pt>
                <c:pt idx="3308">
                  <c:v>3.4279999999999999</c:v>
                </c:pt>
                <c:pt idx="3309">
                  <c:v>3.4279999999999999</c:v>
                </c:pt>
                <c:pt idx="3310">
                  <c:v>3.4279999999999999</c:v>
                </c:pt>
                <c:pt idx="3311">
                  <c:v>3.4260000000000002</c:v>
                </c:pt>
                <c:pt idx="3312">
                  <c:v>3.4260000000000002</c:v>
                </c:pt>
                <c:pt idx="3313">
                  <c:v>3.4279999999999999</c:v>
                </c:pt>
                <c:pt idx="3314">
                  <c:v>3.4279999999999999</c:v>
                </c:pt>
                <c:pt idx="3315">
                  <c:v>3.4279999999999999</c:v>
                </c:pt>
                <c:pt idx="3316">
                  <c:v>3.427</c:v>
                </c:pt>
                <c:pt idx="3317">
                  <c:v>3.4249999999999998</c:v>
                </c:pt>
                <c:pt idx="3318">
                  <c:v>3.4239999999999999</c:v>
                </c:pt>
                <c:pt idx="3319">
                  <c:v>3.4249999999999998</c:v>
                </c:pt>
                <c:pt idx="3320">
                  <c:v>3.4260000000000002</c:v>
                </c:pt>
                <c:pt idx="3321">
                  <c:v>3.427</c:v>
                </c:pt>
                <c:pt idx="3322">
                  <c:v>3.427</c:v>
                </c:pt>
                <c:pt idx="3323">
                  <c:v>3.4260000000000002</c:v>
                </c:pt>
                <c:pt idx="3324">
                  <c:v>3.4239999999999999</c:v>
                </c:pt>
                <c:pt idx="3325">
                  <c:v>3.4249999999999998</c:v>
                </c:pt>
                <c:pt idx="3326">
                  <c:v>3.4260000000000002</c:v>
                </c:pt>
                <c:pt idx="3327">
                  <c:v>3.427</c:v>
                </c:pt>
                <c:pt idx="3328">
                  <c:v>3.4279999999999999</c:v>
                </c:pt>
                <c:pt idx="3329">
                  <c:v>3.4249999999999998</c:v>
                </c:pt>
                <c:pt idx="3330">
                  <c:v>3.4249999999999998</c:v>
                </c:pt>
                <c:pt idx="3331">
                  <c:v>3.4220000000000002</c:v>
                </c:pt>
                <c:pt idx="3332">
                  <c:v>3.4239999999999999</c:v>
                </c:pt>
                <c:pt idx="3333">
                  <c:v>3.427</c:v>
                </c:pt>
                <c:pt idx="3334">
                  <c:v>3.4279999999999999</c:v>
                </c:pt>
                <c:pt idx="3335">
                  <c:v>3.4289999999999998</c:v>
                </c:pt>
                <c:pt idx="3336">
                  <c:v>3.4279999999999999</c:v>
                </c:pt>
                <c:pt idx="3337">
                  <c:v>3.4279999999999999</c:v>
                </c:pt>
                <c:pt idx="3338">
                  <c:v>3.4260000000000002</c:v>
                </c:pt>
                <c:pt idx="3339">
                  <c:v>3.427</c:v>
                </c:pt>
                <c:pt idx="3340">
                  <c:v>3.427</c:v>
                </c:pt>
                <c:pt idx="3341">
                  <c:v>3.4260000000000002</c:v>
                </c:pt>
                <c:pt idx="3342">
                  <c:v>3.4260000000000002</c:v>
                </c:pt>
                <c:pt idx="3343">
                  <c:v>3.4249999999999998</c:v>
                </c:pt>
                <c:pt idx="3344">
                  <c:v>3.4260000000000002</c:v>
                </c:pt>
                <c:pt idx="3345">
                  <c:v>3.4260000000000002</c:v>
                </c:pt>
                <c:pt idx="3346">
                  <c:v>3.4260000000000002</c:v>
                </c:pt>
                <c:pt idx="3347">
                  <c:v>3.4249999999999998</c:v>
                </c:pt>
                <c:pt idx="3348">
                  <c:v>3.4249999999999998</c:v>
                </c:pt>
                <c:pt idx="3349">
                  <c:v>3.4249999999999998</c:v>
                </c:pt>
                <c:pt idx="3350">
                  <c:v>3.4249999999999998</c:v>
                </c:pt>
                <c:pt idx="3351">
                  <c:v>3.4260000000000002</c:v>
                </c:pt>
                <c:pt idx="3352">
                  <c:v>3.4260000000000002</c:v>
                </c:pt>
                <c:pt idx="3353">
                  <c:v>3.4260000000000002</c:v>
                </c:pt>
                <c:pt idx="3354">
                  <c:v>3.4260000000000002</c:v>
                </c:pt>
                <c:pt idx="3355">
                  <c:v>3.427</c:v>
                </c:pt>
                <c:pt idx="3356">
                  <c:v>3.427</c:v>
                </c:pt>
                <c:pt idx="3357">
                  <c:v>3.4260000000000002</c:v>
                </c:pt>
                <c:pt idx="3358">
                  <c:v>3.427</c:v>
                </c:pt>
                <c:pt idx="3359">
                  <c:v>3.427</c:v>
                </c:pt>
                <c:pt idx="3360">
                  <c:v>3.4279999999999999</c:v>
                </c:pt>
                <c:pt idx="3361">
                  <c:v>3.4279999999999999</c:v>
                </c:pt>
                <c:pt idx="3362">
                  <c:v>3.4279999999999999</c:v>
                </c:pt>
                <c:pt idx="3363">
                  <c:v>3.427</c:v>
                </c:pt>
                <c:pt idx="3364">
                  <c:v>3.4260000000000002</c:v>
                </c:pt>
                <c:pt idx="3365">
                  <c:v>3.4260000000000002</c:v>
                </c:pt>
                <c:pt idx="3366">
                  <c:v>3.427</c:v>
                </c:pt>
                <c:pt idx="3367">
                  <c:v>3.4289999999999998</c:v>
                </c:pt>
                <c:pt idx="3368">
                  <c:v>3.4289999999999998</c:v>
                </c:pt>
                <c:pt idx="3369">
                  <c:v>3.4289999999999998</c:v>
                </c:pt>
                <c:pt idx="3370">
                  <c:v>3.4279999999999999</c:v>
                </c:pt>
                <c:pt idx="3371">
                  <c:v>3.427</c:v>
                </c:pt>
                <c:pt idx="3372">
                  <c:v>3.4260000000000002</c:v>
                </c:pt>
                <c:pt idx="3373">
                  <c:v>3.427</c:v>
                </c:pt>
                <c:pt idx="3374">
                  <c:v>3.427</c:v>
                </c:pt>
                <c:pt idx="3375">
                  <c:v>3.4329999999999998</c:v>
                </c:pt>
                <c:pt idx="3376">
                  <c:v>3.4329999999999998</c:v>
                </c:pt>
                <c:pt idx="3377">
                  <c:v>3.4369999999999998</c:v>
                </c:pt>
                <c:pt idx="3378">
                  <c:v>3.4340000000000002</c:v>
                </c:pt>
                <c:pt idx="3379">
                  <c:v>3.4380000000000002</c:v>
                </c:pt>
                <c:pt idx="3380">
                  <c:v>3.4420000000000002</c:v>
                </c:pt>
                <c:pt idx="3381">
                  <c:v>3.44</c:v>
                </c:pt>
                <c:pt idx="3382">
                  <c:v>3.44</c:v>
                </c:pt>
                <c:pt idx="3383">
                  <c:v>3.4390000000000001</c:v>
                </c:pt>
                <c:pt idx="3384">
                  <c:v>3.4390000000000001</c:v>
                </c:pt>
                <c:pt idx="3385">
                  <c:v>3.4350000000000001</c:v>
                </c:pt>
                <c:pt idx="3386">
                  <c:v>3.4340000000000002</c:v>
                </c:pt>
                <c:pt idx="3387">
                  <c:v>3.4359999999999999</c:v>
                </c:pt>
                <c:pt idx="3388">
                  <c:v>3.4359999999999999</c:v>
                </c:pt>
                <c:pt idx="3389">
                  <c:v>3.4340000000000002</c:v>
                </c:pt>
                <c:pt idx="3390">
                  <c:v>3.4340000000000002</c:v>
                </c:pt>
                <c:pt idx="3391">
                  <c:v>3.4329999999999998</c:v>
                </c:pt>
                <c:pt idx="3392">
                  <c:v>3.4329999999999998</c:v>
                </c:pt>
                <c:pt idx="3393">
                  <c:v>3.4319999999999999</c:v>
                </c:pt>
                <c:pt idx="3394">
                  <c:v>3.4319999999999999</c:v>
                </c:pt>
                <c:pt idx="3395">
                  <c:v>3.431</c:v>
                </c:pt>
                <c:pt idx="3396">
                  <c:v>3.4289999999999998</c:v>
                </c:pt>
                <c:pt idx="3397">
                  <c:v>3.43</c:v>
                </c:pt>
                <c:pt idx="3398">
                  <c:v>3.431</c:v>
                </c:pt>
                <c:pt idx="3399">
                  <c:v>3.431</c:v>
                </c:pt>
                <c:pt idx="3400">
                  <c:v>3.431</c:v>
                </c:pt>
                <c:pt idx="3401">
                  <c:v>3.431</c:v>
                </c:pt>
                <c:pt idx="3402">
                  <c:v>3.4289999999999998</c:v>
                </c:pt>
                <c:pt idx="3403">
                  <c:v>3.4279999999999999</c:v>
                </c:pt>
                <c:pt idx="3404">
                  <c:v>3.4279999999999999</c:v>
                </c:pt>
                <c:pt idx="3405">
                  <c:v>3.4289999999999998</c:v>
                </c:pt>
                <c:pt idx="3406">
                  <c:v>3.427</c:v>
                </c:pt>
                <c:pt idx="3407">
                  <c:v>3.4279999999999999</c:v>
                </c:pt>
                <c:pt idx="3408">
                  <c:v>3.4279999999999999</c:v>
                </c:pt>
                <c:pt idx="3409">
                  <c:v>3.4289999999999998</c:v>
                </c:pt>
                <c:pt idx="3410">
                  <c:v>3.4279999999999999</c:v>
                </c:pt>
                <c:pt idx="3411">
                  <c:v>3.4279999999999999</c:v>
                </c:pt>
                <c:pt idx="3412">
                  <c:v>3.4289999999999998</c:v>
                </c:pt>
                <c:pt idx="3413">
                  <c:v>3.43</c:v>
                </c:pt>
                <c:pt idx="3414">
                  <c:v>3.43</c:v>
                </c:pt>
                <c:pt idx="3415">
                  <c:v>3.431</c:v>
                </c:pt>
                <c:pt idx="3416">
                  <c:v>3.431</c:v>
                </c:pt>
                <c:pt idx="3417">
                  <c:v>3.431</c:v>
                </c:pt>
                <c:pt idx="3418">
                  <c:v>3.43</c:v>
                </c:pt>
                <c:pt idx="3419">
                  <c:v>3.43</c:v>
                </c:pt>
                <c:pt idx="3420">
                  <c:v>3.43</c:v>
                </c:pt>
                <c:pt idx="3421">
                  <c:v>3.43</c:v>
                </c:pt>
                <c:pt idx="3422">
                  <c:v>3.431</c:v>
                </c:pt>
                <c:pt idx="3423">
                  <c:v>3.4289999999999998</c:v>
                </c:pt>
                <c:pt idx="3424">
                  <c:v>3.4260000000000002</c:v>
                </c:pt>
                <c:pt idx="3425">
                  <c:v>3.427</c:v>
                </c:pt>
                <c:pt idx="3426">
                  <c:v>3.4289999999999998</c:v>
                </c:pt>
                <c:pt idx="3427">
                  <c:v>3.43</c:v>
                </c:pt>
                <c:pt idx="3428">
                  <c:v>3.4279999999999999</c:v>
                </c:pt>
                <c:pt idx="3429">
                  <c:v>3.4279999999999999</c:v>
                </c:pt>
                <c:pt idx="3430">
                  <c:v>3.4260000000000002</c:v>
                </c:pt>
                <c:pt idx="3431">
                  <c:v>3.4260000000000002</c:v>
                </c:pt>
                <c:pt idx="3432">
                  <c:v>3.4289999999999998</c:v>
                </c:pt>
                <c:pt idx="3433">
                  <c:v>3.43</c:v>
                </c:pt>
                <c:pt idx="3434">
                  <c:v>3.4289999999999998</c:v>
                </c:pt>
                <c:pt idx="3435">
                  <c:v>3.4289999999999998</c:v>
                </c:pt>
                <c:pt idx="3436">
                  <c:v>3.4279999999999999</c:v>
                </c:pt>
                <c:pt idx="3437">
                  <c:v>3.4279999999999999</c:v>
                </c:pt>
                <c:pt idx="3438">
                  <c:v>3.4260000000000002</c:v>
                </c:pt>
                <c:pt idx="3439">
                  <c:v>3.4249999999999998</c:v>
                </c:pt>
                <c:pt idx="3440">
                  <c:v>3.4260000000000002</c:v>
                </c:pt>
                <c:pt idx="3441">
                  <c:v>3.427</c:v>
                </c:pt>
                <c:pt idx="3442">
                  <c:v>3.4279999999999999</c:v>
                </c:pt>
                <c:pt idx="3443">
                  <c:v>3.4289999999999998</c:v>
                </c:pt>
                <c:pt idx="3444">
                  <c:v>3.4279999999999999</c:v>
                </c:pt>
                <c:pt idx="3445">
                  <c:v>3.4279999999999999</c:v>
                </c:pt>
                <c:pt idx="3446">
                  <c:v>3.4260000000000002</c:v>
                </c:pt>
                <c:pt idx="3447">
                  <c:v>3.427</c:v>
                </c:pt>
                <c:pt idx="3448">
                  <c:v>3.4279999999999999</c:v>
                </c:pt>
                <c:pt idx="3449">
                  <c:v>3.4279999999999999</c:v>
                </c:pt>
                <c:pt idx="3450">
                  <c:v>3.427</c:v>
                </c:pt>
                <c:pt idx="3451">
                  <c:v>3.427</c:v>
                </c:pt>
                <c:pt idx="3452">
                  <c:v>3.427</c:v>
                </c:pt>
                <c:pt idx="3453">
                  <c:v>3.427</c:v>
                </c:pt>
                <c:pt idx="3454">
                  <c:v>3.4279999999999999</c:v>
                </c:pt>
                <c:pt idx="3455">
                  <c:v>3.43</c:v>
                </c:pt>
                <c:pt idx="3456">
                  <c:v>3.4289999999999998</c:v>
                </c:pt>
                <c:pt idx="3457">
                  <c:v>3.4279999999999999</c:v>
                </c:pt>
                <c:pt idx="3458">
                  <c:v>3.4279999999999999</c:v>
                </c:pt>
                <c:pt idx="3459">
                  <c:v>3.4279999999999999</c:v>
                </c:pt>
                <c:pt idx="3460">
                  <c:v>3.43</c:v>
                </c:pt>
                <c:pt idx="3461">
                  <c:v>3.43</c:v>
                </c:pt>
                <c:pt idx="3462">
                  <c:v>3.431</c:v>
                </c:pt>
                <c:pt idx="3463">
                  <c:v>3.431</c:v>
                </c:pt>
                <c:pt idx="3464">
                  <c:v>3.4289999999999998</c:v>
                </c:pt>
                <c:pt idx="3465">
                  <c:v>3.4279999999999999</c:v>
                </c:pt>
                <c:pt idx="3466">
                  <c:v>3.4279999999999999</c:v>
                </c:pt>
                <c:pt idx="3467">
                  <c:v>3.4289999999999998</c:v>
                </c:pt>
                <c:pt idx="3468">
                  <c:v>3.4289999999999998</c:v>
                </c:pt>
                <c:pt idx="3469">
                  <c:v>3.431</c:v>
                </c:pt>
                <c:pt idx="3470">
                  <c:v>3.4289999999999998</c:v>
                </c:pt>
                <c:pt idx="3471">
                  <c:v>3.427</c:v>
                </c:pt>
                <c:pt idx="3472">
                  <c:v>3.4260000000000002</c:v>
                </c:pt>
                <c:pt idx="3473">
                  <c:v>3.427</c:v>
                </c:pt>
                <c:pt idx="3474">
                  <c:v>3.4279999999999999</c:v>
                </c:pt>
                <c:pt idx="3475">
                  <c:v>3.427</c:v>
                </c:pt>
                <c:pt idx="3476">
                  <c:v>3.427</c:v>
                </c:pt>
                <c:pt idx="3477">
                  <c:v>3.427</c:v>
                </c:pt>
                <c:pt idx="3478">
                  <c:v>3.427</c:v>
                </c:pt>
                <c:pt idx="3479">
                  <c:v>3.4289999999999998</c:v>
                </c:pt>
                <c:pt idx="3480">
                  <c:v>3.43</c:v>
                </c:pt>
                <c:pt idx="3481">
                  <c:v>3.4289999999999998</c:v>
                </c:pt>
                <c:pt idx="3482">
                  <c:v>3.4279999999999999</c:v>
                </c:pt>
                <c:pt idx="3483">
                  <c:v>3.427</c:v>
                </c:pt>
                <c:pt idx="3484">
                  <c:v>3.427</c:v>
                </c:pt>
                <c:pt idx="3485">
                  <c:v>3.427</c:v>
                </c:pt>
                <c:pt idx="3486">
                  <c:v>3.4279999999999999</c:v>
                </c:pt>
                <c:pt idx="3487">
                  <c:v>3.4279999999999999</c:v>
                </c:pt>
                <c:pt idx="3488">
                  <c:v>3.4279999999999999</c:v>
                </c:pt>
                <c:pt idx="3489">
                  <c:v>3.4279999999999999</c:v>
                </c:pt>
                <c:pt idx="3490">
                  <c:v>3.427</c:v>
                </c:pt>
                <c:pt idx="3491">
                  <c:v>3.4279999999999999</c:v>
                </c:pt>
                <c:pt idx="3492">
                  <c:v>3.4279999999999999</c:v>
                </c:pt>
                <c:pt idx="3493">
                  <c:v>3.4279999999999999</c:v>
                </c:pt>
                <c:pt idx="3494">
                  <c:v>3.4279999999999999</c:v>
                </c:pt>
                <c:pt idx="3495">
                  <c:v>3.427</c:v>
                </c:pt>
                <c:pt idx="3496">
                  <c:v>3.427</c:v>
                </c:pt>
                <c:pt idx="3497">
                  <c:v>3.427</c:v>
                </c:pt>
                <c:pt idx="3498">
                  <c:v>3.4279999999999999</c:v>
                </c:pt>
                <c:pt idx="3499">
                  <c:v>3.4289999999999998</c:v>
                </c:pt>
                <c:pt idx="3500">
                  <c:v>3.4289999999999998</c:v>
                </c:pt>
                <c:pt idx="3501">
                  <c:v>3.43</c:v>
                </c:pt>
                <c:pt idx="3502">
                  <c:v>3.4289999999999998</c:v>
                </c:pt>
                <c:pt idx="3503">
                  <c:v>3.4289999999999998</c:v>
                </c:pt>
                <c:pt idx="3504">
                  <c:v>3.4289999999999998</c:v>
                </c:pt>
                <c:pt idx="3505">
                  <c:v>3.4289999999999998</c:v>
                </c:pt>
                <c:pt idx="3506">
                  <c:v>3.4289999999999998</c:v>
                </c:pt>
                <c:pt idx="3507">
                  <c:v>3.4289999999999998</c:v>
                </c:pt>
                <c:pt idx="3508">
                  <c:v>3.4279999999999999</c:v>
                </c:pt>
                <c:pt idx="3509">
                  <c:v>3.4279999999999999</c:v>
                </c:pt>
                <c:pt idx="3510">
                  <c:v>3.4289999999999998</c:v>
                </c:pt>
                <c:pt idx="3511">
                  <c:v>3.4289999999999998</c:v>
                </c:pt>
                <c:pt idx="3512">
                  <c:v>3.4279999999999999</c:v>
                </c:pt>
                <c:pt idx="3513">
                  <c:v>3.4279999999999999</c:v>
                </c:pt>
                <c:pt idx="3514">
                  <c:v>3.4279999999999999</c:v>
                </c:pt>
                <c:pt idx="3515">
                  <c:v>3.4279999999999999</c:v>
                </c:pt>
                <c:pt idx="3516">
                  <c:v>3.4279999999999999</c:v>
                </c:pt>
                <c:pt idx="3517">
                  <c:v>3.4279999999999999</c:v>
                </c:pt>
                <c:pt idx="3518">
                  <c:v>3.4289999999999998</c:v>
                </c:pt>
                <c:pt idx="3519">
                  <c:v>3.4289999999999998</c:v>
                </c:pt>
                <c:pt idx="3520">
                  <c:v>3.4289999999999998</c:v>
                </c:pt>
                <c:pt idx="3521">
                  <c:v>3.43</c:v>
                </c:pt>
                <c:pt idx="3522">
                  <c:v>3.43</c:v>
                </c:pt>
                <c:pt idx="3523">
                  <c:v>3.43</c:v>
                </c:pt>
                <c:pt idx="3524">
                  <c:v>3.4289999999999998</c:v>
                </c:pt>
                <c:pt idx="3525">
                  <c:v>3.427</c:v>
                </c:pt>
                <c:pt idx="3526">
                  <c:v>3.427</c:v>
                </c:pt>
                <c:pt idx="3527">
                  <c:v>3.4279999999999999</c:v>
                </c:pt>
                <c:pt idx="3528">
                  <c:v>3.4289999999999998</c:v>
                </c:pt>
                <c:pt idx="3529">
                  <c:v>3.4279999999999999</c:v>
                </c:pt>
                <c:pt idx="3530">
                  <c:v>3.427</c:v>
                </c:pt>
                <c:pt idx="3531">
                  <c:v>3.427</c:v>
                </c:pt>
                <c:pt idx="3532">
                  <c:v>3.427</c:v>
                </c:pt>
                <c:pt idx="3533">
                  <c:v>3.4279999999999999</c:v>
                </c:pt>
                <c:pt idx="3534">
                  <c:v>3.43</c:v>
                </c:pt>
                <c:pt idx="3535">
                  <c:v>3.4319999999999999</c:v>
                </c:pt>
                <c:pt idx="3536">
                  <c:v>3.431</c:v>
                </c:pt>
                <c:pt idx="3537">
                  <c:v>3.4289999999999998</c:v>
                </c:pt>
                <c:pt idx="3538">
                  <c:v>3.4289999999999998</c:v>
                </c:pt>
                <c:pt idx="3539">
                  <c:v>3.4289999999999998</c:v>
                </c:pt>
                <c:pt idx="3540">
                  <c:v>3.43</c:v>
                </c:pt>
                <c:pt idx="3541">
                  <c:v>3.431</c:v>
                </c:pt>
                <c:pt idx="3542">
                  <c:v>3.431</c:v>
                </c:pt>
                <c:pt idx="3543">
                  <c:v>3.4289999999999998</c:v>
                </c:pt>
                <c:pt idx="3544">
                  <c:v>3.4279999999999999</c:v>
                </c:pt>
                <c:pt idx="3545">
                  <c:v>3.4289999999999998</c:v>
                </c:pt>
                <c:pt idx="3546">
                  <c:v>3.43</c:v>
                </c:pt>
                <c:pt idx="3547">
                  <c:v>3.43</c:v>
                </c:pt>
                <c:pt idx="3548">
                  <c:v>3.43</c:v>
                </c:pt>
                <c:pt idx="3549">
                  <c:v>3.43</c:v>
                </c:pt>
                <c:pt idx="3550">
                  <c:v>3.4279999999999999</c:v>
                </c:pt>
                <c:pt idx="3551">
                  <c:v>3.43</c:v>
                </c:pt>
                <c:pt idx="3552">
                  <c:v>3.431</c:v>
                </c:pt>
                <c:pt idx="3553">
                  <c:v>3.431</c:v>
                </c:pt>
                <c:pt idx="3554">
                  <c:v>3.431</c:v>
                </c:pt>
                <c:pt idx="3555">
                  <c:v>3.431</c:v>
                </c:pt>
                <c:pt idx="3556">
                  <c:v>3.43</c:v>
                </c:pt>
                <c:pt idx="3557">
                  <c:v>3.427</c:v>
                </c:pt>
                <c:pt idx="3558">
                  <c:v>3.427</c:v>
                </c:pt>
                <c:pt idx="3559">
                  <c:v>3.4279999999999999</c:v>
                </c:pt>
                <c:pt idx="3560">
                  <c:v>3.4289999999999998</c:v>
                </c:pt>
                <c:pt idx="3561">
                  <c:v>3.4289999999999998</c:v>
                </c:pt>
                <c:pt idx="3562">
                  <c:v>3.4289999999999998</c:v>
                </c:pt>
                <c:pt idx="3563">
                  <c:v>3.4289999999999998</c:v>
                </c:pt>
                <c:pt idx="3564">
                  <c:v>3.43</c:v>
                </c:pt>
                <c:pt idx="3565">
                  <c:v>3.431</c:v>
                </c:pt>
                <c:pt idx="3566">
                  <c:v>3.4319999999999999</c:v>
                </c:pt>
                <c:pt idx="3567">
                  <c:v>3.4319999999999999</c:v>
                </c:pt>
                <c:pt idx="3568">
                  <c:v>3.4329999999999998</c:v>
                </c:pt>
                <c:pt idx="3569">
                  <c:v>3.431</c:v>
                </c:pt>
                <c:pt idx="3570">
                  <c:v>3.431</c:v>
                </c:pt>
                <c:pt idx="3571">
                  <c:v>3.4289999999999998</c:v>
                </c:pt>
                <c:pt idx="3572">
                  <c:v>3.4279999999999999</c:v>
                </c:pt>
                <c:pt idx="3573">
                  <c:v>3.4279999999999999</c:v>
                </c:pt>
                <c:pt idx="3574">
                  <c:v>3.4279999999999999</c:v>
                </c:pt>
                <c:pt idx="3575">
                  <c:v>3.4289999999999998</c:v>
                </c:pt>
                <c:pt idx="3576">
                  <c:v>3.431</c:v>
                </c:pt>
                <c:pt idx="3577">
                  <c:v>3.4319999999999999</c:v>
                </c:pt>
                <c:pt idx="3578">
                  <c:v>3.4319999999999999</c:v>
                </c:pt>
                <c:pt idx="3579">
                  <c:v>3.431</c:v>
                </c:pt>
                <c:pt idx="3580">
                  <c:v>3.43</c:v>
                </c:pt>
                <c:pt idx="3581">
                  <c:v>3.43</c:v>
                </c:pt>
                <c:pt idx="3582">
                  <c:v>3.43</c:v>
                </c:pt>
                <c:pt idx="3583">
                  <c:v>3.43</c:v>
                </c:pt>
                <c:pt idx="3584">
                  <c:v>3.43</c:v>
                </c:pt>
                <c:pt idx="3585">
                  <c:v>3.43</c:v>
                </c:pt>
                <c:pt idx="3586">
                  <c:v>3.43</c:v>
                </c:pt>
                <c:pt idx="3587">
                  <c:v>3.431</c:v>
                </c:pt>
                <c:pt idx="3588">
                  <c:v>3.4319999999999999</c:v>
                </c:pt>
                <c:pt idx="3589">
                  <c:v>3.4319999999999999</c:v>
                </c:pt>
                <c:pt idx="3590">
                  <c:v>3.431</c:v>
                </c:pt>
                <c:pt idx="3591">
                  <c:v>3.431</c:v>
                </c:pt>
                <c:pt idx="3592">
                  <c:v>3.431</c:v>
                </c:pt>
                <c:pt idx="3593">
                  <c:v>3.431</c:v>
                </c:pt>
                <c:pt idx="3594">
                  <c:v>3.4319999999999999</c:v>
                </c:pt>
                <c:pt idx="3595">
                  <c:v>3.4319999999999999</c:v>
                </c:pt>
                <c:pt idx="3596">
                  <c:v>3.43</c:v>
                </c:pt>
                <c:pt idx="3597">
                  <c:v>3.4289999999999998</c:v>
                </c:pt>
                <c:pt idx="3598">
                  <c:v>3.4289999999999998</c:v>
                </c:pt>
                <c:pt idx="3599">
                  <c:v>3.431</c:v>
                </c:pt>
                <c:pt idx="3600">
                  <c:v>3.4319999999999999</c:v>
                </c:pt>
                <c:pt idx="3601">
                  <c:v>3.4319999999999999</c:v>
                </c:pt>
                <c:pt idx="3602">
                  <c:v>3.4329999999999998</c:v>
                </c:pt>
                <c:pt idx="3603">
                  <c:v>3.431</c:v>
                </c:pt>
                <c:pt idx="3604">
                  <c:v>3.4279999999999999</c:v>
                </c:pt>
                <c:pt idx="3605">
                  <c:v>3.4289999999999998</c:v>
                </c:pt>
                <c:pt idx="3606">
                  <c:v>3.43</c:v>
                </c:pt>
                <c:pt idx="3607">
                  <c:v>3.431</c:v>
                </c:pt>
                <c:pt idx="3608">
                  <c:v>3.431</c:v>
                </c:pt>
                <c:pt idx="3609">
                  <c:v>3.431</c:v>
                </c:pt>
                <c:pt idx="3610">
                  <c:v>3.431</c:v>
                </c:pt>
                <c:pt idx="3611">
                  <c:v>3.43</c:v>
                </c:pt>
                <c:pt idx="3612">
                  <c:v>3.43</c:v>
                </c:pt>
                <c:pt idx="3613">
                  <c:v>3.43</c:v>
                </c:pt>
                <c:pt idx="3614">
                  <c:v>3.43</c:v>
                </c:pt>
                <c:pt idx="3615">
                  <c:v>3.4289999999999998</c:v>
                </c:pt>
                <c:pt idx="3616">
                  <c:v>3.43</c:v>
                </c:pt>
                <c:pt idx="3617">
                  <c:v>3.43</c:v>
                </c:pt>
                <c:pt idx="3618">
                  <c:v>3.4319999999999999</c:v>
                </c:pt>
                <c:pt idx="3619">
                  <c:v>3.4319999999999999</c:v>
                </c:pt>
                <c:pt idx="3620">
                  <c:v>3.4319999999999999</c:v>
                </c:pt>
                <c:pt idx="3621">
                  <c:v>3.4329999999999998</c:v>
                </c:pt>
                <c:pt idx="3622">
                  <c:v>3.4329999999999998</c:v>
                </c:pt>
                <c:pt idx="3623">
                  <c:v>3.4319999999999999</c:v>
                </c:pt>
                <c:pt idx="3624">
                  <c:v>3.431</c:v>
                </c:pt>
                <c:pt idx="3625">
                  <c:v>3.431</c:v>
                </c:pt>
                <c:pt idx="3626">
                  <c:v>3.4319999999999999</c:v>
                </c:pt>
                <c:pt idx="3627">
                  <c:v>3.4319999999999999</c:v>
                </c:pt>
                <c:pt idx="3628">
                  <c:v>3.431</c:v>
                </c:pt>
                <c:pt idx="3629">
                  <c:v>3.431</c:v>
                </c:pt>
                <c:pt idx="3630">
                  <c:v>3.431</c:v>
                </c:pt>
                <c:pt idx="3631">
                  <c:v>3.4319999999999999</c:v>
                </c:pt>
                <c:pt idx="3632">
                  <c:v>3.4319999999999999</c:v>
                </c:pt>
                <c:pt idx="3633">
                  <c:v>3.4319999999999999</c:v>
                </c:pt>
                <c:pt idx="3634">
                  <c:v>3.4329999999999998</c:v>
                </c:pt>
                <c:pt idx="3635">
                  <c:v>3.4329999999999998</c:v>
                </c:pt>
                <c:pt idx="3636">
                  <c:v>3.4319999999999999</c:v>
                </c:pt>
                <c:pt idx="3637">
                  <c:v>3.431</c:v>
                </c:pt>
                <c:pt idx="3638">
                  <c:v>3.431</c:v>
                </c:pt>
                <c:pt idx="3639">
                  <c:v>3.43</c:v>
                </c:pt>
                <c:pt idx="3640">
                  <c:v>3.43</c:v>
                </c:pt>
                <c:pt idx="3641">
                  <c:v>3.431</c:v>
                </c:pt>
                <c:pt idx="3642">
                  <c:v>3.431</c:v>
                </c:pt>
                <c:pt idx="3643">
                  <c:v>3.431</c:v>
                </c:pt>
                <c:pt idx="3644">
                  <c:v>3.431</c:v>
                </c:pt>
                <c:pt idx="3645">
                  <c:v>3.431</c:v>
                </c:pt>
                <c:pt idx="3646">
                  <c:v>3.431</c:v>
                </c:pt>
                <c:pt idx="3647">
                  <c:v>3.4329999999999998</c:v>
                </c:pt>
                <c:pt idx="3648">
                  <c:v>3.4329999999999998</c:v>
                </c:pt>
                <c:pt idx="3649">
                  <c:v>3.4340000000000002</c:v>
                </c:pt>
                <c:pt idx="3650">
                  <c:v>3.4340000000000002</c:v>
                </c:pt>
                <c:pt idx="3651">
                  <c:v>3.4329999999999998</c:v>
                </c:pt>
                <c:pt idx="3652">
                  <c:v>3.4319999999999999</c:v>
                </c:pt>
                <c:pt idx="3653">
                  <c:v>3.4319999999999999</c:v>
                </c:pt>
                <c:pt idx="3654">
                  <c:v>3.4319999999999999</c:v>
                </c:pt>
                <c:pt idx="3655">
                  <c:v>3.431</c:v>
                </c:pt>
                <c:pt idx="3656">
                  <c:v>3.431</c:v>
                </c:pt>
                <c:pt idx="3657">
                  <c:v>3.43</c:v>
                </c:pt>
                <c:pt idx="3658">
                  <c:v>3.4289999999999998</c:v>
                </c:pt>
                <c:pt idx="3659">
                  <c:v>3.4279999999999999</c:v>
                </c:pt>
                <c:pt idx="3660">
                  <c:v>3.4289999999999998</c:v>
                </c:pt>
                <c:pt idx="3661">
                  <c:v>3.431</c:v>
                </c:pt>
                <c:pt idx="3662">
                  <c:v>3.4319999999999999</c:v>
                </c:pt>
                <c:pt idx="3663">
                  <c:v>3.431</c:v>
                </c:pt>
                <c:pt idx="3664">
                  <c:v>3.431</c:v>
                </c:pt>
                <c:pt idx="3665">
                  <c:v>3.4319999999999999</c:v>
                </c:pt>
                <c:pt idx="3666">
                  <c:v>3.4319999999999999</c:v>
                </c:pt>
                <c:pt idx="3667">
                  <c:v>3.4319999999999999</c:v>
                </c:pt>
                <c:pt idx="3668">
                  <c:v>3.4319999999999999</c:v>
                </c:pt>
                <c:pt idx="3669">
                  <c:v>3.431</c:v>
                </c:pt>
                <c:pt idx="3670">
                  <c:v>3.43</c:v>
                </c:pt>
                <c:pt idx="3671">
                  <c:v>3.4319999999999999</c:v>
                </c:pt>
                <c:pt idx="3672">
                  <c:v>3.4319999999999999</c:v>
                </c:pt>
                <c:pt idx="3673">
                  <c:v>3.4329999999999998</c:v>
                </c:pt>
                <c:pt idx="3674">
                  <c:v>3.4319999999999999</c:v>
                </c:pt>
                <c:pt idx="3675">
                  <c:v>3.43</c:v>
                </c:pt>
                <c:pt idx="3676">
                  <c:v>3.4279999999999999</c:v>
                </c:pt>
                <c:pt idx="3677">
                  <c:v>3.4289999999999998</c:v>
                </c:pt>
                <c:pt idx="3678">
                  <c:v>3.4319999999999999</c:v>
                </c:pt>
                <c:pt idx="3679">
                  <c:v>3.4319999999999999</c:v>
                </c:pt>
                <c:pt idx="3680">
                  <c:v>3.4329999999999998</c:v>
                </c:pt>
                <c:pt idx="3681">
                  <c:v>3.4329999999999998</c:v>
                </c:pt>
                <c:pt idx="3682">
                  <c:v>3.4319999999999999</c:v>
                </c:pt>
                <c:pt idx="3683">
                  <c:v>3.431</c:v>
                </c:pt>
                <c:pt idx="3684">
                  <c:v>3.43</c:v>
                </c:pt>
                <c:pt idx="3685">
                  <c:v>3.431</c:v>
                </c:pt>
                <c:pt idx="3686">
                  <c:v>3.431</c:v>
                </c:pt>
                <c:pt idx="3687">
                  <c:v>3.431</c:v>
                </c:pt>
                <c:pt idx="3688">
                  <c:v>3.431</c:v>
                </c:pt>
                <c:pt idx="3689">
                  <c:v>3.431</c:v>
                </c:pt>
                <c:pt idx="3690">
                  <c:v>3.431</c:v>
                </c:pt>
                <c:pt idx="3691">
                  <c:v>3.431</c:v>
                </c:pt>
                <c:pt idx="3692">
                  <c:v>3.4319999999999999</c:v>
                </c:pt>
                <c:pt idx="3693">
                  <c:v>3.4319999999999999</c:v>
                </c:pt>
                <c:pt idx="3694">
                  <c:v>3.4329999999999998</c:v>
                </c:pt>
                <c:pt idx="3695">
                  <c:v>3.4329999999999998</c:v>
                </c:pt>
                <c:pt idx="3696">
                  <c:v>3.4319999999999999</c:v>
                </c:pt>
                <c:pt idx="3697">
                  <c:v>3.431</c:v>
                </c:pt>
                <c:pt idx="3698">
                  <c:v>3.431</c:v>
                </c:pt>
                <c:pt idx="3699">
                  <c:v>3.431</c:v>
                </c:pt>
                <c:pt idx="3700">
                  <c:v>3.431</c:v>
                </c:pt>
                <c:pt idx="3701">
                  <c:v>3.4319999999999999</c:v>
                </c:pt>
                <c:pt idx="3702">
                  <c:v>3.4319999999999999</c:v>
                </c:pt>
                <c:pt idx="3703">
                  <c:v>3.4319999999999999</c:v>
                </c:pt>
                <c:pt idx="3704">
                  <c:v>3.43</c:v>
                </c:pt>
                <c:pt idx="3705">
                  <c:v>3.431</c:v>
                </c:pt>
                <c:pt idx="3706">
                  <c:v>3.431</c:v>
                </c:pt>
                <c:pt idx="3707">
                  <c:v>3.431</c:v>
                </c:pt>
                <c:pt idx="3708">
                  <c:v>3.431</c:v>
                </c:pt>
                <c:pt idx="3709">
                  <c:v>3.431</c:v>
                </c:pt>
                <c:pt idx="3710">
                  <c:v>3.43</c:v>
                </c:pt>
                <c:pt idx="3711">
                  <c:v>3.43</c:v>
                </c:pt>
                <c:pt idx="3712">
                  <c:v>3.43</c:v>
                </c:pt>
                <c:pt idx="3713">
                  <c:v>3.43</c:v>
                </c:pt>
                <c:pt idx="3714">
                  <c:v>3.431</c:v>
                </c:pt>
                <c:pt idx="3715">
                  <c:v>3.4319999999999999</c:v>
                </c:pt>
                <c:pt idx="3716">
                  <c:v>3.431</c:v>
                </c:pt>
                <c:pt idx="3717">
                  <c:v>3.43</c:v>
                </c:pt>
                <c:pt idx="3718">
                  <c:v>3.43</c:v>
                </c:pt>
                <c:pt idx="3719">
                  <c:v>3.43</c:v>
                </c:pt>
                <c:pt idx="3720">
                  <c:v>3.431</c:v>
                </c:pt>
                <c:pt idx="3721">
                  <c:v>3.4319999999999999</c:v>
                </c:pt>
                <c:pt idx="3722">
                  <c:v>3.431</c:v>
                </c:pt>
                <c:pt idx="3723">
                  <c:v>3.431</c:v>
                </c:pt>
                <c:pt idx="3724">
                  <c:v>3.43</c:v>
                </c:pt>
                <c:pt idx="3725">
                  <c:v>3.4289999999999998</c:v>
                </c:pt>
                <c:pt idx="3726">
                  <c:v>3.4289999999999998</c:v>
                </c:pt>
                <c:pt idx="3727">
                  <c:v>3.43</c:v>
                </c:pt>
                <c:pt idx="3728">
                  <c:v>3.431</c:v>
                </c:pt>
                <c:pt idx="3729">
                  <c:v>3.431</c:v>
                </c:pt>
                <c:pt idx="3730">
                  <c:v>3.4289999999999998</c:v>
                </c:pt>
                <c:pt idx="3731">
                  <c:v>3.43</c:v>
                </c:pt>
                <c:pt idx="3732">
                  <c:v>3.43</c:v>
                </c:pt>
                <c:pt idx="3733">
                  <c:v>3.431</c:v>
                </c:pt>
                <c:pt idx="3734">
                  <c:v>3.431</c:v>
                </c:pt>
                <c:pt idx="3735">
                  <c:v>3.431</c:v>
                </c:pt>
                <c:pt idx="3736">
                  <c:v>3.4289999999999998</c:v>
                </c:pt>
                <c:pt idx="3737">
                  <c:v>3.427</c:v>
                </c:pt>
                <c:pt idx="3738">
                  <c:v>3.427</c:v>
                </c:pt>
                <c:pt idx="3739">
                  <c:v>3.4279999999999999</c:v>
                </c:pt>
                <c:pt idx="3740">
                  <c:v>3.4289999999999998</c:v>
                </c:pt>
                <c:pt idx="3741">
                  <c:v>3.43</c:v>
                </c:pt>
                <c:pt idx="3742">
                  <c:v>3.43</c:v>
                </c:pt>
                <c:pt idx="3743">
                  <c:v>3.4289999999999998</c:v>
                </c:pt>
                <c:pt idx="3744">
                  <c:v>3.4289999999999998</c:v>
                </c:pt>
                <c:pt idx="3745">
                  <c:v>3.4319999999999999</c:v>
                </c:pt>
                <c:pt idx="3746">
                  <c:v>3.4329999999999998</c:v>
                </c:pt>
                <c:pt idx="3747">
                  <c:v>3.431</c:v>
                </c:pt>
                <c:pt idx="3748">
                  <c:v>3.4289999999999998</c:v>
                </c:pt>
                <c:pt idx="3749">
                  <c:v>3.4279999999999999</c:v>
                </c:pt>
                <c:pt idx="3750">
                  <c:v>3.4279999999999999</c:v>
                </c:pt>
                <c:pt idx="3751">
                  <c:v>3.4289999999999998</c:v>
                </c:pt>
                <c:pt idx="3752">
                  <c:v>3.431</c:v>
                </c:pt>
                <c:pt idx="3753">
                  <c:v>3.4319999999999999</c:v>
                </c:pt>
                <c:pt idx="3754">
                  <c:v>3.4319999999999999</c:v>
                </c:pt>
                <c:pt idx="3755">
                  <c:v>3.43</c:v>
                </c:pt>
                <c:pt idx="3756">
                  <c:v>3.4289999999999998</c:v>
                </c:pt>
                <c:pt idx="3757">
                  <c:v>3.4289999999999998</c:v>
                </c:pt>
                <c:pt idx="3758">
                  <c:v>3.4289999999999998</c:v>
                </c:pt>
                <c:pt idx="3759">
                  <c:v>3.431</c:v>
                </c:pt>
                <c:pt idx="3760">
                  <c:v>3.431</c:v>
                </c:pt>
                <c:pt idx="3761">
                  <c:v>3.431</c:v>
                </c:pt>
                <c:pt idx="3762">
                  <c:v>3.43</c:v>
                </c:pt>
                <c:pt idx="3763">
                  <c:v>3.43</c:v>
                </c:pt>
                <c:pt idx="3764">
                  <c:v>3.43</c:v>
                </c:pt>
                <c:pt idx="3765">
                  <c:v>3.43</c:v>
                </c:pt>
                <c:pt idx="3766">
                  <c:v>3.431</c:v>
                </c:pt>
                <c:pt idx="3767">
                  <c:v>3.4319999999999999</c:v>
                </c:pt>
                <c:pt idx="3768">
                  <c:v>3.431</c:v>
                </c:pt>
                <c:pt idx="3769">
                  <c:v>3.43</c:v>
                </c:pt>
                <c:pt idx="3770">
                  <c:v>3.43</c:v>
                </c:pt>
                <c:pt idx="3771">
                  <c:v>3.43</c:v>
                </c:pt>
                <c:pt idx="3772">
                  <c:v>3.431</c:v>
                </c:pt>
                <c:pt idx="3773">
                  <c:v>3.4319999999999999</c:v>
                </c:pt>
                <c:pt idx="3774">
                  <c:v>3.4319999999999999</c:v>
                </c:pt>
                <c:pt idx="3775">
                  <c:v>3.431</c:v>
                </c:pt>
                <c:pt idx="3776">
                  <c:v>3.4289999999999998</c:v>
                </c:pt>
                <c:pt idx="3777">
                  <c:v>3.4289999999999998</c:v>
                </c:pt>
                <c:pt idx="3778">
                  <c:v>3.43</c:v>
                </c:pt>
                <c:pt idx="3779">
                  <c:v>3.43</c:v>
                </c:pt>
                <c:pt idx="3780">
                  <c:v>3.431</c:v>
                </c:pt>
                <c:pt idx="3781">
                  <c:v>3.431</c:v>
                </c:pt>
                <c:pt idx="3782">
                  <c:v>3.43</c:v>
                </c:pt>
                <c:pt idx="3783">
                  <c:v>3.4289999999999998</c:v>
                </c:pt>
                <c:pt idx="3784">
                  <c:v>3.4289999999999998</c:v>
                </c:pt>
                <c:pt idx="3785">
                  <c:v>3.431</c:v>
                </c:pt>
                <c:pt idx="3786">
                  <c:v>3.431</c:v>
                </c:pt>
                <c:pt idx="3787">
                  <c:v>3.431</c:v>
                </c:pt>
                <c:pt idx="3788">
                  <c:v>3.431</c:v>
                </c:pt>
                <c:pt idx="3789">
                  <c:v>3.431</c:v>
                </c:pt>
                <c:pt idx="3790">
                  <c:v>3.43</c:v>
                </c:pt>
                <c:pt idx="3791">
                  <c:v>3.4319999999999999</c:v>
                </c:pt>
                <c:pt idx="3792">
                  <c:v>3.4319999999999999</c:v>
                </c:pt>
                <c:pt idx="3793">
                  <c:v>3.4319999999999999</c:v>
                </c:pt>
                <c:pt idx="3794">
                  <c:v>3.4319999999999999</c:v>
                </c:pt>
                <c:pt idx="3795">
                  <c:v>3.4319999999999999</c:v>
                </c:pt>
                <c:pt idx="3796">
                  <c:v>3.431</c:v>
                </c:pt>
                <c:pt idx="3797">
                  <c:v>3.43</c:v>
                </c:pt>
                <c:pt idx="3798">
                  <c:v>3.43</c:v>
                </c:pt>
                <c:pt idx="3799">
                  <c:v>3.4319999999999999</c:v>
                </c:pt>
                <c:pt idx="3800">
                  <c:v>3.4329999999999998</c:v>
                </c:pt>
                <c:pt idx="3801">
                  <c:v>3.4329999999999998</c:v>
                </c:pt>
                <c:pt idx="3802">
                  <c:v>3.431</c:v>
                </c:pt>
                <c:pt idx="3803">
                  <c:v>3.431</c:v>
                </c:pt>
                <c:pt idx="3804">
                  <c:v>3.4289999999999998</c:v>
                </c:pt>
                <c:pt idx="3805">
                  <c:v>3.4289999999999998</c:v>
                </c:pt>
                <c:pt idx="3806">
                  <c:v>3.4279999999999999</c:v>
                </c:pt>
                <c:pt idx="3807">
                  <c:v>3.4279999999999999</c:v>
                </c:pt>
                <c:pt idx="3808">
                  <c:v>3.4289999999999998</c:v>
                </c:pt>
                <c:pt idx="3809">
                  <c:v>3.4289999999999998</c:v>
                </c:pt>
                <c:pt idx="3810">
                  <c:v>3.4289999999999998</c:v>
                </c:pt>
                <c:pt idx="3811">
                  <c:v>3.4279999999999999</c:v>
                </c:pt>
                <c:pt idx="3812">
                  <c:v>3.4289999999999998</c:v>
                </c:pt>
                <c:pt idx="3813">
                  <c:v>3.431</c:v>
                </c:pt>
                <c:pt idx="3814">
                  <c:v>3.4319999999999999</c:v>
                </c:pt>
                <c:pt idx="3815">
                  <c:v>3.431</c:v>
                </c:pt>
                <c:pt idx="3816">
                  <c:v>3.43</c:v>
                </c:pt>
                <c:pt idx="3817">
                  <c:v>3.43</c:v>
                </c:pt>
                <c:pt idx="3818">
                  <c:v>3.43</c:v>
                </c:pt>
                <c:pt idx="3819">
                  <c:v>3.431</c:v>
                </c:pt>
                <c:pt idx="3820">
                  <c:v>3.4319999999999999</c:v>
                </c:pt>
                <c:pt idx="3821">
                  <c:v>3.4329999999999998</c:v>
                </c:pt>
                <c:pt idx="3822">
                  <c:v>3.4319999999999999</c:v>
                </c:pt>
                <c:pt idx="3823">
                  <c:v>3.431</c:v>
                </c:pt>
                <c:pt idx="3824">
                  <c:v>3.431</c:v>
                </c:pt>
                <c:pt idx="3825">
                  <c:v>3.43</c:v>
                </c:pt>
                <c:pt idx="3826">
                  <c:v>3.43</c:v>
                </c:pt>
                <c:pt idx="3827">
                  <c:v>3.43</c:v>
                </c:pt>
                <c:pt idx="3828">
                  <c:v>3.43</c:v>
                </c:pt>
                <c:pt idx="3829">
                  <c:v>3.4279999999999999</c:v>
                </c:pt>
                <c:pt idx="3830">
                  <c:v>3.427</c:v>
                </c:pt>
                <c:pt idx="3831">
                  <c:v>3.4279999999999999</c:v>
                </c:pt>
                <c:pt idx="3832">
                  <c:v>3.4289999999999998</c:v>
                </c:pt>
                <c:pt idx="3833">
                  <c:v>3.43</c:v>
                </c:pt>
                <c:pt idx="3834">
                  <c:v>3.43</c:v>
                </c:pt>
                <c:pt idx="3835">
                  <c:v>3.43</c:v>
                </c:pt>
                <c:pt idx="3836">
                  <c:v>3.431</c:v>
                </c:pt>
                <c:pt idx="3837">
                  <c:v>3.431</c:v>
                </c:pt>
                <c:pt idx="3838">
                  <c:v>3.431</c:v>
                </c:pt>
                <c:pt idx="3839">
                  <c:v>3.431</c:v>
                </c:pt>
                <c:pt idx="3840">
                  <c:v>3.431</c:v>
                </c:pt>
                <c:pt idx="3841">
                  <c:v>3.43</c:v>
                </c:pt>
                <c:pt idx="3842">
                  <c:v>3.43</c:v>
                </c:pt>
                <c:pt idx="3843">
                  <c:v>3.427</c:v>
                </c:pt>
                <c:pt idx="3844">
                  <c:v>3.427</c:v>
                </c:pt>
                <c:pt idx="3845">
                  <c:v>3.4289999999999998</c:v>
                </c:pt>
                <c:pt idx="3846">
                  <c:v>3.43</c:v>
                </c:pt>
                <c:pt idx="3847">
                  <c:v>3.431</c:v>
                </c:pt>
                <c:pt idx="3848">
                  <c:v>3.43</c:v>
                </c:pt>
                <c:pt idx="3849">
                  <c:v>3.43</c:v>
                </c:pt>
                <c:pt idx="3850">
                  <c:v>3.4289999999999998</c:v>
                </c:pt>
                <c:pt idx="3851">
                  <c:v>3.4289999999999998</c:v>
                </c:pt>
                <c:pt idx="3852">
                  <c:v>3.4289999999999998</c:v>
                </c:pt>
                <c:pt idx="3853">
                  <c:v>3.43</c:v>
                </c:pt>
                <c:pt idx="3854">
                  <c:v>3.431</c:v>
                </c:pt>
                <c:pt idx="3855">
                  <c:v>3.4289999999999998</c:v>
                </c:pt>
                <c:pt idx="3856">
                  <c:v>3.4279999999999999</c:v>
                </c:pt>
                <c:pt idx="3857">
                  <c:v>3.4279999999999999</c:v>
                </c:pt>
                <c:pt idx="3858">
                  <c:v>3.4279999999999999</c:v>
                </c:pt>
                <c:pt idx="3859">
                  <c:v>3.4279999999999999</c:v>
                </c:pt>
                <c:pt idx="3860">
                  <c:v>3.4289999999999998</c:v>
                </c:pt>
                <c:pt idx="3861">
                  <c:v>3.431</c:v>
                </c:pt>
                <c:pt idx="3862">
                  <c:v>3.43</c:v>
                </c:pt>
                <c:pt idx="3863">
                  <c:v>3.4289999999999998</c:v>
                </c:pt>
                <c:pt idx="3864">
                  <c:v>3.4289999999999998</c:v>
                </c:pt>
                <c:pt idx="3865">
                  <c:v>3.4289999999999998</c:v>
                </c:pt>
                <c:pt idx="3866">
                  <c:v>3.4289999999999998</c:v>
                </c:pt>
                <c:pt idx="3867">
                  <c:v>3.4289999999999998</c:v>
                </c:pt>
                <c:pt idx="3868">
                  <c:v>3.43</c:v>
                </c:pt>
                <c:pt idx="3869">
                  <c:v>3.43</c:v>
                </c:pt>
                <c:pt idx="3870">
                  <c:v>3.431</c:v>
                </c:pt>
                <c:pt idx="3871">
                  <c:v>3.43</c:v>
                </c:pt>
                <c:pt idx="3872">
                  <c:v>3.43</c:v>
                </c:pt>
                <c:pt idx="3873">
                  <c:v>3.43</c:v>
                </c:pt>
                <c:pt idx="3874">
                  <c:v>3.431</c:v>
                </c:pt>
                <c:pt idx="3875">
                  <c:v>3.4319999999999999</c:v>
                </c:pt>
                <c:pt idx="3876">
                  <c:v>3.431</c:v>
                </c:pt>
                <c:pt idx="3877">
                  <c:v>3.43</c:v>
                </c:pt>
                <c:pt idx="3878">
                  <c:v>3.431</c:v>
                </c:pt>
                <c:pt idx="3879">
                  <c:v>3.4319999999999999</c:v>
                </c:pt>
                <c:pt idx="3880">
                  <c:v>3.43</c:v>
                </c:pt>
                <c:pt idx="3881">
                  <c:v>3.43</c:v>
                </c:pt>
                <c:pt idx="3882">
                  <c:v>3.4279999999999999</c:v>
                </c:pt>
                <c:pt idx="3883">
                  <c:v>3.427</c:v>
                </c:pt>
                <c:pt idx="3884">
                  <c:v>3.4279999999999999</c:v>
                </c:pt>
                <c:pt idx="3885">
                  <c:v>3.43</c:v>
                </c:pt>
                <c:pt idx="3886">
                  <c:v>3.4369999999999998</c:v>
                </c:pt>
                <c:pt idx="3887">
                  <c:v>3.4430000000000001</c:v>
                </c:pt>
                <c:pt idx="3888">
                  <c:v>3.4430000000000001</c:v>
                </c:pt>
                <c:pt idx="3889">
                  <c:v>3.4430000000000001</c:v>
                </c:pt>
                <c:pt idx="3890">
                  <c:v>3.4460000000000002</c:v>
                </c:pt>
                <c:pt idx="3891">
                  <c:v>3.4449999999999998</c:v>
                </c:pt>
                <c:pt idx="3892">
                  <c:v>3.4420000000000002</c:v>
                </c:pt>
                <c:pt idx="3893">
                  <c:v>3.4420000000000002</c:v>
                </c:pt>
                <c:pt idx="3894">
                  <c:v>3.44</c:v>
                </c:pt>
                <c:pt idx="3895">
                  <c:v>3.4380000000000002</c:v>
                </c:pt>
                <c:pt idx="3896">
                  <c:v>3.4380000000000002</c:v>
                </c:pt>
                <c:pt idx="3897">
                  <c:v>3.4380000000000002</c:v>
                </c:pt>
                <c:pt idx="3898">
                  <c:v>3.4350000000000001</c:v>
                </c:pt>
                <c:pt idx="3899">
                  <c:v>3.4319999999999999</c:v>
                </c:pt>
                <c:pt idx="3900">
                  <c:v>3.4329999999999998</c:v>
                </c:pt>
                <c:pt idx="3901">
                  <c:v>3.4340000000000002</c:v>
                </c:pt>
                <c:pt idx="3902">
                  <c:v>3.4329999999999998</c:v>
                </c:pt>
                <c:pt idx="3903">
                  <c:v>3.4319999999999999</c:v>
                </c:pt>
                <c:pt idx="3904">
                  <c:v>3.4319999999999999</c:v>
                </c:pt>
                <c:pt idx="3905">
                  <c:v>3.4329999999999998</c:v>
                </c:pt>
                <c:pt idx="3906">
                  <c:v>3.4350000000000001</c:v>
                </c:pt>
                <c:pt idx="3907">
                  <c:v>3.4359999999999999</c:v>
                </c:pt>
                <c:pt idx="3908">
                  <c:v>3.4350000000000001</c:v>
                </c:pt>
                <c:pt idx="3909">
                  <c:v>3.4329999999999998</c:v>
                </c:pt>
                <c:pt idx="3910">
                  <c:v>3.4319999999999999</c:v>
                </c:pt>
                <c:pt idx="3911">
                  <c:v>3.4319999999999999</c:v>
                </c:pt>
                <c:pt idx="3912">
                  <c:v>3.4319999999999999</c:v>
                </c:pt>
                <c:pt idx="3913">
                  <c:v>3.4319999999999999</c:v>
                </c:pt>
                <c:pt idx="3914">
                  <c:v>3.4319999999999999</c:v>
                </c:pt>
                <c:pt idx="3915">
                  <c:v>3.4340000000000002</c:v>
                </c:pt>
                <c:pt idx="3916">
                  <c:v>3.4329999999999998</c:v>
                </c:pt>
                <c:pt idx="3917">
                  <c:v>3.4319999999999999</c:v>
                </c:pt>
                <c:pt idx="3918">
                  <c:v>3.431</c:v>
                </c:pt>
                <c:pt idx="3919">
                  <c:v>3.431</c:v>
                </c:pt>
                <c:pt idx="3920">
                  <c:v>3.431</c:v>
                </c:pt>
                <c:pt idx="3921">
                  <c:v>3.431</c:v>
                </c:pt>
                <c:pt idx="3922">
                  <c:v>3.43</c:v>
                </c:pt>
                <c:pt idx="3923">
                  <c:v>3.4279999999999999</c:v>
                </c:pt>
                <c:pt idx="3924">
                  <c:v>3.427</c:v>
                </c:pt>
                <c:pt idx="3925">
                  <c:v>3.43</c:v>
                </c:pt>
                <c:pt idx="3926">
                  <c:v>3.4319999999999999</c:v>
                </c:pt>
                <c:pt idx="3927">
                  <c:v>3.4340000000000002</c:v>
                </c:pt>
                <c:pt idx="3928">
                  <c:v>3.4340000000000002</c:v>
                </c:pt>
                <c:pt idx="3929">
                  <c:v>3.4350000000000001</c:v>
                </c:pt>
                <c:pt idx="3930">
                  <c:v>3.4340000000000002</c:v>
                </c:pt>
                <c:pt idx="3931">
                  <c:v>3.431</c:v>
                </c:pt>
                <c:pt idx="3932">
                  <c:v>3.4279999999999999</c:v>
                </c:pt>
                <c:pt idx="3933">
                  <c:v>3.4279999999999999</c:v>
                </c:pt>
                <c:pt idx="3934">
                  <c:v>3.4289999999999998</c:v>
                </c:pt>
                <c:pt idx="3935">
                  <c:v>3.4289999999999998</c:v>
                </c:pt>
                <c:pt idx="3936">
                  <c:v>3.4279999999999999</c:v>
                </c:pt>
                <c:pt idx="3937">
                  <c:v>3.43</c:v>
                </c:pt>
                <c:pt idx="3938">
                  <c:v>3.4340000000000002</c:v>
                </c:pt>
                <c:pt idx="3939">
                  <c:v>3.4359999999999999</c:v>
                </c:pt>
                <c:pt idx="3940">
                  <c:v>3.4350000000000001</c:v>
                </c:pt>
                <c:pt idx="3941">
                  <c:v>3.4340000000000002</c:v>
                </c:pt>
                <c:pt idx="3942">
                  <c:v>3.43</c:v>
                </c:pt>
                <c:pt idx="3943">
                  <c:v>3.43</c:v>
                </c:pt>
                <c:pt idx="3944">
                  <c:v>3.427</c:v>
                </c:pt>
                <c:pt idx="3945">
                  <c:v>3.4260000000000002</c:v>
                </c:pt>
                <c:pt idx="3946">
                  <c:v>3.4249999999999998</c:v>
                </c:pt>
                <c:pt idx="3947">
                  <c:v>3.4239999999999999</c:v>
                </c:pt>
                <c:pt idx="3948">
                  <c:v>3.4249999999999998</c:v>
                </c:pt>
                <c:pt idx="3949">
                  <c:v>3.423</c:v>
                </c:pt>
                <c:pt idx="3950">
                  <c:v>3.42</c:v>
                </c:pt>
                <c:pt idx="3951">
                  <c:v>3.42</c:v>
                </c:pt>
                <c:pt idx="3952">
                  <c:v>3.419</c:v>
                </c:pt>
                <c:pt idx="3953">
                  <c:v>3.4209999999999998</c:v>
                </c:pt>
                <c:pt idx="3954">
                  <c:v>3.4260000000000002</c:v>
                </c:pt>
                <c:pt idx="3955">
                  <c:v>3.431</c:v>
                </c:pt>
                <c:pt idx="3956">
                  <c:v>3.431</c:v>
                </c:pt>
                <c:pt idx="3957">
                  <c:v>3.4289999999999998</c:v>
                </c:pt>
                <c:pt idx="3958">
                  <c:v>3.4279999999999999</c:v>
                </c:pt>
                <c:pt idx="3959">
                  <c:v>3.4279999999999999</c:v>
                </c:pt>
                <c:pt idx="3960">
                  <c:v>3.4279999999999999</c:v>
                </c:pt>
                <c:pt idx="3961">
                  <c:v>3.4289999999999998</c:v>
                </c:pt>
                <c:pt idx="3962">
                  <c:v>3.431</c:v>
                </c:pt>
                <c:pt idx="3963">
                  <c:v>3.43</c:v>
                </c:pt>
                <c:pt idx="3964">
                  <c:v>3.4260000000000002</c:v>
                </c:pt>
                <c:pt idx="3965">
                  <c:v>3.4239999999999999</c:v>
                </c:pt>
                <c:pt idx="3966">
                  <c:v>3.4239999999999999</c:v>
                </c:pt>
                <c:pt idx="3967">
                  <c:v>3.4239999999999999</c:v>
                </c:pt>
                <c:pt idx="3968">
                  <c:v>3.4260000000000002</c:v>
                </c:pt>
                <c:pt idx="3969">
                  <c:v>3.4279999999999999</c:v>
                </c:pt>
                <c:pt idx="3970">
                  <c:v>3.43</c:v>
                </c:pt>
                <c:pt idx="3971">
                  <c:v>3.4319999999999999</c:v>
                </c:pt>
                <c:pt idx="3972">
                  <c:v>3.4319999999999999</c:v>
                </c:pt>
                <c:pt idx="3973">
                  <c:v>3.431</c:v>
                </c:pt>
                <c:pt idx="3974">
                  <c:v>3.4289999999999998</c:v>
                </c:pt>
                <c:pt idx="3975">
                  <c:v>3.4289999999999998</c:v>
                </c:pt>
                <c:pt idx="3976">
                  <c:v>3.427</c:v>
                </c:pt>
                <c:pt idx="3977">
                  <c:v>3.4260000000000002</c:v>
                </c:pt>
                <c:pt idx="3978">
                  <c:v>3.4260000000000002</c:v>
                </c:pt>
                <c:pt idx="3979">
                  <c:v>3.427</c:v>
                </c:pt>
                <c:pt idx="3980">
                  <c:v>3.427</c:v>
                </c:pt>
                <c:pt idx="3981">
                  <c:v>3.4260000000000002</c:v>
                </c:pt>
                <c:pt idx="3982">
                  <c:v>3.4260000000000002</c:v>
                </c:pt>
                <c:pt idx="3983">
                  <c:v>3.4249999999999998</c:v>
                </c:pt>
                <c:pt idx="3984">
                  <c:v>3.4249999999999998</c:v>
                </c:pt>
                <c:pt idx="3985">
                  <c:v>3.4279999999999999</c:v>
                </c:pt>
                <c:pt idx="3986">
                  <c:v>3.43</c:v>
                </c:pt>
                <c:pt idx="3987">
                  <c:v>3.431</c:v>
                </c:pt>
                <c:pt idx="3988">
                  <c:v>3.431</c:v>
                </c:pt>
                <c:pt idx="3989">
                  <c:v>3.427</c:v>
                </c:pt>
                <c:pt idx="3990">
                  <c:v>3.427</c:v>
                </c:pt>
                <c:pt idx="3991">
                  <c:v>3.4249999999999998</c:v>
                </c:pt>
                <c:pt idx="3992">
                  <c:v>3.4260000000000002</c:v>
                </c:pt>
                <c:pt idx="3993">
                  <c:v>3.427</c:v>
                </c:pt>
                <c:pt idx="3994">
                  <c:v>3.4279999999999999</c:v>
                </c:pt>
                <c:pt idx="3995">
                  <c:v>3.4289999999999998</c:v>
                </c:pt>
                <c:pt idx="3996">
                  <c:v>3.4279999999999999</c:v>
                </c:pt>
                <c:pt idx="3997">
                  <c:v>3.4260000000000002</c:v>
                </c:pt>
                <c:pt idx="3998">
                  <c:v>3.4260000000000002</c:v>
                </c:pt>
                <c:pt idx="3999">
                  <c:v>3.427</c:v>
                </c:pt>
                <c:pt idx="4000">
                  <c:v>3.4289999999999998</c:v>
                </c:pt>
                <c:pt idx="4001">
                  <c:v>3.43</c:v>
                </c:pt>
                <c:pt idx="4002">
                  <c:v>3.431</c:v>
                </c:pt>
                <c:pt idx="4003">
                  <c:v>3.431</c:v>
                </c:pt>
                <c:pt idx="4004">
                  <c:v>3.43</c:v>
                </c:pt>
                <c:pt idx="4005">
                  <c:v>3.43</c:v>
                </c:pt>
                <c:pt idx="4006">
                  <c:v>3.43</c:v>
                </c:pt>
                <c:pt idx="4007">
                  <c:v>3.4289999999999998</c:v>
                </c:pt>
                <c:pt idx="4008">
                  <c:v>3.427</c:v>
                </c:pt>
                <c:pt idx="4009">
                  <c:v>3.427</c:v>
                </c:pt>
                <c:pt idx="4010">
                  <c:v>3.4260000000000002</c:v>
                </c:pt>
                <c:pt idx="4011">
                  <c:v>3.4260000000000002</c:v>
                </c:pt>
                <c:pt idx="4012">
                  <c:v>3.4279999999999999</c:v>
                </c:pt>
                <c:pt idx="4013">
                  <c:v>3.4289999999999998</c:v>
                </c:pt>
                <c:pt idx="4014">
                  <c:v>3.4289999999999998</c:v>
                </c:pt>
                <c:pt idx="4015">
                  <c:v>3.43</c:v>
                </c:pt>
                <c:pt idx="4016">
                  <c:v>3.43</c:v>
                </c:pt>
                <c:pt idx="4017">
                  <c:v>3.4289999999999998</c:v>
                </c:pt>
                <c:pt idx="4018">
                  <c:v>3.4289999999999998</c:v>
                </c:pt>
                <c:pt idx="4019">
                  <c:v>3.4289999999999998</c:v>
                </c:pt>
                <c:pt idx="4020">
                  <c:v>3.43</c:v>
                </c:pt>
                <c:pt idx="4021">
                  <c:v>3.43</c:v>
                </c:pt>
                <c:pt idx="4022">
                  <c:v>3.43</c:v>
                </c:pt>
                <c:pt idx="4023">
                  <c:v>3.43</c:v>
                </c:pt>
                <c:pt idx="4024">
                  <c:v>3.4289999999999998</c:v>
                </c:pt>
                <c:pt idx="4025">
                  <c:v>3.4279999999999999</c:v>
                </c:pt>
                <c:pt idx="4026">
                  <c:v>3.4289999999999998</c:v>
                </c:pt>
                <c:pt idx="4027">
                  <c:v>3.43</c:v>
                </c:pt>
                <c:pt idx="4028">
                  <c:v>3.4319999999999999</c:v>
                </c:pt>
                <c:pt idx="4029">
                  <c:v>3.4319999999999999</c:v>
                </c:pt>
                <c:pt idx="4030">
                  <c:v>3.43</c:v>
                </c:pt>
                <c:pt idx="4031">
                  <c:v>3.4289999999999998</c:v>
                </c:pt>
                <c:pt idx="4032">
                  <c:v>3.43</c:v>
                </c:pt>
                <c:pt idx="4033">
                  <c:v>3.4329999999999998</c:v>
                </c:pt>
                <c:pt idx="4034">
                  <c:v>3.4350000000000001</c:v>
                </c:pt>
                <c:pt idx="4035">
                  <c:v>3.4340000000000002</c:v>
                </c:pt>
                <c:pt idx="4036">
                  <c:v>3.4319999999999999</c:v>
                </c:pt>
                <c:pt idx="4037">
                  <c:v>3.4319999999999999</c:v>
                </c:pt>
                <c:pt idx="4038">
                  <c:v>3.431</c:v>
                </c:pt>
                <c:pt idx="4039">
                  <c:v>3.431</c:v>
                </c:pt>
                <c:pt idx="4040">
                  <c:v>3.431</c:v>
                </c:pt>
                <c:pt idx="4041">
                  <c:v>3.4319999999999999</c:v>
                </c:pt>
                <c:pt idx="4042">
                  <c:v>3.4319999999999999</c:v>
                </c:pt>
                <c:pt idx="4043">
                  <c:v>3.43</c:v>
                </c:pt>
                <c:pt idx="4044">
                  <c:v>3.4289999999999998</c:v>
                </c:pt>
                <c:pt idx="4045">
                  <c:v>3.4289999999999998</c:v>
                </c:pt>
                <c:pt idx="4046">
                  <c:v>3.4279999999999999</c:v>
                </c:pt>
                <c:pt idx="4047">
                  <c:v>3.4289999999999998</c:v>
                </c:pt>
                <c:pt idx="4048">
                  <c:v>3.43</c:v>
                </c:pt>
                <c:pt idx="4049">
                  <c:v>3.431</c:v>
                </c:pt>
                <c:pt idx="4050">
                  <c:v>3.43</c:v>
                </c:pt>
                <c:pt idx="4051">
                  <c:v>3.43</c:v>
                </c:pt>
                <c:pt idx="4052">
                  <c:v>3.43</c:v>
                </c:pt>
                <c:pt idx="4053">
                  <c:v>3.43</c:v>
                </c:pt>
                <c:pt idx="4054">
                  <c:v>3.431</c:v>
                </c:pt>
                <c:pt idx="4055">
                  <c:v>3.4319999999999999</c:v>
                </c:pt>
                <c:pt idx="4056">
                  <c:v>3.4329999999999998</c:v>
                </c:pt>
                <c:pt idx="4057">
                  <c:v>3.4319999999999999</c:v>
                </c:pt>
                <c:pt idx="4058">
                  <c:v>3.431</c:v>
                </c:pt>
                <c:pt idx="4059">
                  <c:v>3.431</c:v>
                </c:pt>
                <c:pt idx="4060">
                  <c:v>3.4319999999999999</c:v>
                </c:pt>
                <c:pt idx="4061">
                  <c:v>3.4319999999999999</c:v>
                </c:pt>
                <c:pt idx="4062">
                  <c:v>3.4329999999999998</c:v>
                </c:pt>
                <c:pt idx="4063">
                  <c:v>3.4329999999999998</c:v>
                </c:pt>
                <c:pt idx="4064">
                  <c:v>3.431</c:v>
                </c:pt>
                <c:pt idx="4065">
                  <c:v>3.431</c:v>
                </c:pt>
                <c:pt idx="4066">
                  <c:v>3.431</c:v>
                </c:pt>
                <c:pt idx="4067">
                  <c:v>3.431</c:v>
                </c:pt>
                <c:pt idx="4068">
                  <c:v>3.431</c:v>
                </c:pt>
                <c:pt idx="4069">
                  <c:v>3.4329999999999998</c:v>
                </c:pt>
                <c:pt idx="4070">
                  <c:v>3.4319999999999999</c:v>
                </c:pt>
                <c:pt idx="4071">
                  <c:v>3.431</c:v>
                </c:pt>
                <c:pt idx="4072">
                  <c:v>3.4319999999999999</c:v>
                </c:pt>
                <c:pt idx="4073">
                  <c:v>3.4329999999999998</c:v>
                </c:pt>
                <c:pt idx="4074">
                  <c:v>3.4329999999999998</c:v>
                </c:pt>
                <c:pt idx="4075">
                  <c:v>3.4319999999999999</c:v>
                </c:pt>
                <c:pt idx="4076">
                  <c:v>3.4319999999999999</c:v>
                </c:pt>
                <c:pt idx="4077">
                  <c:v>3.4319999999999999</c:v>
                </c:pt>
                <c:pt idx="4078">
                  <c:v>3.431</c:v>
                </c:pt>
                <c:pt idx="4079">
                  <c:v>3.4329999999999998</c:v>
                </c:pt>
                <c:pt idx="4080">
                  <c:v>3.4340000000000002</c:v>
                </c:pt>
                <c:pt idx="4081">
                  <c:v>3.4350000000000001</c:v>
                </c:pt>
                <c:pt idx="4082">
                  <c:v>3.4329999999999998</c:v>
                </c:pt>
                <c:pt idx="4083">
                  <c:v>3.431</c:v>
                </c:pt>
                <c:pt idx="4084">
                  <c:v>3.431</c:v>
                </c:pt>
                <c:pt idx="4085">
                  <c:v>3.4289999999999998</c:v>
                </c:pt>
                <c:pt idx="4086">
                  <c:v>3.4289999999999998</c:v>
                </c:pt>
                <c:pt idx="4087">
                  <c:v>3.43</c:v>
                </c:pt>
                <c:pt idx="4088">
                  <c:v>3.4319999999999999</c:v>
                </c:pt>
                <c:pt idx="4089">
                  <c:v>3.4340000000000002</c:v>
                </c:pt>
                <c:pt idx="4090">
                  <c:v>3.4329999999999998</c:v>
                </c:pt>
                <c:pt idx="4091">
                  <c:v>3.4329999999999998</c:v>
                </c:pt>
                <c:pt idx="4092">
                  <c:v>3.4329999999999998</c:v>
                </c:pt>
                <c:pt idx="4093">
                  <c:v>3.4329999999999998</c:v>
                </c:pt>
                <c:pt idx="4094">
                  <c:v>3.4329999999999998</c:v>
                </c:pt>
                <c:pt idx="4095">
                  <c:v>3.4329999999999998</c:v>
                </c:pt>
                <c:pt idx="4096">
                  <c:v>3.4329999999999998</c:v>
                </c:pt>
                <c:pt idx="4097">
                  <c:v>3.4329999999999998</c:v>
                </c:pt>
                <c:pt idx="4098">
                  <c:v>3.4329999999999998</c:v>
                </c:pt>
                <c:pt idx="4099">
                  <c:v>3.4329999999999998</c:v>
                </c:pt>
                <c:pt idx="4100">
                  <c:v>3.4329999999999998</c:v>
                </c:pt>
                <c:pt idx="4101">
                  <c:v>3.4319999999999999</c:v>
                </c:pt>
                <c:pt idx="4102">
                  <c:v>3.4329999999999998</c:v>
                </c:pt>
                <c:pt idx="4103">
                  <c:v>3.4340000000000002</c:v>
                </c:pt>
                <c:pt idx="4104">
                  <c:v>3.4329999999999998</c:v>
                </c:pt>
                <c:pt idx="4105">
                  <c:v>3.4319999999999999</c:v>
                </c:pt>
                <c:pt idx="4106">
                  <c:v>3.43</c:v>
                </c:pt>
                <c:pt idx="4107">
                  <c:v>3.43</c:v>
                </c:pt>
                <c:pt idx="4108">
                  <c:v>3.431</c:v>
                </c:pt>
                <c:pt idx="4109">
                  <c:v>3.4319999999999999</c:v>
                </c:pt>
                <c:pt idx="4110">
                  <c:v>3.431</c:v>
                </c:pt>
                <c:pt idx="4111">
                  <c:v>3.427</c:v>
                </c:pt>
                <c:pt idx="4112">
                  <c:v>3.4260000000000002</c:v>
                </c:pt>
                <c:pt idx="4113">
                  <c:v>3.427</c:v>
                </c:pt>
                <c:pt idx="4114">
                  <c:v>3.4289999999999998</c:v>
                </c:pt>
                <c:pt idx="4115">
                  <c:v>3.4289999999999998</c:v>
                </c:pt>
                <c:pt idx="4116">
                  <c:v>3.4319999999999999</c:v>
                </c:pt>
                <c:pt idx="4117">
                  <c:v>3.4319999999999999</c:v>
                </c:pt>
                <c:pt idx="4118">
                  <c:v>3.4329999999999998</c:v>
                </c:pt>
                <c:pt idx="4119">
                  <c:v>3.4350000000000001</c:v>
                </c:pt>
                <c:pt idx="4120">
                  <c:v>3.4350000000000001</c:v>
                </c:pt>
                <c:pt idx="4121">
                  <c:v>3.4329999999999998</c:v>
                </c:pt>
                <c:pt idx="4122">
                  <c:v>3.4319999999999999</c:v>
                </c:pt>
                <c:pt idx="4123">
                  <c:v>3.4319999999999999</c:v>
                </c:pt>
                <c:pt idx="4124">
                  <c:v>3.431</c:v>
                </c:pt>
                <c:pt idx="4125">
                  <c:v>3.4289999999999998</c:v>
                </c:pt>
                <c:pt idx="4126">
                  <c:v>3.43</c:v>
                </c:pt>
                <c:pt idx="4127">
                  <c:v>3.43</c:v>
                </c:pt>
                <c:pt idx="4128">
                  <c:v>3.4319999999999999</c:v>
                </c:pt>
                <c:pt idx="4129">
                  <c:v>3.4319999999999999</c:v>
                </c:pt>
                <c:pt idx="4130">
                  <c:v>3.431</c:v>
                </c:pt>
                <c:pt idx="4131">
                  <c:v>3.431</c:v>
                </c:pt>
                <c:pt idx="4132">
                  <c:v>3.4289999999999998</c:v>
                </c:pt>
                <c:pt idx="4133">
                  <c:v>3.4289999999999998</c:v>
                </c:pt>
                <c:pt idx="4134">
                  <c:v>3.43</c:v>
                </c:pt>
                <c:pt idx="4135">
                  <c:v>3.4319999999999999</c:v>
                </c:pt>
                <c:pt idx="4136">
                  <c:v>3.431</c:v>
                </c:pt>
                <c:pt idx="4137">
                  <c:v>3.431</c:v>
                </c:pt>
                <c:pt idx="4138">
                  <c:v>3.431</c:v>
                </c:pt>
                <c:pt idx="4139">
                  <c:v>3.431</c:v>
                </c:pt>
                <c:pt idx="4140">
                  <c:v>3.431</c:v>
                </c:pt>
                <c:pt idx="4141">
                  <c:v>3.4319999999999999</c:v>
                </c:pt>
                <c:pt idx="4142">
                  <c:v>3.4319999999999999</c:v>
                </c:pt>
                <c:pt idx="4143">
                  <c:v>3.4319999999999999</c:v>
                </c:pt>
                <c:pt idx="4144">
                  <c:v>3.43</c:v>
                </c:pt>
                <c:pt idx="4145">
                  <c:v>3.4289999999999998</c:v>
                </c:pt>
                <c:pt idx="4146">
                  <c:v>3.4289999999999998</c:v>
                </c:pt>
                <c:pt idx="4147">
                  <c:v>3.4289999999999998</c:v>
                </c:pt>
                <c:pt idx="4148">
                  <c:v>3.43</c:v>
                </c:pt>
                <c:pt idx="4149">
                  <c:v>3.431</c:v>
                </c:pt>
                <c:pt idx="4150">
                  <c:v>3.431</c:v>
                </c:pt>
                <c:pt idx="4151">
                  <c:v>3.431</c:v>
                </c:pt>
                <c:pt idx="4152">
                  <c:v>3.431</c:v>
                </c:pt>
                <c:pt idx="4153">
                  <c:v>3.431</c:v>
                </c:pt>
                <c:pt idx="4154">
                  <c:v>3.431</c:v>
                </c:pt>
                <c:pt idx="4155">
                  <c:v>3.43</c:v>
                </c:pt>
                <c:pt idx="4156">
                  <c:v>3.43</c:v>
                </c:pt>
                <c:pt idx="4157">
                  <c:v>3.4279999999999999</c:v>
                </c:pt>
                <c:pt idx="4158">
                  <c:v>3.4260000000000002</c:v>
                </c:pt>
                <c:pt idx="4159">
                  <c:v>3.427</c:v>
                </c:pt>
                <c:pt idx="4160">
                  <c:v>3.4279999999999999</c:v>
                </c:pt>
                <c:pt idx="4161">
                  <c:v>3.431</c:v>
                </c:pt>
                <c:pt idx="4162">
                  <c:v>3.431</c:v>
                </c:pt>
                <c:pt idx="4163">
                  <c:v>3.4329999999999998</c:v>
                </c:pt>
                <c:pt idx="4164">
                  <c:v>3.4329999999999998</c:v>
                </c:pt>
                <c:pt idx="4165">
                  <c:v>3.43</c:v>
                </c:pt>
                <c:pt idx="4166">
                  <c:v>3.4289999999999998</c:v>
                </c:pt>
                <c:pt idx="4167">
                  <c:v>3.43</c:v>
                </c:pt>
                <c:pt idx="4168">
                  <c:v>3.43</c:v>
                </c:pt>
                <c:pt idx="4169">
                  <c:v>3.43</c:v>
                </c:pt>
                <c:pt idx="4170">
                  <c:v>3.43</c:v>
                </c:pt>
                <c:pt idx="4171">
                  <c:v>3.427</c:v>
                </c:pt>
                <c:pt idx="4172">
                  <c:v>3.4249999999999998</c:v>
                </c:pt>
                <c:pt idx="4173">
                  <c:v>3.4260000000000002</c:v>
                </c:pt>
                <c:pt idx="4174">
                  <c:v>3.4279999999999999</c:v>
                </c:pt>
                <c:pt idx="4175">
                  <c:v>3.43</c:v>
                </c:pt>
                <c:pt idx="4176">
                  <c:v>3.43</c:v>
                </c:pt>
                <c:pt idx="4177">
                  <c:v>3.4289999999999998</c:v>
                </c:pt>
                <c:pt idx="4178">
                  <c:v>3.4289999999999998</c:v>
                </c:pt>
                <c:pt idx="4179">
                  <c:v>3.4279999999999999</c:v>
                </c:pt>
                <c:pt idx="4180">
                  <c:v>3.4289999999999998</c:v>
                </c:pt>
                <c:pt idx="4181">
                  <c:v>3.4279999999999999</c:v>
                </c:pt>
                <c:pt idx="4182">
                  <c:v>3.427</c:v>
                </c:pt>
                <c:pt idx="4183">
                  <c:v>3.4279999999999999</c:v>
                </c:pt>
                <c:pt idx="4184">
                  <c:v>3.4279999999999999</c:v>
                </c:pt>
                <c:pt idx="4185">
                  <c:v>3.4279999999999999</c:v>
                </c:pt>
                <c:pt idx="4186">
                  <c:v>3.4279999999999999</c:v>
                </c:pt>
                <c:pt idx="4187">
                  <c:v>3.4289999999999998</c:v>
                </c:pt>
                <c:pt idx="4188">
                  <c:v>3.43</c:v>
                </c:pt>
                <c:pt idx="4189">
                  <c:v>3.43</c:v>
                </c:pt>
                <c:pt idx="4190">
                  <c:v>3.43</c:v>
                </c:pt>
                <c:pt idx="4191">
                  <c:v>3.4289999999999998</c:v>
                </c:pt>
                <c:pt idx="4192">
                  <c:v>3.4289999999999998</c:v>
                </c:pt>
                <c:pt idx="4193">
                  <c:v>3.4289999999999998</c:v>
                </c:pt>
                <c:pt idx="4194">
                  <c:v>3.4279999999999999</c:v>
                </c:pt>
                <c:pt idx="4195">
                  <c:v>3.4279999999999999</c:v>
                </c:pt>
                <c:pt idx="4196">
                  <c:v>3.4279999999999999</c:v>
                </c:pt>
                <c:pt idx="4197">
                  <c:v>3.4249999999999998</c:v>
                </c:pt>
                <c:pt idx="4198">
                  <c:v>3.4249999999999998</c:v>
                </c:pt>
                <c:pt idx="4199">
                  <c:v>3.4260000000000002</c:v>
                </c:pt>
                <c:pt idx="4200">
                  <c:v>3.4279999999999999</c:v>
                </c:pt>
                <c:pt idx="4201">
                  <c:v>3.4279999999999999</c:v>
                </c:pt>
                <c:pt idx="4202">
                  <c:v>3.4289999999999998</c:v>
                </c:pt>
                <c:pt idx="4203">
                  <c:v>3.43</c:v>
                </c:pt>
                <c:pt idx="4204">
                  <c:v>3.4289999999999998</c:v>
                </c:pt>
                <c:pt idx="4205">
                  <c:v>3.4260000000000002</c:v>
                </c:pt>
                <c:pt idx="4206">
                  <c:v>3.4249999999999998</c:v>
                </c:pt>
                <c:pt idx="4207">
                  <c:v>3.4249999999999998</c:v>
                </c:pt>
                <c:pt idx="4208">
                  <c:v>3.4249999999999998</c:v>
                </c:pt>
                <c:pt idx="4209">
                  <c:v>3.4249999999999998</c:v>
                </c:pt>
                <c:pt idx="4210">
                  <c:v>3.4260000000000002</c:v>
                </c:pt>
                <c:pt idx="4211">
                  <c:v>3.4279999999999999</c:v>
                </c:pt>
                <c:pt idx="4212">
                  <c:v>3.427</c:v>
                </c:pt>
                <c:pt idx="4213">
                  <c:v>3.4260000000000002</c:v>
                </c:pt>
                <c:pt idx="4214">
                  <c:v>3.4249999999999998</c:v>
                </c:pt>
                <c:pt idx="4215">
                  <c:v>3.4239999999999999</c:v>
                </c:pt>
                <c:pt idx="4216">
                  <c:v>3.4239999999999999</c:v>
                </c:pt>
                <c:pt idx="4217">
                  <c:v>3.4239999999999999</c:v>
                </c:pt>
                <c:pt idx="4218">
                  <c:v>3.4249999999999998</c:v>
                </c:pt>
                <c:pt idx="4219">
                  <c:v>3.4249999999999998</c:v>
                </c:pt>
                <c:pt idx="4220">
                  <c:v>3.4249999999999998</c:v>
                </c:pt>
                <c:pt idx="4221">
                  <c:v>3.4260000000000002</c:v>
                </c:pt>
                <c:pt idx="4222">
                  <c:v>3.4260000000000002</c:v>
                </c:pt>
                <c:pt idx="4223">
                  <c:v>3.4260000000000002</c:v>
                </c:pt>
                <c:pt idx="4224">
                  <c:v>3.4249999999999998</c:v>
                </c:pt>
                <c:pt idx="4225">
                  <c:v>3.4239999999999999</c:v>
                </c:pt>
                <c:pt idx="4226">
                  <c:v>3.4239999999999999</c:v>
                </c:pt>
                <c:pt idx="4227">
                  <c:v>3.4249999999999998</c:v>
                </c:pt>
                <c:pt idx="4228">
                  <c:v>3.4260000000000002</c:v>
                </c:pt>
                <c:pt idx="4229">
                  <c:v>3.4260000000000002</c:v>
                </c:pt>
                <c:pt idx="4230">
                  <c:v>3.4260000000000002</c:v>
                </c:pt>
                <c:pt idx="4231">
                  <c:v>3.4239999999999999</c:v>
                </c:pt>
                <c:pt idx="4232">
                  <c:v>3.4239999999999999</c:v>
                </c:pt>
                <c:pt idx="4233">
                  <c:v>3.4249999999999998</c:v>
                </c:pt>
                <c:pt idx="4234">
                  <c:v>3.427</c:v>
                </c:pt>
                <c:pt idx="4235">
                  <c:v>3.4260000000000002</c:v>
                </c:pt>
                <c:pt idx="4236">
                  <c:v>3.4249999999999998</c:v>
                </c:pt>
                <c:pt idx="4237">
                  <c:v>3.4239999999999999</c:v>
                </c:pt>
                <c:pt idx="4238">
                  <c:v>3.423</c:v>
                </c:pt>
                <c:pt idx="4239">
                  <c:v>3.4239999999999999</c:v>
                </c:pt>
                <c:pt idx="4240">
                  <c:v>3.4249999999999998</c:v>
                </c:pt>
                <c:pt idx="4241">
                  <c:v>3.427</c:v>
                </c:pt>
                <c:pt idx="4242">
                  <c:v>3.4279999999999999</c:v>
                </c:pt>
                <c:pt idx="4243">
                  <c:v>3.4279999999999999</c:v>
                </c:pt>
                <c:pt idx="4244">
                  <c:v>3.4260000000000002</c:v>
                </c:pt>
                <c:pt idx="4245">
                  <c:v>3.4239999999999999</c:v>
                </c:pt>
                <c:pt idx="4246">
                  <c:v>3.423</c:v>
                </c:pt>
                <c:pt idx="4247">
                  <c:v>3.4239999999999999</c:v>
                </c:pt>
                <c:pt idx="4248">
                  <c:v>3.4249999999999998</c:v>
                </c:pt>
                <c:pt idx="4249">
                  <c:v>3.427</c:v>
                </c:pt>
                <c:pt idx="4250">
                  <c:v>3.4260000000000002</c:v>
                </c:pt>
                <c:pt idx="4251">
                  <c:v>3.4239999999999999</c:v>
                </c:pt>
                <c:pt idx="4252">
                  <c:v>3.4239999999999999</c:v>
                </c:pt>
                <c:pt idx="4253">
                  <c:v>3.4239999999999999</c:v>
                </c:pt>
                <c:pt idx="4254">
                  <c:v>3.4239999999999999</c:v>
                </c:pt>
                <c:pt idx="4255">
                  <c:v>3.4239999999999999</c:v>
                </c:pt>
                <c:pt idx="4256">
                  <c:v>3.423</c:v>
                </c:pt>
                <c:pt idx="4257">
                  <c:v>3.4209999999999998</c:v>
                </c:pt>
                <c:pt idx="4258">
                  <c:v>3.419</c:v>
                </c:pt>
                <c:pt idx="4259">
                  <c:v>3.42</c:v>
                </c:pt>
                <c:pt idx="4260">
                  <c:v>3.4209999999999998</c:v>
                </c:pt>
                <c:pt idx="4261">
                  <c:v>3.4220000000000002</c:v>
                </c:pt>
                <c:pt idx="4262">
                  <c:v>3.423</c:v>
                </c:pt>
                <c:pt idx="4263">
                  <c:v>3.423</c:v>
                </c:pt>
                <c:pt idx="4264">
                  <c:v>3.423</c:v>
                </c:pt>
                <c:pt idx="4265">
                  <c:v>3.423</c:v>
                </c:pt>
                <c:pt idx="4266">
                  <c:v>3.4239999999999999</c:v>
                </c:pt>
                <c:pt idx="4267">
                  <c:v>3.4239999999999999</c:v>
                </c:pt>
                <c:pt idx="4268">
                  <c:v>3.423</c:v>
                </c:pt>
                <c:pt idx="4269">
                  <c:v>3.423</c:v>
                </c:pt>
                <c:pt idx="4270">
                  <c:v>3.423</c:v>
                </c:pt>
                <c:pt idx="4271">
                  <c:v>3.423</c:v>
                </c:pt>
                <c:pt idx="4272">
                  <c:v>3.4220000000000002</c:v>
                </c:pt>
                <c:pt idx="4273">
                  <c:v>3.42</c:v>
                </c:pt>
                <c:pt idx="4274">
                  <c:v>3.42</c:v>
                </c:pt>
                <c:pt idx="4275">
                  <c:v>3.4209999999999998</c:v>
                </c:pt>
                <c:pt idx="4276">
                  <c:v>3.4220000000000002</c:v>
                </c:pt>
                <c:pt idx="4277">
                  <c:v>3.4239999999999999</c:v>
                </c:pt>
                <c:pt idx="4278">
                  <c:v>3.423</c:v>
                </c:pt>
                <c:pt idx="4279">
                  <c:v>3.4220000000000002</c:v>
                </c:pt>
                <c:pt idx="4280">
                  <c:v>3.4220000000000002</c:v>
                </c:pt>
                <c:pt idx="4281">
                  <c:v>3.4209999999999998</c:v>
                </c:pt>
                <c:pt idx="4282">
                  <c:v>3.4209999999999998</c:v>
                </c:pt>
                <c:pt idx="4283">
                  <c:v>3.4209999999999998</c:v>
                </c:pt>
                <c:pt idx="4284">
                  <c:v>3.4209999999999998</c:v>
                </c:pt>
                <c:pt idx="4285">
                  <c:v>3.4209999999999998</c:v>
                </c:pt>
                <c:pt idx="4286">
                  <c:v>3.4220000000000002</c:v>
                </c:pt>
                <c:pt idx="4287">
                  <c:v>3.4239999999999999</c:v>
                </c:pt>
                <c:pt idx="4288">
                  <c:v>3.4249999999999998</c:v>
                </c:pt>
                <c:pt idx="4289">
                  <c:v>3.4260000000000002</c:v>
                </c:pt>
                <c:pt idx="4290">
                  <c:v>3.423</c:v>
                </c:pt>
                <c:pt idx="4291">
                  <c:v>3.4209999999999998</c:v>
                </c:pt>
                <c:pt idx="4292">
                  <c:v>3.419</c:v>
                </c:pt>
                <c:pt idx="4293">
                  <c:v>3.419</c:v>
                </c:pt>
                <c:pt idx="4294">
                  <c:v>3.4220000000000002</c:v>
                </c:pt>
                <c:pt idx="4295">
                  <c:v>3.423</c:v>
                </c:pt>
                <c:pt idx="4296">
                  <c:v>3.4249999999999998</c:v>
                </c:pt>
                <c:pt idx="4297">
                  <c:v>3.4239999999999999</c:v>
                </c:pt>
                <c:pt idx="4298">
                  <c:v>3.4220000000000002</c:v>
                </c:pt>
                <c:pt idx="4299">
                  <c:v>3.42</c:v>
                </c:pt>
                <c:pt idx="4300">
                  <c:v>3.4180000000000001</c:v>
                </c:pt>
                <c:pt idx="4301">
                  <c:v>3.4180000000000001</c:v>
                </c:pt>
                <c:pt idx="4302">
                  <c:v>3.419</c:v>
                </c:pt>
                <c:pt idx="4303">
                  <c:v>3.419</c:v>
                </c:pt>
                <c:pt idx="4304">
                  <c:v>3.419</c:v>
                </c:pt>
                <c:pt idx="4305">
                  <c:v>3.419</c:v>
                </c:pt>
                <c:pt idx="4306">
                  <c:v>3.42</c:v>
                </c:pt>
                <c:pt idx="4307">
                  <c:v>3.42</c:v>
                </c:pt>
                <c:pt idx="4308">
                  <c:v>3.4220000000000002</c:v>
                </c:pt>
                <c:pt idx="4309">
                  <c:v>3.423</c:v>
                </c:pt>
                <c:pt idx="4310">
                  <c:v>3.423</c:v>
                </c:pt>
                <c:pt idx="4311">
                  <c:v>3.4220000000000002</c:v>
                </c:pt>
                <c:pt idx="4312">
                  <c:v>3.4220000000000002</c:v>
                </c:pt>
                <c:pt idx="4313">
                  <c:v>3.42</c:v>
                </c:pt>
                <c:pt idx="4314">
                  <c:v>3.419</c:v>
                </c:pt>
                <c:pt idx="4315">
                  <c:v>3.4180000000000001</c:v>
                </c:pt>
                <c:pt idx="4316">
                  <c:v>3.4169999999999998</c:v>
                </c:pt>
                <c:pt idx="4317">
                  <c:v>3.4159999999999999</c:v>
                </c:pt>
                <c:pt idx="4318">
                  <c:v>3.4159999999999999</c:v>
                </c:pt>
                <c:pt idx="4319">
                  <c:v>3.4159999999999999</c:v>
                </c:pt>
                <c:pt idx="4320">
                  <c:v>3.4180000000000001</c:v>
                </c:pt>
                <c:pt idx="4321">
                  <c:v>3.4209999999999998</c:v>
                </c:pt>
                <c:pt idx="4322">
                  <c:v>3.4209999999999998</c:v>
                </c:pt>
                <c:pt idx="4323">
                  <c:v>3.4220000000000002</c:v>
                </c:pt>
                <c:pt idx="4324">
                  <c:v>3.42</c:v>
                </c:pt>
                <c:pt idx="4325">
                  <c:v>3.4180000000000001</c:v>
                </c:pt>
                <c:pt idx="4326">
                  <c:v>3.4169999999999998</c:v>
                </c:pt>
                <c:pt idx="4327">
                  <c:v>3.4169999999999998</c:v>
                </c:pt>
                <c:pt idx="4328">
                  <c:v>3.4180000000000001</c:v>
                </c:pt>
                <c:pt idx="4329">
                  <c:v>3.4180000000000001</c:v>
                </c:pt>
                <c:pt idx="4330">
                  <c:v>3.4180000000000001</c:v>
                </c:pt>
                <c:pt idx="4331">
                  <c:v>3.4180000000000001</c:v>
                </c:pt>
                <c:pt idx="4332">
                  <c:v>3.4169999999999998</c:v>
                </c:pt>
                <c:pt idx="4333">
                  <c:v>3.4169999999999998</c:v>
                </c:pt>
                <c:pt idx="4334">
                  <c:v>3.4169999999999998</c:v>
                </c:pt>
                <c:pt idx="4335">
                  <c:v>3.419</c:v>
                </c:pt>
                <c:pt idx="4336">
                  <c:v>3.42</c:v>
                </c:pt>
                <c:pt idx="4337">
                  <c:v>3.4180000000000001</c:v>
                </c:pt>
                <c:pt idx="4338">
                  <c:v>3.4159999999999999</c:v>
                </c:pt>
                <c:pt idx="4339">
                  <c:v>3.4140000000000001</c:v>
                </c:pt>
                <c:pt idx="4340">
                  <c:v>3.4129999999999998</c:v>
                </c:pt>
                <c:pt idx="4341">
                  <c:v>3.4159999999999999</c:v>
                </c:pt>
                <c:pt idx="4342">
                  <c:v>3.4169999999999998</c:v>
                </c:pt>
                <c:pt idx="4343">
                  <c:v>3.4180000000000001</c:v>
                </c:pt>
                <c:pt idx="4344">
                  <c:v>3.4159999999999999</c:v>
                </c:pt>
                <c:pt idx="4345">
                  <c:v>3.4129999999999998</c:v>
                </c:pt>
                <c:pt idx="4346">
                  <c:v>3.4129999999999998</c:v>
                </c:pt>
                <c:pt idx="4347">
                  <c:v>3.4140000000000001</c:v>
                </c:pt>
                <c:pt idx="4348">
                  <c:v>3.4159999999999999</c:v>
                </c:pt>
                <c:pt idx="4349">
                  <c:v>3.4180000000000001</c:v>
                </c:pt>
                <c:pt idx="4350">
                  <c:v>3.419</c:v>
                </c:pt>
                <c:pt idx="4351">
                  <c:v>3.4180000000000001</c:v>
                </c:pt>
                <c:pt idx="4352">
                  <c:v>3.4159999999999999</c:v>
                </c:pt>
                <c:pt idx="4353">
                  <c:v>3.415</c:v>
                </c:pt>
                <c:pt idx="4354">
                  <c:v>3.4159999999999999</c:v>
                </c:pt>
                <c:pt idx="4355">
                  <c:v>3.4169999999999998</c:v>
                </c:pt>
                <c:pt idx="4356">
                  <c:v>3.4169999999999998</c:v>
                </c:pt>
                <c:pt idx="4357">
                  <c:v>3.4159999999999999</c:v>
                </c:pt>
                <c:pt idx="4358">
                  <c:v>3.4159999999999999</c:v>
                </c:pt>
                <c:pt idx="4359">
                  <c:v>3.415</c:v>
                </c:pt>
                <c:pt idx="4360">
                  <c:v>3.4140000000000001</c:v>
                </c:pt>
                <c:pt idx="4361">
                  <c:v>3.4140000000000001</c:v>
                </c:pt>
                <c:pt idx="4362">
                  <c:v>3.415</c:v>
                </c:pt>
                <c:pt idx="4363">
                  <c:v>3.415</c:v>
                </c:pt>
                <c:pt idx="4364">
                  <c:v>3.4140000000000001</c:v>
                </c:pt>
                <c:pt idx="4365">
                  <c:v>3.4140000000000001</c:v>
                </c:pt>
                <c:pt idx="4366">
                  <c:v>3.415</c:v>
                </c:pt>
                <c:pt idx="4367">
                  <c:v>3.4169999999999998</c:v>
                </c:pt>
                <c:pt idx="4368">
                  <c:v>3.4180000000000001</c:v>
                </c:pt>
                <c:pt idx="4369">
                  <c:v>3.4180000000000001</c:v>
                </c:pt>
                <c:pt idx="4370">
                  <c:v>3.4180000000000001</c:v>
                </c:pt>
                <c:pt idx="4371">
                  <c:v>3.4159999999999999</c:v>
                </c:pt>
                <c:pt idx="4372">
                  <c:v>3.415</c:v>
                </c:pt>
                <c:pt idx="4373">
                  <c:v>3.4140000000000001</c:v>
                </c:pt>
                <c:pt idx="4374">
                  <c:v>3.4129999999999998</c:v>
                </c:pt>
                <c:pt idx="4375">
                  <c:v>3.411</c:v>
                </c:pt>
                <c:pt idx="4376">
                  <c:v>3.411</c:v>
                </c:pt>
                <c:pt idx="4377">
                  <c:v>3.4119999999999999</c:v>
                </c:pt>
                <c:pt idx="4378">
                  <c:v>3.4119999999999999</c:v>
                </c:pt>
                <c:pt idx="4379">
                  <c:v>3.4129999999999998</c:v>
                </c:pt>
                <c:pt idx="4380">
                  <c:v>3.4140000000000001</c:v>
                </c:pt>
                <c:pt idx="4381">
                  <c:v>3.415</c:v>
                </c:pt>
                <c:pt idx="4382">
                  <c:v>3.415</c:v>
                </c:pt>
                <c:pt idx="4383">
                  <c:v>3.415</c:v>
                </c:pt>
                <c:pt idx="4384">
                  <c:v>3.415</c:v>
                </c:pt>
                <c:pt idx="4385">
                  <c:v>3.415</c:v>
                </c:pt>
                <c:pt idx="4386">
                  <c:v>3.4159999999999999</c:v>
                </c:pt>
                <c:pt idx="4387">
                  <c:v>3.4159999999999999</c:v>
                </c:pt>
                <c:pt idx="4388">
                  <c:v>3.415</c:v>
                </c:pt>
                <c:pt idx="4389">
                  <c:v>3.4140000000000001</c:v>
                </c:pt>
                <c:pt idx="4390">
                  <c:v>3.411</c:v>
                </c:pt>
                <c:pt idx="4391">
                  <c:v>3.4089999999999998</c:v>
                </c:pt>
                <c:pt idx="4392">
                  <c:v>3.4079999999999999</c:v>
                </c:pt>
                <c:pt idx="4393">
                  <c:v>3.4089999999999998</c:v>
                </c:pt>
                <c:pt idx="4394">
                  <c:v>3.4119999999999999</c:v>
                </c:pt>
                <c:pt idx="4395">
                  <c:v>3.415</c:v>
                </c:pt>
                <c:pt idx="4396">
                  <c:v>3.415</c:v>
                </c:pt>
                <c:pt idx="4397">
                  <c:v>3.415</c:v>
                </c:pt>
                <c:pt idx="4398">
                  <c:v>3.411</c:v>
                </c:pt>
                <c:pt idx="4399">
                  <c:v>3.4089999999999998</c:v>
                </c:pt>
                <c:pt idx="4400">
                  <c:v>3.41</c:v>
                </c:pt>
                <c:pt idx="4401">
                  <c:v>3.41</c:v>
                </c:pt>
                <c:pt idx="4402">
                  <c:v>3.411</c:v>
                </c:pt>
                <c:pt idx="4403">
                  <c:v>3.4140000000000001</c:v>
                </c:pt>
                <c:pt idx="4404">
                  <c:v>3.419</c:v>
                </c:pt>
                <c:pt idx="4405">
                  <c:v>3.42</c:v>
                </c:pt>
                <c:pt idx="4406">
                  <c:v>3.4209999999999998</c:v>
                </c:pt>
                <c:pt idx="4407">
                  <c:v>3.4249999999999998</c:v>
                </c:pt>
                <c:pt idx="4408">
                  <c:v>3.4249999999999998</c:v>
                </c:pt>
                <c:pt idx="4409">
                  <c:v>3.4249999999999998</c:v>
                </c:pt>
                <c:pt idx="4410">
                  <c:v>3.423</c:v>
                </c:pt>
                <c:pt idx="4411">
                  <c:v>3.42</c:v>
                </c:pt>
                <c:pt idx="4412">
                  <c:v>3.419</c:v>
                </c:pt>
                <c:pt idx="4413">
                  <c:v>3.4209999999999998</c:v>
                </c:pt>
                <c:pt idx="4414">
                  <c:v>3.4209999999999998</c:v>
                </c:pt>
                <c:pt idx="4415">
                  <c:v>3.419</c:v>
                </c:pt>
                <c:pt idx="4416">
                  <c:v>3.42</c:v>
                </c:pt>
                <c:pt idx="4417">
                  <c:v>3.42</c:v>
                </c:pt>
                <c:pt idx="4418">
                  <c:v>3.4169999999999998</c:v>
                </c:pt>
                <c:pt idx="4419">
                  <c:v>3.415</c:v>
                </c:pt>
                <c:pt idx="4420">
                  <c:v>3.4159999999999999</c:v>
                </c:pt>
                <c:pt idx="4421">
                  <c:v>3.415</c:v>
                </c:pt>
                <c:pt idx="4422">
                  <c:v>3.4129999999999998</c:v>
                </c:pt>
                <c:pt idx="4423">
                  <c:v>3.4140000000000001</c:v>
                </c:pt>
                <c:pt idx="4424">
                  <c:v>3.4129999999999998</c:v>
                </c:pt>
                <c:pt idx="4425">
                  <c:v>3.411</c:v>
                </c:pt>
                <c:pt idx="4426">
                  <c:v>3.411</c:v>
                </c:pt>
                <c:pt idx="4427">
                  <c:v>3.4119999999999999</c:v>
                </c:pt>
                <c:pt idx="4428">
                  <c:v>3.4140000000000001</c:v>
                </c:pt>
                <c:pt idx="4429">
                  <c:v>3.4159999999999999</c:v>
                </c:pt>
                <c:pt idx="4430">
                  <c:v>3.4159999999999999</c:v>
                </c:pt>
                <c:pt idx="4431">
                  <c:v>3.415</c:v>
                </c:pt>
                <c:pt idx="4432">
                  <c:v>3.4140000000000001</c:v>
                </c:pt>
                <c:pt idx="4433">
                  <c:v>3.4129999999999998</c:v>
                </c:pt>
                <c:pt idx="4434">
                  <c:v>3.4119999999999999</c:v>
                </c:pt>
                <c:pt idx="4435">
                  <c:v>3.4129999999999998</c:v>
                </c:pt>
                <c:pt idx="4436">
                  <c:v>3.4129999999999998</c:v>
                </c:pt>
                <c:pt idx="4437">
                  <c:v>3.4159999999999999</c:v>
                </c:pt>
                <c:pt idx="4438">
                  <c:v>3.4129999999999998</c:v>
                </c:pt>
                <c:pt idx="4439">
                  <c:v>3.411</c:v>
                </c:pt>
                <c:pt idx="4440">
                  <c:v>3.411</c:v>
                </c:pt>
                <c:pt idx="4441">
                  <c:v>3.4119999999999999</c:v>
                </c:pt>
                <c:pt idx="4442">
                  <c:v>3.4129999999999998</c:v>
                </c:pt>
                <c:pt idx="4443">
                  <c:v>3.4129999999999998</c:v>
                </c:pt>
                <c:pt idx="4444">
                  <c:v>3.4119999999999999</c:v>
                </c:pt>
                <c:pt idx="4445">
                  <c:v>3.41</c:v>
                </c:pt>
                <c:pt idx="4446">
                  <c:v>3.41</c:v>
                </c:pt>
                <c:pt idx="4447">
                  <c:v>3.411</c:v>
                </c:pt>
                <c:pt idx="4448">
                  <c:v>3.411</c:v>
                </c:pt>
                <c:pt idx="4449">
                  <c:v>3.411</c:v>
                </c:pt>
                <c:pt idx="4450">
                  <c:v>3.4079999999999999</c:v>
                </c:pt>
                <c:pt idx="4451">
                  <c:v>3.4060000000000001</c:v>
                </c:pt>
                <c:pt idx="4452">
                  <c:v>3.4020000000000001</c:v>
                </c:pt>
                <c:pt idx="4453">
                  <c:v>3.4009999999999998</c:v>
                </c:pt>
                <c:pt idx="4454">
                  <c:v>3.4020000000000001</c:v>
                </c:pt>
                <c:pt idx="4455">
                  <c:v>3.4020000000000001</c:v>
                </c:pt>
                <c:pt idx="4456">
                  <c:v>3.4020000000000001</c:v>
                </c:pt>
                <c:pt idx="4457">
                  <c:v>3.403</c:v>
                </c:pt>
                <c:pt idx="4458">
                  <c:v>3.4039999999999999</c:v>
                </c:pt>
                <c:pt idx="4459">
                  <c:v>3.4039999999999999</c:v>
                </c:pt>
                <c:pt idx="4460">
                  <c:v>3.4020000000000001</c:v>
                </c:pt>
                <c:pt idx="4461">
                  <c:v>3.4</c:v>
                </c:pt>
                <c:pt idx="4462">
                  <c:v>3.4</c:v>
                </c:pt>
                <c:pt idx="4463">
                  <c:v>3.4</c:v>
                </c:pt>
                <c:pt idx="4464">
                  <c:v>3.4020000000000001</c:v>
                </c:pt>
                <c:pt idx="4465">
                  <c:v>3.403</c:v>
                </c:pt>
                <c:pt idx="4466">
                  <c:v>3.403</c:v>
                </c:pt>
                <c:pt idx="4467">
                  <c:v>3.403</c:v>
                </c:pt>
                <c:pt idx="4468">
                  <c:v>3.4020000000000001</c:v>
                </c:pt>
                <c:pt idx="4469">
                  <c:v>3.4020000000000001</c:v>
                </c:pt>
                <c:pt idx="4470">
                  <c:v>3.403</c:v>
                </c:pt>
                <c:pt idx="4471">
                  <c:v>3.403</c:v>
                </c:pt>
                <c:pt idx="4472">
                  <c:v>3.4020000000000001</c:v>
                </c:pt>
                <c:pt idx="4473">
                  <c:v>3.4020000000000001</c:v>
                </c:pt>
                <c:pt idx="4474">
                  <c:v>3.403</c:v>
                </c:pt>
                <c:pt idx="4475">
                  <c:v>3.4039999999999999</c:v>
                </c:pt>
                <c:pt idx="4476">
                  <c:v>3.4060000000000001</c:v>
                </c:pt>
                <c:pt idx="4477">
                  <c:v>3.4079999999999999</c:v>
                </c:pt>
                <c:pt idx="4478">
                  <c:v>3.407</c:v>
                </c:pt>
                <c:pt idx="4479">
                  <c:v>3.4060000000000001</c:v>
                </c:pt>
                <c:pt idx="4480">
                  <c:v>3.4060000000000001</c:v>
                </c:pt>
                <c:pt idx="4481">
                  <c:v>3.407</c:v>
                </c:pt>
                <c:pt idx="4482">
                  <c:v>3.4079999999999999</c:v>
                </c:pt>
                <c:pt idx="4483">
                  <c:v>3.4089999999999998</c:v>
                </c:pt>
                <c:pt idx="4484">
                  <c:v>3.4089999999999998</c:v>
                </c:pt>
                <c:pt idx="4485">
                  <c:v>3.407</c:v>
                </c:pt>
                <c:pt idx="4486">
                  <c:v>3.4060000000000001</c:v>
                </c:pt>
                <c:pt idx="4487">
                  <c:v>3.4060000000000001</c:v>
                </c:pt>
                <c:pt idx="4488">
                  <c:v>3.4079999999999999</c:v>
                </c:pt>
                <c:pt idx="4489">
                  <c:v>3.411</c:v>
                </c:pt>
                <c:pt idx="4490">
                  <c:v>3.411</c:v>
                </c:pt>
                <c:pt idx="4491">
                  <c:v>3.411</c:v>
                </c:pt>
                <c:pt idx="4492">
                  <c:v>3.41</c:v>
                </c:pt>
                <c:pt idx="4493">
                  <c:v>3.41</c:v>
                </c:pt>
                <c:pt idx="4494">
                  <c:v>3.411</c:v>
                </c:pt>
                <c:pt idx="4495">
                  <c:v>3.4119999999999999</c:v>
                </c:pt>
                <c:pt idx="4496">
                  <c:v>3.4129999999999998</c:v>
                </c:pt>
                <c:pt idx="4497">
                  <c:v>3.4129999999999998</c:v>
                </c:pt>
                <c:pt idx="4498">
                  <c:v>3.4129999999999998</c:v>
                </c:pt>
                <c:pt idx="4499">
                  <c:v>3.4129999999999998</c:v>
                </c:pt>
                <c:pt idx="4500">
                  <c:v>3.4140000000000001</c:v>
                </c:pt>
                <c:pt idx="4501">
                  <c:v>3.415</c:v>
                </c:pt>
                <c:pt idx="4502">
                  <c:v>3.415</c:v>
                </c:pt>
                <c:pt idx="4503">
                  <c:v>3.4140000000000001</c:v>
                </c:pt>
                <c:pt idx="4504">
                  <c:v>3.4129999999999998</c:v>
                </c:pt>
                <c:pt idx="4505">
                  <c:v>3.411</c:v>
                </c:pt>
                <c:pt idx="4506">
                  <c:v>3.411</c:v>
                </c:pt>
                <c:pt idx="4507">
                  <c:v>3.4119999999999999</c:v>
                </c:pt>
                <c:pt idx="4508">
                  <c:v>3.4129999999999998</c:v>
                </c:pt>
                <c:pt idx="4509">
                  <c:v>3.4129999999999998</c:v>
                </c:pt>
                <c:pt idx="4510">
                  <c:v>3.4140000000000001</c:v>
                </c:pt>
                <c:pt idx="4511">
                  <c:v>3.4140000000000001</c:v>
                </c:pt>
                <c:pt idx="4512">
                  <c:v>3.4140000000000001</c:v>
                </c:pt>
                <c:pt idx="4513">
                  <c:v>3.4119999999999999</c:v>
                </c:pt>
                <c:pt idx="4514">
                  <c:v>3.4119999999999999</c:v>
                </c:pt>
                <c:pt idx="4515">
                  <c:v>3.4119999999999999</c:v>
                </c:pt>
                <c:pt idx="4516">
                  <c:v>3.4119999999999999</c:v>
                </c:pt>
                <c:pt idx="4517">
                  <c:v>3.4129999999999998</c:v>
                </c:pt>
                <c:pt idx="4518">
                  <c:v>3.411</c:v>
                </c:pt>
                <c:pt idx="4519">
                  <c:v>3.41</c:v>
                </c:pt>
                <c:pt idx="4520">
                  <c:v>3.41</c:v>
                </c:pt>
                <c:pt idx="4521">
                  <c:v>3.4119999999999999</c:v>
                </c:pt>
                <c:pt idx="4522">
                  <c:v>3.4129999999999998</c:v>
                </c:pt>
                <c:pt idx="4523">
                  <c:v>3.4140000000000001</c:v>
                </c:pt>
                <c:pt idx="4524">
                  <c:v>3.4140000000000001</c:v>
                </c:pt>
                <c:pt idx="4525">
                  <c:v>3.4119999999999999</c:v>
                </c:pt>
                <c:pt idx="4526">
                  <c:v>3.41</c:v>
                </c:pt>
                <c:pt idx="4527">
                  <c:v>3.4079999999999999</c:v>
                </c:pt>
                <c:pt idx="4528">
                  <c:v>3.4079999999999999</c:v>
                </c:pt>
                <c:pt idx="4529">
                  <c:v>3.41</c:v>
                </c:pt>
                <c:pt idx="4530">
                  <c:v>3.411</c:v>
                </c:pt>
                <c:pt idx="4531">
                  <c:v>3.4119999999999999</c:v>
                </c:pt>
                <c:pt idx="4532">
                  <c:v>3.41</c:v>
                </c:pt>
                <c:pt idx="4533">
                  <c:v>3.41</c:v>
                </c:pt>
                <c:pt idx="4534">
                  <c:v>3.41</c:v>
                </c:pt>
                <c:pt idx="4535">
                  <c:v>3.41</c:v>
                </c:pt>
                <c:pt idx="4536">
                  <c:v>3.411</c:v>
                </c:pt>
                <c:pt idx="4537">
                  <c:v>3.4119999999999999</c:v>
                </c:pt>
                <c:pt idx="4538">
                  <c:v>3.411</c:v>
                </c:pt>
                <c:pt idx="4539">
                  <c:v>3.4089999999999998</c:v>
                </c:pt>
                <c:pt idx="4540">
                  <c:v>3.407</c:v>
                </c:pt>
                <c:pt idx="4541">
                  <c:v>3.4060000000000001</c:v>
                </c:pt>
                <c:pt idx="4542">
                  <c:v>3.4060000000000001</c:v>
                </c:pt>
                <c:pt idx="4543">
                  <c:v>3.407</c:v>
                </c:pt>
                <c:pt idx="4544">
                  <c:v>3.4079999999999999</c:v>
                </c:pt>
                <c:pt idx="4545">
                  <c:v>3.4089999999999998</c:v>
                </c:pt>
                <c:pt idx="4546">
                  <c:v>3.4079999999999999</c:v>
                </c:pt>
                <c:pt idx="4547">
                  <c:v>3.4079999999999999</c:v>
                </c:pt>
                <c:pt idx="4548">
                  <c:v>3.407</c:v>
                </c:pt>
                <c:pt idx="4549">
                  <c:v>3.407</c:v>
                </c:pt>
                <c:pt idx="4550">
                  <c:v>3.4049999999999998</c:v>
                </c:pt>
                <c:pt idx="4551">
                  <c:v>3.403</c:v>
                </c:pt>
                <c:pt idx="4552">
                  <c:v>3.403</c:v>
                </c:pt>
                <c:pt idx="4553">
                  <c:v>3.4049999999999998</c:v>
                </c:pt>
                <c:pt idx="4554">
                  <c:v>3.41</c:v>
                </c:pt>
                <c:pt idx="4555">
                  <c:v>3.4119999999999999</c:v>
                </c:pt>
                <c:pt idx="4556">
                  <c:v>3.4129999999999998</c:v>
                </c:pt>
                <c:pt idx="4557">
                  <c:v>3.4119999999999999</c:v>
                </c:pt>
                <c:pt idx="4558">
                  <c:v>3.4089999999999998</c:v>
                </c:pt>
                <c:pt idx="4559">
                  <c:v>3.4060000000000001</c:v>
                </c:pt>
                <c:pt idx="4560">
                  <c:v>3.4039999999999999</c:v>
                </c:pt>
                <c:pt idx="4561">
                  <c:v>3.4039999999999999</c:v>
                </c:pt>
                <c:pt idx="4562">
                  <c:v>3.4039999999999999</c:v>
                </c:pt>
                <c:pt idx="4563">
                  <c:v>3.4049999999999998</c:v>
                </c:pt>
                <c:pt idx="4564">
                  <c:v>3.4060000000000001</c:v>
                </c:pt>
                <c:pt idx="4565">
                  <c:v>3.4060000000000001</c:v>
                </c:pt>
                <c:pt idx="4566">
                  <c:v>3.4039999999999999</c:v>
                </c:pt>
                <c:pt idx="4567">
                  <c:v>3.4020000000000001</c:v>
                </c:pt>
                <c:pt idx="4568">
                  <c:v>3.403</c:v>
                </c:pt>
                <c:pt idx="4569">
                  <c:v>3.4039999999999999</c:v>
                </c:pt>
                <c:pt idx="4570">
                  <c:v>3.4039999999999999</c:v>
                </c:pt>
                <c:pt idx="4571">
                  <c:v>3.403</c:v>
                </c:pt>
                <c:pt idx="4572">
                  <c:v>3.4</c:v>
                </c:pt>
                <c:pt idx="4573">
                  <c:v>3.399</c:v>
                </c:pt>
                <c:pt idx="4574">
                  <c:v>3.4</c:v>
                </c:pt>
                <c:pt idx="4575">
                  <c:v>3.4009999999999998</c:v>
                </c:pt>
                <c:pt idx="4576">
                  <c:v>3.4020000000000001</c:v>
                </c:pt>
                <c:pt idx="4577">
                  <c:v>3.4020000000000001</c:v>
                </c:pt>
                <c:pt idx="4578">
                  <c:v>3.403</c:v>
                </c:pt>
                <c:pt idx="4579">
                  <c:v>3.4009999999999998</c:v>
                </c:pt>
                <c:pt idx="4580">
                  <c:v>3.4</c:v>
                </c:pt>
                <c:pt idx="4581">
                  <c:v>3.4009999999999998</c:v>
                </c:pt>
                <c:pt idx="4582">
                  <c:v>3.403</c:v>
                </c:pt>
                <c:pt idx="4583">
                  <c:v>3.4020000000000001</c:v>
                </c:pt>
                <c:pt idx="4584">
                  <c:v>3.4020000000000001</c:v>
                </c:pt>
                <c:pt idx="4585">
                  <c:v>3.399</c:v>
                </c:pt>
                <c:pt idx="4586">
                  <c:v>3.3969999999999998</c:v>
                </c:pt>
                <c:pt idx="4587">
                  <c:v>3.3980000000000001</c:v>
                </c:pt>
                <c:pt idx="4588">
                  <c:v>3.3980000000000001</c:v>
                </c:pt>
                <c:pt idx="4589">
                  <c:v>3.3980000000000001</c:v>
                </c:pt>
                <c:pt idx="4590">
                  <c:v>3.3969999999999998</c:v>
                </c:pt>
                <c:pt idx="4591">
                  <c:v>3.3969999999999998</c:v>
                </c:pt>
                <c:pt idx="4592">
                  <c:v>3.3969999999999998</c:v>
                </c:pt>
                <c:pt idx="4593">
                  <c:v>3.3969999999999998</c:v>
                </c:pt>
                <c:pt idx="4594">
                  <c:v>3.3969999999999998</c:v>
                </c:pt>
                <c:pt idx="4595">
                  <c:v>3.3969999999999998</c:v>
                </c:pt>
                <c:pt idx="4596">
                  <c:v>3.3969999999999998</c:v>
                </c:pt>
                <c:pt idx="4597">
                  <c:v>3.399</c:v>
                </c:pt>
                <c:pt idx="4598">
                  <c:v>3.4</c:v>
                </c:pt>
                <c:pt idx="4599">
                  <c:v>3.399</c:v>
                </c:pt>
                <c:pt idx="4600">
                  <c:v>3.3980000000000001</c:v>
                </c:pt>
                <c:pt idx="4601">
                  <c:v>3.3959999999999999</c:v>
                </c:pt>
                <c:pt idx="4602">
                  <c:v>3.3959999999999999</c:v>
                </c:pt>
                <c:pt idx="4603">
                  <c:v>3.3959999999999999</c:v>
                </c:pt>
                <c:pt idx="4604">
                  <c:v>3.3959999999999999</c:v>
                </c:pt>
                <c:pt idx="4605">
                  <c:v>3.3959999999999999</c:v>
                </c:pt>
                <c:pt idx="4606">
                  <c:v>3.3959999999999999</c:v>
                </c:pt>
                <c:pt idx="4607">
                  <c:v>3.3959999999999999</c:v>
                </c:pt>
                <c:pt idx="4608">
                  <c:v>3.3959999999999999</c:v>
                </c:pt>
                <c:pt idx="4609">
                  <c:v>3.3959999999999999</c:v>
                </c:pt>
                <c:pt idx="4610">
                  <c:v>3.395</c:v>
                </c:pt>
                <c:pt idx="4611">
                  <c:v>3.3940000000000001</c:v>
                </c:pt>
                <c:pt idx="4612">
                  <c:v>3.3929999999999998</c:v>
                </c:pt>
                <c:pt idx="4613">
                  <c:v>3.3919999999999999</c:v>
                </c:pt>
                <c:pt idx="4614">
                  <c:v>3.391</c:v>
                </c:pt>
                <c:pt idx="4615">
                  <c:v>3.391</c:v>
                </c:pt>
                <c:pt idx="4616">
                  <c:v>3.3919999999999999</c:v>
                </c:pt>
                <c:pt idx="4617">
                  <c:v>3.3940000000000001</c:v>
                </c:pt>
                <c:pt idx="4618">
                  <c:v>3.3929999999999998</c:v>
                </c:pt>
                <c:pt idx="4619">
                  <c:v>3.3919999999999999</c:v>
                </c:pt>
                <c:pt idx="4620">
                  <c:v>3.391</c:v>
                </c:pt>
                <c:pt idx="4621">
                  <c:v>3.391</c:v>
                </c:pt>
                <c:pt idx="4622">
                  <c:v>3.39</c:v>
                </c:pt>
                <c:pt idx="4623">
                  <c:v>3.39</c:v>
                </c:pt>
                <c:pt idx="4624">
                  <c:v>3.39</c:v>
                </c:pt>
                <c:pt idx="4625">
                  <c:v>3.39</c:v>
                </c:pt>
                <c:pt idx="4626">
                  <c:v>3.39</c:v>
                </c:pt>
                <c:pt idx="4627">
                  <c:v>3.39</c:v>
                </c:pt>
                <c:pt idx="4628">
                  <c:v>3.39</c:v>
                </c:pt>
                <c:pt idx="4629">
                  <c:v>3.3879999999999999</c:v>
                </c:pt>
                <c:pt idx="4630">
                  <c:v>3.3889999999999998</c:v>
                </c:pt>
                <c:pt idx="4631">
                  <c:v>3.39</c:v>
                </c:pt>
                <c:pt idx="4632">
                  <c:v>3.391</c:v>
                </c:pt>
                <c:pt idx="4633">
                  <c:v>3.3959999999999999</c:v>
                </c:pt>
                <c:pt idx="4634">
                  <c:v>3.4020000000000001</c:v>
                </c:pt>
                <c:pt idx="4635">
                  <c:v>3.4039999999999999</c:v>
                </c:pt>
                <c:pt idx="4636">
                  <c:v>3.4079999999999999</c:v>
                </c:pt>
                <c:pt idx="4637">
                  <c:v>3.41</c:v>
                </c:pt>
                <c:pt idx="4638">
                  <c:v>3.411</c:v>
                </c:pt>
                <c:pt idx="4639">
                  <c:v>3.411</c:v>
                </c:pt>
                <c:pt idx="4640">
                  <c:v>3.411</c:v>
                </c:pt>
                <c:pt idx="4641">
                  <c:v>3.415</c:v>
                </c:pt>
                <c:pt idx="4642">
                  <c:v>3.4180000000000001</c:v>
                </c:pt>
                <c:pt idx="4643">
                  <c:v>3.419</c:v>
                </c:pt>
                <c:pt idx="4644">
                  <c:v>3.4220000000000002</c:v>
                </c:pt>
                <c:pt idx="4645">
                  <c:v>3.4239999999999999</c:v>
                </c:pt>
                <c:pt idx="4646">
                  <c:v>3.4249999999999998</c:v>
                </c:pt>
                <c:pt idx="4647">
                  <c:v>3.4249999999999998</c:v>
                </c:pt>
                <c:pt idx="4648">
                  <c:v>3.4260000000000002</c:v>
                </c:pt>
                <c:pt idx="4649">
                  <c:v>3.4260000000000002</c:v>
                </c:pt>
                <c:pt idx="4650">
                  <c:v>3.427</c:v>
                </c:pt>
                <c:pt idx="4651">
                  <c:v>3.4279999999999999</c:v>
                </c:pt>
                <c:pt idx="4652">
                  <c:v>3.427</c:v>
                </c:pt>
                <c:pt idx="4653">
                  <c:v>3.427</c:v>
                </c:pt>
                <c:pt idx="4654">
                  <c:v>3.427</c:v>
                </c:pt>
                <c:pt idx="4655">
                  <c:v>3.4279999999999999</c:v>
                </c:pt>
                <c:pt idx="4656">
                  <c:v>3.43</c:v>
                </c:pt>
                <c:pt idx="4657">
                  <c:v>3.431</c:v>
                </c:pt>
                <c:pt idx="4658">
                  <c:v>3.43</c:v>
                </c:pt>
                <c:pt idx="4659">
                  <c:v>3.43</c:v>
                </c:pt>
                <c:pt idx="4660">
                  <c:v>3.4289999999999998</c:v>
                </c:pt>
                <c:pt idx="4661">
                  <c:v>3.43</c:v>
                </c:pt>
                <c:pt idx="4662">
                  <c:v>3.431</c:v>
                </c:pt>
                <c:pt idx="4663">
                  <c:v>3.4319999999999999</c:v>
                </c:pt>
                <c:pt idx="4664">
                  <c:v>3.4340000000000002</c:v>
                </c:pt>
                <c:pt idx="4665">
                  <c:v>3.4329999999999998</c:v>
                </c:pt>
                <c:pt idx="4666">
                  <c:v>3.4319999999999999</c:v>
                </c:pt>
                <c:pt idx="4667">
                  <c:v>3.431</c:v>
                </c:pt>
                <c:pt idx="4668">
                  <c:v>3.43</c:v>
                </c:pt>
                <c:pt idx="4669">
                  <c:v>3.43</c:v>
                </c:pt>
                <c:pt idx="4670">
                  <c:v>3.43</c:v>
                </c:pt>
                <c:pt idx="4671">
                  <c:v>3.4319999999999999</c:v>
                </c:pt>
                <c:pt idx="4672">
                  <c:v>3.4329999999999998</c:v>
                </c:pt>
                <c:pt idx="4673">
                  <c:v>3.4340000000000002</c:v>
                </c:pt>
                <c:pt idx="4674">
                  <c:v>3.4350000000000001</c:v>
                </c:pt>
                <c:pt idx="4675">
                  <c:v>3.4350000000000001</c:v>
                </c:pt>
                <c:pt idx="4676">
                  <c:v>3.4350000000000001</c:v>
                </c:pt>
                <c:pt idx="4677">
                  <c:v>3.4350000000000001</c:v>
                </c:pt>
                <c:pt idx="4678">
                  <c:v>3.4340000000000002</c:v>
                </c:pt>
                <c:pt idx="4679">
                  <c:v>3.4350000000000001</c:v>
                </c:pt>
                <c:pt idx="4680">
                  <c:v>3.4350000000000001</c:v>
                </c:pt>
                <c:pt idx="4681">
                  <c:v>3.4340000000000002</c:v>
                </c:pt>
                <c:pt idx="4682">
                  <c:v>3.4329999999999998</c:v>
                </c:pt>
                <c:pt idx="4683">
                  <c:v>3.4329999999999998</c:v>
                </c:pt>
                <c:pt idx="4684">
                  <c:v>3.4340000000000002</c:v>
                </c:pt>
                <c:pt idx="4685">
                  <c:v>3.4359999999999999</c:v>
                </c:pt>
                <c:pt idx="4686">
                  <c:v>3.4369999999999998</c:v>
                </c:pt>
                <c:pt idx="4687">
                  <c:v>3.4390000000000001</c:v>
                </c:pt>
                <c:pt idx="4688">
                  <c:v>3.4380000000000002</c:v>
                </c:pt>
                <c:pt idx="4689">
                  <c:v>3.4359999999999999</c:v>
                </c:pt>
                <c:pt idx="4690">
                  <c:v>3.4350000000000001</c:v>
                </c:pt>
                <c:pt idx="4691">
                  <c:v>3.4340000000000002</c:v>
                </c:pt>
                <c:pt idx="4692">
                  <c:v>3.4340000000000002</c:v>
                </c:pt>
                <c:pt idx="4693">
                  <c:v>3.4359999999999999</c:v>
                </c:pt>
                <c:pt idx="4694">
                  <c:v>3.4369999999999998</c:v>
                </c:pt>
                <c:pt idx="4695">
                  <c:v>3.4350000000000001</c:v>
                </c:pt>
                <c:pt idx="4696">
                  <c:v>3.4340000000000002</c:v>
                </c:pt>
                <c:pt idx="4697">
                  <c:v>3.4359999999999999</c:v>
                </c:pt>
                <c:pt idx="4698">
                  <c:v>3.4359999999999999</c:v>
                </c:pt>
                <c:pt idx="4699">
                  <c:v>3.4359999999999999</c:v>
                </c:pt>
                <c:pt idx="4700">
                  <c:v>3.4369999999999998</c:v>
                </c:pt>
                <c:pt idx="4701">
                  <c:v>3.4369999999999998</c:v>
                </c:pt>
                <c:pt idx="4702">
                  <c:v>3.4359999999999999</c:v>
                </c:pt>
                <c:pt idx="4703">
                  <c:v>3.4340000000000002</c:v>
                </c:pt>
                <c:pt idx="4704">
                  <c:v>3.4340000000000002</c:v>
                </c:pt>
                <c:pt idx="4705">
                  <c:v>3.4340000000000002</c:v>
                </c:pt>
                <c:pt idx="4706">
                  <c:v>3.4340000000000002</c:v>
                </c:pt>
                <c:pt idx="4707">
                  <c:v>3.4359999999999999</c:v>
                </c:pt>
                <c:pt idx="4708">
                  <c:v>3.4380000000000002</c:v>
                </c:pt>
                <c:pt idx="4709">
                  <c:v>3.4380000000000002</c:v>
                </c:pt>
                <c:pt idx="4710">
                  <c:v>3.4390000000000001</c:v>
                </c:pt>
                <c:pt idx="4711">
                  <c:v>3.4390000000000001</c:v>
                </c:pt>
                <c:pt idx="4712">
                  <c:v>3.4369999999999998</c:v>
                </c:pt>
                <c:pt idx="4713">
                  <c:v>3.4369999999999998</c:v>
                </c:pt>
                <c:pt idx="4714">
                  <c:v>3.4359999999999999</c:v>
                </c:pt>
                <c:pt idx="4715">
                  <c:v>3.4359999999999999</c:v>
                </c:pt>
                <c:pt idx="4716">
                  <c:v>3.4350000000000001</c:v>
                </c:pt>
                <c:pt idx="4717">
                  <c:v>3.4350000000000001</c:v>
                </c:pt>
                <c:pt idx="4718">
                  <c:v>3.4359999999999999</c:v>
                </c:pt>
                <c:pt idx="4719">
                  <c:v>3.4369999999999998</c:v>
                </c:pt>
                <c:pt idx="4720">
                  <c:v>3.4369999999999998</c:v>
                </c:pt>
                <c:pt idx="4721">
                  <c:v>3.4369999999999998</c:v>
                </c:pt>
                <c:pt idx="4722">
                  <c:v>3.4359999999999999</c:v>
                </c:pt>
                <c:pt idx="4723">
                  <c:v>3.4350000000000001</c:v>
                </c:pt>
                <c:pt idx="4724">
                  <c:v>3.4350000000000001</c:v>
                </c:pt>
                <c:pt idx="4725">
                  <c:v>3.4350000000000001</c:v>
                </c:pt>
                <c:pt idx="4726">
                  <c:v>3.4369999999999998</c:v>
                </c:pt>
                <c:pt idx="4727">
                  <c:v>3.4359999999999999</c:v>
                </c:pt>
                <c:pt idx="4728">
                  <c:v>3.4350000000000001</c:v>
                </c:pt>
                <c:pt idx="4729">
                  <c:v>3.4350000000000001</c:v>
                </c:pt>
                <c:pt idx="4730">
                  <c:v>3.4350000000000001</c:v>
                </c:pt>
                <c:pt idx="4731">
                  <c:v>3.4350000000000001</c:v>
                </c:pt>
                <c:pt idx="4732">
                  <c:v>3.4359999999999999</c:v>
                </c:pt>
                <c:pt idx="4733">
                  <c:v>3.4359999999999999</c:v>
                </c:pt>
                <c:pt idx="4734">
                  <c:v>3.4350000000000001</c:v>
                </c:pt>
                <c:pt idx="4735">
                  <c:v>3.4359999999999999</c:v>
                </c:pt>
                <c:pt idx="4736">
                  <c:v>3.4380000000000002</c:v>
                </c:pt>
                <c:pt idx="4737">
                  <c:v>3.44</c:v>
                </c:pt>
                <c:pt idx="4738">
                  <c:v>3.4409999999999998</c:v>
                </c:pt>
                <c:pt idx="4739">
                  <c:v>3.4380000000000002</c:v>
                </c:pt>
                <c:pt idx="4740">
                  <c:v>3.4369999999999998</c:v>
                </c:pt>
                <c:pt idx="4741">
                  <c:v>3.4369999999999998</c:v>
                </c:pt>
                <c:pt idx="4742">
                  <c:v>3.4380000000000002</c:v>
                </c:pt>
                <c:pt idx="4743">
                  <c:v>3.4380000000000002</c:v>
                </c:pt>
                <c:pt idx="4744">
                  <c:v>3.4380000000000002</c:v>
                </c:pt>
                <c:pt idx="4745">
                  <c:v>3.4369999999999998</c:v>
                </c:pt>
                <c:pt idx="4746">
                  <c:v>3.4359999999999999</c:v>
                </c:pt>
                <c:pt idx="4747">
                  <c:v>3.4369999999999998</c:v>
                </c:pt>
                <c:pt idx="4748">
                  <c:v>3.4390000000000001</c:v>
                </c:pt>
                <c:pt idx="4749">
                  <c:v>3.4390000000000001</c:v>
                </c:pt>
                <c:pt idx="4750">
                  <c:v>3.4380000000000002</c:v>
                </c:pt>
                <c:pt idx="4751">
                  <c:v>3.4359999999999999</c:v>
                </c:pt>
                <c:pt idx="4752">
                  <c:v>3.4350000000000001</c:v>
                </c:pt>
                <c:pt idx="4753">
                  <c:v>3.4350000000000001</c:v>
                </c:pt>
                <c:pt idx="4754">
                  <c:v>3.4350000000000001</c:v>
                </c:pt>
                <c:pt idx="4755">
                  <c:v>3.4359999999999999</c:v>
                </c:pt>
                <c:pt idx="4756">
                  <c:v>3.4369999999999998</c:v>
                </c:pt>
                <c:pt idx="4757">
                  <c:v>3.4369999999999998</c:v>
                </c:pt>
                <c:pt idx="4758">
                  <c:v>3.4359999999999999</c:v>
                </c:pt>
                <c:pt idx="4759">
                  <c:v>3.4350000000000001</c:v>
                </c:pt>
                <c:pt idx="4760">
                  <c:v>3.4350000000000001</c:v>
                </c:pt>
                <c:pt idx="4761">
                  <c:v>3.4359999999999999</c:v>
                </c:pt>
                <c:pt idx="4762">
                  <c:v>3.4369999999999998</c:v>
                </c:pt>
                <c:pt idx="4763">
                  <c:v>3.4380000000000002</c:v>
                </c:pt>
                <c:pt idx="4764">
                  <c:v>3.4380000000000002</c:v>
                </c:pt>
                <c:pt idx="4765">
                  <c:v>3.4369999999999998</c:v>
                </c:pt>
                <c:pt idx="4766">
                  <c:v>3.4369999999999998</c:v>
                </c:pt>
                <c:pt idx="4767">
                  <c:v>3.4369999999999998</c:v>
                </c:pt>
                <c:pt idx="4768">
                  <c:v>3.4369999999999998</c:v>
                </c:pt>
                <c:pt idx="4769">
                  <c:v>3.4380000000000002</c:v>
                </c:pt>
                <c:pt idx="4770">
                  <c:v>3.4390000000000001</c:v>
                </c:pt>
                <c:pt idx="4771">
                  <c:v>3.4390000000000001</c:v>
                </c:pt>
                <c:pt idx="4772">
                  <c:v>3.4380000000000002</c:v>
                </c:pt>
                <c:pt idx="4773">
                  <c:v>3.4359999999999999</c:v>
                </c:pt>
                <c:pt idx="4774">
                  <c:v>3.4359999999999999</c:v>
                </c:pt>
                <c:pt idx="4775">
                  <c:v>3.4350000000000001</c:v>
                </c:pt>
                <c:pt idx="4776">
                  <c:v>3.4340000000000002</c:v>
                </c:pt>
                <c:pt idx="4777">
                  <c:v>3.4340000000000002</c:v>
                </c:pt>
                <c:pt idx="4778">
                  <c:v>3.4359999999999999</c:v>
                </c:pt>
                <c:pt idx="4779">
                  <c:v>3.4380000000000002</c:v>
                </c:pt>
                <c:pt idx="4780">
                  <c:v>3.4380000000000002</c:v>
                </c:pt>
                <c:pt idx="4781">
                  <c:v>3.4380000000000002</c:v>
                </c:pt>
                <c:pt idx="4782">
                  <c:v>3.4380000000000002</c:v>
                </c:pt>
                <c:pt idx="4783">
                  <c:v>3.4369999999999998</c:v>
                </c:pt>
                <c:pt idx="4784">
                  <c:v>3.4369999999999998</c:v>
                </c:pt>
                <c:pt idx="4785">
                  <c:v>3.4369999999999998</c:v>
                </c:pt>
                <c:pt idx="4786">
                  <c:v>3.4369999999999998</c:v>
                </c:pt>
                <c:pt idx="4787">
                  <c:v>3.4369999999999998</c:v>
                </c:pt>
                <c:pt idx="4788">
                  <c:v>3.4369999999999998</c:v>
                </c:pt>
                <c:pt idx="4789">
                  <c:v>3.4369999999999998</c:v>
                </c:pt>
                <c:pt idx="4790">
                  <c:v>3.4359999999999999</c:v>
                </c:pt>
                <c:pt idx="4791">
                  <c:v>3.4359999999999999</c:v>
                </c:pt>
                <c:pt idx="4792">
                  <c:v>3.4369999999999998</c:v>
                </c:pt>
                <c:pt idx="4793">
                  <c:v>3.4369999999999998</c:v>
                </c:pt>
                <c:pt idx="4794">
                  <c:v>3.4369999999999998</c:v>
                </c:pt>
                <c:pt idx="4795">
                  <c:v>3.4369999999999998</c:v>
                </c:pt>
                <c:pt idx="4796">
                  <c:v>3.4380000000000002</c:v>
                </c:pt>
                <c:pt idx="4797">
                  <c:v>3.4369999999999998</c:v>
                </c:pt>
                <c:pt idx="4798">
                  <c:v>3.4359999999999999</c:v>
                </c:pt>
                <c:pt idx="4799">
                  <c:v>3.4359999999999999</c:v>
                </c:pt>
                <c:pt idx="4800">
                  <c:v>3.4369999999999998</c:v>
                </c:pt>
                <c:pt idx="4801">
                  <c:v>3.4369999999999998</c:v>
                </c:pt>
                <c:pt idx="4802">
                  <c:v>3.4380000000000002</c:v>
                </c:pt>
                <c:pt idx="4803">
                  <c:v>3.4380000000000002</c:v>
                </c:pt>
                <c:pt idx="4804">
                  <c:v>3.4369999999999998</c:v>
                </c:pt>
                <c:pt idx="4805">
                  <c:v>3.4369999999999998</c:v>
                </c:pt>
                <c:pt idx="4806">
                  <c:v>3.4359999999999999</c:v>
                </c:pt>
                <c:pt idx="4807">
                  <c:v>3.4350000000000001</c:v>
                </c:pt>
                <c:pt idx="4808">
                  <c:v>3.4329999999999998</c:v>
                </c:pt>
                <c:pt idx="4809">
                  <c:v>3.4340000000000002</c:v>
                </c:pt>
                <c:pt idx="4810">
                  <c:v>3.4359999999999999</c:v>
                </c:pt>
                <c:pt idx="4811">
                  <c:v>3.4369999999999998</c:v>
                </c:pt>
                <c:pt idx="4812">
                  <c:v>3.4359999999999999</c:v>
                </c:pt>
                <c:pt idx="4813">
                  <c:v>3.4340000000000002</c:v>
                </c:pt>
                <c:pt idx="4814">
                  <c:v>3.4340000000000002</c:v>
                </c:pt>
                <c:pt idx="4815">
                  <c:v>3.4350000000000001</c:v>
                </c:pt>
                <c:pt idx="4816">
                  <c:v>3.4359999999999999</c:v>
                </c:pt>
                <c:pt idx="4817">
                  <c:v>3.4369999999999998</c:v>
                </c:pt>
                <c:pt idx="4818">
                  <c:v>3.4380000000000002</c:v>
                </c:pt>
                <c:pt idx="4819">
                  <c:v>3.4380000000000002</c:v>
                </c:pt>
                <c:pt idx="4820">
                  <c:v>3.4369999999999998</c:v>
                </c:pt>
                <c:pt idx="4821">
                  <c:v>3.4359999999999999</c:v>
                </c:pt>
                <c:pt idx="4822">
                  <c:v>3.4369999999999998</c:v>
                </c:pt>
                <c:pt idx="4823">
                  <c:v>3.4369999999999998</c:v>
                </c:pt>
                <c:pt idx="4824">
                  <c:v>3.4369999999999998</c:v>
                </c:pt>
                <c:pt idx="4825">
                  <c:v>3.4359999999999999</c:v>
                </c:pt>
                <c:pt idx="4826">
                  <c:v>3.4350000000000001</c:v>
                </c:pt>
                <c:pt idx="4827">
                  <c:v>3.4350000000000001</c:v>
                </c:pt>
                <c:pt idx="4828">
                  <c:v>3.4350000000000001</c:v>
                </c:pt>
                <c:pt idx="4829">
                  <c:v>3.4369999999999998</c:v>
                </c:pt>
                <c:pt idx="4830">
                  <c:v>3.4369999999999998</c:v>
                </c:pt>
                <c:pt idx="4831">
                  <c:v>3.4359999999999999</c:v>
                </c:pt>
                <c:pt idx="4832">
                  <c:v>3.4340000000000002</c:v>
                </c:pt>
                <c:pt idx="4833">
                  <c:v>3.4340000000000002</c:v>
                </c:pt>
                <c:pt idx="4834">
                  <c:v>3.4350000000000001</c:v>
                </c:pt>
                <c:pt idx="4835">
                  <c:v>3.4350000000000001</c:v>
                </c:pt>
                <c:pt idx="4836">
                  <c:v>3.4359999999999999</c:v>
                </c:pt>
                <c:pt idx="4837">
                  <c:v>3.4369999999999998</c:v>
                </c:pt>
                <c:pt idx="4838">
                  <c:v>3.4369999999999998</c:v>
                </c:pt>
                <c:pt idx="4839">
                  <c:v>3.4369999999999998</c:v>
                </c:pt>
                <c:pt idx="4840">
                  <c:v>3.4359999999999999</c:v>
                </c:pt>
                <c:pt idx="4841">
                  <c:v>3.4350000000000001</c:v>
                </c:pt>
                <c:pt idx="4842">
                  <c:v>3.4350000000000001</c:v>
                </c:pt>
                <c:pt idx="4843">
                  <c:v>3.4359999999999999</c:v>
                </c:pt>
                <c:pt idx="4844">
                  <c:v>3.4359999999999999</c:v>
                </c:pt>
                <c:pt idx="4845">
                  <c:v>3.4359999999999999</c:v>
                </c:pt>
                <c:pt idx="4846">
                  <c:v>3.4359999999999999</c:v>
                </c:pt>
                <c:pt idx="4847">
                  <c:v>3.4359999999999999</c:v>
                </c:pt>
                <c:pt idx="4848">
                  <c:v>3.4350000000000001</c:v>
                </c:pt>
                <c:pt idx="4849">
                  <c:v>3.4359999999999999</c:v>
                </c:pt>
                <c:pt idx="4850">
                  <c:v>3.4359999999999999</c:v>
                </c:pt>
                <c:pt idx="4851">
                  <c:v>3.4380000000000002</c:v>
                </c:pt>
                <c:pt idx="4852">
                  <c:v>3.4369999999999998</c:v>
                </c:pt>
                <c:pt idx="4853">
                  <c:v>3.4340000000000002</c:v>
                </c:pt>
                <c:pt idx="4854">
                  <c:v>3.4340000000000002</c:v>
                </c:pt>
                <c:pt idx="4855">
                  <c:v>3.4350000000000001</c:v>
                </c:pt>
                <c:pt idx="4856">
                  <c:v>3.4369999999999998</c:v>
                </c:pt>
                <c:pt idx="4857">
                  <c:v>3.4380000000000002</c:v>
                </c:pt>
                <c:pt idx="4858">
                  <c:v>3.4390000000000001</c:v>
                </c:pt>
                <c:pt idx="4859">
                  <c:v>3.4380000000000002</c:v>
                </c:pt>
                <c:pt idx="4860">
                  <c:v>3.4359999999999999</c:v>
                </c:pt>
                <c:pt idx="4861">
                  <c:v>3.4350000000000001</c:v>
                </c:pt>
                <c:pt idx="4862">
                  <c:v>3.4350000000000001</c:v>
                </c:pt>
                <c:pt idx="4863">
                  <c:v>3.4359999999999999</c:v>
                </c:pt>
                <c:pt idx="4864">
                  <c:v>3.4359999999999999</c:v>
                </c:pt>
                <c:pt idx="4865">
                  <c:v>3.4350000000000001</c:v>
                </c:pt>
                <c:pt idx="4866">
                  <c:v>3.4350000000000001</c:v>
                </c:pt>
                <c:pt idx="4867">
                  <c:v>3.4350000000000001</c:v>
                </c:pt>
                <c:pt idx="4868">
                  <c:v>3.4359999999999999</c:v>
                </c:pt>
                <c:pt idx="4869">
                  <c:v>3.4380000000000002</c:v>
                </c:pt>
                <c:pt idx="4870">
                  <c:v>3.4380000000000002</c:v>
                </c:pt>
                <c:pt idx="4871">
                  <c:v>3.4380000000000002</c:v>
                </c:pt>
                <c:pt idx="4872">
                  <c:v>3.4369999999999998</c:v>
                </c:pt>
                <c:pt idx="4873">
                  <c:v>3.4369999999999998</c:v>
                </c:pt>
                <c:pt idx="4874">
                  <c:v>3.4359999999999999</c:v>
                </c:pt>
                <c:pt idx="4875">
                  <c:v>3.4359999999999999</c:v>
                </c:pt>
                <c:pt idx="4876">
                  <c:v>3.4350000000000001</c:v>
                </c:pt>
                <c:pt idx="4877">
                  <c:v>3.4329999999999998</c:v>
                </c:pt>
                <c:pt idx="4878">
                  <c:v>3.4329999999999998</c:v>
                </c:pt>
                <c:pt idx="4879">
                  <c:v>3.4340000000000002</c:v>
                </c:pt>
                <c:pt idx="4880">
                  <c:v>3.4359999999999999</c:v>
                </c:pt>
                <c:pt idx="4881">
                  <c:v>3.4359999999999999</c:v>
                </c:pt>
                <c:pt idx="4882">
                  <c:v>3.4359999999999999</c:v>
                </c:pt>
                <c:pt idx="4883">
                  <c:v>3.4359999999999999</c:v>
                </c:pt>
                <c:pt idx="4884">
                  <c:v>3.4359999999999999</c:v>
                </c:pt>
                <c:pt idx="4885">
                  <c:v>3.4359999999999999</c:v>
                </c:pt>
                <c:pt idx="4886">
                  <c:v>3.4359999999999999</c:v>
                </c:pt>
                <c:pt idx="4887">
                  <c:v>3.4350000000000001</c:v>
                </c:pt>
                <c:pt idx="4888">
                  <c:v>3.4350000000000001</c:v>
                </c:pt>
                <c:pt idx="4889">
                  <c:v>3.4340000000000002</c:v>
                </c:pt>
                <c:pt idx="4890">
                  <c:v>3.4340000000000002</c:v>
                </c:pt>
                <c:pt idx="4891">
                  <c:v>3.4340000000000002</c:v>
                </c:pt>
                <c:pt idx="4892">
                  <c:v>3.4350000000000001</c:v>
                </c:pt>
                <c:pt idx="4893">
                  <c:v>3.4350000000000001</c:v>
                </c:pt>
                <c:pt idx="4894">
                  <c:v>3.4359999999999999</c:v>
                </c:pt>
                <c:pt idx="4895">
                  <c:v>3.4359999999999999</c:v>
                </c:pt>
                <c:pt idx="4896">
                  <c:v>3.4350000000000001</c:v>
                </c:pt>
                <c:pt idx="4897">
                  <c:v>3.4340000000000002</c:v>
                </c:pt>
                <c:pt idx="4898">
                  <c:v>3.4350000000000001</c:v>
                </c:pt>
                <c:pt idx="4899">
                  <c:v>3.4350000000000001</c:v>
                </c:pt>
                <c:pt idx="4900">
                  <c:v>3.4340000000000002</c:v>
                </c:pt>
                <c:pt idx="4901">
                  <c:v>3.4340000000000002</c:v>
                </c:pt>
                <c:pt idx="4902">
                  <c:v>3.4359999999999999</c:v>
                </c:pt>
                <c:pt idx="4903">
                  <c:v>3.4369999999999998</c:v>
                </c:pt>
                <c:pt idx="4904">
                  <c:v>3.4369999999999998</c:v>
                </c:pt>
                <c:pt idx="4905">
                  <c:v>3.4369999999999998</c:v>
                </c:pt>
                <c:pt idx="4906">
                  <c:v>3.4350000000000001</c:v>
                </c:pt>
                <c:pt idx="4907">
                  <c:v>3.4340000000000002</c:v>
                </c:pt>
                <c:pt idx="4908">
                  <c:v>3.4350000000000001</c:v>
                </c:pt>
                <c:pt idx="4909">
                  <c:v>3.4369999999999998</c:v>
                </c:pt>
                <c:pt idx="4910">
                  <c:v>3.4409999999999998</c:v>
                </c:pt>
                <c:pt idx="4911">
                  <c:v>3.444</c:v>
                </c:pt>
                <c:pt idx="4912">
                  <c:v>3.444</c:v>
                </c:pt>
                <c:pt idx="4913">
                  <c:v>3.4430000000000001</c:v>
                </c:pt>
                <c:pt idx="4914">
                  <c:v>3.4460000000000002</c:v>
                </c:pt>
                <c:pt idx="4915">
                  <c:v>3.4489999999999998</c:v>
                </c:pt>
                <c:pt idx="4916">
                  <c:v>3.448</c:v>
                </c:pt>
                <c:pt idx="4917">
                  <c:v>3.4489999999999998</c:v>
                </c:pt>
                <c:pt idx="4918">
                  <c:v>3.45</c:v>
                </c:pt>
                <c:pt idx="4919">
                  <c:v>3.4470000000000001</c:v>
                </c:pt>
                <c:pt idx="4920">
                  <c:v>3.4420000000000002</c:v>
                </c:pt>
                <c:pt idx="4921">
                  <c:v>3.44</c:v>
                </c:pt>
                <c:pt idx="4922">
                  <c:v>3.4409999999999998</c:v>
                </c:pt>
                <c:pt idx="4923">
                  <c:v>3.4409999999999998</c:v>
                </c:pt>
                <c:pt idx="4924">
                  <c:v>3.4409999999999998</c:v>
                </c:pt>
                <c:pt idx="4925">
                  <c:v>3.4409999999999998</c:v>
                </c:pt>
                <c:pt idx="4926">
                  <c:v>3.4420000000000002</c:v>
                </c:pt>
                <c:pt idx="4927">
                  <c:v>3.4409999999999998</c:v>
                </c:pt>
                <c:pt idx="4928">
                  <c:v>3.44</c:v>
                </c:pt>
                <c:pt idx="4929">
                  <c:v>3.4390000000000001</c:v>
                </c:pt>
                <c:pt idx="4930">
                  <c:v>3.4409999999999998</c:v>
                </c:pt>
                <c:pt idx="4931">
                  <c:v>3.4420000000000002</c:v>
                </c:pt>
                <c:pt idx="4932">
                  <c:v>3.4409999999999998</c:v>
                </c:pt>
                <c:pt idx="4933">
                  <c:v>3.4390000000000001</c:v>
                </c:pt>
                <c:pt idx="4934">
                  <c:v>3.4380000000000002</c:v>
                </c:pt>
                <c:pt idx="4935">
                  <c:v>3.4380000000000002</c:v>
                </c:pt>
                <c:pt idx="4936">
                  <c:v>3.4380000000000002</c:v>
                </c:pt>
                <c:pt idx="4937">
                  <c:v>3.4369999999999998</c:v>
                </c:pt>
                <c:pt idx="4938">
                  <c:v>3.4350000000000001</c:v>
                </c:pt>
                <c:pt idx="4939">
                  <c:v>3.4350000000000001</c:v>
                </c:pt>
                <c:pt idx="4940">
                  <c:v>3.4359999999999999</c:v>
                </c:pt>
                <c:pt idx="4941">
                  <c:v>3.4369999999999998</c:v>
                </c:pt>
                <c:pt idx="4942">
                  <c:v>3.4380000000000002</c:v>
                </c:pt>
                <c:pt idx="4943">
                  <c:v>3.4380000000000002</c:v>
                </c:pt>
                <c:pt idx="4944">
                  <c:v>3.4390000000000001</c:v>
                </c:pt>
                <c:pt idx="4945">
                  <c:v>3.4390000000000001</c:v>
                </c:pt>
                <c:pt idx="4946">
                  <c:v>3.4369999999999998</c:v>
                </c:pt>
                <c:pt idx="4947">
                  <c:v>3.4369999999999998</c:v>
                </c:pt>
                <c:pt idx="4948">
                  <c:v>3.4369999999999998</c:v>
                </c:pt>
                <c:pt idx="4949">
                  <c:v>3.4359999999999999</c:v>
                </c:pt>
                <c:pt idx="4950">
                  <c:v>3.4350000000000001</c:v>
                </c:pt>
                <c:pt idx="4951">
                  <c:v>3.4350000000000001</c:v>
                </c:pt>
                <c:pt idx="4952">
                  <c:v>3.4359999999999999</c:v>
                </c:pt>
                <c:pt idx="4953">
                  <c:v>3.4350000000000001</c:v>
                </c:pt>
                <c:pt idx="4954">
                  <c:v>3.4350000000000001</c:v>
                </c:pt>
                <c:pt idx="4955">
                  <c:v>3.4359999999999999</c:v>
                </c:pt>
                <c:pt idx="4956">
                  <c:v>3.4359999999999999</c:v>
                </c:pt>
                <c:pt idx="4957">
                  <c:v>3.4359999999999999</c:v>
                </c:pt>
                <c:pt idx="4958">
                  <c:v>3.4359999999999999</c:v>
                </c:pt>
                <c:pt idx="4959">
                  <c:v>3.4359999999999999</c:v>
                </c:pt>
                <c:pt idx="4960">
                  <c:v>3.4369999999999998</c:v>
                </c:pt>
                <c:pt idx="4961">
                  <c:v>3.4350000000000001</c:v>
                </c:pt>
                <c:pt idx="4962">
                  <c:v>3.4340000000000002</c:v>
                </c:pt>
                <c:pt idx="4963">
                  <c:v>3.4359999999999999</c:v>
                </c:pt>
                <c:pt idx="4964">
                  <c:v>3.4380000000000002</c:v>
                </c:pt>
                <c:pt idx="4965">
                  <c:v>3.4390000000000001</c:v>
                </c:pt>
                <c:pt idx="4966">
                  <c:v>3.4380000000000002</c:v>
                </c:pt>
                <c:pt idx="4967">
                  <c:v>3.4369999999999998</c:v>
                </c:pt>
                <c:pt idx="4968">
                  <c:v>3.4350000000000001</c:v>
                </c:pt>
                <c:pt idx="4969">
                  <c:v>3.4350000000000001</c:v>
                </c:pt>
                <c:pt idx="4970">
                  <c:v>3.4340000000000002</c:v>
                </c:pt>
                <c:pt idx="4971">
                  <c:v>3.4350000000000001</c:v>
                </c:pt>
                <c:pt idx="4972">
                  <c:v>3.4350000000000001</c:v>
                </c:pt>
                <c:pt idx="4973">
                  <c:v>3.4350000000000001</c:v>
                </c:pt>
                <c:pt idx="4974">
                  <c:v>3.4340000000000002</c:v>
                </c:pt>
                <c:pt idx="4975">
                  <c:v>3.4340000000000002</c:v>
                </c:pt>
                <c:pt idx="4976">
                  <c:v>3.4340000000000002</c:v>
                </c:pt>
                <c:pt idx="4977">
                  <c:v>3.4350000000000001</c:v>
                </c:pt>
                <c:pt idx="4978">
                  <c:v>3.4369999999999998</c:v>
                </c:pt>
                <c:pt idx="4979">
                  <c:v>3.4369999999999998</c:v>
                </c:pt>
                <c:pt idx="4980">
                  <c:v>3.4359999999999999</c:v>
                </c:pt>
                <c:pt idx="4981">
                  <c:v>3.4350000000000001</c:v>
                </c:pt>
                <c:pt idx="4982">
                  <c:v>3.4359999999999999</c:v>
                </c:pt>
                <c:pt idx="4983">
                  <c:v>3.4359999999999999</c:v>
                </c:pt>
                <c:pt idx="4984">
                  <c:v>3.4369999999999998</c:v>
                </c:pt>
                <c:pt idx="4985">
                  <c:v>3.4350000000000001</c:v>
                </c:pt>
                <c:pt idx="4986">
                  <c:v>3.4329999999999998</c:v>
                </c:pt>
                <c:pt idx="4987">
                  <c:v>3.4329999999999998</c:v>
                </c:pt>
                <c:pt idx="4988">
                  <c:v>3.4329999999999998</c:v>
                </c:pt>
                <c:pt idx="4989">
                  <c:v>3.4340000000000002</c:v>
                </c:pt>
                <c:pt idx="4990">
                  <c:v>3.4340000000000002</c:v>
                </c:pt>
                <c:pt idx="4991">
                  <c:v>3.4329999999999998</c:v>
                </c:pt>
                <c:pt idx="4992">
                  <c:v>3.4329999999999998</c:v>
                </c:pt>
                <c:pt idx="4993">
                  <c:v>3.4350000000000001</c:v>
                </c:pt>
                <c:pt idx="4994">
                  <c:v>3.4350000000000001</c:v>
                </c:pt>
                <c:pt idx="4995">
                  <c:v>3.4350000000000001</c:v>
                </c:pt>
                <c:pt idx="4996">
                  <c:v>3.4369999999999998</c:v>
                </c:pt>
                <c:pt idx="4997">
                  <c:v>3.4380000000000002</c:v>
                </c:pt>
                <c:pt idx="4998">
                  <c:v>3.4369999999999998</c:v>
                </c:pt>
                <c:pt idx="4999">
                  <c:v>3.4359999999999999</c:v>
                </c:pt>
                <c:pt idx="5000">
                  <c:v>3.4340000000000002</c:v>
                </c:pt>
                <c:pt idx="5001">
                  <c:v>3.431</c:v>
                </c:pt>
                <c:pt idx="5002">
                  <c:v>3.431</c:v>
                </c:pt>
                <c:pt idx="5003">
                  <c:v>3.4319999999999999</c:v>
                </c:pt>
                <c:pt idx="5004">
                  <c:v>3.4350000000000001</c:v>
                </c:pt>
                <c:pt idx="5005">
                  <c:v>3.4390000000000001</c:v>
                </c:pt>
                <c:pt idx="5006">
                  <c:v>3.44</c:v>
                </c:pt>
                <c:pt idx="5007">
                  <c:v>3.4390000000000001</c:v>
                </c:pt>
                <c:pt idx="5008">
                  <c:v>3.4359999999999999</c:v>
                </c:pt>
                <c:pt idx="5009">
                  <c:v>3.4350000000000001</c:v>
                </c:pt>
                <c:pt idx="5010">
                  <c:v>3.4350000000000001</c:v>
                </c:pt>
                <c:pt idx="5011">
                  <c:v>3.4350000000000001</c:v>
                </c:pt>
                <c:pt idx="5012">
                  <c:v>3.4359999999999999</c:v>
                </c:pt>
                <c:pt idx="5013">
                  <c:v>3.4350000000000001</c:v>
                </c:pt>
                <c:pt idx="5014">
                  <c:v>3.4340000000000002</c:v>
                </c:pt>
                <c:pt idx="5015">
                  <c:v>3.4340000000000002</c:v>
                </c:pt>
                <c:pt idx="5016">
                  <c:v>3.4359999999999999</c:v>
                </c:pt>
                <c:pt idx="5017">
                  <c:v>3.4369999999999998</c:v>
                </c:pt>
                <c:pt idx="5018">
                  <c:v>3.4369999999999998</c:v>
                </c:pt>
                <c:pt idx="5019">
                  <c:v>3.4369999999999998</c:v>
                </c:pt>
                <c:pt idx="5020">
                  <c:v>3.4369999999999998</c:v>
                </c:pt>
                <c:pt idx="5021">
                  <c:v>3.4359999999999999</c:v>
                </c:pt>
                <c:pt idx="5022">
                  <c:v>3.4350000000000001</c:v>
                </c:pt>
                <c:pt idx="5023">
                  <c:v>3.4350000000000001</c:v>
                </c:pt>
                <c:pt idx="5024">
                  <c:v>3.4350000000000001</c:v>
                </c:pt>
                <c:pt idx="5025">
                  <c:v>3.4340000000000002</c:v>
                </c:pt>
                <c:pt idx="5026">
                  <c:v>3.4329999999999998</c:v>
                </c:pt>
                <c:pt idx="5027">
                  <c:v>3.4329999999999998</c:v>
                </c:pt>
                <c:pt idx="5028">
                  <c:v>3.4329999999999998</c:v>
                </c:pt>
                <c:pt idx="5029">
                  <c:v>3.4340000000000002</c:v>
                </c:pt>
                <c:pt idx="5030">
                  <c:v>3.4340000000000002</c:v>
                </c:pt>
                <c:pt idx="5031">
                  <c:v>3.4359999999999999</c:v>
                </c:pt>
                <c:pt idx="5032">
                  <c:v>3.4380000000000002</c:v>
                </c:pt>
                <c:pt idx="5033">
                  <c:v>3.4369999999999998</c:v>
                </c:pt>
                <c:pt idx="5034">
                  <c:v>3.4350000000000001</c:v>
                </c:pt>
                <c:pt idx="5035">
                  <c:v>3.4350000000000001</c:v>
                </c:pt>
                <c:pt idx="5036">
                  <c:v>3.4359999999999999</c:v>
                </c:pt>
                <c:pt idx="5037">
                  <c:v>3.4359999999999999</c:v>
                </c:pt>
                <c:pt idx="5038">
                  <c:v>3.4369999999999998</c:v>
                </c:pt>
                <c:pt idx="5039">
                  <c:v>3.4359999999999999</c:v>
                </c:pt>
                <c:pt idx="5040">
                  <c:v>3.4359999999999999</c:v>
                </c:pt>
                <c:pt idx="5041">
                  <c:v>3.4350000000000001</c:v>
                </c:pt>
                <c:pt idx="5042">
                  <c:v>3.4340000000000002</c:v>
                </c:pt>
                <c:pt idx="5043">
                  <c:v>3.4329999999999998</c:v>
                </c:pt>
                <c:pt idx="5044">
                  <c:v>3.4340000000000002</c:v>
                </c:pt>
                <c:pt idx="5045">
                  <c:v>3.4350000000000001</c:v>
                </c:pt>
                <c:pt idx="5046">
                  <c:v>3.4359999999999999</c:v>
                </c:pt>
                <c:pt idx="5047">
                  <c:v>3.4359999999999999</c:v>
                </c:pt>
                <c:pt idx="5048">
                  <c:v>3.4350000000000001</c:v>
                </c:pt>
                <c:pt idx="5049">
                  <c:v>3.4350000000000001</c:v>
                </c:pt>
                <c:pt idx="5050">
                  <c:v>3.4340000000000002</c:v>
                </c:pt>
                <c:pt idx="5051">
                  <c:v>3.4350000000000001</c:v>
                </c:pt>
                <c:pt idx="5052">
                  <c:v>3.4350000000000001</c:v>
                </c:pt>
                <c:pt idx="5053">
                  <c:v>3.4350000000000001</c:v>
                </c:pt>
                <c:pt idx="5054">
                  <c:v>3.4340000000000002</c:v>
                </c:pt>
                <c:pt idx="5055">
                  <c:v>3.4340000000000002</c:v>
                </c:pt>
                <c:pt idx="5056">
                  <c:v>3.4340000000000002</c:v>
                </c:pt>
                <c:pt idx="5057">
                  <c:v>3.4340000000000002</c:v>
                </c:pt>
                <c:pt idx="5058">
                  <c:v>3.4359999999999999</c:v>
                </c:pt>
                <c:pt idx="5059">
                  <c:v>3.4380000000000002</c:v>
                </c:pt>
                <c:pt idx="5060">
                  <c:v>3.4369999999999998</c:v>
                </c:pt>
                <c:pt idx="5061">
                  <c:v>3.4359999999999999</c:v>
                </c:pt>
                <c:pt idx="5062">
                  <c:v>3.4350000000000001</c:v>
                </c:pt>
                <c:pt idx="5063">
                  <c:v>3.4350000000000001</c:v>
                </c:pt>
                <c:pt idx="5064">
                  <c:v>3.4350000000000001</c:v>
                </c:pt>
                <c:pt idx="5065">
                  <c:v>3.4359999999999999</c:v>
                </c:pt>
                <c:pt idx="5066">
                  <c:v>3.4340000000000002</c:v>
                </c:pt>
                <c:pt idx="5067">
                  <c:v>3.4329999999999998</c:v>
                </c:pt>
                <c:pt idx="5068">
                  <c:v>3.4319999999999999</c:v>
                </c:pt>
                <c:pt idx="5069">
                  <c:v>3.4319999999999999</c:v>
                </c:pt>
                <c:pt idx="5070">
                  <c:v>3.4329999999999998</c:v>
                </c:pt>
                <c:pt idx="5071">
                  <c:v>3.4329999999999998</c:v>
                </c:pt>
                <c:pt idx="5072">
                  <c:v>3.4340000000000002</c:v>
                </c:pt>
                <c:pt idx="5073">
                  <c:v>3.4329999999999998</c:v>
                </c:pt>
                <c:pt idx="5074">
                  <c:v>3.431</c:v>
                </c:pt>
                <c:pt idx="5075">
                  <c:v>3.4319999999999999</c:v>
                </c:pt>
                <c:pt idx="5076">
                  <c:v>3.4340000000000002</c:v>
                </c:pt>
                <c:pt idx="5077">
                  <c:v>3.4340000000000002</c:v>
                </c:pt>
                <c:pt idx="5078">
                  <c:v>3.4340000000000002</c:v>
                </c:pt>
                <c:pt idx="5079">
                  <c:v>3.4340000000000002</c:v>
                </c:pt>
                <c:pt idx="5080">
                  <c:v>3.4340000000000002</c:v>
                </c:pt>
                <c:pt idx="5081">
                  <c:v>3.4329999999999998</c:v>
                </c:pt>
                <c:pt idx="5082">
                  <c:v>3.431</c:v>
                </c:pt>
                <c:pt idx="5083">
                  <c:v>3.431</c:v>
                </c:pt>
                <c:pt idx="5084">
                  <c:v>3.4319999999999999</c:v>
                </c:pt>
                <c:pt idx="5085">
                  <c:v>3.4340000000000002</c:v>
                </c:pt>
                <c:pt idx="5086">
                  <c:v>3.4350000000000001</c:v>
                </c:pt>
                <c:pt idx="5087">
                  <c:v>3.4350000000000001</c:v>
                </c:pt>
                <c:pt idx="5088">
                  <c:v>3.4340000000000002</c:v>
                </c:pt>
                <c:pt idx="5089">
                  <c:v>3.4340000000000002</c:v>
                </c:pt>
                <c:pt idx="5090">
                  <c:v>3.4340000000000002</c:v>
                </c:pt>
                <c:pt idx="5091">
                  <c:v>3.4340000000000002</c:v>
                </c:pt>
                <c:pt idx="5092">
                  <c:v>3.4350000000000001</c:v>
                </c:pt>
                <c:pt idx="5093">
                  <c:v>3.4350000000000001</c:v>
                </c:pt>
                <c:pt idx="5094">
                  <c:v>3.4329999999999998</c:v>
                </c:pt>
                <c:pt idx="5095">
                  <c:v>3.4319999999999999</c:v>
                </c:pt>
                <c:pt idx="5096">
                  <c:v>3.4329999999999998</c:v>
                </c:pt>
                <c:pt idx="5097">
                  <c:v>3.4350000000000001</c:v>
                </c:pt>
                <c:pt idx="5098">
                  <c:v>3.4340000000000002</c:v>
                </c:pt>
                <c:pt idx="5099">
                  <c:v>3.4340000000000002</c:v>
                </c:pt>
                <c:pt idx="5100">
                  <c:v>3.4340000000000002</c:v>
                </c:pt>
                <c:pt idx="5101">
                  <c:v>3.4329999999999998</c:v>
                </c:pt>
                <c:pt idx="5102">
                  <c:v>3.4329999999999998</c:v>
                </c:pt>
                <c:pt idx="5103">
                  <c:v>3.4329999999999998</c:v>
                </c:pt>
                <c:pt idx="5104">
                  <c:v>3.4340000000000002</c:v>
                </c:pt>
                <c:pt idx="5105">
                  <c:v>3.4340000000000002</c:v>
                </c:pt>
                <c:pt idx="5106">
                  <c:v>3.4340000000000002</c:v>
                </c:pt>
                <c:pt idx="5107">
                  <c:v>3.4329999999999998</c:v>
                </c:pt>
                <c:pt idx="5108">
                  <c:v>3.4319999999999999</c:v>
                </c:pt>
                <c:pt idx="5109">
                  <c:v>3.4319999999999999</c:v>
                </c:pt>
                <c:pt idx="5110">
                  <c:v>3.4329999999999998</c:v>
                </c:pt>
                <c:pt idx="5111">
                  <c:v>3.4340000000000002</c:v>
                </c:pt>
                <c:pt idx="5112">
                  <c:v>3.4329999999999998</c:v>
                </c:pt>
                <c:pt idx="5113">
                  <c:v>3.4319999999999999</c:v>
                </c:pt>
                <c:pt idx="5114">
                  <c:v>3.4319999999999999</c:v>
                </c:pt>
                <c:pt idx="5115">
                  <c:v>3.431</c:v>
                </c:pt>
                <c:pt idx="5116">
                  <c:v>3.4319999999999999</c:v>
                </c:pt>
                <c:pt idx="5117">
                  <c:v>3.4340000000000002</c:v>
                </c:pt>
                <c:pt idx="5118">
                  <c:v>3.4340000000000002</c:v>
                </c:pt>
                <c:pt idx="5119">
                  <c:v>3.4359999999999999</c:v>
                </c:pt>
                <c:pt idx="5120">
                  <c:v>3.4340000000000002</c:v>
                </c:pt>
                <c:pt idx="5121">
                  <c:v>3.4319999999999999</c:v>
                </c:pt>
                <c:pt idx="5122">
                  <c:v>3.4319999999999999</c:v>
                </c:pt>
                <c:pt idx="5123">
                  <c:v>3.431</c:v>
                </c:pt>
                <c:pt idx="5124">
                  <c:v>3.431</c:v>
                </c:pt>
                <c:pt idx="5125">
                  <c:v>3.4329999999999998</c:v>
                </c:pt>
                <c:pt idx="5126">
                  <c:v>3.4350000000000001</c:v>
                </c:pt>
                <c:pt idx="5127">
                  <c:v>3.4359999999999999</c:v>
                </c:pt>
                <c:pt idx="5128">
                  <c:v>3.4359999999999999</c:v>
                </c:pt>
                <c:pt idx="5129">
                  <c:v>3.4359999999999999</c:v>
                </c:pt>
                <c:pt idx="5130">
                  <c:v>3.4340000000000002</c:v>
                </c:pt>
                <c:pt idx="5131">
                  <c:v>3.4329999999999998</c:v>
                </c:pt>
                <c:pt idx="5132">
                  <c:v>3.4350000000000001</c:v>
                </c:pt>
                <c:pt idx="5133">
                  <c:v>3.4340000000000002</c:v>
                </c:pt>
                <c:pt idx="5134">
                  <c:v>3.4340000000000002</c:v>
                </c:pt>
                <c:pt idx="5135">
                  <c:v>3.4319999999999999</c:v>
                </c:pt>
                <c:pt idx="5136">
                  <c:v>3.4329999999999998</c:v>
                </c:pt>
                <c:pt idx="5137">
                  <c:v>3.4350000000000001</c:v>
                </c:pt>
                <c:pt idx="5138">
                  <c:v>3.4350000000000001</c:v>
                </c:pt>
                <c:pt idx="5139">
                  <c:v>3.4369999999999998</c:v>
                </c:pt>
                <c:pt idx="5140">
                  <c:v>3.4369999999999998</c:v>
                </c:pt>
                <c:pt idx="5141">
                  <c:v>3.4359999999999999</c:v>
                </c:pt>
                <c:pt idx="5142">
                  <c:v>3.4359999999999999</c:v>
                </c:pt>
                <c:pt idx="5143">
                  <c:v>3.4350000000000001</c:v>
                </c:pt>
                <c:pt idx="5144">
                  <c:v>3.4350000000000001</c:v>
                </c:pt>
                <c:pt idx="5145">
                  <c:v>3.4359999999999999</c:v>
                </c:pt>
                <c:pt idx="5146">
                  <c:v>3.4359999999999999</c:v>
                </c:pt>
                <c:pt idx="5147">
                  <c:v>3.4359999999999999</c:v>
                </c:pt>
                <c:pt idx="5148">
                  <c:v>3.4350000000000001</c:v>
                </c:pt>
                <c:pt idx="5149">
                  <c:v>3.4329999999999998</c:v>
                </c:pt>
                <c:pt idx="5150">
                  <c:v>3.4329999999999998</c:v>
                </c:pt>
                <c:pt idx="5151">
                  <c:v>3.4340000000000002</c:v>
                </c:pt>
                <c:pt idx="5152">
                  <c:v>3.4359999999999999</c:v>
                </c:pt>
                <c:pt idx="5153">
                  <c:v>3.4359999999999999</c:v>
                </c:pt>
                <c:pt idx="5154">
                  <c:v>3.4359999999999999</c:v>
                </c:pt>
                <c:pt idx="5155">
                  <c:v>3.4359999999999999</c:v>
                </c:pt>
                <c:pt idx="5156">
                  <c:v>3.4359999999999999</c:v>
                </c:pt>
                <c:pt idx="5157">
                  <c:v>3.4359999999999999</c:v>
                </c:pt>
                <c:pt idx="5158">
                  <c:v>3.4350000000000001</c:v>
                </c:pt>
                <c:pt idx="5159">
                  <c:v>3.4350000000000001</c:v>
                </c:pt>
                <c:pt idx="5160">
                  <c:v>3.4350000000000001</c:v>
                </c:pt>
                <c:pt idx="5161">
                  <c:v>3.4350000000000001</c:v>
                </c:pt>
                <c:pt idx="5162">
                  <c:v>3.4359999999999999</c:v>
                </c:pt>
                <c:pt idx="5163">
                  <c:v>3.4369999999999998</c:v>
                </c:pt>
                <c:pt idx="5164">
                  <c:v>3.4369999999999998</c:v>
                </c:pt>
                <c:pt idx="5165">
                  <c:v>3.4359999999999999</c:v>
                </c:pt>
                <c:pt idx="5166">
                  <c:v>3.4350000000000001</c:v>
                </c:pt>
                <c:pt idx="5167">
                  <c:v>3.4340000000000002</c:v>
                </c:pt>
                <c:pt idx="5168">
                  <c:v>3.4340000000000002</c:v>
                </c:pt>
                <c:pt idx="5169">
                  <c:v>3.4340000000000002</c:v>
                </c:pt>
                <c:pt idx="5170">
                  <c:v>3.4340000000000002</c:v>
                </c:pt>
                <c:pt idx="5171">
                  <c:v>3.4350000000000001</c:v>
                </c:pt>
                <c:pt idx="5172">
                  <c:v>3.4359999999999999</c:v>
                </c:pt>
                <c:pt idx="5173">
                  <c:v>3.4359999999999999</c:v>
                </c:pt>
                <c:pt idx="5174">
                  <c:v>3.4369999999999998</c:v>
                </c:pt>
                <c:pt idx="5175">
                  <c:v>3.4359999999999999</c:v>
                </c:pt>
                <c:pt idx="5176">
                  <c:v>3.4350000000000001</c:v>
                </c:pt>
                <c:pt idx="5177">
                  <c:v>3.4350000000000001</c:v>
                </c:pt>
                <c:pt idx="5178">
                  <c:v>3.4340000000000002</c:v>
                </c:pt>
                <c:pt idx="5179">
                  <c:v>3.4340000000000002</c:v>
                </c:pt>
                <c:pt idx="5180">
                  <c:v>3.4340000000000002</c:v>
                </c:pt>
                <c:pt idx="5181">
                  <c:v>3.4340000000000002</c:v>
                </c:pt>
                <c:pt idx="5182">
                  <c:v>3.4350000000000001</c:v>
                </c:pt>
                <c:pt idx="5183">
                  <c:v>3.4350000000000001</c:v>
                </c:pt>
                <c:pt idx="5184">
                  <c:v>3.4350000000000001</c:v>
                </c:pt>
                <c:pt idx="5185">
                  <c:v>3.4350000000000001</c:v>
                </c:pt>
                <c:pt idx="5186">
                  <c:v>3.4350000000000001</c:v>
                </c:pt>
                <c:pt idx="5187">
                  <c:v>3.4359999999999999</c:v>
                </c:pt>
                <c:pt idx="5188">
                  <c:v>3.4340000000000002</c:v>
                </c:pt>
                <c:pt idx="5189">
                  <c:v>3.4329999999999998</c:v>
                </c:pt>
                <c:pt idx="5190">
                  <c:v>3.4329999999999998</c:v>
                </c:pt>
                <c:pt idx="5191">
                  <c:v>3.4350000000000001</c:v>
                </c:pt>
                <c:pt idx="5192">
                  <c:v>3.4359999999999999</c:v>
                </c:pt>
                <c:pt idx="5193">
                  <c:v>3.4359999999999999</c:v>
                </c:pt>
                <c:pt idx="5194">
                  <c:v>3.4350000000000001</c:v>
                </c:pt>
                <c:pt idx="5195">
                  <c:v>3.4340000000000002</c:v>
                </c:pt>
                <c:pt idx="5196">
                  <c:v>3.4340000000000002</c:v>
                </c:pt>
                <c:pt idx="5197">
                  <c:v>3.4350000000000001</c:v>
                </c:pt>
                <c:pt idx="5198">
                  <c:v>3.4359999999999999</c:v>
                </c:pt>
                <c:pt idx="5199">
                  <c:v>3.4350000000000001</c:v>
                </c:pt>
                <c:pt idx="5200">
                  <c:v>3.4350000000000001</c:v>
                </c:pt>
                <c:pt idx="5201">
                  <c:v>3.4340000000000002</c:v>
                </c:pt>
                <c:pt idx="5202">
                  <c:v>3.4350000000000001</c:v>
                </c:pt>
                <c:pt idx="5203">
                  <c:v>3.4359999999999999</c:v>
                </c:pt>
                <c:pt idx="5204">
                  <c:v>3.4359999999999999</c:v>
                </c:pt>
                <c:pt idx="5205">
                  <c:v>3.4369999999999998</c:v>
                </c:pt>
                <c:pt idx="5206">
                  <c:v>3.4359999999999999</c:v>
                </c:pt>
                <c:pt idx="5207">
                  <c:v>3.4350000000000001</c:v>
                </c:pt>
                <c:pt idx="5208">
                  <c:v>3.4350000000000001</c:v>
                </c:pt>
                <c:pt idx="5209">
                  <c:v>3.4359999999999999</c:v>
                </c:pt>
                <c:pt idx="5210">
                  <c:v>3.4359999999999999</c:v>
                </c:pt>
                <c:pt idx="5211">
                  <c:v>3.4350000000000001</c:v>
                </c:pt>
                <c:pt idx="5212">
                  <c:v>3.4340000000000002</c:v>
                </c:pt>
                <c:pt idx="5213">
                  <c:v>3.4350000000000001</c:v>
                </c:pt>
                <c:pt idx="5214">
                  <c:v>3.4359999999999999</c:v>
                </c:pt>
                <c:pt idx="5215">
                  <c:v>3.4350000000000001</c:v>
                </c:pt>
                <c:pt idx="5216">
                  <c:v>3.4350000000000001</c:v>
                </c:pt>
                <c:pt idx="5217">
                  <c:v>3.4340000000000002</c:v>
                </c:pt>
                <c:pt idx="5218">
                  <c:v>3.4350000000000001</c:v>
                </c:pt>
                <c:pt idx="5219">
                  <c:v>3.4369999999999998</c:v>
                </c:pt>
                <c:pt idx="5220">
                  <c:v>3.4369999999999998</c:v>
                </c:pt>
                <c:pt idx="5221">
                  <c:v>3.4350000000000001</c:v>
                </c:pt>
                <c:pt idx="5222">
                  <c:v>3.4329999999999998</c:v>
                </c:pt>
                <c:pt idx="5223">
                  <c:v>3.4350000000000001</c:v>
                </c:pt>
                <c:pt idx="5224">
                  <c:v>3.4350000000000001</c:v>
                </c:pt>
                <c:pt idx="5225">
                  <c:v>3.4359999999999999</c:v>
                </c:pt>
                <c:pt idx="5226">
                  <c:v>3.4359999999999999</c:v>
                </c:pt>
                <c:pt idx="5227">
                  <c:v>3.4369999999999998</c:v>
                </c:pt>
                <c:pt idx="5228">
                  <c:v>3.4369999999999998</c:v>
                </c:pt>
                <c:pt idx="5229">
                  <c:v>3.4329999999999998</c:v>
                </c:pt>
                <c:pt idx="5230">
                  <c:v>3.4289999999999998</c:v>
                </c:pt>
                <c:pt idx="5231">
                  <c:v>3.43</c:v>
                </c:pt>
                <c:pt idx="5232">
                  <c:v>3.4319999999999999</c:v>
                </c:pt>
                <c:pt idx="5233">
                  <c:v>3.4359999999999999</c:v>
                </c:pt>
                <c:pt idx="5234">
                  <c:v>3.4390000000000001</c:v>
                </c:pt>
                <c:pt idx="5235">
                  <c:v>3.4409999999999998</c:v>
                </c:pt>
                <c:pt idx="5236">
                  <c:v>3.4409999999999998</c:v>
                </c:pt>
                <c:pt idx="5237">
                  <c:v>3.4409999999999998</c:v>
                </c:pt>
                <c:pt idx="5238">
                  <c:v>3.44</c:v>
                </c:pt>
                <c:pt idx="5239">
                  <c:v>3.4380000000000002</c:v>
                </c:pt>
                <c:pt idx="5240">
                  <c:v>3.4359999999999999</c:v>
                </c:pt>
                <c:pt idx="5241">
                  <c:v>3.4350000000000001</c:v>
                </c:pt>
                <c:pt idx="5242">
                  <c:v>3.4350000000000001</c:v>
                </c:pt>
                <c:pt idx="5243">
                  <c:v>3.4359999999999999</c:v>
                </c:pt>
                <c:pt idx="5244">
                  <c:v>3.4369999999999998</c:v>
                </c:pt>
                <c:pt idx="5245">
                  <c:v>3.4369999999999998</c:v>
                </c:pt>
                <c:pt idx="5246">
                  <c:v>3.4380000000000002</c:v>
                </c:pt>
                <c:pt idx="5247">
                  <c:v>3.4369999999999998</c:v>
                </c:pt>
                <c:pt idx="5248">
                  <c:v>3.4359999999999999</c:v>
                </c:pt>
                <c:pt idx="5249">
                  <c:v>3.4350000000000001</c:v>
                </c:pt>
                <c:pt idx="5250">
                  <c:v>3.4350000000000001</c:v>
                </c:pt>
                <c:pt idx="5251">
                  <c:v>3.4350000000000001</c:v>
                </c:pt>
                <c:pt idx="5252">
                  <c:v>3.4340000000000002</c:v>
                </c:pt>
                <c:pt idx="5253">
                  <c:v>3.4350000000000001</c:v>
                </c:pt>
                <c:pt idx="5254">
                  <c:v>3.4350000000000001</c:v>
                </c:pt>
                <c:pt idx="5255">
                  <c:v>3.4350000000000001</c:v>
                </c:pt>
                <c:pt idx="5256">
                  <c:v>3.4350000000000001</c:v>
                </c:pt>
                <c:pt idx="5257">
                  <c:v>3.4350000000000001</c:v>
                </c:pt>
                <c:pt idx="5258">
                  <c:v>3.4350000000000001</c:v>
                </c:pt>
                <c:pt idx="5259">
                  <c:v>3.4359999999999999</c:v>
                </c:pt>
                <c:pt idx="5260">
                  <c:v>3.4380000000000002</c:v>
                </c:pt>
                <c:pt idx="5261">
                  <c:v>3.4369999999999998</c:v>
                </c:pt>
                <c:pt idx="5262">
                  <c:v>3.4359999999999999</c:v>
                </c:pt>
                <c:pt idx="5263">
                  <c:v>3.4350000000000001</c:v>
                </c:pt>
                <c:pt idx="5264">
                  <c:v>3.4340000000000002</c:v>
                </c:pt>
                <c:pt idx="5265">
                  <c:v>3.4350000000000001</c:v>
                </c:pt>
                <c:pt idx="5266">
                  <c:v>3.4350000000000001</c:v>
                </c:pt>
                <c:pt idx="5267">
                  <c:v>3.4359999999999999</c:v>
                </c:pt>
                <c:pt idx="5268">
                  <c:v>3.4359999999999999</c:v>
                </c:pt>
                <c:pt idx="5269">
                  <c:v>3.4350000000000001</c:v>
                </c:pt>
                <c:pt idx="5270">
                  <c:v>3.4359999999999999</c:v>
                </c:pt>
                <c:pt idx="5271">
                  <c:v>3.4359999999999999</c:v>
                </c:pt>
                <c:pt idx="5272">
                  <c:v>3.4359999999999999</c:v>
                </c:pt>
                <c:pt idx="5273">
                  <c:v>3.4359999999999999</c:v>
                </c:pt>
                <c:pt idx="5274">
                  <c:v>3.4350000000000001</c:v>
                </c:pt>
                <c:pt idx="5275">
                  <c:v>3.4340000000000002</c:v>
                </c:pt>
                <c:pt idx="5276">
                  <c:v>3.4340000000000002</c:v>
                </c:pt>
                <c:pt idx="5277">
                  <c:v>3.4350000000000001</c:v>
                </c:pt>
                <c:pt idx="5278">
                  <c:v>3.4369999999999998</c:v>
                </c:pt>
                <c:pt idx="5279">
                  <c:v>3.4380000000000002</c:v>
                </c:pt>
                <c:pt idx="5280">
                  <c:v>3.4369999999999998</c:v>
                </c:pt>
                <c:pt idx="5281">
                  <c:v>3.4350000000000001</c:v>
                </c:pt>
                <c:pt idx="5282">
                  <c:v>3.4340000000000002</c:v>
                </c:pt>
                <c:pt idx="5283">
                  <c:v>3.4340000000000002</c:v>
                </c:pt>
                <c:pt idx="5284">
                  <c:v>3.4350000000000001</c:v>
                </c:pt>
                <c:pt idx="5285">
                  <c:v>3.4359999999999999</c:v>
                </c:pt>
                <c:pt idx="5286">
                  <c:v>3.4369999999999998</c:v>
                </c:pt>
                <c:pt idx="5287">
                  <c:v>3.4380000000000002</c:v>
                </c:pt>
                <c:pt idx="5288">
                  <c:v>3.4369999999999998</c:v>
                </c:pt>
                <c:pt idx="5289">
                  <c:v>3.4369999999999998</c:v>
                </c:pt>
                <c:pt idx="5290">
                  <c:v>3.4369999999999998</c:v>
                </c:pt>
                <c:pt idx="5291">
                  <c:v>3.4369999999999998</c:v>
                </c:pt>
                <c:pt idx="5292">
                  <c:v>3.4369999999999998</c:v>
                </c:pt>
                <c:pt idx="5293">
                  <c:v>3.4350000000000001</c:v>
                </c:pt>
                <c:pt idx="5294">
                  <c:v>3.4350000000000001</c:v>
                </c:pt>
                <c:pt idx="5295">
                  <c:v>3.4350000000000001</c:v>
                </c:pt>
                <c:pt idx="5296">
                  <c:v>3.4359999999999999</c:v>
                </c:pt>
                <c:pt idx="5297">
                  <c:v>3.4369999999999998</c:v>
                </c:pt>
                <c:pt idx="5298">
                  <c:v>3.4369999999999998</c:v>
                </c:pt>
                <c:pt idx="5299">
                  <c:v>3.4369999999999998</c:v>
                </c:pt>
                <c:pt idx="5300">
                  <c:v>3.4369999999999998</c:v>
                </c:pt>
                <c:pt idx="5301">
                  <c:v>3.4359999999999999</c:v>
                </c:pt>
                <c:pt idx="5302">
                  <c:v>3.4350000000000001</c:v>
                </c:pt>
                <c:pt idx="5303">
                  <c:v>3.4350000000000001</c:v>
                </c:pt>
                <c:pt idx="5304">
                  <c:v>3.4359999999999999</c:v>
                </c:pt>
                <c:pt idx="5305">
                  <c:v>3.4369999999999998</c:v>
                </c:pt>
                <c:pt idx="5306">
                  <c:v>3.4380000000000002</c:v>
                </c:pt>
                <c:pt idx="5307">
                  <c:v>3.4380000000000002</c:v>
                </c:pt>
                <c:pt idx="5308">
                  <c:v>3.4359999999999999</c:v>
                </c:pt>
                <c:pt idx="5309">
                  <c:v>3.4340000000000002</c:v>
                </c:pt>
                <c:pt idx="5310">
                  <c:v>3.4340000000000002</c:v>
                </c:pt>
                <c:pt idx="5311">
                  <c:v>3.4350000000000001</c:v>
                </c:pt>
                <c:pt idx="5312">
                  <c:v>3.4359999999999999</c:v>
                </c:pt>
                <c:pt idx="5313">
                  <c:v>3.4359999999999999</c:v>
                </c:pt>
                <c:pt idx="5314">
                  <c:v>3.4359999999999999</c:v>
                </c:pt>
                <c:pt idx="5315">
                  <c:v>3.4350000000000001</c:v>
                </c:pt>
                <c:pt idx="5316">
                  <c:v>3.4359999999999999</c:v>
                </c:pt>
                <c:pt idx="5317">
                  <c:v>3.4359999999999999</c:v>
                </c:pt>
                <c:pt idx="5318">
                  <c:v>3.4369999999999998</c:v>
                </c:pt>
                <c:pt idx="5319">
                  <c:v>3.4369999999999998</c:v>
                </c:pt>
                <c:pt idx="5320">
                  <c:v>3.4380000000000002</c:v>
                </c:pt>
                <c:pt idx="5321">
                  <c:v>3.4369999999999998</c:v>
                </c:pt>
                <c:pt idx="5322">
                  <c:v>3.4369999999999998</c:v>
                </c:pt>
                <c:pt idx="5323">
                  <c:v>3.4369999999999998</c:v>
                </c:pt>
                <c:pt idx="5324">
                  <c:v>3.4369999999999998</c:v>
                </c:pt>
                <c:pt idx="5325">
                  <c:v>3.4380000000000002</c:v>
                </c:pt>
                <c:pt idx="5326">
                  <c:v>3.4390000000000001</c:v>
                </c:pt>
                <c:pt idx="5327">
                  <c:v>3.4380000000000002</c:v>
                </c:pt>
                <c:pt idx="5328">
                  <c:v>3.4359999999999999</c:v>
                </c:pt>
                <c:pt idx="5329">
                  <c:v>3.4359999999999999</c:v>
                </c:pt>
                <c:pt idx="5330">
                  <c:v>3.4350000000000001</c:v>
                </c:pt>
                <c:pt idx="5331">
                  <c:v>3.4350000000000001</c:v>
                </c:pt>
                <c:pt idx="5332">
                  <c:v>3.4359999999999999</c:v>
                </c:pt>
                <c:pt idx="5333">
                  <c:v>3.4369999999999998</c:v>
                </c:pt>
                <c:pt idx="5334">
                  <c:v>3.4369999999999998</c:v>
                </c:pt>
                <c:pt idx="5335">
                  <c:v>3.4359999999999999</c:v>
                </c:pt>
                <c:pt idx="5336">
                  <c:v>3.4350000000000001</c:v>
                </c:pt>
                <c:pt idx="5337">
                  <c:v>3.4340000000000002</c:v>
                </c:pt>
                <c:pt idx="5338">
                  <c:v>3.4340000000000002</c:v>
                </c:pt>
                <c:pt idx="5339">
                  <c:v>3.4359999999999999</c:v>
                </c:pt>
                <c:pt idx="5340">
                  <c:v>3.4369999999999998</c:v>
                </c:pt>
                <c:pt idx="5341">
                  <c:v>3.4359999999999999</c:v>
                </c:pt>
                <c:pt idx="5342">
                  <c:v>3.4359999999999999</c:v>
                </c:pt>
                <c:pt idx="5343">
                  <c:v>3.4359999999999999</c:v>
                </c:pt>
                <c:pt idx="5344">
                  <c:v>3.4359999999999999</c:v>
                </c:pt>
                <c:pt idx="5345">
                  <c:v>3.4369999999999998</c:v>
                </c:pt>
                <c:pt idx="5346">
                  <c:v>3.4380000000000002</c:v>
                </c:pt>
                <c:pt idx="5347">
                  <c:v>3.4369999999999998</c:v>
                </c:pt>
                <c:pt idx="5348">
                  <c:v>3.4350000000000001</c:v>
                </c:pt>
                <c:pt idx="5349">
                  <c:v>3.4350000000000001</c:v>
                </c:pt>
                <c:pt idx="5350">
                  <c:v>3.4350000000000001</c:v>
                </c:pt>
                <c:pt idx="5351">
                  <c:v>3.4369999999999998</c:v>
                </c:pt>
                <c:pt idx="5352">
                  <c:v>3.4380000000000002</c:v>
                </c:pt>
                <c:pt idx="5353">
                  <c:v>3.4380000000000002</c:v>
                </c:pt>
                <c:pt idx="5354">
                  <c:v>3.4380000000000002</c:v>
                </c:pt>
                <c:pt idx="5355">
                  <c:v>3.4359999999999999</c:v>
                </c:pt>
                <c:pt idx="5356">
                  <c:v>3.4350000000000001</c:v>
                </c:pt>
                <c:pt idx="5357">
                  <c:v>3.4350000000000001</c:v>
                </c:pt>
                <c:pt idx="5358">
                  <c:v>3.4350000000000001</c:v>
                </c:pt>
                <c:pt idx="5359">
                  <c:v>3.4359999999999999</c:v>
                </c:pt>
                <c:pt idx="5360">
                  <c:v>3.4369999999999998</c:v>
                </c:pt>
                <c:pt idx="5361">
                  <c:v>3.4369999999999998</c:v>
                </c:pt>
                <c:pt idx="5362">
                  <c:v>3.4340000000000002</c:v>
                </c:pt>
                <c:pt idx="5363">
                  <c:v>3.4329999999999998</c:v>
                </c:pt>
                <c:pt idx="5364">
                  <c:v>3.4329999999999998</c:v>
                </c:pt>
                <c:pt idx="5365">
                  <c:v>3.4329999999999998</c:v>
                </c:pt>
                <c:pt idx="5366">
                  <c:v>3.4340000000000002</c:v>
                </c:pt>
                <c:pt idx="5367">
                  <c:v>3.4350000000000001</c:v>
                </c:pt>
                <c:pt idx="5368">
                  <c:v>3.4359999999999999</c:v>
                </c:pt>
                <c:pt idx="5369">
                  <c:v>3.4350000000000001</c:v>
                </c:pt>
                <c:pt idx="5370">
                  <c:v>3.4359999999999999</c:v>
                </c:pt>
                <c:pt idx="5371">
                  <c:v>3.4380000000000002</c:v>
                </c:pt>
                <c:pt idx="5372">
                  <c:v>3.4390000000000001</c:v>
                </c:pt>
                <c:pt idx="5373">
                  <c:v>3.44</c:v>
                </c:pt>
                <c:pt idx="5374">
                  <c:v>3.4390000000000001</c:v>
                </c:pt>
                <c:pt idx="5375">
                  <c:v>3.4380000000000002</c:v>
                </c:pt>
                <c:pt idx="5376">
                  <c:v>3.4380000000000002</c:v>
                </c:pt>
                <c:pt idx="5377">
                  <c:v>3.4380000000000002</c:v>
                </c:pt>
                <c:pt idx="5378">
                  <c:v>3.4369999999999998</c:v>
                </c:pt>
                <c:pt idx="5379">
                  <c:v>3.4359999999999999</c:v>
                </c:pt>
                <c:pt idx="5380">
                  <c:v>3.4359999999999999</c:v>
                </c:pt>
                <c:pt idx="5381">
                  <c:v>3.4359999999999999</c:v>
                </c:pt>
                <c:pt idx="5382">
                  <c:v>3.4359999999999999</c:v>
                </c:pt>
                <c:pt idx="5383">
                  <c:v>3.4359999999999999</c:v>
                </c:pt>
                <c:pt idx="5384">
                  <c:v>3.4350000000000001</c:v>
                </c:pt>
                <c:pt idx="5385">
                  <c:v>3.4350000000000001</c:v>
                </c:pt>
                <c:pt idx="5386">
                  <c:v>3.4350000000000001</c:v>
                </c:pt>
                <c:pt idx="5387">
                  <c:v>3.4359999999999999</c:v>
                </c:pt>
                <c:pt idx="5388">
                  <c:v>3.4359999999999999</c:v>
                </c:pt>
                <c:pt idx="5389">
                  <c:v>3.4369999999999998</c:v>
                </c:pt>
                <c:pt idx="5390">
                  <c:v>3.4369999999999998</c:v>
                </c:pt>
                <c:pt idx="5391">
                  <c:v>3.4369999999999998</c:v>
                </c:pt>
                <c:pt idx="5392">
                  <c:v>3.4359999999999999</c:v>
                </c:pt>
                <c:pt idx="5393">
                  <c:v>3.4369999999999998</c:v>
                </c:pt>
                <c:pt idx="5394">
                  <c:v>3.4359999999999999</c:v>
                </c:pt>
                <c:pt idx="5395">
                  <c:v>3.4369999999999998</c:v>
                </c:pt>
                <c:pt idx="5396">
                  <c:v>3.4369999999999998</c:v>
                </c:pt>
                <c:pt idx="5397">
                  <c:v>3.4369999999999998</c:v>
                </c:pt>
                <c:pt idx="5398">
                  <c:v>3.4369999999999998</c:v>
                </c:pt>
                <c:pt idx="5399">
                  <c:v>3.4369999999999998</c:v>
                </c:pt>
                <c:pt idx="5400">
                  <c:v>3.4369999999999998</c:v>
                </c:pt>
                <c:pt idx="5401">
                  <c:v>3.4380000000000002</c:v>
                </c:pt>
                <c:pt idx="5402">
                  <c:v>3.4359999999999999</c:v>
                </c:pt>
                <c:pt idx="5403">
                  <c:v>3.4359999999999999</c:v>
                </c:pt>
                <c:pt idx="5404">
                  <c:v>3.4359999999999999</c:v>
                </c:pt>
                <c:pt idx="5405">
                  <c:v>3.4359999999999999</c:v>
                </c:pt>
                <c:pt idx="5406">
                  <c:v>3.4380000000000002</c:v>
                </c:pt>
                <c:pt idx="5407">
                  <c:v>3.4380000000000002</c:v>
                </c:pt>
                <c:pt idx="5408">
                  <c:v>3.4369999999999998</c:v>
                </c:pt>
                <c:pt idx="5409">
                  <c:v>3.4350000000000001</c:v>
                </c:pt>
                <c:pt idx="5410">
                  <c:v>3.4350000000000001</c:v>
                </c:pt>
                <c:pt idx="5411">
                  <c:v>3.4350000000000001</c:v>
                </c:pt>
                <c:pt idx="5412">
                  <c:v>3.4350000000000001</c:v>
                </c:pt>
                <c:pt idx="5413">
                  <c:v>3.4350000000000001</c:v>
                </c:pt>
                <c:pt idx="5414">
                  <c:v>3.4359999999999999</c:v>
                </c:pt>
                <c:pt idx="5415">
                  <c:v>3.4359999999999999</c:v>
                </c:pt>
                <c:pt idx="5416">
                  <c:v>3.4350000000000001</c:v>
                </c:pt>
                <c:pt idx="5417">
                  <c:v>3.4350000000000001</c:v>
                </c:pt>
                <c:pt idx="5418">
                  <c:v>3.4350000000000001</c:v>
                </c:pt>
                <c:pt idx="5419">
                  <c:v>3.4350000000000001</c:v>
                </c:pt>
                <c:pt idx="5420">
                  <c:v>3.4350000000000001</c:v>
                </c:pt>
                <c:pt idx="5421">
                  <c:v>3.4340000000000002</c:v>
                </c:pt>
                <c:pt idx="5422">
                  <c:v>3.4329999999999998</c:v>
                </c:pt>
                <c:pt idx="5423">
                  <c:v>3.4329999999999998</c:v>
                </c:pt>
                <c:pt idx="5424">
                  <c:v>3.4359999999999999</c:v>
                </c:pt>
                <c:pt idx="5425">
                  <c:v>3.4359999999999999</c:v>
                </c:pt>
                <c:pt idx="5426">
                  <c:v>3.4359999999999999</c:v>
                </c:pt>
                <c:pt idx="5427">
                  <c:v>3.4359999999999999</c:v>
                </c:pt>
                <c:pt idx="5428">
                  <c:v>3.4369999999999998</c:v>
                </c:pt>
                <c:pt idx="5429">
                  <c:v>3.4359999999999999</c:v>
                </c:pt>
                <c:pt idx="5430">
                  <c:v>3.4359999999999999</c:v>
                </c:pt>
                <c:pt idx="5431">
                  <c:v>3.4369999999999998</c:v>
                </c:pt>
                <c:pt idx="5432">
                  <c:v>3.4369999999999998</c:v>
                </c:pt>
                <c:pt idx="5433">
                  <c:v>3.4359999999999999</c:v>
                </c:pt>
                <c:pt idx="5434">
                  <c:v>3.4359999999999999</c:v>
                </c:pt>
                <c:pt idx="5435">
                  <c:v>3.4350000000000001</c:v>
                </c:pt>
                <c:pt idx="5436">
                  <c:v>3.4350000000000001</c:v>
                </c:pt>
                <c:pt idx="5437">
                  <c:v>3.4359999999999999</c:v>
                </c:pt>
                <c:pt idx="5438">
                  <c:v>3.4359999999999999</c:v>
                </c:pt>
                <c:pt idx="5439">
                  <c:v>3.4359999999999999</c:v>
                </c:pt>
                <c:pt idx="5440">
                  <c:v>3.4359999999999999</c:v>
                </c:pt>
                <c:pt idx="5441">
                  <c:v>3.4359999999999999</c:v>
                </c:pt>
                <c:pt idx="5442">
                  <c:v>3.4359999999999999</c:v>
                </c:pt>
                <c:pt idx="5443">
                  <c:v>3.4359999999999999</c:v>
                </c:pt>
                <c:pt idx="5444">
                  <c:v>3.4359999999999999</c:v>
                </c:pt>
                <c:pt idx="5445">
                  <c:v>3.4359999999999999</c:v>
                </c:pt>
                <c:pt idx="5446">
                  <c:v>3.4359999999999999</c:v>
                </c:pt>
                <c:pt idx="5447">
                  <c:v>3.4359999999999999</c:v>
                </c:pt>
                <c:pt idx="5448">
                  <c:v>3.4350000000000001</c:v>
                </c:pt>
                <c:pt idx="5449">
                  <c:v>3.4350000000000001</c:v>
                </c:pt>
                <c:pt idx="5450">
                  <c:v>3.4340000000000002</c:v>
                </c:pt>
                <c:pt idx="5451">
                  <c:v>3.4340000000000002</c:v>
                </c:pt>
                <c:pt idx="5452">
                  <c:v>3.4350000000000001</c:v>
                </c:pt>
                <c:pt idx="5453">
                  <c:v>3.4350000000000001</c:v>
                </c:pt>
                <c:pt idx="5454">
                  <c:v>3.4359999999999999</c:v>
                </c:pt>
                <c:pt idx="5455">
                  <c:v>3.4359999999999999</c:v>
                </c:pt>
                <c:pt idx="5456">
                  <c:v>3.4359999999999999</c:v>
                </c:pt>
                <c:pt idx="5457">
                  <c:v>3.4359999999999999</c:v>
                </c:pt>
                <c:pt idx="5458">
                  <c:v>3.4350000000000001</c:v>
                </c:pt>
                <c:pt idx="5459">
                  <c:v>3.4350000000000001</c:v>
                </c:pt>
                <c:pt idx="5460">
                  <c:v>3.4340000000000002</c:v>
                </c:pt>
                <c:pt idx="5461">
                  <c:v>3.4340000000000002</c:v>
                </c:pt>
                <c:pt idx="5462">
                  <c:v>3.4329999999999998</c:v>
                </c:pt>
                <c:pt idx="5463">
                  <c:v>3.4340000000000002</c:v>
                </c:pt>
                <c:pt idx="5464">
                  <c:v>3.4350000000000001</c:v>
                </c:pt>
                <c:pt idx="5465">
                  <c:v>3.4369999999999998</c:v>
                </c:pt>
                <c:pt idx="5466">
                  <c:v>3.4369999999999998</c:v>
                </c:pt>
                <c:pt idx="5467">
                  <c:v>3.4359999999999999</c:v>
                </c:pt>
                <c:pt idx="5468">
                  <c:v>3.4340000000000002</c:v>
                </c:pt>
                <c:pt idx="5469">
                  <c:v>3.4329999999999998</c:v>
                </c:pt>
                <c:pt idx="5470">
                  <c:v>3.4329999999999998</c:v>
                </c:pt>
                <c:pt idx="5471">
                  <c:v>3.4340000000000002</c:v>
                </c:pt>
                <c:pt idx="5472">
                  <c:v>3.4359999999999999</c:v>
                </c:pt>
                <c:pt idx="5473">
                  <c:v>3.4369999999999998</c:v>
                </c:pt>
                <c:pt idx="5474">
                  <c:v>3.4369999999999998</c:v>
                </c:pt>
                <c:pt idx="5475">
                  <c:v>3.4369999999999998</c:v>
                </c:pt>
                <c:pt idx="5476">
                  <c:v>3.4369999999999998</c:v>
                </c:pt>
                <c:pt idx="5477">
                  <c:v>3.4350000000000001</c:v>
                </c:pt>
                <c:pt idx="5478">
                  <c:v>3.4350000000000001</c:v>
                </c:pt>
                <c:pt idx="5479">
                  <c:v>3.4340000000000002</c:v>
                </c:pt>
                <c:pt idx="5480">
                  <c:v>3.4350000000000001</c:v>
                </c:pt>
                <c:pt idx="5481">
                  <c:v>3.4350000000000001</c:v>
                </c:pt>
                <c:pt idx="5482">
                  <c:v>3.4350000000000001</c:v>
                </c:pt>
                <c:pt idx="5483">
                  <c:v>3.4359999999999999</c:v>
                </c:pt>
                <c:pt idx="5484">
                  <c:v>3.4369999999999998</c:v>
                </c:pt>
                <c:pt idx="5485">
                  <c:v>3.4369999999999998</c:v>
                </c:pt>
                <c:pt idx="5486">
                  <c:v>3.4359999999999999</c:v>
                </c:pt>
                <c:pt idx="5487">
                  <c:v>3.4359999999999999</c:v>
                </c:pt>
                <c:pt idx="5488">
                  <c:v>3.4340000000000002</c:v>
                </c:pt>
                <c:pt idx="5489">
                  <c:v>3.4319999999999999</c:v>
                </c:pt>
                <c:pt idx="5490">
                  <c:v>3.4319999999999999</c:v>
                </c:pt>
                <c:pt idx="5491">
                  <c:v>3.4340000000000002</c:v>
                </c:pt>
                <c:pt idx="5492">
                  <c:v>3.4369999999999998</c:v>
                </c:pt>
                <c:pt idx="5493">
                  <c:v>3.4380000000000002</c:v>
                </c:pt>
                <c:pt idx="5494">
                  <c:v>3.4380000000000002</c:v>
                </c:pt>
                <c:pt idx="5495">
                  <c:v>3.4359999999999999</c:v>
                </c:pt>
                <c:pt idx="5496">
                  <c:v>3.4340000000000002</c:v>
                </c:pt>
                <c:pt idx="5497">
                  <c:v>3.4350000000000001</c:v>
                </c:pt>
                <c:pt idx="5498">
                  <c:v>3.4350000000000001</c:v>
                </c:pt>
                <c:pt idx="5499">
                  <c:v>3.4359999999999999</c:v>
                </c:pt>
                <c:pt idx="5500">
                  <c:v>3.4350000000000001</c:v>
                </c:pt>
                <c:pt idx="5501">
                  <c:v>3.4350000000000001</c:v>
                </c:pt>
                <c:pt idx="5502">
                  <c:v>3.4350000000000001</c:v>
                </c:pt>
                <c:pt idx="5503">
                  <c:v>3.4350000000000001</c:v>
                </c:pt>
                <c:pt idx="5504">
                  <c:v>3.4359999999999999</c:v>
                </c:pt>
                <c:pt idx="5505">
                  <c:v>3.4359999999999999</c:v>
                </c:pt>
                <c:pt idx="5506">
                  <c:v>3.4350000000000001</c:v>
                </c:pt>
                <c:pt idx="5507">
                  <c:v>3.4340000000000002</c:v>
                </c:pt>
                <c:pt idx="5508">
                  <c:v>3.4340000000000002</c:v>
                </c:pt>
                <c:pt idx="5509">
                  <c:v>3.4340000000000002</c:v>
                </c:pt>
                <c:pt idx="5510">
                  <c:v>3.4350000000000001</c:v>
                </c:pt>
                <c:pt idx="5511">
                  <c:v>3.4359999999999999</c:v>
                </c:pt>
                <c:pt idx="5512">
                  <c:v>3.4350000000000001</c:v>
                </c:pt>
                <c:pt idx="5513">
                  <c:v>3.4350000000000001</c:v>
                </c:pt>
                <c:pt idx="5514">
                  <c:v>3.4350000000000001</c:v>
                </c:pt>
                <c:pt idx="5515">
                  <c:v>3.4350000000000001</c:v>
                </c:pt>
                <c:pt idx="5516">
                  <c:v>3.4340000000000002</c:v>
                </c:pt>
                <c:pt idx="5517">
                  <c:v>3.4329999999999998</c:v>
                </c:pt>
                <c:pt idx="5518">
                  <c:v>3.4319999999999999</c:v>
                </c:pt>
                <c:pt idx="5519">
                  <c:v>3.4340000000000002</c:v>
                </c:pt>
                <c:pt idx="5520">
                  <c:v>3.4359999999999999</c:v>
                </c:pt>
                <c:pt idx="5521">
                  <c:v>3.4369999999999998</c:v>
                </c:pt>
                <c:pt idx="5522">
                  <c:v>3.4380000000000002</c:v>
                </c:pt>
                <c:pt idx="5523">
                  <c:v>3.4359999999999999</c:v>
                </c:pt>
                <c:pt idx="5524">
                  <c:v>3.4359999999999999</c:v>
                </c:pt>
                <c:pt idx="5525">
                  <c:v>3.4359999999999999</c:v>
                </c:pt>
                <c:pt idx="5526">
                  <c:v>3.4359999999999999</c:v>
                </c:pt>
                <c:pt idx="5527">
                  <c:v>3.4359999999999999</c:v>
                </c:pt>
                <c:pt idx="5528">
                  <c:v>3.4359999999999999</c:v>
                </c:pt>
                <c:pt idx="5529">
                  <c:v>3.4350000000000001</c:v>
                </c:pt>
                <c:pt idx="5530">
                  <c:v>3.4340000000000002</c:v>
                </c:pt>
                <c:pt idx="5531">
                  <c:v>3.4340000000000002</c:v>
                </c:pt>
                <c:pt idx="5532">
                  <c:v>3.4350000000000001</c:v>
                </c:pt>
                <c:pt idx="5533">
                  <c:v>3.4359999999999999</c:v>
                </c:pt>
                <c:pt idx="5534">
                  <c:v>3.4350000000000001</c:v>
                </c:pt>
                <c:pt idx="5535">
                  <c:v>3.4340000000000002</c:v>
                </c:pt>
                <c:pt idx="5536">
                  <c:v>3.4329999999999998</c:v>
                </c:pt>
                <c:pt idx="5537">
                  <c:v>3.4340000000000002</c:v>
                </c:pt>
                <c:pt idx="5538">
                  <c:v>3.4350000000000001</c:v>
                </c:pt>
                <c:pt idx="5539">
                  <c:v>3.4359999999999999</c:v>
                </c:pt>
                <c:pt idx="5540">
                  <c:v>3.4359999999999999</c:v>
                </c:pt>
                <c:pt idx="5541">
                  <c:v>3.4359999999999999</c:v>
                </c:pt>
                <c:pt idx="5542">
                  <c:v>3.4340000000000002</c:v>
                </c:pt>
                <c:pt idx="5543">
                  <c:v>3.4340000000000002</c:v>
                </c:pt>
                <c:pt idx="5544">
                  <c:v>3.4350000000000001</c:v>
                </c:pt>
                <c:pt idx="5545">
                  <c:v>3.4350000000000001</c:v>
                </c:pt>
                <c:pt idx="5546">
                  <c:v>3.4350000000000001</c:v>
                </c:pt>
                <c:pt idx="5547">
                  <c:v>3.4350000000000001</c:v>
                </c:pt>
                <c:pt idx="5548">
                  <c:v>3.4350000000000001</c:v>
                </c:pt>
                <c:pt idx="5549">
                  <c:v>3.4350000000000001</c:v>
                </c:pt>
                <c:pt idx="5550">
                  <c:v>3.4350000000000001</c:v>
                </c:pt>
                <c:pt idx="5551">
                  <c:v>3.4350000000000001</c:v>
                </c:pt>
                <c:pt idx="5552">
                  <c:v>3.4350000000000001</c:v>
                </c:pt>
                <c:pt idx="5553">
                  <c:v>3.4340000000000002</c:v>
                </c:pt>
                <c:pt idx="5554">
                  <c:v>3.4340000000000002</c:v>
                </c:pt>
                <c:pt idx="5555">
                  <c:v>3.4340000000000002</c:v>
                </c:pt>
                <c:pt idx="5556">
                  <c:v>3.4329999999999998</c:v>
                </c:pt>
                <c:pt idx="5557">
                  <c:v>3.4319999999999999</c:v>
                </c:pt>
                <c:pt idx="5558">
                  <c:v>3.4329999999999998</c:v>
                </c:pt>
                <c:pt idx="5559">
                  <c:v>3.4340000000000002</c:v>
                </c:pt>
                <c:pt idx="5560">
                  <c:v>3.4350000000000001</c:v>
                </c:pt>
                <c:pt idx="5561">
                  <c:v>3.4359999999999999</c:v>
                </c:pt>
                <c:pt idx="5562">
                  <c:v>3.4359999999999999</c:v>
                </c:pt>
                <c:pt idx="5563">
                  <c:v>3.4350000000000001</c:v>
                </c:pt>
                <c:pt idx="5564">
                  <c:v>3.4350000000000001</c:v>
                </c:pt>
                <c:pt idx="5565">
                  <c:v>3.4340000000000002</c:v>
                </c:pt>
                <c:pt idx="5566">
                  <c:v>3.4329999999999998</c:v>
                </c:pt>
                <c:pt idx="5567">
                  <c:v>3.4340000000000002</c:v>
                </c:pt>
                <c:pt idx="5568">
                  <c:v>3.4329999999999998</c:v>
                </c:pt>
                <c:pt idx="5569">
                  <c:v>3.4329999999999998</c:v>
                </c:pt>
                <c:pt idx="5570">
                  <c:v>3.4329999999999998</c:v>
                </c:pt>
                <c:pt idx="5571">
                  <c:v>3.4329999999999998</c:v>
                </c:pt>
                <c:pt idx="5572">
                  <c:v>3.4329999999999998</c:v>
                </c:pt>
                <c:pt idx="5573">
                  <c:v>3.4350000000000001</c:v>
                </c:pt>
                <c:pt idx="5574">
                  <c:v>3.4369999999999998</c:v>
                </c:pt>
                <c:pt idx="5575">
                  <c:v>3.4369999999999998</c:v>
                </c:pt>
                <c:pt idx="5576">
                  <c:v>3.4369999999999998</c:v>
                </c:pt>
                <c:pt idx="5577">
                  <c:v>3.4359999999999999</c:v>
                </c:pt>
                <c:pt idx="5578">
                  <c:v>3.4350000000000001</c:v>
                </c:pt>
                <c:pt idx="5579">
                  <c:v>3.4350000000000001</c:v>
                </c:pt>
                <c:pt idx="5580">
                  <c:v>3.4350000000000001</c:v>
                </c:pt>
                <c:pt idx="5581">
                  <c:v>3.4359999999999999</c:v>
                </c:pt>
                <c:pt idx="5582">
                  <c:v>3.4369999999999998</c:v>
                </c:pt>
                <c:pt idx="5583">
                  <c:v>3.4359999999999999</c:v>
                </c:pt>
                <c:pt idx="5584">
                  <c:v>3.4359999999999999</c:v>
                </c:pt>
                <c:pt idx="5585">
                  <c:v>3.4359999999999999</c:v>
                </c:pt>
                <c:pt idx="5586">
                  <c:v>3.4340000000000002</c:v>
                </c:pt>
                <c:pt idx="5587">
                  <c:v>3.4340000000000002</c:v>
                </c:pt>
                <c:pt idx="5588">
                  <c:v>3.4340000000000002</c:v>
                </c:pt>
                <c:pt idx="5589">
                  <c:v>3.4340000000000002</c:v>
                </c:pt>
                <c:pt idx="5590">
                  <c:v>3.4340000000000002</c:v>
                </c:pt>
                <c:pt idx="5591">
                  <c:v>3.4340000000000002</c:v>
                </c:pt>
                <c:pt idx="5592">
                  <c:v>3.4340000000000002</c:v>
                </c:pt>
                <c:pt idx="5593">
                  <c:v>3.4340000000000002</c:v>
                </c:pt>
                <c:pt idx="5594">
                  <c:v>3.4340000000000002</c:v>
                </c:pt>
                <c:pt idx="5595">
                  <c:v>3.4340000000000002</c:v>
                </c:pt>
                <c:pt idx="5596">
                  <c:v>3.4350000000000001</c:v>
                </c:pt>
                <c:pt idx="5597">
                  <c:v>3.4359999999999999</c:v>
                </c:pt>
                <c:pt idx="5598">
                  <c:v>3.4340000000000002</c:v>
                </c:pt>
                <c:pt idx="5599">
                  <c:v>3.4340000000000002</c:v>
                </c:pt>
                <c:pt idx="5600">
                  <c:v>3.4350000000000001</c:v>
                </c:pt>
                <c:pt idx="5601">
                  <c:v>3.4359999999999999</c:v>
                </c:pt>
                <c:pt idx="5602">
                  <c:v>3.4359999999999999</c:v>
                </c:pt>
                <c:pt idx="5603">
                  <c:v>3.4359999999999999</c:v>
                </c:pt>
                <c:pt idx="5604">
                  <c:v>3.4350000000000001</c:v>
                </c:pt>
                <c:pt idx="5605">
                  <c:v>3.4340000000000002</c:v>
                </c:pt>
                <c:pt idx="5606">
                  <c:v>3.4340000000000002</c:v>
                </c:pt>
                <c:pt idx="5607">
                  <c:v>3.4350000000000001</c:v>
                </c:pt>
                <c:pt idx="5608">
                  <c:v>3.4359999999999999</c:v>
                </c:pt>
                <c:pt idx="5609">
                  <c:v>3.4359999999999999</c:v>
                </c:pt>
                <c:pt idx="5610">
                  <c:v>3.4340000000000002</c:v>
                </c:pt>
                <c:pt idx="5611">
                  <c:v>3.4329999999999998</c:v>
                </c:pt>
                <c:pt idx="5612">
                  <c:v>3.4340000000000002</c:v>
                </c:pt>
                <c:pt idx="5613">
                  <c:v>3.4350000000000001</c:v>
                </c:pt>
                <c:pt idx="5614">
                  <c:v>3.4350000000000001</c:v>
                </c:pt>
                <c:pt idx="5615">
                  <c:v>3.4340000000000002</c:v>
                </c:pt>
                <c:pt idx="5616">
                  <c:v>3.4329999999999998</c:v>
                </c:pt>
                <c:pt idx="5617">
                  <c:v>3.4319999999999999</c:v>
                </c:pt>
                <c:pt idx="5618">
                  <c:v>3.4340000000000002</c:v>
                </c:pt>
                <c:pt idx="5619">
                  <c:v>3.4350000000000001</c:v>
                </c:pt>
                <c:pt idx="5620">
                  <c:v>3.4359999999999999</c:v>
                </c:pt>
                <c:pt idx="5621">
                  <c:v>3.4359999999999999</c:v>
                </c:pt>
                <c:pt idx="5622">
                  <c:v>3.4359999999999999</c:v>
                </c:pt>
                <c:pt idx="5623">
                  <c:v>3.4350000000000001</c:v>
                </c:pt>
                <c:pt idx="5624">
                  <c:v>3.4340000000000002</c:v>
                </c:pt>
                <c:pt idx="5625">
                  <c:v>3.4350000000000001</c:v>
                </c:pt>
                <c:pt idx="5626">
                  <c:v>3.4350000000000001</c:v>
                </c:pt>
                <c:pt idx="5627">
                  <c:v>3.4359999999999999</c:v>
                </c:pt>
                <c:pt idx="5628">
                  <c:v>3.4359999999999999</c:v>
                </c:pt>
                <c:pt idx="5629">
                  <c:v>3.4350000000000001</c:v>
                </c:pt>
                <c:pt idx="5630">
                  <c:v>3.4350000000000001</c:v>
                </c:pt>
                <c:pt idx="5631">
                  <c:v>3.4359999999999999</c:v>
                </c:pt>
                <c:pt idx="5632">
                  <c:v>3.4359999999999999</c:v>
                </c:pt>
                <c:pt idx="5633">
                  <c:v>3.4359999999999999</c:v>
                </c:pt>
                <c:pt idx="5634">
                  <c:v>3.4350000000000001</c:v>
                </c:pt>
                <c:pt idx="5635">
                  <c:v>3.4359999999999999</c:v>
                </c:pt>
                <c:pt idx="5636">
                  <c:v>3.4359999999999999</c:v>
                </c:pt>
                <c:pt idx="5637">
                  <c:v>3.4340000000000002</c:v>
                </c:pt>
                <c:pt idx="5638">
                  <c:v>3.4350000000000001</c:v>
                </c:pt>
                <c:pt idx="5639">
                  <c:v>3.4350000000000001</c:v>
                </c:pt>
                <c:pt idx="5640">
                  <c:v>3.4350000000000001</c:v>
                </c:pt>
                <c:pt idx="5641">
                  <c:v>3.4350000000000001</c:v>
                </c:pt>
                <c:pt idx="5642">
                  <c:v>3.4359999999999999</c:v>
                </c:pt>
                <c:pt idx="5643">
                  <c:v>3.4359999999999999</c:v>
                </c:pt>
                <c:pt idx="5644">
                  <c:v>3.4350000000000001</c:v>
                </c:pt>
                <c:pt idx="5645">
                  <c:v>3.4340000000000002</c:v>
                </c:pt>
                <c:pt idx="5646">
                  <c:v>3.4340000000000002</c:v>
                </c:pt>
                <c:pt idx="5647">
                  <c:v>3.4340000000000002</c:v>
                </c:pt>
                <c:pt idx="5648">
                  <c:v>3.4350000000000001</c:v>
                </c:pt>
                <c:pt idx="5649">
                  <c:v>3.4350000000000001</c:v>
                </c:pt>
                <c:pt idx="5650">
                  <c:v>3.4350000000000001</c:v>
                </c:pt>
                <c:pt idx="5651">
                  <c:v>3.4340000000000002</c:v>
                </c:pt>
                <c:pt idx="5652">
                  <c:v>3.4350000000000001</c:v>
                </c:pt>
                <c:pt idx="5653">
                  <c:v>3.4369999999999998</c:v>
                </c:pt>
                <c:pt idx="5654">
                  <c:v>3.4369999999999998</c:v>
                </c:pt>
                <c:pt idx="5655">
                  <c:v>3.4359999999999999</c:v>
                </c:pt>
                <c:pt idx="5656">
                  <c:v>3.4350000000000001</c:v>
                </c:pt>
                <c:pt idx="5657">
                  <c:v>3.4350000000000001</c:v>
                </c:pt>
                <c:pt idx="5658">
                  <c:v>3.4350000000000001</c:v>
                </c:pt>
                <c:pt idx="5659">
                  <c:v>3.4359999999999999</c:v>
                </c:pt>
                <c:pt idx="5660">
                  <c:v>3.4359999999999999</c:v>
                </c:pt>
                <c:pt idx="5661">
                  <c:v>3.4369999999999998</c:v>
                </c:pt>
                <c:pt idx="5662">
                  <c:v>3.4369999999999998</c:v>
                </c:pt>
                <c:pt idx="5663">
                  <c:v>3.4369999999999998</c:v>
                </c:pt>
                <c:pt idx="5664">
                  <c:v>3.4359999999999999</c:v>
                </c:pt>
                <c:pt idx="5665">
                  <c:v>3.4359999999999999</c:v>
                </c:pt>
                <c:pt idx="5666">
                  <c:v>3.4359999999999999</c:v>
                </c:pt>
                <c:pt idx="5667">
                  <c:v>3.4359999999999999</c:v>
                </c:pt>
                <c:pt idx="5668">
                  <c:v>3.4369999999999998</c:v>
                </c:pt>
                <c:pt idx="5669">
                  <c:v>3.4359999999999999</c:v>
                </c:pt>
                <c:pt idx="5670">
                  <c:v>3.4350000000000001</c:v>
                </c:pt>
                <c:pt idx="5671">
                  <c:v>3.4340000000000002</c:v>
                </c:pt>
                <c:pt idx="5672">
                  <c:v>3.4340000000000002</c:v>
                </c:pt>
                <c:pt idx="5673">
                  <c:v>3.4340000000000002</c:v>
                </c:pt>
                <c:pt idx="5674">
                  <c:v>3.4350000000000001</c:v>
                </c:pt>
                <c:pt idx="5675">
                  <c:v>3.4340000000000002</c:v>
                </c:pt>
                <c:pt idx="5676">
                  <c:v>3.4329999999999998</c:v>
                </c:pt>
                <c:pt idx="5677">
                  <c:v>3.4329999999999998</c:v>
                </c:pt>
                <c:pt idx="5678">
                  <c:v>3.4340000000000002</c:v>
                </c:pt>
                <c:pt idx="5679">
                  <c:v>3.4359999999999999</c:v>
                </c:pt>
                <c:pt idx="5680">
                  <c:v>3.4380000000000002</c:v>
                </c:pt>
                <c:pt idx="5681">
                  <c:v>3.4380000000000002</c:v>
                </c:pt>
                <c:pt idx="5682">
                  <c:v>3.4380000000000002</c:v>
                </c:pt>
                <c:pt idx="5683">
                  <c:v>3.4359999999999999</c:v>
                </c:pt>
                <c:pt idx="5684">
                  <c:v>3.4340000000000002</c:v>
                </c:pt>
                <c:pt idx="5685">
                  <c:v>3.4340000000000002</c:v>
                </c:pt>
                <c:pt idx="5686">
                  <c:v>3.4350000000000001</c:v>
                </c:pt>
                <c:pt idx="5687">
                  <c:v>3.4359999999999999</c:v>
                </c:pt>
                <c:pt idx="5688">
                  <c:v>3.4359999999999999</c:v>
                </c:pt>
                <c:pt idx="5689">
                  <c:v>3.4369999999999998</c:v>
                </c:pt>
                <c:pt idx="5690">
                  <c:v>3.4380000000000002</c:v>
                </c:pt>
                <c:pt idx="5691">
                  <c:v>3.4380000000000002</c:v>
                </c:pt>
                <c:pt idx="5692">
                  <c:v>3.4369999999999998</c:v>
                </c:pt>
                <c:pt idx="5693">
                  <c:v>3.4359999999999999</c:v>
                </c:pt>
                <c:pt idx="5694">
                  <c:v>3.4359999999999999</c:v>
                </c:pt>
                <c:pt idx="5695">
                  <c:v>3.4359999999999999</c:v>
                </c:pt>
                <c:pt idx="5696">
                  <c:v>3.4350000000000001</c:v>
                </c:pt>
                <c:pt idx="5697">
                  <c:v>3.4350000000000001</c:v>
                </c:pt>
                <c:pt idx="5698">
                  <c:v>3.4340000000000002</c:v>
                </c:pt>
                <c:pt idx="5699">
                  <c:v>3.4340000000000002</c:v>
                </c:pt>
                <c:pt idx="5700">
                  <c:v>3.4350000000000001</c:v>
                </c:pt>
                <c:pt idx="5701">
                  <c:v>3.4369999999999998</c:v>
                </c:pt>
                <c:pt idx="5702">
                  <c:v>3.4380000000000002</c:v>
                </c:pt>
                <c:pt idx="5703">
                  <c:v>3.4369999999999998</c:v>
                </c:pt>
                <c:pt idx="5704">
                  <c:v>3.4369999999999998</c:v>
                </c:pt>
                <c:pt idx="5705">
                  <c:v>3.4369999999999998</c:v>
                </c:pt>
                <c:pt idx="5706">
                  <c:v>3.4380000000000002</c:v>
                </c:pt>
                <c:pt idx="5707">
                  <c:v>3.4369999999999998</c:v>
                </c:pt>
                <c:pt idx="5708">
                  <c:v>3.4350000000000001</c:v>
                </c:pt>
                <c:pt idx="5709">
                  <c:v>3.4350000000000001</c:v>
                </c:pt>
                <c:pt idx="5710">
                  <c:v>3.4350000000000001</c:v>
                </c:pt>
                <c:pt idx="5711">
                  <c:v>3.4359999999999999</c:v>
                </c:pt>
                <c:pt idx="5712">
                  <c:v>3.4369999999999998</c:v>
                </c:pt>
                <c:pt idx="5713">
                  <c:v>3.4380000000000002</c:v>
                </c:pt>
                <c:pt idx="5714">
                  <c:v>3.4369999999999998</c:v>
                </c:pt>
                <c:pt idx="5715">
                  <c:v>3.4350000000000001</c:v>
                </c:pt>
                <c:pt idx="5716">
                  <c:v>3.4340000000000002</c:v>
                </c:pt>
                <c:pt idx="5717">
                  <c:v>3.4340000000000002</c:v>
                </c:pt>
                <c:pt idx="5718">
                  <c:v>3.4350000000000001</c:v>
                </c:pt>
                <c:pt idx="5719">
                  <c:v>3.4350000000000001</c:v>
                </c:pt>
                <c:pt idx="5720">
                  <c:v>3.4340000000000002</c:v>
                </c:pt>
                <c:pt idx="5721">
                  <c:v>3.4340000000000002</c:v>
                </c:pt>
                <c:pt idx="5722">
                  <c:v>3.4359999999999999</c:v>
                </c:pt>
                <c:pt idx="5723">
                  <c:v>3.4369999999999998</c:v>
                </c:pt>
                <c:pt idx="5724">
                  <c:v>3.4369999999999998</c:v>
                </c:pt>
                <c:pt idx="5725">
                  <c:v>3.4369999999999998</c:v>
                </c:pt>
                <c:pt idx="5726">
                  <c:v>3.4350000000000001</c:v>
                </c:pt>
                <c:pt idx="5727">
                  <c:v>3.4340000000000002</c:v>
                </c:pt>
                <c:pt idx="5728">
                  <c:v>3.4350000000000001</c:v>
                </c:pt>
                <c:pt idx="5729">
                  <c:v>3.4350000000000001</c:v>
                </c:pt>
                <c:pt idx="5730">
                  <c:v>3.4350000000000001</c:v>
                </c:pt>
                <c:pt idx="5731">
                  <c:v>3.4350000000000001</c:v>
                </c:pt>
                <c:pt idx="5732">
                  <c:v>3.4350000000000001</c:v>
                </c:pt>
                <c:pt idx="5733">
                  <c:v>3.4350000000000001</c:v>
                </c:pt>
                <c:pt idx="5734">
                  <c:v>3.4350000000000001</c:v>
                </c:pt>
                <c:pt idx="5735">
                  <c:v>3.4340000000000002</c:v>
                </c:pt>
                <c:pt idx="5736">
                  <c:v>3.4340000000000002</c:v>
                </c:pt>
                <c:pt idx="5737">
                  <c:v>3.4340000000000002</c:v>
                </c:pt>
                <c:pt idx="5738">
                  <c:v>3.4359999999999999</c:v>
                </c:pt>
                <c:pt idx="5739">
                  <c:v>3.4369999999999998</c:v>
                </c:pt>
                <c:pt idx="5740">
                  <c:v>3.4369999999999998</c:v>
                </c:pt>
                <c:pt idx="5741">
                  <c:v>3.4369999999999998</c:v>
                </c:pt>
                <c:pt idx="5742">
                  <c:v>3.4380000000000002</c:v>
                </c:pt>
                <c:pt idx="5743">
                  <c:v>3.4369999999999998</c:v>
                </c:pt>
                <c:pt idx="5744">
                  <c:v>3.4359999999999999</c:v>
                </c:pt>
                <c:pt idx="5745">
                  <c:v>3.4350000000000001</c:v>
                </c:pt>
                <c:pt idx="5746">
                  <c:v>3.4350000000000001</c:v>
                </c:pt>
                <c:pt idx="5747">
                  <c:v>3.4340000000000002</c:v>
                </c:pt>
                <c:pt idx="5748">
                  <c:v>3.4340000000000002</c:v>
                </c:pt>
                <c:pt idx="5749">
                  <c:v>3.4340000000000002</c:v>
                </c:pt>
                <c:pt idx="5750">
                  <c:v>3.4340000000000002</c:v>
                </c:pt>
                <c:pt idx="5751">
                  <c:v>3.4340000000000002</c:v>
                </c:pt>
                <c:pt idx="5752">
                  <c:v>3.4340000000000002</c:v>
                </c:pt>
                <c:pt idx="5753">
                  <c:v>3.4359999999999999</c:v>
                </c:pt>
                <c:pt idx="5754">
                  <c:v>3.4359999999999999</c:v>
                </c:pt>
                <c:pt idx="5755">
                  <c:v>3.4359999999999999</c:v>
                </c:pt>
                <c:pt idx="5756">
                  <c:v>3.4359999999999999</c:v>
                </c:pt>
                <c:pt idx="5757">
                  <c:v>3.4329999999999998</c:v>
                </c:pt>
                <c:pt idx="5758">
                  <c:v>3.43</c:v>
                </c:pt>
                <c:pt idx="5759">
                  <c:v>3.43</c:v>
                </c:pt>
                <c:pt idx="5760">
                  <c:v>3.4319999999999999</c:v>
                </c:pt>
                <c:pt idx="5761">
                  <c:v>3.4350000000000001</c:v>
                </c:pt>
                <c:pt idx="5762">
                  <c:v>3.4369999999999998</c:v>
                </c:pt>
                <c:pt idx="5763">
                  <c:v>3.4380000000000002</c:v>
                </c:pt>
                <c:pt idx="5764">
                  <c:v>3.4390000000000001</c:v>
                </c:pt>
                <c:pt idx="5765">
                  <c:v>3.4380000000000002</c:v>
                </c:pt>
                <c:pt idx="5766">
                  <c:v>3.4369999999999998</c:v>
                </c:pt>
                <c:pt idx="5767">
                  <c:v>3.4369999999999998</c:v>
                </c:pt>
                <c:pt idx="5768">
                  <c:v>3.4359999999999999</c:v>
                </c:pt>
                <c:pt idx="5769">
                  <c:v>3.4369999999999998</c:v>
                </c:pt>
                <c:pt idx="5770">
                  <c:v>3.4359999999999999</c:v>
                </c:pt>
                <c:pt idx="5771">
                  <c:v>3.4340000000000002</c:v>
                </c:pt>
                <c:pt idx="5772">
                  <c:v>3.4329999999999998</c:v>
                </c:pt>
                <c:pt idx="5773">
                  <c:v>3.4329999999999998</c:v>
                </c:pt>
                <c:pt idx="5774">
                  <c:v>3.4350000000000001</c:v>
                </c:pt>
                <c:pt idx="5775">
                  <c:v>3.4350000000000001</c:v>
                </c:pt>
                <c:pt idx="5776">
                  <c:v>3.4350000000000001</c:v>
                </c:pt>
                <c:pt idx="5777">
                  <c:v>3.4340000000000002</c:v>
                </c:pt>
                <c:pt idx="5778">
                  <c:v>3.4329999999999998</c:v>
                </c:pt>
                <c:pt idx="5779">
                  <c:v>3.4329999999999998</c:v>
                </c:pt>
                <c:pt idx="5780">
                  <c:v>3.4340000000000002</c:v>
                </c:pt>
                <c:pt idx="5781">
                  <c:v>3.4359999999999999</c:v>
                </c:pt>
                <c:pt idx="5782">
                  <c:v>3.4369999999999998</c:v>
                </c:pt>
                <c:pt idx="5783">
                  <c:v>3.4369999999999998</c:v>
                </c:pt>
                <c:pt idx="5784">
                  <c:v>3.4350000000000001</c:v>
                </c:pt>
                <c:pt idx="5785">
                  <c:v>3.4340000000000002</c:v>
                </c:pt>
                <c:pt idx="5786">
                  <c:v>3.4319999999999999</c:v>
                </c:pt>
                <c:pt idx="5787">
                  <c:v>3.4319999999999999</c:v>
                </c:pt>
                <c:pt idx="5788">
                  <c:v>3.4319999999999999</c:v>
                </c:pt>
                <c:pt idx="5789">
                  <c:v>3.4319999999999999</c:v>
                </c:pt>
                <c:pt idx="5790">
                  <c:v>3.4340000000000002</c:v>
                </c:pt>
                <c:pt idx="5791">
                  <c:v>3.4350000000000001</c:v>
                </c:pt>
                <c:pt idx="5792">
                  <c:v>3.4350000000000001</c:v>
                </c:pt>
                <c:pt idx="5793">
                  <c:v>3.4350000000000001</c:v>
                </c:pt>
                <c:pt idx="5794">
                  <c:v>3.4350000000000001</c:v>
                </c:pt>
                <c:pt idx="5795">
                  <c:v>3.4350000000000001</c:v>
                </c:pt>
                <c:pt idx="5796">
                  <c:v>3.4340000000000002</c:v>
                </c:pt>
                <c:pt idx="5797">
                  <c:v>3.4329999999999998</c:v>
                </c:pt>
                <c:pt idx="5798">
                  <c:v>3.4329999999999998</c:v>
                </c:pt>
                <c:pt idx="5799">
                  <c:v>3.4329999999999998</c:v>
                </c:pt>
                <c:pt idx="5800">
                  <c:v>3.4340000000000002</c:v>
                </c:pt>
                <c:pt idx="5801">
                  <c:v>3.4350000000000001</c:v>
                </c:pt>
                <c:pt idx="5802">
                  <c:v>3.4350000000000001</c:v>
                </c:pt>
                <c:pt idx="5803">
                  <c:v>3.4340000000000002</c:v>
                </c:pt>
                <c:pt idx="5804">
                  <c:v>3.4329999999999998</c:v>
                </c:pt>
                <c:pt idx="5805">
                  <c:v>3.4319999999999999</c:v>
                </c:pt>
                <c:pt idx="5806">
                  <c:v>3.4329999999999998</c:v>
                </c:pt>
                <c:pt idx="5807">
                  <c:v>3.4340000000000002</c:v>
                </c:pt>
                <c:pt idx="5808">
                  <c:v>3.4350000000000001</c:v>
                </c:pt>
                <c:pt idx="5809">
                  <c:v>3.4359999999999999</c:v>
                </c:pt>
                <c:pt idx="5810">
                  <c:v>3.4359999999999999</c:v>
                </c:pt>
                <c:pt idx="5811">
                  <c:v>3.4340000000000002</c:v>
                </c:pt>
                <c:pt idx="5812">
                  <c:v>3.4329999999999998</c:v>
                </c:pt>
                <c:pt idx="5813">
                  <c:v>3.4329999999999998</c:v>
                </c:pt>
                <c:pt idx="5814">
                  <c:v>3.4329999999999998</c:v>
                </c:pt>
                <c:pt idx="5815">
                  <c:v>3.4350000000000001</c:v>
                </c:pt>
                <c:pt idx="5816">
                  <c:v>3.4359999999999999</c:v>
                </c:pt>
                <c:pt idx="5817">
                  <c:v>3.4359999999999999</c:v>
                </c:pt>
                <c:pt idx="5818">
                  <c:v>3.4350000000000001</c:v>
                </c:pt>
                <c:pt idx="5819">
                  <c:v>3.4350000000000001</c:v>
                </c:pt>
                <c:pt idx="5820">
                  <c:v>3.4359999999999999</c:v>
                </c:pt>
                <c:pt idx="5821">
                  <c:v>3.4369999999999998</c:v>
                </c:pt>
                <c:pt idx="5822">
                  <c:v>3.4369999999999998</c:v>
                </c:pt>
                <c:pt idx="5823">
                  <c:v>3.4359999999999999</c:v>
                </c:pt>
                <c:pt idx="5824">
                  <c:v>3.4350000000000001</c:v>
                </c:pt>
                <c:pt idx="5825">
                  <c:v>3.4340000000000002</c:v>
                </c:pt>
                <c:pt idx="5826">
                  <c:v>3.4350000000000001</c:v>
                </c:pt>
                <c:pt idx="5827">
                  <c:v>3.4359999999999999</c:v>
                </c:pt>
                <c:pt idx="5828">
                  <c:v>3.4380000000000002</c:v>
                </c:pt>
                <c:pt idx="5829">
                  <c:v>3.4369999999999998</c:v>
                </c:pt>
                <c:pt idx="5830">
                  <c:v>3.4359999999999999</c:v>
                </c:pt>
                <c:pt idx="5831">
                  <c:v>3.4340000000000002</c:v>
                </c:pt>
                <c:pt idx="5832">
                  <c:v>3.4319999999999999</c:v>
                </c:pt>
                <c:pt idx="5833">
                  <c:v>3.431</c:v>
                </c:pt>
                <c:pt idx="5834">
                  <c:v>3.43</c:v>
                </c:pt>
                <c:pt idx="5835">
                  <c:v>3.431</c:v>
                </c:pt>
                <c:pt idx="5836">
                  <c:v>3.431</c:v>
                </c:pt>
                <c:pt idx="5837">
                  <c:v>3.431</c:v>
                </c:pt>
                <c:pt idx="5838">
                  <c:v>3.4319999999999999</c:v>
                </c:pt>
                <c:pt idx="5839">
                  <c:v>3.4329999999999998</c:v>
                </c:pt>
                <c:pt idx="5840">
                  <c:v>3.4329999999999998</c:v>
                </c:pt>
                <c:pt idx="5841">
                  <c:v>3.4340000000000002</c:v>
                </c:pt>
                <c:pt idx="5842">
                  <c:v>3.4369999999999998</c:v>
                </c:pt>
                <c:pt idx="5843">
                  <c:v>3.4380000000000002</c:v>
                </c:pt>
                <c:pt idx="5844">
                  <c:v>3.4380000000000002</c:v>
                </c:pt>
                <c:pt idx="5845">
                  <c:v>3.4380000000000002</c:v>
                </c:pt>
                <c:pt idx="5846">
                  <c:v>3.4380000000000002</c:v>
                </c:pt>
                <c:pt idx="5847">
                  <c:v>3.4380000000000002</c:v>
                </c:pt>
                <c:pt idx="5848">
                  <c:v>3.4369999999999998</c:v>
                </c:pt>
                <c:pt idx="5849">
                  <c:v>3.4369999999999998</c:v>
                </c:pt>
                <c:pt idx="5850">
                  <c:v>3.4369999999999998</c:v>
                </c:pt>
                <c:pt idx="5851">
                  <c:v>3.4359999999999999</c:v>
                </c:pt>
                <c:pt idx="5852">
                  <c:v>3.4369999999999998</c:v>
                </c:pt>
                <c:pt idx="5853">
                  <c:v>3.4369999999999998</c:v>
                </c:pt>
                <c:pt idx="5854">
                  <c:v>3.4359999999999999</c:v>
                </c:pt>
                <c:pt idx="5855">
                  <c:v>3.4369999999999998</c:v>
                </c:pt>
                <c:pt idx="5856">
                  <c:v>3.4390000000000001</c:v>
                </c:pt>
                <c:pt idx="5857">
                  <c:v>3.4390000000000001</c:v>
                </c:pt>
                <c:pt idx="5858">
                  <c:v>3.4380000000000002</c:v>
                </c:pt>
                <c:pt idx="5859">
                  <c:v>3.4359999999999999</c:v>
                </c:pt>
                <c:pt idx="5860">
                  <c:v>3.4350000000000001</c:v>
                </c:pt>
                <c:pt idx="5861">
                  <c:v>3.4350000000000001</c:v>
                </c:pt>
                <c:pt idx="5862">
                  <c:v>3.4350000000000001</c:v>
                </c:pt>
                <c:pt idx="5863">
                  <c:v>3.4359999999999999</c:v>
                </c:pt>
                <c:pt idx="5864">
                  <c:v>3.4369999999999998</c:v>
                </c:pt>
                <c:pt idx="5865">
                  <c:v>3.4380000000000002</c:v>
                </c:pt>
                <c:pt idx="5866">
                  <c:v>3.44</c:v>
                </c:pt>
                <c:pt idx="5867">
                  <c:v>3.4409999999999998</c:v>
                </c:pt>
                <c:pt idx="5868">
                  <c:v>3.4409999999999998</c:v>
                </c:pt>
                <c:pt idx="5869">
                  <c:v>3.44</c:v>
                </c:pt>
                <c:pt idx="5870">
                  <c:v>3.4369999999999998</c:v>
                </c:pt>
                <c:pt idx="5871">
                  <c:v>3.4340000000000002</c:v>
                </c:pt>
                <c:pt idx="5872">
                  <c:v>3.4350000000000001</c:v>
                </c:pt>
                <c:pt idx="5873">
                  <c:v>3.4359999999999999</c:v>
                </c:pt>
                <c:pt idx="5874">
                  <c:v>3.4380000000000002</c:v>
                </c:pt>
                <c:pt idx="5875">
                  <c:v>3.4380000000000002</c:v>
                </c:pt>
                <c:pt idx="5876">
                  <c:v>3.4369999999999998</c:v>
                </c:pt>
                <c:pt idx="5877">
                  <c:v>3.4369999999999998</c:v>
                </c:pt>
                <c:pt idx="5878">
                  <c:v>3.4359999999999999</c:v>
                </c:pt>
                <c:pt idx="5879">
                  <c:v>3.4359999999999999</c:v>
                </c:pt>
                <c:pt idx="5880">
                  <c:v>3.4359999999999999</c:v>
                </c:pt>
                <c:pt idx="5881">
                  <c:v>3.4359999999999999</c:v>
                </c:pt>
                <c:pt idx="5882">
                  <c:v>3.4369999999999998</c:v>
                </c:pt>
                <c:pt idx="5883">
                  <c:v>3.4369999999999998</c:v>
                </c:pt>
                <c:pt idx="5884">
                  <c:v>3.4369999999999998</c:v>
                </c:pt>
                <c:pt idx="5885">
                  <c:v>3.4380000000000002</c:v>
                </c:pt>
                <c:pt idx="5886">
                  <c:v>3.4380000000000002</c:v>
                </c:pt>
                <c:pt idx="5887">
                  <c:v>3.4380000000000002</c:v>
                </c:pt>
                <c:pt idx="5888">
                  <c:v>3.4380000000000002</c:v>
                </c:pt>
                <c:pt idx="5889">
                  <c:v>3.4369999999999998</c:v>
                </c:pt>
                <c:pt idx="5890">
                  <c:v>3.4359999999999999</c:v>
                </c:pt>
                <c:pt idx="5891">
                  <c:v>3.4350000000000001</c:v>
                </c:pt>
                <c:pt idx="5892">
                  <c:v>3.4350000000000001</c:v>
                </c:pt>
                <c:pt idx="5893">
                  <c:v>3.4359999999999999</c:v>
                </c:pt>
                <c:pt idx="5894">
                  <c:v>3.4369999999999998</c:v>
                </c:pt>
                <c:pt idx="5895">
                  <c:v>3.4369999999999998</c:v>
                </c:pt>
                <c:pt idx="5896">
                  <c:v>3.4369999999999998</c:v>
                </c:pt>
                <c:pt idx="5897">
                  <c:v>3.4359999999999999</c:v>
                </c:pt>
                <c:pt idx="5898">
                  <c:v>3.4350000000000001</c:v>
                </c:pt>
                <c:pt idx="5899">
                  <c:v>3.4359999999999999</c:v>
                </c:pt>
                <c:pt idx="5900">
                  <c:v>3.4369999999999998</c:v>
                </c:pt>
                <c:pt idx="5901">
                  <c:v>3.4380000000000002</c:v>
                </c:pt>
                <c:pt idx="5902">
                  <c:v>3.4390000000000001</c:v>
                </c:pt>
                <c:pt idx="5903">
                  <c:v>3.4380000000000002</c:v>
                </c:pt>
                <c:pt idx="5904">
                  <c:v>3.4369999999999998</c:v>
                </c:pt>
                <c:pt idx="5905">
                  <c:v>3.4350000000000001</c:v>
                </c:pt>
                <c:pt idx="5906">
                  <c:v>3.4350000000000001</c:v>
                </c:pt>
                <c:pt idx="5907">
                  <c:v>3.4350000000000001</c:v>
                </c:pt>
                <c:pt idx="5908">
                  <c:v>3.4359999999999999</c:v>
                </c:pt>
                <c:pt idx="5909">
                  <c:v>3.4380000000000002</c:v>
                </c:pt>
                <c:pt idx="5910">
                  <c:v>3.4380000000000002</c:v>
                </c:pt>
                <c:pt idx="5911">
                  <c:v>3.4380000000000002</c:v>
                </c:pt>
                <c:pt idx="5912">
                  <c:v>3.4380000000000002</c:v>
                </c:pt>
                <c:pt idx="5913">
                  <c:v>3.4390000000000001</c:v>
                </c:pt>
                <c:pt idx="5914">
                  <c:v>3.4380000000000002</c:v>
                </c:pt>
                <c:pt idx="5915">
                  <c:v>3.4369999999999998</c:v>
                </c:pt>
                <c:pt idx="5916">
                  <c:v>3.4359999999999999</c:v>
                </c:pt>
                <c:pt idx="5917">
                  <c:v>3.4340000000000002</c:v>
                </c:pt>
                <c:pt idx="5918">
                  <c:v>3.4340000000000002</c:v>
                </c:pt>
                <c:pt idx="5919">
                  <c:v>3.4359999999999999</c:v>
                </c:pt>
                <c:pt idx="5920">
                  <c:v>3.4369999999999998</c:v>
                </c:pt>
                <c:pt idx="5921">
                  <c:v>3.4369999999999998</c:v>
                </c:pt>
                <c:pt idx="5922">
                  <c:v>3.4369999999999998</c:v>
                </c:pt>
                <c:pt idx="5923">
                  <c:v>3.4350000000000001</c:v>
                </c:pt>
                <c:pt idx="5924">
                  <c:v>3.4359999999999999</c:v>
                </c:pt>
                <c:pt idx="5925">
                  <c:v>3.4369999999999998</c:v>
                </c:pt>
                <c:pt idx="5926">
                  <c:v>3.4369999999999998</c:v>
                </c:pt>
                <c:pt idx="5927">
                  <c:v>3.4369999999999998</c:v>
                </c:pt>
                <c:pt idx="5928">
                  <c:v>3.4369999999999998</c:v>
                </c:pt>
                <c:pt idx="5929">
                  <c:v>3.4359999999999999</c:v>
                </c:pt>
                <c:pt idx="5930">
                  <c:v>3.4369999999999998</c:v>
                </c:pt>
                <c:pt idx="5931">
                  <c:v>3.4380000000000002</c:v>
                </c:pt>
                <c:pt idx="5932">
                  <c:v>3.4390000000000001</c:v>
                </c:pt>
                <c:pt idx="5933">
                  <c:v>3.4380000000000002</c:v>
                </c:pt>
                <c:pt idx="5934">
                  <c:v>3.4359999999999999</c:v>
                </c:pt>
                <c:pt idx="5935">
                  <c:v>3.4350000000000001</c:v>
                </c:pt>
                <c:pt idx="5936">
                  <c:v>3.4359999999999999</c:v>
                </c:pt>
                <c:pt idx="5937">
                  <c:v>3.4350000000000001</c:v>
                </c:pt>
                <c:pt idx="5938">
                  <c:v>3.4350000000000001</c:v>
                </c:pt>
                <c:pt idx="5939">
                  <c:v>3.4350000000000001</c:v>
                </c:pt>
                <c:pt idx="5940">
                  <c:v>3.4359999999999999</c:v>
                </c:pt>
                <c:pt idx="5941">
                  <c:v>3.4380000000000002</c:v>
                </c:pt>
                <c:pt idx="5942">
                  <c:v>3.44</c:v>
                </c:pt>
                <c:pt idx="5943">
                  <c:v>3.4409999999999998</c:v>
                </c:pt>
                <c:pt idx="5944">
                  <c:v>3.44</c:v>
                </c:pt>
                <c:pt idx="5945">
                  <c:v>3.4380000000000002</c:v>
                </c:pt>
                <c:pt idx="5946">
                  <c:v>3.4359999999999999</c:v>
                </c:pt>
                <c:pt idx="5947">
                  <c:v>3.4369999999999998</c:v>
                </c:pt>
                <c:pt idx="5948">
                  <c:v>3.4380000000000002</c:v>
                </c:pt>
                <c:pt idx="5949">
                  <c:v>3.4380000000000002</c:v>
                </c:pt>
                <c:pt idx="5950">
                  <c:v>3.4369999999999998</c:v>
                </c:pt>
                <c:pt idx="5951">
                  <c:v>3.4369999999999998</c:v>
                </c:pt>
                <c:pt idx="5952">
                  <c:v>3.4350000000000001</c:v>
                </c:pt>
                <c:pt idx="5953">
                  <c:v>3.4340000000000002</c:v>
                </c:pt>
                <c:pt idx="5954">
                  <c:v>3.4369999999999998</c:v>
                </c:pt>
                <c:pt idx="5955">
                  <c:v>3.4380000000000002</c:v>
                </c:pt>
                <c:pt idx="5956">
                  <c:v>3.4390000000000001</c:v>
                </c:pt>
                <c:pt idx="5957">
                  <c:v>3.4380000000000002</c:v>
                </c:pt>
                <c:pt idx="5958">
                  <c:v>3.4350000000000001</c:v>
                </c:pt>
                <c:pt idx="5959">
                  <c:v>3.4329999999999998</c:v>
                </c:pt>
                <c:pt idx="5960">
                  <c:v>3.4340000000000002</c:v>
                </c:pt>
                <c:pt idx="5961">
                  <c:v>3.4359999999999999</c:v>
                </c:pt>
                <c:pt idx="5962">
                  <c:v>3.4390000000000001</c:v>
                </c:pt>
                <c:pt idx="5963">
                  <c:v>3.4390000000000001</c:v>
                </c:pt>
                <c:pt idx="5964">
                  <c:v>3.4380000000000002</c:v>
                </c:pt>
                <c:pt idx="5965">
                  <c:v>3.4369999999999998</c:v>
                </c:pt>
                <c:pt idx="5966">
                  <c:v>3.4369999999999998</c:v>
                </c:pt>
                <c:pt idx="5967">
                  <c:v>3.4369999999999998</c:v>
                </c:pt>
                <c:pt idx="5968">
                  <c:v>3.4369999999999998</c:v>
                </c:pt>
                <c:pt idx="5969">
                  <c:v>3.4369999999999998</c:v>
                </c:pt>
                <c:pt idx="5970">
                  <c:v>3.4359999999999999</c:v>
                </c:pt>
                <c:pt idx="5971">
                  <c:v>3.4350000000000001</c:v>
                </c:pt>
                <c:pt idx="5972">
                  <c:v>3.4340000000000002</c:v>
                </c:pt>
                <c:pt idx="5973">
                  <c:v>3.4350000000000001</c:v>
                </c:pt>
                <c:pt idx="5974">
                  <c:v>3.4359999999999999</c:v>
                </c:pt>
                <c:pt idx="5975">
                  <c:v>3.4380000000000002</c:v>
                </c:pt>
                <c:pt idx="5976">
                  <c:v>3.4390000000000001</c:v>
                </c:pt>
                <c:pt idx="5977">
                  <c:v>3.4380000000000002</c:v>
                </c:pt>
                <c:pt idx="5978">
                  <c:v>3.4369999999999998</c:v>
                </c:pt>
                <c:pt idx="5979">
                  <c:v>3.4359999999999999</c:v>
                </c:pt>
                <c:pt idx="5980">
                  <c:v>3.4369999999999998</c:v>
                </c:pt>
                <c:pt idx="5981">
                  <c:v>3.4369999999999998</c:v>
                </c:pt>
                <c:pt idx="5982">
                  <c:v>3.4380000000000002</c:v>
                </c:pt>
                <c:pt idx="5983">
                  <c:v>3.4380000000000002</c:v>
                </c:pt>
                <c:pt idx="5984">
                  <c:v>3.4359999999999999</c:v>
                </c:pt>
                <c:pt idx="5985">
                  <c:v>3.4329999999999998</c:v>
                </c:pt>
                <c:pt idx="5986">
                  <c:v>3.4329999999999998</c:v>
                </c:pt>
                <c:pt idx="5987">
                  <c:v>3.4329999999999998</c:v>
                </c:pt>
                <c:pt idx="5988">
                  <c:v>3.4350000000000001</c:v>
                </c:pt>
                <c:pt idx="5989">
                  <c:v>3.4369999999999998</c:v>
                </c:pt>
                <c:pt idx="5990">
                  <c:v>3.4380000000000002</c:v>
                </c:pt>
                <c:pt idx="5991">
                  <c:v>3.4390000000000001</c:v>
                </c:pt>
                <c:pt idx="5992">
                  <c:v>3.4390000000000001</c:v>
                </c:pt>
                <c:pt idx="5993">
                  <c:v>3.4390000000000001</c:v>
                </c:pt>
                <c:pt idx="5994">
                  <c:v>3.4390000000000001</c:v>
                </c:pt>
                <c:pt idx="5995">
                  <c:v>3.4380000000000002</c:v>
                </c:pt>
                <c:pt idx="5996">
                  <c:v>3.4369999999999998</c:v>
                </c:pt>
                <c:pt idx="5997">
                  <c:v>3.4369999999999998</c:v>
                </c:pt>
                <c:pt idx="5998">
                  <c:v>3.4369999999999998</c:v>
                </c:pt>
                <c:pt idx="5999">
                  <c:v>3.4359999999999999</c:v>
                </c:pt>
                <c:pt idx="6000">
                  <c:v>3.4350000000000001</c:v>
                </c:pt>
                <c:pt idx="6001">
                  <c:v>3.4340000000000002</c:v>
                </c:pt>
                <c:pt idx="6002">
                  <c:v>3.4340000000000002</c:v>
                </c:pt>
                <c:pt idx="6003">
                  <c:v>3.4340000000000002</c:v>
                </c:pt>
                <c:pt idx="6004">
                  <c:v>3.4350000000000001</c:v>
                </c:pt>
                <c:pt idx="6005">
                  <c:v>3.4380000000000002</c:v>
                </c:pt>
                <c:pt idx="6006">
                  <c:v>3.4390000000000001</c:v>
                </c:pt>
                <c:pt idx="6007">
                  <c:v>3.44</c:v>
                </c:pt>
                <c:pt idx="6008">
                  <c:v>3.4390000000000001</c:v>
                </c:pt>
                <c:pt idx="6009">
                  <c:v>3.4369999999999998</c:v>
                </c:pt>
                <c:pt idx="6010">
                  <c:v>3.4369999999999998</c:v>
                </c:pt>
                <c:pt idx="6011">
                  <c:v>3.4369999999999998</c:v>
                </c:pt>
                <c:pt idx="6012">
                  <c:v>3.4359999999999999</c:v>
                </c:pt>
                <c:pt idx="6013">
                  <c:v>3.4359999999999999</c:v>
                </c:pt>
                <c:pt idx="6014">
                  <c:v>3.4350000000000001</c:v>
                </c:pt>
                <c:pt idx="6015">
                  <c:v>3.4350000000000001</c:v>
                </c:pt>
                <c:pt idx="6016">
                  <c:v>3.4390000000000001</c:v>
                </c:pt>
                <c:pt idx="6017">
                  <c:v>3.4430000000000001</c:v>
                </c:pt>
                <c:pt idx="6018">
                  <c:v>3.45</c:v>
                </c:pt>
                <c:pt idx="6019">
                  <c:v>3.4529999999999998</c:v>
                </c:pt>
                <c:pt idx="6020">
                  <c:v>3.4510000000000001</c:v>
                </c:pt>
                <c:pt idx="6021">
                  <c:v>3.45</c:v>
                </c:pt>
                <c:pt idx="6022">
                  <c:v>3.4510000000000001</c:v>
                </c:pt>
                <c:pt idx="6023">
                  <c:v>3.45</c:v>
                </c:pt>
                <c:pt idx="6024">
                  <c:v>3.4460000000000002</c:v>
                </c:pt>
                <c:pt idx="6025">
                  <c:v>3.4460000000000002</c:v>
                </c:pt>
                <c:pt idx="6026">
                  <c:v>3.4460000000000002</c:v>
                </c:pt>
                <c:pt idx="6027">
                  <c:v>3.4449999999999998</c:v>
                </c:pt>
                <c:pt idx="6028">
                  <c:v>3.444</c:v>
                </c:pt>
                <c:pt idx="6029">
                  <c:v>3.444</c:v>
                </c:pt>
                <c:pt idx="6030">
                  <c:v>3.4449999999999998</c:v>
                </c:pt>
                <c:pt idx="6031">
                  <c:v>3.444</c:v>
                </c:pt>
                <c:pt idx="6032">
                  <c:v>3.4409999999999998</c:v>
                </c:pt>
                <c:pt idx="6033">
                  <c:v>3.4420000000000002</c:v>
                </c:pt>
                <c:pt idx="6034">
                  <c:v>3.4420000000000002</c:v>
                </c:pt>
                <c:pt idx="6035">
                  <c:v>3.4420000000000002</c:v>
                </c:pt>
                <c:pt idx="6036">
                  <c:v>3.4420000000000002</c:v>
                </c:pt>
                <c:pt idx="6037">
                  <c:v>3.4420000000000002</c:v>
                </c:pt>
                <c:pt idx="6038">
                  <c:v>3.4430000000000001</c:v>
                </c:pt>
                <c:pt idx="6039">
                  <c:v>3.444</c:v>
                </c:pt>
                <c:pt idx="6040">
                  <c:v>3.444</c:v>
                </c:pt>
                <c:pt idx="6041">
                  <c:v>3.444</c:v>
                </c:pt>
                <c:pt idx="6042">
                  <c:v>3.4420000000000002</c:v>
                </c:pt>
                <c:pt idx="6043">
                  <c:v>3.44</c:v>
                </c:pt>
                <c:pt idx="6044">
                  <c:v>3.4390000000000001</c:v>
                </c:pt>
                <c:pt idx="6045">
                  <c:v>3.4390000000000001</c:v>
                </c:pt>
                <c:pt idx="6046">
                  <c:v>3.4390000000000001</c:v>
                </c:pt>
                <c:pt idx="6047">
                  <c:v>3.4390000000000001</c:v>
                </c:pt>
                <c:pt idx="6048">
                  <c:v>3.4409999999999998</c:v>
                </c:pt>
                <c:pt idx="6049">
                  <c:v>3.4420000000000002</c:v>
                </c:pt>
                <c:pt idx="6050">
                  <c:v>3.4420000000000002</c:v>
                </c:pt>
                <c:pt idx="6051">
                  <c:v>3.4420000000000002</c:v>
                </c:pt>
                <c:pt idx="6052">
                  <c:v>3.4409999999999998</c:v>
                </c:pt>
                <c:pt idx="6053">
                  <c:v>3.4409999999999998</c:v>
                </c:pt>
                <c:pt idx="6054">
                  <c:v>3.4409999999999998</c:v>
                </c:pt>
                <c:pt idx="6055">
                  <c:v>3.44</c:v>
                </c:pt>
                <c:pt idx="6056">
                  <c:v>3.4390000000000001</c:v>
                </c:pt>
                <c:pt idx="6057">
                  <c:v>3.4380000000000002</c:v>
                </c:pt>
                <c:pt idx="6058">
                  <c:v>3.4369999999999998</c:v>
                </c:pt>
                <c:pt idx="6059">
                  <c:v>3.4359999999999999</c:v>
                </c:pt>
                <c:pt idx="6060">
                  <c:v>3.4369999999999998</c:v>
                </c:pt>
                <c:pt idx="6061">
                  <c:v>3.44</c:v>
                </c:pt>
                <c:pt idx="6062">
                  <c:v>3.4409999999999998</c:v>
                </c:pt>
                <c:pt idx="6063">
                  <c:v>3.4390000000000001</c:v>
                </c:pt>
                <c:pt idx="6064">
                  <c:v>3.4380000000000002</c:v>
                </c:pt>
                <c:pt idx="6065">
                  <c:v>3.4359999999999999</c:v>
                </c:pt>
                <c:pt idx="6066">
                  <c:v>3.4359999999999999</c:v>
                </c:pt>
                <c:pt idx="6067">
                  <c:v>3.4369999999999998</c:v>
                </c:pt>
                <c:pt idx="6068">
                  <c:v>3.4380000000000002</c:v>
                </c:pt>
                <c:pt idx="6069">
                  <c:v>3.44</c:v>
                </c:pt>
                <c:pt idx="6070">
                  <c:v>3.44</c:v>
                </c:pt>
                <c:pt idx="6071">
                  <c:v>3.4380000000000002</c:v>
                </c:pt>
                <c:pt idx="6072">
                  <c:v>3.4369999999999998</c:v>
                </c:pt>
                <c:pt idx="6073">
                  <c:v>3.4369999999999998</c:v>
                </c:pt>
                <c:pt idx="6074">
                  <c:v>3.4380000000000002</c:v>
                </c:pt>
                <c:pt idx="6075">
                  <c:v>3.4390000000000001</c:v>
                </c:pt>
                <c:pt idx="6076">
                  <c:v>3.4390000000000001</c:v>
                </c:pt>
                <c:pt idx="6077">
                  <c:v>3.4390000000000001</c:v>
                </c:pt>
                <c:pt idx="6078">
                  <c:v>3.4380000000000002</c:v>
                </c:pt>
                <c:pt idx="6079">
                  <c:v>3.4380000000000002</c:v>
                </c:pt>
                <c:pt idx="6080">
                  <c:v>3.4380000000000002</c:v>
                </c:pt>
                <c:pt idx="6081">
                  <c:v>3.4390000000000001</c:v>
                </c:pt>
                <c:pt idx="6082">
                  <c:v>3.44</c:v>
                </c:pt>
                <c:pt idx="6083">
                  <c:v>3.4409999999999998</c:v>
                </c:pt>
                <c:pt idx="6084">
                  <c:v>3.4409999999999998</c:v>
                </c:pt>
                <c:pt idx="6085">
                  <c:v>3.44</c:v>
                </c:pt>
                <c:pt idx="6086">
                  <c:v>3.4390000000000001</c:v>
                </c:pt>
                <c:pt idx="6087">
                  <c:v>3.4359999999999999</c:v>
                </c:pt>
                <c:pt idx="6088">
                  <c:v>3.4350000000000001</c:v>
                </c:pt>
                <c:pt idx="6089">
                  <c:v>3.4350000000000001</c:v>
                </c:pt>
                <c:pt idx="6090">
                  <c:v>3.4380000000000002</c:v>
                </c:pt>
                <c:pt idx="6091">
                  <c:v>3.4390000000000001</c:v>
                </c:pt>
                <c:pt idx="6092">
                  <c:v>3.4380000000000002</c:v>
                </c:pt>
                <c:pt idx="6093">
                  <c:v>3.4369999999999998</c:v>
                </c:pt>
                <c:pt idx="6094">
                  <c:v>3.4369999999999998</c:v>
                </c:pt>
                <c:pt idx="6095">
                  <c:v>3.4359999999999999</c:v>
                </c:pt>
                <c:pt idx="6096">
                  <c:v>3.4369999999999998</c:v>
                </c:pt>
                <c:pt idx="6097">
                  <c:v>3.4369999999999998</c:v>
                </c:pt>
                <c:pt idx="6098">
                  <c:v>3.4390000000000001</c:v>
                </c:pt>
                <c:pt idx="6099">
                  <c:v>3.4390000000000001</c:v>
                </c:pt>
                <c:pt idx="6100">
                  <c:v>3.4390000000000001</c:v>
                </c:pt>
                <c:pt idx="6101">
                  <c:v>3.4369999999999998</c:v>
                </c:pt>
                <c:pt idx="6102">
                  <c:v>3.4369999999999998</c:v>
                </c:pt>
                <c:pt idx="6103">
                  <c:v>3.4369999999999998</c:v>
                </c:pt>
                <c:pt idx="6104">
                  <c:v>3.4380000000000002</c:v>
                </c:pt>
                <c:pt idx="6105">
                  <c:v>3.4390000000000001</c:v>
                </c:pt>
                <c:pt idx="6106">
                  <c:v>3.4390000000000001</c:v>
                </c:pt>
                <c:pt idx="6107">
                  <c:v>3.4390000000000001</c:v>
                </c:pt>
                <c:pt idx="6108">
                  <c:v>3.4380000000000002</c:v>
                </c:pt>
                <c:pt idx="6109">
                  <c:v>3.4390000000000001</c:v>
                </c:pt>
                <c:pt idx="6110">
                  <c:v>3.4390000000000001</c:v>
                </c:pt>
                <c:pt idx="6111">
                  <c:v>3.4369999999999998</c:v>
                </c:pt>
                <c:pt idx="6112">
                  <c:v>3.4350000000000001</c:v>
                </c:pt>
                <c:pt idx="6113">
                  <c:v>3.4340000000000002</c:v>
                </c:pt>
                <c:pt idx="6114">
                  <c:v>3.4350000000000001</c:v>
                </c:pt>
                <c:pt idx="6115">
                  <c:v>3.4350000000000001</c:v>
                </c:pt>
                <c:pt idx="6116">
                  <c:v>3.4380000000000002</c:v>
                </c:pt>
                <c:pt idx="6117">
                  <c:v>3.4380000000000002</c:v>
                </c:pt>
                <c:pt idx="6118">
                  <c:v>3.4359999999999999</c:v>
                </c:pt>
                <c:pt idx="6119">
                  <c:v>3.4350000000000001</c:v>
                </c:pt>
                <c:pt idx="6120">
                  <c:v>3.4359999999999999</c:v>
                </c:pt>
                <c:pt idx="6121">
                  <c:v>3.4369999999999998</c:v>
                </c:pt>
                <c:pt idx="6122">
                  <c:v>3.4390000000000001</c:v>
                </c:pt>
                <c:pt idx="6123">
                  <c:v>3.44</c:v>
                </c:pt>
                <c:pt idx="6124">
                  <c:v>3.4390000000000001</c:v>
                </c:pt>
                <c:pt idx="6125">
                  <c:v>3.4359999999999999</c:v>
                </c:pt>
                <c:pt idx="6126">
                  <c:v>3.4359999999999999</c:v>
                </c:pt>
                <c:pt idx="6127">
                  <c:v>3.4359999999999999</c:v>
                </c:pt>
                <c:pt idx="6128">
                  <c:v>3.4369999999999998</c:v>
                </c:pt>
                <c:pt idx="6129">
                  <c:v>3.4380000000000002</c:v>
                </c:pt>
                <c:pt idx="6130">
                  <c:v>3.44</c:v>
                </c:pt>
                <c:pt idx="6131">
                  <c:v>3.44</c:v>
                </c:pt>
                <c:pt idx="6132">
                  <c:v>3.4390000000000001</c:v>
                </c:pt>
                <c:pt idx="6133">
                  <c:v>3.4369999999999998</c:v>
                </c:pt>
                <c:pt idx="6134">
                  <c:v>3.4359999999999999</c:v>
                </c:pt>
                <c:pt idx="6135">
                  <c:v>3.4359999999999999</c:v>
                </c:pt>
                <c:pt idx="6136">
                  <c:v>3.4369999999999998</c:v>
                </c:pt>
                <c:pt idx="6137">
                  <c:v>3.4369999999999998</c:v>
                </c:pt>
                <c:pt idx="6138">
                  <c:v>3.4359999999999999</c:v>
                </c:pt>
                <c:pt idx="6139">
                  <c:v>3.4359999999999999</c:v>
                </c:pt>
                <c:pt idx="6140">
                  <c:v>3.4380000000000002</c:v>
                </c:pt>
                <c:pt idx="6141">
                  <c:v>3.44</c:v>
                </c:pt>
                <c:pt idx="6142">
                  <c:v>3.4409999999999998</c:v>
                </c:pt>
                <c:pt idx="6143">
                  <c:v>3.4409999999999998</c:v>
                </c:pt>
                <c:pt idx="6144">
                  <c:v>3.4409999999999998</c:v>
                </c:pt>
                <c:pt idx="6145">
                  <c:v>3.44</c:v>
                </c:pt>
                <c:pt idx="6146">
                  <c:v>3.44</c:v>
                </c:pt>
                <c:pt idx="6147">
                  <c:v>3.44</c:v>
                </c:pt>
                <c:pt idx="6148">
                  <c:v>3.44</c:v>
                </c:pt>
                <c:pt idx="6149">
                  <c:v>3.4409999999999998</c:v>
                </c:pt>
                <c:pt idx="6150">
                  <c:v>3.44</c:v>
                </c:pt>
                <c:pt idx="6151">
                  <c:v>3.4380000000000002</c:v>
                </c:pt>
                <c:pt idx="6152">
                  <c:v>3.4359999999999999</c:v>
                </c:pt>
                <c:pt idx="6153">
                  <c:v>3.4350000000000001</c:v>
                </c:pt>
                <c:pt idx="6154">
                  <c:v>3.4350000000000001</c:v>
                </c:pt>
                <c:pt idx="6155">
                  <c:v>3.4380000000000002</c:v>
                </c:pt>
                <c:pt idx="6156">
                  <c:v>3.4409999999999998</c:v>
                </c:pt>
                <c:pt idx="6157">
                  <c:v>3.44</c:v>
                </c:pt>
                <c:pt idx="6158">
                  <c:v>3.4390000000000001</c:v>
                </c:pt>
                <c:pt idx="6159">
                  <c:v>3.4380000000000002</c:v>
                </c:pt>
                <c:pt idx="6160">
                  <c:v>3.4359999999999999</c:v>
                </c:pt>
                <c:pt idx="6161">
                  <c:v>3.4369999999999998</c:v>
                </c:pt>
                <c:pt idx="6162">
                  <c:v>3.4380000000000002</c:v>
                </c:pt>
                <c:pt idx="6163">
                  <c:v>3.4390000000000001</c:v>
                </c:pt>
                <c:pt idx="6164">
                  <c:v>3.4380000000000002</c:v>
                </c:pt>
                <c:pt idx="6165">
                  <c:v>3.4369999999999998</c:v>
                </c:pt>
                <c:pt idx="6166">
                  <c:v>3.4380000000000002</c:v>
                </c:pt>
                <c:pt idx="6167">
                  <c:v>3.4390000000000001</c:v>
                </c:pt>
                <c:pt idx="6168">
                  <c:v>3.4409999999999998</c:v>
                </c:pt>
                <c:pt idx="6169">
                  <c:v>3.4409999999999998</c:v>
                </c:pt>
                <c:pt idx="6170">
                  <c:v>3.4409999999999998</c:v>
                </c:pt>
                <c:pt idx="6171">
                  <c:v>3.44</c:v>
                </c:pt>
                <c:pt idx="6172">
                  <c:v>3.4390000000000001</c:v>
                </c:pt>
                <c:pt idx="6173">
                  <c:v>3.4369999999999998</c:v>
                </c:pt>
                <c:pt idx="6174">
                  <c:v>3.4359999999999999</c:v>
                </c:pt>
                <c:pt idx="6175">
                  <c:v>3.4350000000000001</c:v>
                </c:pt>
                <c:pt idx="6176">
                  <c:v>3.4359999999999999</c:v>
                </c:pt>
                <c:pt idx="6177">
                  <c:v>3.4369999999999998</c:v>
                </c:pt>
                <c:pt idx="6178">
                  <c:v>3.4380000000000002</c:v>
                </c:pt>
                <c:pt idx="6179">
                  <c:v>3.44</c:v>
                </c:pt>
                <c:pt idx="6180">
                  <c:v>3.4409999999999998</c:v>
                </c:pt>
                <c:pt idx="6181">
                  <c:v>3.4420000000000002</c:v>
                </c:pt>
                <c:pt idx="6182">
                  <c:v>3.4420000000000002</c:v>
                </c:pt>
                <c:pt idx="6183">
                  <c:v>3.4430000000000001</c:v>
                </c:pt>
                <c:pt idx="6184">
                  <c:v>3.4409999999999998</c:v>
                </c:pt>
                <c:pt idx="6185">
                  <c:v>3.44</c:v>
                </c:pt>
                <c:pt idx="6186">
                  <c:v>3.4359999999999999</c:v>
                </c:pt>
                <c:pt idx="6187">
                  <c:v>3.4350000000000001</c:v>
                </c:pt>
                <c:pt idx="6188">
                  <c:v>3.4350000000000001</c:v>
                </c:pt>
                <c:pt idx="6189">
                  <c:v>3.4359999999999999</c:v>
                </c:pt>
                <c:pt idx="6190">
                  <c:v>3.4380000000000002</c:v>
                </c:pt>
                <c:pt idx="6191">
                  <c:v>3.4390000000000001</c:v>
                </c:pt>
                <c:pt idx="6192">
                  <c:v>3.4390000000000001</c:v>
                </c:pt>
                <c:pt idx="6193">
                  <c:v>3.4390000000000001</c:v>
                </c:pt>
                <c:pt idx="6194">
                  <c:v>3.4409999999999998</c:v>
                </c:pt>
                <c:pt idx="6195">
                  <c:v>3.4420000000000002</c:v>
                </c:pt>
                <c:pt idx="6196">
                  <c:v>3.44</c:v>
                </c:pt>
                <c:pt idx="6197">
                  <c:v>3.4390000000000001</c:v>
                </c:pt>
                <c:pt idx="6198">
                  <c:v>3.4369999999999998</c:v>
                </c:pt>
                <c:pt idx="6199">
                  <c:v>3.4359999999999999</c:v>
                </c:pt>
                <c:pt idx="6200">
                  <c:v>3.4350000000000001</c:v>
                </c:pt>
                <c:pt idx="6201">
                  <c:v>3.4350000000000001</c:v>
                </c:pt>
                <c:pt idx="6202">
                  <c:v>3.4350000000000001</c:v>
                </c:pt>
                <c:pt idx="6203">
                  <c:v>3.4359999999999999</c:v>
                </c:pt>
                <c:pt idx="6204">
                  <c:v>3.4369999999999998</c:v>
                </c:pt>
                <c:pt idx="6205">
                  <c:v>3.4369999999999998</c:v>
                </c:pt>
                <c:pt idx="6206">
                  <c:v>3.4380000000000002</c:v>
                </c:pt>
                <c:pt idx="6207">
                  <c:v>3.44</c:v>
                </c:pt>
                <c:pt idx="6208">
                  <c:v>3.4409999999999998</c:v>
                </c:pt>
                <c:pt idx="6209">
                  <c:v>3.4409999999999998</c:v>
                </c:pt>
                <c:pt idx="6210">
                  <c:v>3.4409999999999998</c:v>
                </c:pt>
                <c:pt idx="6211">
                  <c:v>3.44</c:v>
                </c:pt>
                <c:pt idx="6212">
                  <c:v>3.4380000000000002</c:v>
                </c:pt>
                <c:pt idx="6213">
                  <c:v>3.4380000000000002</c:v>
                </c:pt>
                <c:pt idx="6214">
                  <c:v>3.4369999999999998</c:v>
                </c:pt>
                <c:pt idx="6215">
                  <c:v>3.4369999999999998</c:v>
                </c:pt>
                <c:pt idx="6216">
                  <c:v>3.4380000000000002</c:v>
                </c:pt>
                <c:pt idx="6217">
                  <c:v>3.4390000000000001</c:v>
                </c:pt>
                <c:pt idx="6218">
                  <c:v>3.4390000000000001</c:v>
                </c:pt>
                <c:pt idx="6219">
                  <c:v>3.4380000000000002</c:v>
                </c:pt>
                <c:pt idx="6220">
                  <c:v>3.4369999999999998</c:v>
                </c:pt>
                <c:pt idx="6221">
                  <c:v>3.4369999999999998</c:v>
                </c:pt>
                <c:pt idx="6222">
                  <c:v>3.4390000000000001</c:v>
                </c:pt>
                <c:pt idx="6223">
                  <c:v>3.44</c:v>
                </c:pt>
                <c:pt idx="6224">
                  <c:v>3.4409999999999998</c:v>
                </c:pt>
                <c:pt idx="6225">
                  <c:v>3.4409999999999998</c:v>
                </c:pt>
                <c:pt idx="6226">
                  <c:v>3.4390000000000001</c:v>
                </c:pt>
                <c:pt idx="6227">
                  <c:v>3.4380000000000002</c:v>
                </c:pt>
                <c:pt idx="6228">
                  <c:v>3.4369999999999998</c:v>
                </c:pt>
                <c:pt idx="6229">
                  <c:v>3.4380000000000002</c:v>
                </c:pt>
                <c:pt idx="6230">
                  <c:v>3.4390000000000001</c:v>
                </c:pt>
                <c:pt idx="6231">
                  <c:v>3.4390000000000001</c:v>
                </c:pt>
                <c:pt idx="6232">
                  <c:v>3.4390000000000001</c:v>
                </c:pt>
                <c:pt idx="6233">
                  <c:v>3.4380000000000002</c:v>
                </c:pt>
                <c:pt idx="6234">
                  <c:v>3.4390000000000001</c:v>
                </c:pt>
                <c:pt idx="6235">
                  <c:v>3.4380000000000002</c:v>
                </c:pt>
                <c:pt idx="6236">
                  <c:v>3.4380000000000002</c:v>
                </c:pt>
                <c:pt idx="6237">
                  <c:v>3.44</c:v>
                </c:pt>
                <c:pt idx="6238">
                  <c:v>3.4390000000000001</c:v>
                </c:pt>
                <c:pt idx="6239">
                  <c:v>3.4359999999999999</c:v>
                </c:pt>
                <c:pt idx="6240">
                  <c:v>3.4359999999999999</c:v>
                </c:pt>
                <c:pt idx="6241">
                  <c:v>3.4359999999999999</c:v>
                </c:pt>
                <c:pt idx="6242">
                  <c:v>3.4350000000000001</c:v>
                </c:pt>
                <c:pt idx="6243">
                  <c:v>3.4350000000000001</c:v>
                </c:pt>
                <c:pt idx="6244">
                  <c:v>3.4359999999999999</c:v>
                </c:pt>
                <c:pt idx="6245">
                  <c:v>3.4369999999999998</c:v>
                </c:pt>
                <c:pt idx="6246">
                  <c:v>3.4369999999999998</c:v>
                </c:pt>
                <c:pt idx="6247">
                  <c:v>3.4380000000000002</c:v>
                </c:pt>
                <c:pt idx="6248">
                  <c:v>3.4380000000000002</c:v>
                </c:pt>
                <c:pt idx="6249">
                  <c:v>3.4390000000000001</c:v>
                </c:pt>
                <c:pt idx="6250">
                  <c:v>3.4390000000000001</c:v>
                </c:pt>
                <c:pt idx="6251">
                  <c:v>3.4390000000000001</c:v>
                </c:pt>
                <c:pt idx="6252">
                  <c:v>3.4390000000000001</c:v>
                </c:pt>
                <c:pt idx="6253">
                  <c:v>3.4380000000000002</c:v>
                </c:pt>
                <c:pt idx="6254">
                  <c:v>3.4380000000000002</c:v>
                </c:pt>
                <c:pt idx="6255">
                  <c:v>3.4390000000000001</c:v>
                </c:pt>
                <c:pt idx="6256">
                  <c:v>3.4390000000000001</c:v>
                </c:pt>
                <c:pt idx="6257">
                  <c:v>3.44</c:v>
                </c:pt>
                <c:pt idx="6258">
                  <c:v>3.4390000000000001</c:v>
                </c:pt>
                <c:pt idx="6259">
                  <c:v>3.4380000000000002</c:v>
                </c:pt>
                <c:pt idx="6260">
                  <c:v>3.4380000000000002</c:v>
                </c:pt>
                <c:pt idx="6261">
                  <c:v>3.4390000000000001</c:v>
                </c:pt>
                <c:pt idx="6262">
                  <c:v>3.44</c:v>
                </c:pt>
                <c:pt idx="6263">
                  <c:v>3.4409999999999998</c:v>
                </c:pt>
                <c:pt idx="6264">
                  <c:v>3.4409999999999998</c:v>
                </c:pt>
                <c:pt idx="6265">
                  <c:v>3.4390000000000001</c:v>
                </c:pt>
                <c:pt idx="6266">
                  <c:v>3.4359999999999999</c:v>
                </c:pt>
                <c:pt idx="6267">
                  <c:v>3.4340000000000002</c:v>
                </c:pt>
                <c:pt idx="6268">
                  <c:v>3.4350000000000001</c:v>
                </c:pt>
                <c:pt idx="6269">
                  <c:v>3.4369999999999998</c:v>
                </c:pt>
                <c:pt idx="6270">
                  <c:v>3.4369999999999998</c:v>
                </c:pt>
                <c:pt idx="6271">
                  <c:v>3.4369999999999998</c:v>
                </c:pt>
                <c:pt idx="6272">
                  <c:v>3.4369999999999998</c:v>
                </c:pt>
                <c:pt idx="6273">
                  <c:v>3.4359999999999999</c:v>
                </c:pt>
                <c:pt idx="6274">
                  <c:v>3.4369999999999998</c:v>
                </c:pt>
                <c:pt idx="6275">
                  <c:v>3.4380000000000002</c:v>
                </c:pt>
                <c:pt idx="6276">
                  <c:v>3.4380000000000002</c:v>
                </c:pt>
                <c:pt idx="6277">
                  <c:v>3.4390000000000001</c:v>
                </c:pt>
                <c:pt idx="6278">
                  <c:v>3.4380000000000002</c:v>
                </c:pt>
                <c:pt idx="6279">
                  <c:v>3.4380000000000002</c:v>
                </c:pt>
                <c:pt idx="6280">
                  <c:v>3.4369999999999998</c:v>
                </c:pt>
                <c:pt idx="6281">
                  <c:v>3.4380000000000002</c:v>
                </c:pt>
                <c:pt idx="6282">
                  <c:v>3.4390000000000001</c:v>
                </c:pt>
                <c:pt idx="6283">
                  <c:v>3.4409999999999998</c:v>
                </c:pt>
                <c:pt idx="6284">
                  <c:v>3.44</c:v>
                </c:pt>
                <c:pt idx="6285">
                  <c:v>3.4380000000000002</c:v>
                </c:pt>
                <c:pt idx="6286">
                  <c:v>3.4359999999999999</c:v>
                </c:pt>
                <c:pt idx="6287">
                  <c:v>3.4359999999999999</c:v>
                </c:pt>
                <c:pt idx="6288">
                  <c:v>3.4350000000000001</c:v>
                </c:pt>
                <c:pt idx="6289">
                  <c:v>3.4359999999999999</c:v>
                </c:pt>
                <c:pt idx="6290">
                  <c:v>3.4380000000000002</c:v>
                </c:pt>
                <c:pt idx="6291">
                  <c:v>3.44</c:v>
                </c:pt>
                <c:pt idx="6292">
                  <c:v>3.4390000000000001</c:v>
                </c:pt>
                <c:pt idx="6293">
                  <c:v>3.4369999999999998</c:v>
                </c:pt>
                <c:pt idx="6294">
                  <c:v>3.4350000000000001</c:v>
                </c:pt>
                <c:pt idx="6295">
                  <c:v>3.4350000000000001</c:v>
                </c:pt>
                <c:pt idx="6296">
                  <c:v>3.4359999999999999</c:v>
                </c:pt>
                <c:pt idx="6297">
                  <c:v>3.4390000000000001</c:v>
                </c:pt>
                <c:pt idx="6298">
                  <c:v>3.44</c:v>
                </c:pt>
                <c:pt idx="6299">
                  <c:v>3.4380000000000002</c:v>
                </c:pt>
                <c:pt idx="6300">
                  <c:v>3.4359999999999999</c:v>
                </c:pt>
                <c:pt idx="6301">
                  <c:v>3.4359999999999999</c:v>
                </c:pt>
                <c:pt idx="6302">
                  <c:v>3.4380000000000002</c:v>
                </c:pt>
                <c:pt idx="6303">
                  <c:v>3.4380000000000002</c:v>
                </c:pt>
                <c:pt idx="6304">
                  <c:v>3.44</c:v>
                </c:pt>
                <c:pt idx="6305">
                  <c:v>3.44</c:v>
                </c:pt>
                <c:pt idx="6306">
                  <c:v>3.44</c:v>
                </c:pt>
                <c:pt idx="6307">
                  <c:v>3.44</c:v>
                </c:pt>
                <c:pt idx="6308">
                  <c:v>3.44</c:v>
                </c:pt>
                <c:pt idx="6309">
                  <c:v>3.44</c:v>
                </c:pt>
                <c:pt idx="6310">
                  <c:v>3.44</c:v>
                </c:pt>
                <c:pt idx="6311">
                  <c:v>3.44</c:v>
                </c:pt>
                <c:pt idx="6312">
                  <c:v>3.4380000000000002</c:v>
                </c:pt>
                <c:pt idx="6313">
                  <c:v>3.4359999999999999</c:v>
                </c:pt>
                <c:pt idx="6314">
                  <c:v>3.4369999999999998</c:v>
                </c:pt>
                <c:pt idx="6315">
                  <c:v>3.4390000000000001</c:v>
                </c:pt>
                <c:pt idx="6316">
                  <c:v>3.44</c:v>
                </c:pt>
                <c:pt idx="6317">
                  <c:v>3.4390000000000001</c:v>
                </c:pt>
                <c:pt idx="6318">
                  <c:v>3.4390000000000001</c:v>
                </c:pt>
                <c:pt idx="6319">
                  <c:v>3.4359999999999999</c:v>
                </c:pt>
                <c:pt idx="6320">
                  <c:v>3.4350000000000001</c:v>
                </c:pt>
                <c:pt idx="6321">
                  <c:v>3.4359999999999999</c:v>
                </c:pt>
                <c:pt idx="6322">
                  <c:v>3.4369999999999998</c:v>
                </c:pt>
                <c:pt idx="6323">
                  <c:v>3.4380000000000002</c:v>
                </c:pt>
                <c:pt idx="6324">
                  <c:v>3.4369999999999998</c:v>
                </c:pt>
                <c:pt idx="6325">
                  <c:v>3.4359999999999999</c:v>
                </c:pt>
                <c:pt idx="6326">
                  <c:v>3.4359999999999999</c:v>
                </c:pt>
                <c:pt idx="6327">
                  <c:v>3.4369999999999998</c:v>
                </c:pt>
                <c:pt idx="6328">
                  <c:v>3.4369999999999998</c:v>
                </c:pt>
                <c:pt idx="6329">
                  <c:v>3.4369999999999998</c:v>
                </c:pt>
                <c:pt idx="6330">
                  <c:v>3.4390000000000001</c:v>
                </c:pt>
                <c:pt idx="6331">
                  <c:v>3.44</c:v>
                </c:pt>
                <c:pt idx="6332">
                  <c:v>3.4390000000000001</c:v>
                </c:pt>
                <c:pt idx="6333">
                  <c:v>3.4380000000000002</c:v>
                </c:pt>
                <c:pt idx="6334">
                  <c:v>3.4380000000000002</c:v>
                </c:pt>
                <c:pt idx="6335">
                  <c:v>3.4369999999999998</c:v>
                </c:pt>
                <c:pt idx="6336">
                  <c:v>3.4369999999999998</c:v>
                </c:pt>
                <c:pt idx="6337">
                  <c:v>3.4369999999999998</c:v>
                </c:pt>
                <c:pt idx="6338">
                  <c:v>3.4380000000000002</c:v>
                </c:pt>
                <c:pt idx="6339">
                  <c:v>3.4380000000000002</c:v>
                </c:pt>
                <c:pt idx="6340">
                  <c:v>3.4380000000000002</c:v>
                </c:pt>
                <c:pt idx="6341">
                  <c:v>3.4390000000000001</c:v>
                </c:pt>
                <c:pt idx="6342">
                  <c:v>3.4390000000000001</c:v>
                </c:pt>
                <c:pt idx="6343">
                  <c:v>3.4390000000000001</c:v>
                </c:pt>
                <c:pt idx="6344">
                  <c:v>3.4390000000000001</c:v>
                </c:pt>
                <c:pt idx="6345">
                  <c:v>3.4380000000000002</c:v>
                </c:pt>
                <c:pt idx="6346">
                  <c:v>3.4350000000000001</c:v>
                </c:pt>
                <c:pt idx="6347">
                  <c:v>3.4340000000000002</c:v>
                </c:pt>
                <c:pt idx="6348">
                  <c:v>3.4359999999999999</c:v>
                </c:pt>
                <c:pt idx="6349">
                  <c:v>3.44</c:v>
                </c:pt>
                <c:pt idx="6350">
                  <c:v>3.44</c:v>
                </c:pt>
                <c:pt idx="6351">
                  <c:v>3.4409999999999998</c:v>
                </c:pt>
                <c:pt idx="6352">
                  <c:v>3.4390000000000001</c:v>
                </c:pt>
                <c:pt idx="6353">
                  <c:v>3.4350000000000001</c:v>
                </c:pt>
                <c:pt idx="6354">
                  <c:v>3.4329999999999998</c:v>
                </c:pt>
                <c:pt idx="6355">
                  <c:v>3.4350000000000001</c:v>
                </c:pt>
                <c:pt idx="6356">
                  <c:v>3.4359999999999999</c:v>
                </c:pt>
                <c:pt idx="6357">
                  <c:v>3.4359999999999999</c:v>
                </c:pt>
                <c:pt idx="6358">
                  <c:v>3.4350000000000001</c:v>
                </c:pt>
                <c:pt idx="6359">
                  <c:v>3.4329999999999998</c:v>
                </c:pt>
                <c:pt idx="6360">
                  <c:v>3.4319999999999999</c:v>
                </c:pt>
                <c:pt idx="6361">
                  <c:v>3.4350000000000001</c:v>
                </c:pt>
                <c:pt idx="6362">
                  <c:v>3.4380000000000002</c:v>
                </c:pt>
                <c:pt idx="6363">
                  <c:v>3.4390000000000001</c:v>
                </c:pt>
                <c:pt idx="6364">
                  <c:v>3.4390000000000001</c:v>
                </c:pt>
                <c:pt idx="6365">
                  <c:v>3.4390000000000001</c:v>
                </c:pt>
                <c:pt idx="6366">
                  <c:v>3.4369999999999998</c:v>
                </c:pt>
                <c:pt idx="6367">
                  <c:v>3.4350000000000001</c:v>
                </c:pt>
                <c:pt idx="6368">
                  <c:v>3.4369999999999998</c:v>
                </c:pt>
                <c:pt idx="6369">
                  <c:v>3.4390000000000001</c:v>
                </c:pt>
                <c:pt idx="6370">
                  <c:v>3.4390000000000001</c:v>
                </c:pt>
                <c:pt idx="6371">
                  <c:v>3.44</c:v>
                </c:pt>
                <c:pt idx="6372">
                  <c:v>3.4380000000000002</c:v>
                </c:pt>
                <c:pt idx="6373">
                  <c:v>3.4380000000000002</c:v>
                </c:pt>
                <c:pt idx="6374">
                  <c:v>3.4369999999999998</c:v>
                </c:pt>
                <c:pt idx="6375">
                  <c:v>3.4380000000000002</c:v>
                </c:pt>
                <c:pt idx="6376">
                  <c:v>3.4380000000000002</c:v>
                </c:pt>
                <c:pt idx="6377">
                  <c:v>3.4369999999999998</c:v>
                </c:pt>
                <c:pt idx="6378">
                  <c:v>3.4369999999999998</c:v>
                </c:pt>
                <c:pt idx="6379">
                  <c:v>3.4350000000000001</c:v>
                </c:pt>
                <c:pt idx="6380">
                  <c:v>3.4350000000000001</c:v>
                </c:pt>
                <c:pt idx="6381">
                  <c:v>3.4350000000000001</c:v>
                </c:pt>
                <c:pt idx="6382">
                  <c:v>3.4350000000000001</c:v>
                </c:pt>
                <c:pt idx="6383">
                  <c:v>3.4359999999999999</c:v>
                </c:pt>
                <c:pt idx="6384">
                  <c:v>3.4369999999999998</c:v>
                </c:pt>
                <c:pt idx="6385">
                  <c:v>3.4380000000000002</c:v>
                </c:pt>
                <c:pt idx="6386">
                  <c:v>3.4380000000000002</c:v>
                </c:pt>
                <c:pt idx="6387">
                  <c:v>3.4380000000000002</c:v>
                </c:pt>
                <c:pt idx="6388">
                  <c:v>3.4369999999999998</c:v>
                </c:pt>
                <c:pt idx="6389">
                  <c:v>3.4369999999999998</c:v>
                </c:pt>
                <c:pt idx="6390">
                  <c:v>3.4369999999999998</c:v>
                </c:pt>
                <c:pt idx="6391">
                  <c:v>3.4380000000000002</c:v>
                </c:pt>
                <c:pt idx="6392">
                  <c:v>3.4369999999999998</c:v>
                </c:pt>
                <c:pt idx="6393">
                  <c:v>3.4350000000000001</c:v>
                </c:pt>
                <c:pt idx="6394">
                  <c:v>3.4350000000000001</c:v>
                </c:pt>
                <c:pt idx="6395">
                  <c:v>3.4380000000000002</c:v>
                </c:pt>
                <c:pt idx="6396">
                  <c:v>3.4390000000000001</c:v>
                </c:pt>
                <c:pt idx="6397">
                  <c:v>3.4390000000000001</c:v>
                </c:pt>
                <c:pt idx="6398">
                  <c:v>3.44</c:v>
                </c:pt>
                <c:pt idx="6399">
                  <c:v>3.4380000000000002</c:v>
                </c:pt>
                <c:pt idx="6400">
                  <c:v>3.4350000000000001</c:v>
                </c:pt>
                <c:pt idx="6401">
                  <c:v>3.4359999999999999</c:v>
                </c:pt>
                <c:pt idx="6402">
                  <c:v>3.4369999999999998</c:v>
                </c:pt>
                <c:pt idx="6403">
                  <c:v>3.4359999999999999</c:v>
                </c:pt>
                <c:pt idx="6404">
                  <c:v>3.4359999999999999</c:v>
                </c:pt>
                <c:pt idx="6405">
                  <c:v>3.4350000000000001</c:v>
                </c:pt>
                <c:pt idx="6406">
                  <c:v>3.4329999999999998</c:v>
                </c:pt>
                <c:pt idx="6407">
                  <c:v>3.4319999999999999</c:v>
                </c:pt>
                <c:pt idx="6408">
                  <c:v>3.4359999999999999</c:v>
                </c:pt>
                <c:pt idx="6409">
                  <c:v>3.4390000000000001</c:v>
                </c:pt>
                <c:pt idx="6410">
                  <c:v>3.4409999999999998</c:v>
                </c:pt>
                <c:pt idx="6411">
                  <c:v>3.4409999999999998</c:v>
                </c:pt>
                <c:pt idx="6412">
                  <c:v>3.4409999999999998</c:v>
                </c:pt>
                <c:pt idx="6413">
                  <c:v>3.44</c:v>
                </c:pt>
                <c:pt idx="6414">
                  <c:v>3.4380000000000002</c:v>
                </c:pt>
                <c:pt idx="6415">
                  <c:v>3.4369999999999998</c:v>
                </c:pt>
                <c:pt idx="6416">
                  <c:v>3.4350000000000001</c:v>
                </c:pt>
                <c:pt idx="6417">
                  <c:v>3.4340000000000002</c:v>
                </c:pt>
                <c:pt idx="6418">
                  <c:v>3.4350000000000001</c:v>
                </c:pt>
                <c:pt idx="6419">
                  <c:v>3.4359999999999999</c:v>
                </c:pt>
                <c:pt idx="6420">
                  <c:v>3.4359999999999999</c:v>
                </c:pt>
                <c:pt idx="6421">
                  <c:v>3.4359999999999999</c:v>
                </c:pt>
                <c:pt idx="6422">
                  <c:v>3.4359999999999999</c:v>
                </c:pt>
                <c:pt idx="6423">
                  <c:v>3.4359999999999999</c:v>
                </c:pt>
                <c:pt idx="6424">
                  <c:v>3.4359999999999999</c:v>
                </c:pt>
                <c:pt idx="6425">
                  <c:v>3.4359999999999999</c:v>
                </c:pt>
                <c:pt idx="6426">
                  <c:v>3.4359999999999999</c:v>
                </c:pt>
                <c:pt idx="6427">
                  <c:v>3.4369999999999998</c:v>
                </c:pt>
                <c:pt idx="6428">
                  <c:v>3.4369999999999998</c:v>
                </c:pt>
                <c:pt idx="6429">
                  <c:v>3.4380000000000002</c:v>
                </c:pt>
                <c:pt idx="6430">
                  <c:v>3.4380000000000002</c:v>
                </c:pt>
                <c:pt idx="6431">
                  <c:v>3.4390000000000001</c:v>
                </c:pt>
                <c:pt idx="6432">
                  <c:v>3.4380000000000002</c:v>
                </c:pt>
                <c:pt idx="6433">
                  <c:v>3.4359999999999999</c:v>
                </c:pt>
                <c:pt idx="6434">
                  <c:v>3.4340000000000002</c:v>
                </c:pt>
                <c:pt idx="6435">
                  <c:v>3.4329999999999998</c:v>
                </c:pt>
                <c:pt idx="6436">
                  <c:v>3.4329999999999998</c:v>
                </c:pt>
                <c:pt idx="6437">
                  <c:v>3.4350000000000001</c:v>
                </c:pt>
                <c:pt idx="6438">
                  <c:v>3.4380000000000002</c:v>
                </c:pt>
                <c:pt idx="6439">
                  <c:v>3.4369999999999998</c:v>
                </c:pt>
                <c:pt idx="6440">
                  <c:v>3.4340000000000002</c:v>
                </c:pt>
                <c:pt idx="6441">
                  <c:v>3.4340000000000002</c:v>
                </c:pt>
                <c:pt idx="6442">
                  <c:v>3.4350000000000001</c:v>
                </c:pt>
                <c:pt idx="6443">
                  <c:v>3.4350000000000001</c:v>
                </c:pt>
                <c:pt idx="6444">
                  <c:v>3.4369999999999998</c:v>
                </c:pt>
                <c:pt idx="6445">
                  <c:v>3.4380000000000002</c:v>
                </c:pt>
                <c:pt idx="6446">
                  <c:v>3.4369999999999998</c:v>
                </c:pt>
                <c:pt idx="6447">
                  <c:v>3.4369999999999998</c:v>
                </c:pt>
                <c:pt idx="6448">
                  <c:v>3.4359999999999999</c:v>
                </c:pt>
                <c:pt idx="6449">
                  <c:v>3.4359999999999999</c:v>
                </c:pt>
                <c:pt idx="6450">
                  <c:v>3.4359999999999999</c:v>
                </c:pt>
                <c:pt idx="6451">
                  <c:v>3.4359999999999999</c:v>
                </c:pt>
                <c:pt idx="6452">
                  <c:v>3.4359999999999999</c:v>
                </c:pt>
                <c:pt idx="6453">
                  <c:v>3.4369999999999998</c:v>
                </c:pt>
                <c:pt idx="6454">
                  <c:v>3.4369999999999998</c:v>
                </c:pt>
                <c:pt idx="6455">
                  <c:v>3.4380000000000002</c:v>
                </c:pt>
                <c:pt idx="6456">
                  <c:v>3.4380000000000002</c:v>
                </c:pt>
                <c:pt idx="6457">
                  <c:v>3.4369999999999998</c:v>
                </c:pt>
                <c:pt idx="6458">
                  <c:v>3.4359999999999999</c:v>
                </c:pt>
                <c:pt idx="6459">
                  <c:v>3.4359999999999999</c:v>
                </c:pt>
                <c:pt idx="6460">
                  <c:v>3.4340000000000002</c:v>
                </c:pt>
                <c:pt idx="6461">
                  <c:v>3.4340000000000002</c:v>
                </c:pt>
                <c:pt idx="6462">
                  <c:v>3.4369999999999998</c:v>
                </c:pt>
                <c:pt idx="6463">
                  <c:v>3.4390000000000001</c:v>
                </c:pt>
                <c:pt idx="6464">
                  <c:v>3.4390000000000001</c:v>
                </c:pt>
                <c:pt idx="6465">
                  <c:v>3.4380000000000002</c:v>
                </c:pt>
                <c:pt idx="6466">
                  <c:v>3.4369999999999998</c:v>
                </c:pt>
                <c:pt idx="6467">
                  <c:v>3.4369999999999998</c:v>
                </c:pt>
                <c:pt idx="6468">
                  <c:v>3.4369999999999998</c:v>
                </c:pt>
                <c:pt idx="6469">
                  <c:v>3.4369999999999998</c:v>
                </c:pt>
                <c:pt idx="6470">
                  <c:v>3.4380000000000002</c:v>
                </c:pt>
                <c:pt idx="6471">
                  <c:v>3.4390000000000001</c:v>
                </c:pt>
                <c:pt idx="6472">
                  <c:v>3.44</c:v>
                </c:pt>
                <c:pt idx="6473">
                  <c:v>3.4380000000000002</c:v>
                </c:pt>
                <c:pt idx="6474">
                  <c:v>3.4359999999999999</c:v>
                </c:pt>
                <c:pt idx="6475">
                  <c:v>3.4359999999999999</c:v>
                </c:pt>
                <c:pt idx="6476">
                  <c:v>3.4359999999999999</c:v>
                </c:pt>
                <c:pt idx="6477">
                  <c:v>3.4350000000000001</c:v>
                </c:pt>
                <c:pt idx="6478">
                  <c:v>3.4359999999999999</c:v>
                </c:pt>
                <c:pt idx="6479">
                  <c:v>3.4350000000000001</c:v>
                </c:pt>
                <c:pt idx="6480">
                  <c:v>3.4329999999999998</c:v>
                </c:pt>
                <c:pt idx="6481">
                  <c:v>3.4319999999999999</c:v>
                </c:pt>
                <c:pt idx="6482">
                  <c:v>3.4340000000000002</c:v>
                </c:pt>
                <c:pt idx="6483">
                  <c:v>3.4340000000000002</c:v>
                </c:pt>
                <c:pt idx="6484">
                  <c:v>3.4369999999999998</c:v>
                </c:pt>
                <c:pt idx="6485">
                  <c:v>3.4380000000000002</c:v>
                </c:pt>
                <c:pt idx="6486">
                  <c:v>3.4369999999999998</c:v>
                </c:pt>
                <c:pt idx="6487">
                  <c:v>3.4359999999999999</c:v>
                </c:pt>
                <c:pt idx="6488">
                  <c:v>3.4359999999999999</c:v>
                </c:pt>
                <c:pt idx="6489">
                  <c:v>3.4369999999999998</c:v>
                </c:pt>
                <c:pt idx="6490">
                  <c:v>3.4369999999999998</c:v>
                </c:pt>
                <c:pt idx="6491">
                  <c:v>3.4369999999999998</c:v>
                </c:pt>
                <c:pt idx="6492">
                  <c:v>3.4359999999999999</c:v>
                </c:pt>
                <c:pt idx="6493">
                  <c:v>3.4359999999999999</c:v>
                </c:pt>
                <c:pt idx="6494">
                  <c:v>3.4350000000000001</c:v>
                </c:pt>
                <c:pt idx="6495">
                  <c:v>3.4350000000000001</c:v>
                </c:pt>
                <c:pt idx="6496">
                  <c:v>3.4369999999999998</c:v>
                </c:pt>
                <c:pt idx="6497">
                  <c:v>3.4369999999999998</c:v>
                </c:pt>
                <c:pt idx="6498">
                  <c:v>3.4369999999999998</c:v>
                </c:pt>
                <c:pt idx="6499">
                  <c:v>3.4359999999999999</c:v>
                </c:pt>
                <c:pt idx="6500">
                  <c:v>3.4350000000000001</c:v>
                </c:pt>
                <c:pt idx="6501">
                  <c:v>3.4359999999999999</c:v>
                </c:pt>
                <c:pt idx="6502">
                  <c:v>3.4369999999999998</c:v>
                </c:pt>
                <c:pt idx="6503">
                  <c:v>3.4380000000000002</c:v>
                </c:pt>
                <c:pt idx="6504">
                  <c:v>3.4390000000000001</c:v>
                </c:pt>
                <c:pt idx="6505">
                  <c:v>3.4390000000000001</c:v>
                </c:pt>
                <c:pt idx="6506">
                  <c:v>3.4390000000000001</c:v>
                </c:pt>
                <c:pt idx="6507">
                  <c:v>3.4380000000000002</c:v>
                </c:pt>
                <c:pt idx="6508">
                  <c:v>3.4369999999999998</c:v>
                </c:pt>
                <c:pt idx="6509">
                  <c:v>3.4359999999999999</c:v>
                </c:pt>
                <c:pt idx="6510">
                  <c:v>3.4359999999999999</c:v>
                </c:pt>
                <c:pt idx="6511">
                  <c:v>3.4359999999999999</c:v>
                </c:pt>
                <c:pt idx="6512">
                  <c:v>3.4350000000000001</c:v>
                </c:pt>
                <c:pt idx="6513">
                  <c:v>3.4340000000000002</c:v>
                </c:pt>
                <c:pt idx="6514">
                  <c:v>3.4340000000000002</c:v>
                </c:pt>
                <c:pt idx="6515">
                  <c:v>3.4350000000000001</c:v>
                </c:pt>
                <c:pt idx="6516">
                  <c:v>3.4350000000000001</c:v>
                </c:pt>
                <c:pt idx="6517">
                  <c:v>3.4340000000000002</c:v>
                </c:pt>
                <c:pt idx="6518">
                  <c:v>3.4350000000000001</c:v>
                </c:pt>
                <c:pt idx="6519">
                  <c:v>3.4380000000000002</c:v>
                </c:pt>
                <c:pt idx="6520">
                  <c:v>3.4369999999999998</c:v>
                </c:pt>
                <c:pt idx="6521">
                  <c:v>3.4380000000000002</c:v>
                </c:pt>
                <c:pt idx="6522">
                  <c:v>3.4380000000000002</c:v>
                </c:pt>
                <c:pt idx="6523">
                  <c:v>3.4430000000000001</c:v>
                </c:pt>
                <c:pt idx="6524">
                  <c:v>3.4470000000000001</c:v>
                </c:pt>
                <c:pt idx="6525">
                  <c:v>3.4470000000000001</c:v>
                </c:pt>
                <c:pt idx="6526">
                  <c:v>3.448</c:v>
                </c:pt>
                <c:pt idx="6527">
                  <c:v>3.448</c:v>
                </c:pt>
                <c:pt idx="6528">
                  <c:v>3.448</c:v>
                </c:pt>
                <c:pt idx="6529">
                  <c:v>3.448</c:v>
                </c:pt>
                <c:pt idx="6530">
                  <c:v>3.448</c:v>
                </c:pt>
                <c:pt idx="6531">
                  <c:v>3.45</c:v>
                </c:pt>
                <c:pt idx="6532">
                  <c:v>3.4510000000000001</c:v>
                </c:pt>
                <c:pt idx="6533">
                  <c:v>3.4470000000000001</c:v>
                </c:pt>
                <c:pt idx="6534">
                  <c:v>3.4449999999999998</c:v>
                </c:pt>
                <c:pt idx="6535">
                  <c:v>3.4430000000000001</c:v>
                </c:pt>
                <c:pt idx="6536">
                  <c:v>3.4430000000000001</c:v>
                </c:pt>
                <c:pt idx="6537">
                  <c:v>3.4430000000000001</c:v>
                </c:pt>
                <c:pt idx="6538">
                  <c:v>3.4409999999999998</c:v>
                </c:pt>
                <c:pt idx="6539">
                  <c:v>3.44</c:v>
                </c:pt>
                <c:pt idx="6540">
                  <c:v>3.44</c:v>
                </c:pt>
                <c:pt idx="6541">
                  <c:v>3.44</c:v>
                </c:pt>
                <c:pt idx="6542">
                  <c:v>3.4430000000000001</c:v>
                </c:pt>
                <c:pt idx="6543">
                  <c:v>3.4449999999999998</c:v>
                </c:pt>
                <c:pt idx="6544">
                  <c:v>3.444</c:v>
                </c:pt>
                <c:pt idx="6545">
                  <c:v>3.444</c:v>
                </c:pt>
                <c:pt idx="6546">
                  <c:v>3.4409999999999998</c:v>
                </c:pt>
                <c:pt idx="6547">
                  <c:v>3.4380000000000002</c:v>
                </c:pt>
                <c:pt idx="6548">
                  <c:v>3.4369999999999998</c:v>
                </c:pt>
                <c:pt idx="6549">
                  <c:v>3.4380000000000002</c:v>
                </c:pt>
                <c:pt idx="6550">
                  <c:v>3.4380000000000002</c:v>
                </c:pt>
                <c:pt idx="6551">
                  <c:v>3.4409999999999998</c:v>
                </c:pt>
                <c:pt idx="6552">
                  <c:v>3.4409999999999998</c:v>
                </c:pt>
                <c:pt idx="6553">
                  <c:v>3.4409999999999998</c:v>
                </c:pt>
                <c:pt idx="6554">
                  <c:v>3.4390000000000001</c:v>
                </c:pt>
                <c:pt idx="6555">
                  <c:v>3.4380000000000002</c:v>
                </c:pt>
                <c:pt idx="6556">
                  <c:v>3.4380000000000002</c:v>
                </c:pt>
                <c:pt idx="6557">
                  <c:v>3.4390000000000001</c:v>
                </c:pt>
                <c:pt idx="6558">
                  <c:v>3.4409999999999998</c:v>
                </c:pt>
                <c:pt idx="6559">
                  <c:v>3.4420000000000002</c:v>
                </c:pt>
                <c:pt idx="6560">
                  <c:v>3.44</c:v>
                </c:pt>
                <c:pt idx="6561">
                  <c:v>3.44</c:v>
                </c:pt>
                <c:pt idx="6562">
                  <c:v>3.4380000000000002</c:v>
                </c:pt>
                <c:pt idx="6563">
                  <c:v>3.4359999999999999</c:v>
                </c:pt>
                <c:pt idx="6564">
                  <c:v>3.4369999999999998</c:v>
                </c:pt>
                <c:pt idx="6565">
                  <c:v>3.4369999999999998</c:v>
                </c:pt>
                <c:pt idx="6566">
                  <c:v>3.4369999999999998</c:v>
                </c:pt>
                <c:pt idx="6567">
                  <c:v>3.4369999999999998</c:v>
                </c:pt>
                <c:pt idx="6568">
                  <c:v>3.4380000000000002</c:v>
                </c:pt>
                <c:pt idx="6569">
                  <c:v>3.4380000000000002</c:v>
                </c:pt>
                <c:pt idx="6570">
                  <c:v>3.44</c:v>
                </c:pt>
                <c:pt idx="6571">
                  <c:v>3.4390000000000001</c:v>
                </c:pt>
                <c:pt idx="6572">
                  <c:v>3.4380000000000002</c:v>
                </c:pt>
                <c:pt idx="6573">
                  <c:v>3.4359999999999999</c:v>
                </c:pt>
                <c:pt idx="6574">
                  <c:v>3.4350000000000001</c:v>
                </c:pt>
                <c:pt idx="6575">
                  <c:v>3.4369999999999998</c:v>
                </c:pt>
                <c:pt idx="6576">
                  <c:v>3.4369999999999998</c:v>
                </c:pt>
                <c:pt idx="6577">
                  <c:v>3.4380000000000002</c:v>
                </c:pt>
                <c:pt idx="6578">
                  <c:v>3.4359999999999999</c:v>
                </c:pt>
                <c:pt idx="6579">
                  <c:v>3.4340000000000002</c:v>
                </c:pt>
                <c:pt idx="6580">
                  <c:v>3.4340000000000002</c:v>
                </c:pt>
                <c:pt idx="6581">
                  <c:v>3.4340000000000002</c:v>
                </c:pt>
                <c:pt idx="6582">
                  <c:v>3.4350000000000001</c:v>
                </c:pt>
                <c:pt idx="6583">
                  <c:v>3.4369999999999998</c:v>
                </c:pt>
                <c:pt idx="6584">
                  <c:v>3.4369999999999998</c:v>
                </c:pt>
                <c:pt idx="6585">
                  <c:v>3.4380000000000002</c:v>
                </c:pt>
                <c:pt idx="6586">
                  <c:v>3.4380000000000002</c:v>
                </c:pt>
                <c:pt idx="6587">
                  <c:v>3.4369999999999998</c:v>
                </c:pt>
                <c:pt idx="6588">
                  <c:v>3.4369999999999998</c:v>
                </c:pt>
                <c:pt idx="6589">
                  <c:v>3.4380000000000002</c:v>
                </c:pt>
                <c:pt idx="6590">
                  <c:v>3.4380000000000002</c:v>
                </c:pt>
                <c:pt idx="6591">
                  <c:v>3.4380000000000002</c:v>
                </c:pt>
                <c:pt idx="6592">
                  <c:v>3.4380000000000002</c:v>
                </c:pt>
                <c:pt idx="6593">
                  <c:v>3.4390000000000001</c:v>
                </c:pt>
                <c:pt idx="6594">
                  <c:v>3.4390000000000001</c:v>
                </c:pt>
                <c:pt idx="6595">
                  <c:v>3.44</c:v>
                </c:pt>
                <c:pt idx="6596">
                  <c:v>3.4390000000000001</c:v>
                </c:pt>
                <c:pt idx="6597">
                  <c:v>3.4369999999999998</c:v>
                </c:pt>
                <c:pt idx="6598">
                  <c:v>3.4369999999999998</c:v>
                </c:pt>
                <c:pt idx="6599">
                  <c:v>3.4350000000000001</c:v>
                </c:pt>
                <c:pt idx="6600">
                  <c:v>3.4350000000000001</c:v>
                </c:pt>
                <c:pt idx="6601">
                  <c:v>3.4329999999999998</c:v>
                </c:pt>
                <c:pt idx="6602">
                  <c:v>3.4340000000000002</c:v>
                </c:pt>
                <c:pt idx="6603">
                  <c:v>3.4340000000000002</c:v>
                </c:pt>
                <c:pt idx="6604">
                  <c:v>3.4350000000000001</c:v>
                </c:pt>
                <c:pt idx="6605">
                  <c:v>3.4369999999999998</c:v>
                </c:pt>
                <c:pt idx="6606">
                  <c:v>3.4369999999999998</c:v>
                </c:pt>
                <c:pt idx="6607">
                  <c:v>3.4369999999999998</c:v>
                </c:pt>
                <c:pt idx="6608">
                  <c:v>3.4369999999999998</c:v>
                </c:pt>
                <c:pt idx="6609">
                  <c:v>3.4380000000000002</c:v>
                </c:pt>
                <c:pt idx="6610">
                  <c:v>3.4380000000000002</c:v>
                </c:pt>
                <c:pt idx="6611">
                  <c:v>3.4390000000000001</c:v>
                </c:pt>
                <c:pt idx="6612">
                  <c:v>3.44</c:v>
                </c:pt>
                <c:pt idx="6613">
                  <c:v>3.4390000000000001</c:v>
                </c:pt>
                <c:pt idx="6614">
                  <c:v>3.4369999999999998</c:v>
                </c:pt>
                <c:pt idx="6615">
                  <c:v>3.4369999999999998</c:v>
                </c:pt>
                <c:pt idx="6616">
                  <c:v>3.4369999999999998</c:v>
                </c:pt>
                <c:pt idx="6617">
                  <c:v>3.4359999999999999</c:v>
                </c:pt>
                <c:pt idx="6618">
                  <c:v>3.4369999999999998</c:v>
                </c:pt>
                <c:pt idx="6619">
                  <c:v>3.4369999999999998</c:v>
                </c:pt>
                <c:pt idx="6620">
                  <c:v>3.4350000000000001</c:v>
                </c:pt>
                <c:pt idx="6621">
                  <c:v>3.4350000000000001</c:v>
                </c:pt>
                <c:pt idx="6622">
                  <c:v>3.4359999999999999</c:v>
                </c:pt>
                <c:pt idx="6623">
                  <c:v>3.4359999999999999</c:v>
                </c:pt>
                <c:pt idx="6624">
                  <c:v>3.4390000000000001</c:v>
                </c:pt>
                <c:pt idx="6625">
                  <c:v>3.4409999999999998</c:v>
                </c:pt>
                <c:pt idx="6626">
                  <c:v>3.4409999999999998</c:v>
                </c:pt>
                <c:pt idx="6627">
                  <c:v>3.4380000000000002</c:v>
                </c:pt>
                <c:pt idx="6628">
                  <c:v>3.4380000000000002</c:v>
                </c:pt>
                <c:pt idx="6629">
                  <c:v>3.4380000000000002</c:v>
                </c:pt>
                <c:pt idx="6630">
                  <c:v>3.4369999999999998</c:v>
                </c:pt>
                <c:pt idx="6631">
                  <c:v>3.4369999999999998</c:v>
                </c:pt>
                <c:pt idx="6632">
                  <c:v>3.4359999999999999</c:v>
                </c:pt>
                <c:pt idx="6633">
                  <c:v>3.4350000000000001</c:v>
                </c:pt>
                <c:pt idx="6634">
                  <c:v>3.4340000000000002</c:v>
                </c:pt>
                <c:pt idx="6635">
                  <c:v>3.4340000000000002</c:v>
                </c:pt>
                <c:pt idx="6636">
                  <c:v>3.4350000000000001</c:v>
                </c:pt>
                <c:pt idx="6637">
                  <c:v>3.4350000000000001</c:v>
                </c:pt>
                <c:pt idx="6638">
                  <c:v>3.4340000000000002</c:v>
                </c:pt>
                <c:pt idx="6639">
                  <c:v>3.4340000000000002</c:v>
                </c:pt>
                <c:pt idx="6640">
                  <c:v>3.4329999999999998</c:v>
                </c:pt>
                <c:pt idx="6641">
                  <c:v>3.4340000000000002</c:v>
                </c:pt>
                <c:pt idx="6642">
                  <c:v>3.4350000000000001</c:v>
                </c:pt>
                <c:pt idx="6643">
                  <c:v>3.4359999999999999</c:v>
                </c:pt>
                <c:pt idx="6644">
                  <c:v>3.4359999999999999</c:v>
                </c:pt>
                <c:pt idx="6645">
                  <c:v>3.4359999999999999</c:v>
                </c:pt>
                <c:pt idx="6646">
                  <c:v>3.4359999999999999</c:v>
                </c:pt>
                <c:pt idx="6647">
                  <c:v>3.4359999999999999</c:v>
                </c:pt>
                <c:pt idx="6648">
                  <c:v>3.4369999999999998</c:v>
                </c:pt>
                <c:pt idx="6649">
                  <c:v>3.4380000000000002</c:v>
                </c:pt>
                <c:pt idx="6650">
                  <c:v>3.4380000000000002</c:v>
                </c:pt>
                <c:pt idx="6651">
                  <c:v>3.4359999999999999</c:v>
                </c:pt>
                <c:pt idx="6652">
                  <c:v>3.4350000000000001</c:v>
                </c:pt>
                <c:pt idx="6653">
                  <c:v>3.4350000000000001</c:v>
                </c:pt>
                <c:pt idx="6654">
                  <c:v>3.4340000000000002</c:v>
                </c:pt>
                <c:pt idx="6655">
                  <c:v>3.4340000000000002</c:v>
                </c:pt>
                <c:pt idx="6656">
                  <c:v>3.4340000000000002</c:v>
                </c:pt>
                <c:pt idx="6657">
                  <c:v>3.4359999999999999</c:v>
                </c:pt>
                <c:pt idx="6658">
                  <c:v>3.4380000000000002</c:v>
                </c:pt>
                <c:pt idx="6659">
                  <c:v>3.4390000000000001</c:v>
                </c:pt>
                <c:pt idx="6660">
                  <c:v>3.4390000000000001</c:v>
                </c:pt>
                <c:pt idx="6661">
                  <c:v>3.4380000000000002</c:v>
                </c:pt>
                <c:pt idx="6662">
                  <c:v>3.4380000000000002</c:v>
                </c:pt>
                <c:pt idx="6663">
                  <c:v>3.4369999999999998</c:v>
                </c:pt>
                <c:pt idx="6664">
                  <c:v>3.4369999999999998</c:v>
                </c:pt>
                <c:pt idx="6665">
                  <c:v>3.4380000000000002</c:v>
                </c:pt>
                <c:pt idx="6666">
                  <c:v>3.4359999999999999</c:v>
                </c:pt>
                <c:pt idx="6667">
                  <c:v>3.4350000000000001</c:v>
                </c:pt>
                <c:pt idx="6668">
                  <c:v>3.4350000000000001</c:v>
                </c:pt>
                <c:pt idx="6669">
                  <c:v>3.4359999999999999</c:v>
                </c:pt>
                <c:pt idx="6670">
                  <c:v>3.4359999999999999</c:v>
                </c:pt>
                <c:pt idx="6671">
                  <c:v>3.4359999999999999</c:v>
                </c:pt>
                <c:pt idx="6672">
                  <c:v>3.4359999999999999</c:v>
                </c:pt>
                <c:pt idx="6673">
                  <c:v>3.4350000000000001</c:v>
                </c:pt>
                <c:pt idx="6674">
                  <c:v>3.4359999999999999</c:v>
                </c:pt>
                <c:pt idx="6675">
                  <c:v>3.4369999999999998</c:v>
                </c:pt>
                <c:pt idx="6676">
                  <c:v>3.4369999999999998</c:v>
                </c:pt>
                <c:pt idx="6677">
                  <c:v>3.4359999999999999</c:v>
                </c:pt>
                <c:pt idx="6678">
                  <c:v>3.4359999999999999</c:v>
                </c:pt>
                <c:pt idx="6679">
                  <c:v>3.4350000000000001</c:v>
                </c:pt>
                <c:pt idx="6680">
                  <c:v>3.4350000000000001</c:v>
                </c:pt>
                <c:pt idx="6681">
                  <c:v>3.4350000000000001</c:v>
                </c:pt>
                <c:pt idx="6682">
                  <c:v>3.4350000000000001</c:v>
                </c:pt>
                <c:pt idx="6683">
                  <c:v>3.4350000000000001</c:v>
                </c:pt>
                <c:pt idx="6684">
                  <c:v>3.4350000000000001</c:v>
                </c:pt>
                <c:pt idx="6685">
                  <c:v>3.4350000000000001</c:v>
                </c:pt>
                <c:pt idx="6686">
                  <c:v>3.4350000000000001</c:v>
                </c:pt>
                <c:pt idx="6687">
                  <c:v>3.4340000000000002</c:v>
                </c:pt>
                <c:pt idx="6688">
                  <c:v>3.4340000000000002</c:v>
                </c:pt>
                <c:pt idx="6689">
                  <c:v>3.4359999999999999</c:v>
                </c:pt>
                <c:pt idx="6690">
                  <c:v>3.4369999999999998</c:v>
                </c:pt>
                <c:pt idx="6691">
                  <c:v>3.4380000000000002</c:v>
                </c:pt>
                <c:pt idx="6692">
                  <c:v>3.4380000000000002</c:v>
                </c:pt>
                <c:pt idx="6693">
                  <c:v>3.4380000000000002</c:v>
                </c:pt>
                <c:pt idx="6694">
                  <c:v>3.4380000000000002</c:v>
                </c:pt>
                <c:pt idx="6695">
                  <c:v>3.4380000000000002</c:v>
                </c:pt>
                <c:pt idx="6696">
                  <c:v>3.4390000000000001</c:v>
                </c:pt>
                <c:pt idx="6697">
                  <c:v>3.4380000000000002</c:v>
                </c:pt>
                <c:pt idx="6698">
                  <c:v>3.4380000000000002</c:v>
                </c:pt>
                <c:pt idx="6699">
                  <c:v>3.4390000000000001</c:v>
                </c:pt>
                <c:pt idx="6700">
                  <c:v>3.4380000000000002</c:v>
                </c:pt>
                <c:pt idx="6701">
                  <c:v>3.4380000000000002</c:v>
                </c:pt>
                <c:pt idx="6702">
                  <c:v>3.4359999999999999</c:v>
                </c:pt>
                <c:pt idx="6703">
                  <c:v>3.4329999999999998</c:v>
                </c:pt>
                <c:pt idx="6704">
                  <c:v>3.4329999999999998</c:v>
                </c:pt>
                <c:pt idx="6705">
                  <c:v>3.4359999999999999</c:v>
                </c:pt>
                <c:pt idx="6706">
                  <c:v>3.4369999999999998</c:v>
                </c:pt>
                <c:pt idx="6707">
                  <c:v>3.4359999999999999</c:v>
                </c:pt>
                <c:pt idx="6708">
                  <c:v>3.4350000000000001</c:v>
                </c:pt>
                <c:pt idx="6709">
                  <c:v>3.4350000000000001</c:v>
                </c:pt>
                <c:pt idx="6710">
                  <c:v>3.4350000000000001</c:v>
                </c:pt>
                <c:pt idx="6711">
                  <c:v>3.4369999999999998</c:v>
                </c:pt>
                <c:pt idx="6712">
                  <c:v>3.4380000000000002</c:v>
                </c:pt>
                <c:pt idx="6713">
                  <c:v>3.4359999999999999</c:v>
                </c:pt>
                <c:pt idx="6714">
                  <c:v>3.4350000000000001</c:v>
                </c:pt>
                <c:pt idx="6715">
                  <c:v>3.4350000000000001</c:v>
                </c:pt>
                <c:pt idx="6716">
                  <c:v>3.4359999999999999</c:v>
                </c:pt>
                <c:pt idx="6717">
                  <c:v>3.4359999999999999</c:v>
                </c:pt>
                <c:pt idx="6718">
                  <c:v>3.4380000000000002</c:v>
                </c:pt>
                <c:pt idx="6719">
                  <c:v>3.4380000000000002</c:v>
                </c:pt>
                <c:pt idx="6720">
                  <c:v>3.4359999999999999</c:v>
                </c:pt>
                <c:pt idx="6721">
                  <c:v>3.4340000000000002</c:v>
                </c:pt>
                <c:pt idx="6722">
                  <c:v>3.4350000000000001</c:v>
                </c:pt>
                <c:pt idx="6723">
                  <c:v>3.4359999999999999</c:v>
                </c:pt>
                <c:pt idx="6724">
                  <c:v>3.4380000000000002</c:v>
                </c:pt>
                <c:pt idx="6725">
                  <c:v>3.4380000000000002</c:v>
                </c:pt>
                <c:pt idx="6726">
                  <c:v>3.4390000000000001</c:v>
                </c:pt>
                <c:pt idx="6727">
                  <c:v>3.4390000000000001</c:v>
                </c:pt>
                <c:pt idx="6728">
                  <c:v>3.4380000000000002</c:v>
                </c:pt>
                <c:pt idx="6729">
                  <c:v>3.4369999999999998</c:v>
                </c:pt>
                <c:pt idx="6730">
                  <c:v>3.4359999999999999</c:v>
                </c:pt>
                <c:pt idx="6731">
                  <c:v>3.4359999999999999</c:v>
                </c:pt>
                <c:pt idx="6732">
                  <c:v>3.4359999999999999</c:v>
                </c:pt>
                <c:pt idx="6733">
                  <c:v>3.4359999999999999</c:v>
                </c:pt>
                <c:pt idx="6734">
                  <c:v>3.4350000000000001</c:v>
                </c:pt>
                <c:pt idx="6735">
                  <c:v>3.4340000000000002</c:v>
                </c:pt>
                <c:pt idx="6736">
                  <c:v>3.4329999999999998</c:v>
                </c:pt>
                <c:pt idx="6737">
                  <c:v>3.4329999999999998</c:v>
                </c:pt>
                <c:pt idx="6738">
                  <c:v>3.4350000000000001</c:v>
                </c:pt>
                <c:pt idx="6739">
                  <c:v>3.4369999999999998</c:v>
                </c:pt>
                <c:pt idx="6740">
                  <c:v>3.4380000000000002</c:v>
                </c:pt>
                <c:pt idx="6741">
                  <c:v>3.4380000000000002</c:v>
                </c:pt>
                <c:pt idx="6742">
                  <c:v>3.4380000000000002</c:v>
                </c:pt>
                <c:pt idx="6743">
                  <c:v>3.4380000000000002</c:v>
                </c:pt>
                <c:pt idx="6744">
                  <c:v>3.4369999999999998</c:v>
                </c:pt>
                <c:pt idx="6745">
                  <c:v>3.4359999999999999</c:v>
                </c:pt>
                <c:pt idx="6746">
                  <c:v>3.4359999999999999</c:v>
                </c:pt>
                <c:pt idx="6747">
                  <c:v>3.4359999999999999</c:v>
                </c:pt>
                <c:pt idx="6748">
                  <c:v>3.4359999999999999</c:v>
                </c:pt>
                <c:pt idx="6749">
                  <c:v>3.4350000000000001</c:v>
                </c:pt>
                <c:pt idx="6750">
                  <c:v>3.4359999999999999</c:v>
                </c:pt>
                <c:pt idx="6751">
                  <c:v>3.4359999999999999</c:v>
                </c:pt>
                <c:pt idx="6752">
                  <c:v>3.4359999999999999</c:v>
                </c:pt>
                <c:pt idx="6753">
                  <c:v>3.4369999999999998</c:v>
                </c:pt>
                <c:pt idx="6754">
                  <c:v>3.4359999999999999</c:v>
                </c:pt>
                <c:pt idx="6755">
                  <c:v>3.4350000000000001</c:v>
                </c:pt>
                <c:pt idx="6756">
                  <c:v>3.4350000000000001</c:v>
                </c:pt>
                <c:pt idx="6757">
                  <c:v>3.4340000000000002</c:v>
                </c:pt>
                <c:pt idx="6758">
                  <c:v>3.4350000000000001</c:v>
                </c:pt>
                <c:pt idx="6759">
                  <c:v>3.4350000000000001</c:v>
                </c:pt>
                <c:pt idx="6760">
                  <c:v>3.4340000000000002</c:v>
                </c:pt>
                <c:pt idx="6761">
                  <c:v>3.4329999999999998</c:v>
                </c:pt>
                <c:pt idx="6762">
                  <c:v>3.4340000000000002</c:v>
                </c:pt>
                <c:pt idx="6763">
                  <c:v>3.4350000000000001</c:v>
                </c:pt>
                <c:pt idx="6764">
                  <c:v>3.4350000000000001</c:v>
                </c:pt>
                <c:pt idx="6765">
                  <c:v>3.4359999999999999</c:v>
                </c:pt>
                <c:pt idx="6766">
                  <c:v>3.4369999999999998</c:v>
                </c:pt>
                <c:pt idx="6767">
                  <c:v>3.4369999999999998</c:v>
                </c:pt>
                <c:pt idx="6768">
                  <c:v>3.4359999999999999</c:v>
                </c:pt>
                <c:pt idx="6769">
                  <c:v>3.4369999999999998</c:v>
                </c:pt>
                <c:pt idx="6770">
                  <c:v>3.4380000000000002</c:v>
                </c:pt>
                <c:pt idx="6771">
                  <c:v>3.44</c:v>
                </c:pt>
                <c:pt idx="6772">
                  <c:v>3.44</c:v>
                </c:pt>
                <c:pt idx="6773">
                  <c:v>3.44</c:v>
                </c:pt>
                <c:pt idx="6774">
                  <c:v>3.4380000000000002</c:v>
                </c:pt>
                <c:pt idx="6775">
                  <c:v>3.4380000000000002</c:v>
                </c:pt>
                <c:pt idx="6776">
                  <c:v>3.4369999999999998</c:v>
                </c:pt>
                <c:pt idx="6777">
                  <c:v>3.4359999999999999</c:v>
                </c:pt>
                <c:pt idx="6778">
                  <c:v>3.4340000000000002</c:v>
                </c:pt>
                <c:pt idx="6779">
                  <c:v>3.4329999999999998</c:v>
                </c:pt>
                <c:pt idx="6780">
                  <c:v>3.4329999999999998</c:v>
                </c:pt>
                <c:pt idx="6781">
                  <c:v>3.4340000000000002</c:v>
                </c:pt>
                <c:pt idx="6782">
                  <c:v>3.4369999999999998</c:v>
                </c:pt>
                <c:pt idx="6783">
                  <c:v>3.4369999999999998</c:v>
                </c:pt>
                <c:pt idx="6784">
                  <c:v>3.4350000000000001</c:v>
                </c:pt>
                <c:pt idx="6785">
                  <c:v>3.4350000000000001</c:v>
                </c:pt>
                <c:pt idx="6786">
                  <c:v>3.4359999999999999</c:v>
                </c:pt>
                <c:pt idx="6787">
                  <c:v>3.4359999999999999</c:v>
                </c:pt>
                <c:pt idx="6788">
                  <c:v>3.4350000000000001</c:v>
                </c:pt>
                <c:pt idx="6789">
                  <c:v>3.4350000000000001</c:v>
                </c:pt>
                <c:pt idx="6790">
                  <c:v>3.4359999999999999</c:v>
                </c:pt>
                <c:pt idx="6791">
                  <c:v>3.4359999999999999</c:v>
                </c:pt>
                <c:pt idx="6792">
                  <c:v>3.4369999999999998</c:v>
                </c:pt>
                <c:pt idx="6793">
                  <c:v>3.4380000000000002</c:v>
                </c:pt>
                <c:pt idx="6794">
                  <c:v>3.4359999999999999</c:v>
                </c:pt>
                <c:pt idx="6795">
                  <c:v>3.4359999999999999</c:v>
                </c:pt>
                <c:pt idx="6796">
                  <c:v>3.4350000000000001</c:v>
                </c:pt>
                <c:pt idx="6797">
                  <c:v>3.4340000000000002</c:v>
                </c:pt>
                <c:pt idx="6798">
                  <c:v>3.4340000000000002</c:v>
                </c:pt>
                <c:pt idx="6799">
                  <c:v>3.4359999999999999</c:v>
                </c:pt>
                <c:pt idx="6800">
                  <c:v>3.4359999999999999</c:v>
                </c:pt>
                <c:pt idx="6801">
                  <c:v>3.4340000000000002</c:v>
                </c:pt>
                <c:pt idx="6802">
                  <c:v>3.4350000000000001</c:v>
                </c:pt>
                <c:pt idx="6803">
                  <c:v>3.4350000000000001</c:v>
                </c:pt>
                <c:pt idx="6804">
                  <c:v>3.4350000000000001</c:v>
                </c:pt>
                <c:pt idx="6805">
                  <c:v>3.4369999999999998</c:v>
                </c:pt>
                <c:pt idx="6806">
                  <c:v>3.4369999999999998</c:v>
                </c:pt>
                <c:pt idx="6807">
                  <c:v>3.4359999999999999</c:v>
                </c:pt>
                <c:pt idx="6808">
                  <c:v>3.4359999999999999</c:v>
                </c:pt>
                <c:pt idx="6809">
                  <c:v>3.4359999999999999</c:v>
                </c:pt>
                <c:pt idx="6810">
                  <c:v>3.4380000000000002</c:v>
                </c:pt>
                <c:pt idx="6811">
                  <c:v>3.4380000000000002</c:v>
                </c:pt>
                <c:pt idx="6812">
                  <c:v>3.4390000000000001</c:v>
                </c:pt>
                <c:pt idx="6813">
                  <c:v>3.4380000000000002</c:v>
                </c:pt>
                <c:pt idx="6814">
                  <c:v>3.4359999999999999</c:v>
                </c:pt>
                <c:pt idx="6815">
                  <c:v>3.4350000000000001</c:v>
                </c:pt>
                <c:pt idx="6816">
                  <c:v>3.4359999999999999</c:v>
                </c:pt>
                <c:pt idx="6817">
                  <c:v>3.4369999999999998</c:v>
                </c:pt>
                <c:pt idx="6818">
                  <c:v>3.4369999999999998</c:v>
                </c:pt>
                <c:pt idx="6819">
                  <c:v>3.4369999999999998</c:v>
                </c:pt>
                <c:pt idx="6820">
                  <c:v>3.4359999999999999</c:v>
                </c:pt>
                <c:pt idx="6821">
                  <c:v>3.4359999999999999</c:v>
                </c:pt>
                <c:pt idx="6822">
                  <c:v>3.4369999999999998</c:v>
                </c:pt>
                <c:pt idx="6823">
                  <c:v>3.4369999999999998</c:v>
                </c:pt>
                <c:pt idx="6824">
                  <c:v>3.4369999999999998</c:v>
                </c:pt>
                <c:pt idx="6825">
                  <c:v>3.4369999999999998</c:v>
                </c:pt>
                <c:pt idx="6826">
                  <c:v>3.4359999999999999</c:v>
                </c:pt>
                <c:pt idx="6827">
                  <c:v>3.4359999999999999</c:v>
                </c:pt>
                <c:pt idx="6828">
                  <c:v>3.4359999999999999</c:v>
                </c:pt>
                <c:pt idx="6829">
                  <c:v>3.4359999999999999</c:v>
                </c:pt>
                <c:pt idx="6830">
                  <c:v>3.4359999999999999</c:v>
                </c:pt>
                <c:pt idx="6831">
                  <c:v>3.4380000000000002</c:v>
                </c:pt>
                <c:pt idx="6832">
                  <c:v>3.4380000000000002</c:v>
                </c:pt>
                <c:pt idx="6833">
                  <c:v>3.4369999999999998</c:v>
                </c:pt>
                <c:pt idx="6834">
                  <c:v>3.4369999999999998</c:v>
                </c:pt>
                <c:pt idx="6835">
                  <c:v>3.4350000000000001</c:v>
                </c:pt>
                <c:pt idx="6836">
                  <c:v>3.4340000000000002</c:v>
                </c:pt>
                <c:pt idx="6837">
                  <c:v>3.4350000000000001</c:v>
                </c:pt>
                <c:pt idx="6838">
                  <c:v>3.4359999999999999</c:v>
                </c:pt>
                <c:pt idx="6839">
                  <c:v>3.4359999999999999</c:v>
                </c:pt>
                <c:pt idx="6840">
                  <c:v>3.4359999999999999</c:v>
                </c:pt>
                <c:pt idx="6841">
                  <c:v>3.4350000000000001</c:v>
                </c:pt>
                <c:pt idx="6842">
                  <c:v>3.4350000000000001</c:v>
                </c:pt>
                <c:pt idx="6843">
                  <c:v>3.4340000000000002</c:v>
                </c:pt>
                <c:pt idx="6844">
                  <c:v>3.4359999999999999</c:v>
                </c:pt>
                <c:pt idx="6845">
                  <c:v>3.4380000000000002</c:v>
                </c:pt>
                <c:pt idx="6846">
                  <c:v>3.4409999999999998</c:v>
                </c:pt>
                <c:pt idx="6847">
                  <c:v>3.44</c:v>
                </c:pt>
                <c:pt idx="6848">
                  <c:v>3.4369999999999998</c:v>
                </c:pt>
                <c:pt idx="6849">
                  <c:v>3.4359999999999999</c:v>
                </c:pt>
                <c:pt idx="6850">
                  <c:v>3.4359999999999999</c:v>
                </c:pt>
                <c:pt idx="6851">
                  <c:v>3.4369999999999998</c:v>
                </c:pt>
                <c:pt idx="6852">
                  <c:v>3.44</c:v>
                </c:pt>
                <c:pt idx="6853">
                  <c:v>3.4390000000000001</c:v>
                </c:pt>
                <c:pt idx="6854">
                  <c:v>3.4340000000000002</c:v>
                </c:pt>
                <c:pt idx="6855">
                  <c:v>3.4319999999999999</c:v>
                </c:pt>
                <c:pt idx="6856">
                  <c:v>3.4329999999999998</c:v>
                </c:pt>
                <c:pt idx="6857">
                  <c:v>3.4359999999999999</c:v>
                </c:pt>
                <c:pt idx="6858">
                  <c:v>3.4359999999999999</c:v>
                </c:pt>
                <c:pt idx="6859">
                  <c:v>3.4369999999999998</c:v>
                </c:pt>
                <c:pt idx="6860">
                  <c:v>3.4359999999999999</c:v>
                </c:pt>
                <c:pt idx="6861">
                  <c:v>3.4350000000000001</c:v>
                </c:pt>
                <c:pt idx="6862">
                  <c:v>3.4350000000000001</c:v>
                </c:pt>
                <c:pt idx="6863">
                  <c:v>3.4340000000000002</c:v>
                </c:pt>
                <c:pt idx="6864">
                  <c:v>3.4350000000000001</c:v>
                </c:pt>
                <c:pt idx="6865">
                  <c:v>3.4359999999999999</c:v>
                </c:pt>
                <c:pt idx="6866">
                  <c:v>3.4359999999999999</c:v>
                </c:pt>
                <c:pt idx="6867">
                  <c:v>3.4359999999999999</c:v>
                </c:pt>
                <c:pt idx="6868">
                  <c:v>3.4359999999999999</c:v>
                </c:pt>
                <c:pt idx="6869">
                  <c:v>3.4369999999999998</c:v>
                </c:pt>
                <c:pt idx="6870">
                  <c:v>3.4369999999999998</c:v>
                </c:pt>
                <c:pt idx="6871">
                  <c:v>3.4369999999999998</c:v>
                </c:pt>
                <c:pt idx="6872">
                  <c:v>3.4380000000000002</c:v>
                </c:pt>
                <c:pt idx="6873">
                  <c:v>3.4380000000000002</c:v>
                </c:pt>
                <c:pt idx="6874">
                  <c:v>3.4380000000000002</c:v>
                </c:pt>
                <c:pt idx="6875">
                  <c:v>3.4369999999999998</c:v>
                </c:pt>
                <c:pt idx="6876">
                  <c:v>3.4369999999999998</c:v>
                </c:pt>
                <c:pt idx="6877">
                  <c:v>3.4380000000000002</c:v>
                </c:pt>
                <c:pt idx="6878">
                  <c:v>3.4380000000000002</c:v>
                </c:pt>
                <c:pt idx="6879">
                  <c:v>3.4380000000000002</c:v>
                </c:pt>
                <c:pt idx="6880">
                  <c:v>3.4390000000000001</c:v>
                </c:pt>
                <c:pt idx="6881">
                  <c:v>3.4390000000000001</c:v>
                </c:pt>
                <c:pt idx="6882">
                  <c:v>3.4369999999999998</c:v>
                </c:pt>
                <c:pt idx="6883">
                  <c:v>3.4369999999999998</c:v>
                </c:pt>
                <c:pt idx="6884">
                  <c:v>3.4359999999999999</c:v>
                </c:pt>
                <c:pt idx="6885">
                  <c:v>3.4350000000000001</c:v>
                </c:pt>
                <c:pt idx="6886">
                  <c:v>3.4350000000000001</c:v>
                </c:pt>
                <c:pt idx="6887">
                  <c:v>3.4359999999999999</c:v>
                </c:pt>
                <c:pt idx="6888">
                  <c:v>3.4350000000000001</c:v>
                </c:pt>
                <c:pt idx="6889">
                  <c:v>3.4350000000000001</c:v>
                </c:pt>
                <c:pt idx="6890">
                  <c:v>3.4359999999999999</c:v>
                </c:pt>
                <c:pt idx="6891">
                  <c:v>3.4380000000000002</c:v>
                </c:pt>
                <c:pt idx="6892">
                  <c:v>3.4409999999999998</c:v>
                </c:pt>
                <c:pt idx="6893">
                  <c:v>3.4409999999999998</c:v>
                </c:pt>
                <c:pt idx="6894">
                  <c:v>3.4380000000000002</c:v>
                </c:pt>
                <c:pt idx="6895">
                  <c:v>3.4340000000000002</c:v>
                </c:pt>
                <c:pt idx="6896">
                  <c:v>3.4329999999999998</c:v>
                </c:pt>
                <c:pt idx="6897">
                  <c:v>3.4329999999999998</c:v>
                </c:pt>
                <c:pt idx="6898">
                  <c:v>3.4340000000000002</c:v>
                </c:pt>
                <c:pt idx="6899">
                  <c:v>3.4359999999999999</c:v>
                </c:pt>
                <c:pt idx="6900">
                  <c:v>3.4369999999999998</c:v>
                </c:pt>
                <c:pt idx="6901">
                  <c:v>3.4359999999999999</c:v>
                </c:pt>
                <c:pt idx="6902">
                  <c:v>3.4359999999999999</c:v>
                </c:pt>
                <c:pt idx="6903">
                  <c:v>3.4359999999999999</c:v>
                </c:pt>
                <c:pt idx="6904">
                  <c:v>3.4369999999999998</c:v>
                </c:pt>
                <c:pt idx="6905">
                  <c:v>3.4369999999999998</c:v>
                </c:pt>
                <c:pt idx="6906">
                  <c:v>3.4380000000000002</c:v>
                </c:pt>
                <c:pt idx="6907">
                  <c:v>3.4350000000000001</c:v>
                </c:pt>
                <c:pt idx="6908">
                  <c:v>3.4329999999999998</c:v>
                </c:pt>
                <c:pt idx="6909">
                  <c:v>3.4350000000000001</c:v>
                </c:pt>
                <c:pt idx="6910">
                  <c:v>3.4380000000000002</c:v>
                </c:pt>
                <c:pt idx="6911">
                  <c:v>3.4390000000000001</c:v>
                </c:pt>
                <c:pt idx="6912">
                  <c:v>3.4369999999999998</c:v>
                </c:pt>
                <c:pt idx="6913">
                  <c:v>3.4369999999999998</c:v>
                </c:pt>
                <c:pt idx="6914">
                  <c:v>3.4359999999999999</c:v>
                </c:pt>
                <c:pt idx="6915">
                  <c:v>3.4359999999999999</c:v>
                </c:pt>
                <c:pt idx="6916">
                  <c:v>3.4350000000000001</c:v>
                </c:pt>
                <c:pt idx="6917">
                  <c:v>3.4359999999999999</c:v>
                </c:pt>
                <c:pt idx="6918">
                  <c:v>3.4369999999999998</c:v>
                </c:pt>
                <c:pt idx="6919">
                  <c:v>3.4369999999999998</c:v>
                </c:pt>
                <c:pt idx="6920">
                  <c:v>3.4369999999999998</c:v>
                </c:pt>
                <c:pt idx="6921">
                  <c:v>3.4380000000000002</c:v>
                </c:pt>
                <c:pt idx="6922">
                  <c:v>3.4380000000000002</c:v>
                </c:pt>
                <c:pt idx="6923">
                  <c:v>3.4369999999999998</c:v>
                </c:pt>
                <c:pt idx="6924">
                  <c:v>3.4380000000000002</c:v>
                </c:pt>
                <c:pt idx="6925">
                  <c:v>3.4380000000000002</c:v>
                </c:pt>
                <c:pt idx="6926">
                  <c:v>3.44</c:v>
                </c:pt>
                <c:pt idx="6927">
                  <c:v>3.4380000000000002</c:v>
                </c:pt>
                <c:pt idx="6928">
                  <c:v>3.4380000000000002</c:v>
                </c:pt>
                <c:pt idx="6929">
                  <c:v>3.4359999999999999</c:v>
                </c:pt>
                <c:pt idx="6930">
                  <c:v>3.4350000000000001</c:v>
                </c:pt>
                <c:pt idx="6931">
                  <c:v>3.4359999999999999</c:v>
                </c:pt>
                <c:pt idx="6932">
                  <c:v>3.4369999999999998</c:v>
                </c:pt>
                <c:pt idx="6933">
                  <c:v>3.4369999999999998</c:v>
                </c:pt>
                <c:pt idx="6934">
                  <c:v>3.4369999999999998</c:v>
                </c:pt>
                <c:pt idx="6935">
                  <c:v>3.4380000000000002</c:v>
                </c:pt>
                <c:pt idx="6936">
                  <c:v>3.4380000000000002</c:v>
                </c:pt>
                <c:pt idx="6937">
                  <c:v>3.4380000000000002</c:v>
                </c:pt>
                <c:pt idx="6938">
                  <c:v>3.4380000000000002</c:v>
                </c:pt>
                <c:pt idx="6939">
                  <c:v>3.4390000000000001</c:v>
                </c:pt>
                <c:pt idx="6940">
                  <c:v>3.4390000000000001</c:v>
                </c:pt>
                <c:pt idx="6941">
                  <c:v>3.4380000000000002</c:v>
                </c:pt>
                <c:pt idx="6942">
                  <c:v>3.4380000000000002</c:v>
                </c:pt>
                <c:pt idx="6943">
                  <c:v>3.4359999999999999</c:v>
                </c:pt>
                <c:pt idx="6944">
                  <c:v>3.4359999999999999</c:v>
                </c:pt>
                <c:pt idx="6945">
                  <c:v>3.4359999999999999</c:v>
                </c:pt>
                <c:pt idx="6946">
                  <c:v>3.4359999999999999</c:v>
                </c:pt>
                <c:pt idx="6947">
                  <c:v>3.4369999999999998</c:v>
                </c:pt>
                <c:pt idx="6948">
                  <c:v>3.4390000000000001</c:v>
                </c:pt>
                <c:pt idx="6949">
                  <c:v>3.44</c:v>
                </c:pt>
                <c:pt idx="6950">
                  <c:v>3.4390000000000001</c:v>
                </c:pt>
                <c:pt idx="6951">
                  <c:v>3.4380000000000002</c:v>
                </c:pt>
                <c:pt idx="6952">
                  <c:v>3.4380000000000002</c:v>
                </c:pt>
                <c:pt idx="6953">
                  <c:v>3.4369999999999998</c:v>
                </c:pt>
                <c:pt idx="6954">
                  <c:v>3.4359999999999999</c:v>
                </c:pt>
                <c:pt idx="6955">
                  <c:v>3.4359999999999999</c:v>
                </c:pt>
                <c:pt idx="6956">
                  <c:v>3.4369999999999998</c:v>
                </c:pt>
                <c:pt idx="6957">
                  <c:v>3.4359999999999999</c:v>
                </c:pt>
                <c:pt idx="6958">
                  <c:v>3.4359999999999999</c:v>
                </c:pt>
                <c:pt idx="6959">
                  <c:v>3.4359999999999999</c:v>
                </c:pt>
                <c:pt idx="6960">
                  <c:v>3.4380000000000002</c:v>
                </c:pt>
                <c:pt idx="6961">
                  <c:v>3.4390000000000001</c:v>
                </c:pt>
                <c:pt idx="6962">
                  <c:v>3.4380000000000002</c:v>
                </c:pt>
                <c:pt idx="6963">
                  <c:v>3.4359999999999999</c:v>
                </c:pt>
                <c:pt idx="6964">
                  <c:v>3.4340000000000002</c:v>
                </c:pt>
                <c:pt idx="6965">
                  <c:v>3.4350000000000001</c:v>
                </c:pt>
                <c:pt idx="6966">
                  <c:v>3.4369999999999998</c:v>
                </c:pt>
                <c:pt idx="6967">
                  <c:v>3.4369999999999998</c:v>
                </c:pt>
                <c:pt idx="6968">
                  <c:v>3.4369999999999998</c:v>
                </c:pt>
                <c:pt idx="6969">
                  <c:v>3.4369999999999998</c:v>
                </c:pt>
                <c:pt idx="6970">
                  <c:v>3.4390000000000001</c:v>
                </c:pt>
                <c:pt idx="6971">
                  <c:v>3.44</c:v>
                </c:pt>
                <c:pt idx="6972">
                  <c:v>3.4409999999999998</c:v>
                </c:pt>
                <c:pt idx="6973">
                  <c:v>3.44</c:v>
                </c:pt>
                <c:pt idx="6974">
                  <c:v>3.4369999999999998</c:v>
                </c:pt>
                <c:pt idx="6975">
                  <c:v>3.4369999999999998</c:v>
                </c:pt>
                <c:pt idx="6976">
                  <c:v>3.4350000000000001</c:v>
                </c:pt>
                <c:pt idx="6977">
                  <c:v>3.4350000000000001</c:v>
                </c:pt>
                <c:pt idx="6978">
                  <c:v>3.4369999999999998</c:v>
                </c:pt>
                <c:pt idx="6979">
                  <c:v>3.4380000000000002</c:v>
                </c:pt>
                <c:pt idx="6980">
                  <c:v>3.4390000000000001</c:v>
                </c:pt>
                <c:pt idx="6981">
                  <c:v>3.4380000000000002</c:v>
                </c:pt>
                <c:pt idx="6982">
                  <c:v>3.4380000000000002</c:v>
                </c:pt>
                <c:pt idx="6983">
                  <c:v>3.4380000000000002</c:v>
                </c:pt>
                <c:pt idx="6984">
                  <c:v>3.4380000000000002</c:v>
                </c:pt>
                <c:pt idx="6985">
                  <c:v>3.4390000000000001</c:v>
                </c:pt>
                <c:pt idx="6986">
                  <c:v>3.4380000000000002</c:v>
                </c:pt>
                <c:pt idx="6987">
                  <c:v>3.4369999999999998</c:v>
                </c:pt>
                <c:pt idx="6988">
                  <c:v>3.4369999999999998</c:v>
                </c:pt>
                <c:pt idx="6989">
                  <c:v>3.4359999999999999</c:v>
                </c:pt>
                <c:pt idx="6990">
                  <c:v>3.4359999999999999</c:v>
                </c:pt>
                <c:pt idx="6991">
                  <c:v>3.4359999999999999</c:v>
                </c:pt>
                <c:pt idx="6992">
                  <c:v>3.4380000000000002</c:v>
                </c:pt>
                <c:pt idx="6993">
                  <c:v>3.4390000000000001</c:v>
                </c:pt>
                <c:pt idx="6994">
                  <c:v>3.4390000000000001</c:v>
                </c:pt>
                <c:pt idx="6995">
                  <c:v>3.4390000000000001</c:v>
                </c:pt>
                <c:pt idx="6996">
                  <c:v>3.4380000000000002</c:v>
                </c:pt>
                <c:pt idx="6997">
                  <c:v>3.4380000000000002</c:v>
                </c:pt>
                <c:pt idx="6998">
                  <c:v>3.4359999999999999</c:v>
                </c:pt>
                <c:pt idx="6999">
                  <c:v>3.4359999999999999</c:v>
                </c:pt>
                <c:pt idx="7000">
                  <c:v>3.4359999999999999</c:v>
                </c:pt>
                <c:pt idx="7001">
                  <c:v>3.4369999999999998</c:v>
                </c:pt>
                <c:pt idx="7002">
                  <c:v>3.4369999999999998</c:v>
                </c:pt>
                <c:pt idx="7003">
                  <c:v>3.4369999999999998</c:v>
                </c:pt>
                <c:pt idx="7004">
                  <c:v>3.4380000000000002</c:v>
                </c:pt>
                <c:pt idx="7005">
                  <c:v>3.4390000000000001</c:v>
                </c:pt>
                <c:pt idx="7006">
                  <c:v>3.4390000000000001</c:v>
                </c:pt>
                <c:pt idx="7007">
                  <c:v>3.4390000000000001</c:v>
                </c:pt>
                <c:pt idx="7008">
                  <c:v>3.4380000000000002</c:v>
                </c:pt>
                <c:pt idx="7009">
                  <c:v>3.4369999999999998</c:v>
                </c:pt>
                <c:pt idx="7010">
                  <c:v>3.4369999999999998</c:v>
                </c:pt>
                <c:pt idx="7011">
                  <c:v>3.4390000000000001</c:v>
                </c:pt>
                <c:pt idx="7012">
                  <c:v>3.4390000000000001</c:v>
                </c:pt>
                <c:pt idx="7013">
                  <c:v>3.4390000000000001</c:v>
                </c:pt>
                <c:pt idx="7014">
                  <c:v>3.4390000000000001</c:v>
                </c:pt>
                <c:pt idx="7015">
                  <c:v>3.4369999999999998</c:v>
                </c:pt>
                <c:pt idx="7016">
                  <c:v>3.4359999999999999</c:v>
                </c:pt>
                <c:pt idx="7017">
                  <c:v>3.4369999999999998</c:v>
                </c:pt>
                <c:pt idx="7018">
                  <c:v>3.4380000000000002</c:v>
                </c:pt>
                <c:pt idx="7019">
                  <c:v>3.4380000000000002</c:v>
                </c:pt>
                <c:pt idx="7020">
                  <c:v>3.4380000000000002</c:v>
                </c:pt>
                <c:pt idx="7021">
                  <c:v>3.4359999999999999</c:v>
                </c:pt>
                <c:pt idx="7022">
                  <c:v>3.4359999999999999</c:v>
                </c:pt>
                <c:pt idx="7023">
                  <c:v>3.4369999999999998</c:v>
                </c:pt>
                <c:pt idx="7024">
                  <c:v>3.44</c:v>
                </c:pt>
                <c:pt idx="7025">
                  <c:v>3.4409999999999998</c:v>
                </c:pt>
                <c:pt idx="7026">
                  <c:v>3.4409999999999998</c:v>
                </c:pt>
                <c:pt idx="7027">
                  <c:v>3.4390000000000001</c:v>
                </c:pt>
                <c:pt idx="7028">
                  <c:v>3.4390000000000001</c:v>
                </c:pt>
                <c:pt idx="7029">
                  <c:v>3.4390000000000001</c:v>
                </c:pt>
                <c:pt idx="7030">
                  <c:v>3.4390000000000001</c:v>
                </c:pt>
                <c:pt idx="7031">
                  <c:v>3.4390000000000001</c:v>
                </c:pt>
                <c:pt idx="7032">
                  <c:v>3.4380000000000002</c:v>
                </c:pt>
                <c:pt idx="7033">
                  <c:v>3.44</c:v>
                </c:pt>
                <c:pt idx="7034">
                  <c:v>3.4460000000000002</c:v>
                </c:pt>
                <c:pt idx="7035">
                  <c:v>3.4489999999999998</c:v>
                </c:pt>
                <c:pt idx="7036">
                  <c:v>3.4489999999999998</c:v>
                </c:pt>
                <c:pt idx="7037">
                  <c:v>3.4510000000000001</c:v>
                </c:pt>
                <c:pt idx="7038">
                  <c:v>3.4510000000000001</c:v>
                </c:pt>
                <c:pt idx="7039">
                  <c:v>3.45</c:v>
                </c:pt>
                <c:pt idx="7040">
                  <c:v>3.4510000000000001</c:v>
                </c:pt>
                <c:pt idx="7041">
                  <c:v>3.45</c:v>
                </c:pt>
                <c:pt idx="7042">
                  <c:v>3.4460000000000002</c:v>
                </c:pt>
                <c:pt idx="7043">
                  <c:v>3.4460000000000002</c:v>
                </c:pt>
                <c:pt idx="7044">
                  <c:v>3.4449999999999998</c:v>
                </c:pt>
                <c:pt idx="7045">
                  <c:v>3.4449999999999998</c:v>
                </c:pt>
                <c:pt idx="7046">
                  <c:v>3.448</c:v>
                </c:pt>
                <c:pt idx="7047">
                  <c:v>3.4470000000000001</c:v>
                </c:pt>
                <c:pt idx="7048">
                  <c:v>3.4430000000000001</c:v>
                </c:pt>
                <c:pt idx="7049">
                  <c:v>3.4430000000000001</c:v>
                </c:pt>
                <c:pt idx="7050">
                  <c:v>3.4420000000000002</c:v>
                </c:pt>
                <c:pt idx="7051">
                  <c:v>3.444</c:v>
                </c:pt>
                <c:pt idx="7052">
                  <c:v>3.4460000000000002</c:v>
                </c:pt>
                <c:pt idx="7053">
                  <c:v>3.4460000000000002</c:v>
                </c:pt>
                <c:pt idx="7054">
                  <c:v>3.4449999999999998</c:v>
                </c:pt>
                <c:pt idx="7055">
                  <c:v>3.4420000000000002</c:v>
                </c:pt>
                <c:pt idx="7056">
                  <c:v>3.44</c:v>
                </c:pt>
                <c:pt idx="7057">
                  <c:v>3.4409999999999998</c:v>
                </c:pt>
                <c:pt idx="7058">
                  <c:v>3.444</c:v>
                </c:pt>
                <c:pt idx="7059">
                  <c:v>3.444</c:v>
                </c:pt>
                <c:pt idx="7060">
                  <c:v>3.4420000000000002</c:v>
                </c:pt>
                <c:pt idx="7061">
                  <c:v>3.4420000000000002</c:v>
                </c:pt>
                <c:pt idx="7062">
                  <c:v>3.4390000000000001</c:v>
                </c:pt>
                <c:pt idx="7063">
                  <c:v>3.44</c:v>
                </c:pt>
                <c:pt idx="7064">
                  <c:v>3.44</c:v>
                </c:pt>
                <c:pt idx="7065">
                  <c:v>3.44</c:v>
                </c:pt>
                <c:pt idx="7066">
                  <c:v>3.44</c:v>
                </c:pt>
                <c:pt idx="7067">
                  <c:v>3.44</c:v>
                </c:pt>
                <c:pt idx="7068">
                  <c:v>3.4420000000000002</c:v>
                </c:pt>
                <c:pt idx="7069">
                  <c:v>3.4420000000000002</c:v>
                </c:pt>
                <c:pt idx="7070">
                  <c:v>3.4420000000000002</c:v>
                </c:pt>
                <c:pt idx="7071">
                  <c:v>3.4409999999999998</c:v>
                </c:pt>
                <c:pt idx="7072">
                  <c:v>3.4420000000000002</c:v>
                </c:pt>
                <c:pt idx="7073">
                  <c:v>3.444</c:v>
                </c:pt>
                <c:pt idx="7074">
                  <c:v>3.444</c:v>
                </c:pt>
                <c:pt idx="7075">
                  <c:v>3.4420000000000002</c:v>
                </c:pt>
                <c:pt idx="7076">
                  <c:v>3.4430000000000001</c:v>
                </c:pt>
                <c:pt idx="7077">
                  <c:v>3.4430000000000001</c:v>
                </c:pt>
                <c:pt idx="7078">
                  <c:v>3.4430000000000001</c:v>
                </c:pt>
                <c:pt idx="7079">
                  <c:v>3.4449999999999998</c:v>
                </c:pt>
                <c:pt idx="7080">
                  <c:v>3.4460000000000002</c:v>
                </c:pt>
                <c:pt idx="7081">
                  <c:v>3.444</c:v>
                </c:pt>
                <c:pt idx="7082">
                  <c:v>3.44</c:v>
                </c:pt>
                <c:pt idx="7083">
                  <c:v>3.4380000000000002</c:v>
                </c:pt>
                <c:pt idx="7084">
                  <c:v>3.4390000000000001</c:v>
                </c:pt>
                <c:pt idx="7085">
                  <c:v>3.4390000000000001</c:v>
                </c:pt>
                <c:pt idx="7086">
                  <c:v>3.4409999999999998</c:v>
                </c:pt>
                <c:pt idx="7087">
                  <c:v>3.4420000000000002</c:v>
                </c:pt>
                <c:pt idx="7088">
                  <c:v>3.44</c:v>
                </c:pt>
                <c:pt idx="7089">
                  <c:v>3.4380000000000002</c:v>
                </c:pt>
                <c:pt idx="7090">
                  <c:v>3.4380000000000002</c:v>
                </c:pt>
                <c:pt idx="7091">
                  <c:v>3.4390000000000001</c:v>
                </c:pt>
                <c:pt idx="7092">
                  <c:v>3.4390000000000001</c:v>
                </c:pt>
                <c:pt idx="7093">
                  <c:v>3.44</c:v>
                </c:pt>
                <c:pt idx="7094">
                  <c:v>3.4409999999999998</c:v>
                </c:pt>
                <c:pt idx="7095">
                  <c:v>3.44</c:v>
                </c:pt>
                <c:pt idx="7096">
                  <c:v>3.4390000000000001</c:v>
                </c:pt>
                <c:pt idx="7097">
                  <c:v>3.44</c:v>
                </c:pt>
                <c:pt idx="7098">
                  <c:v>3.4430000000000001</c:v>
                </c:pt>
                <c:pt idx="7099">
                  <c:v>3.4430000000000001</c:v>
                </c:pt>
                <c:pt idx="7100">
                  <c:v>3.4430000000000001</c:v>
                </c:pt>
                <c:pt idx="7101">
                  <c:v>3.4420000000000002</c:v>
                </c:pt>
                <c:pt idx="7102">
                  <c:v>3.44</c:v>
                </c:pt>
                <c:pt idx="7103">
                  <c:v>3.44</c:v>
                </c:pt>
                <c:pt idx="7104">
                  <c:v>3.4409999999999998</c:v>
                </c:pt>
                <c:pt idx="7105">
                  <c:v>3.4409999999999998</c:v>
                </c:pt>
                <c:pt idx="7106">
                  <c:v>3.44</c:v>
                </c:pt>
                <c:pt idx="7107">
                  <c:v>3.44</c:v>
                </c:pt>
                <c:pt idx="7108">
                  <c:v>3.44</c:v>
                </c:pt>
                <c:pt idx="7109">
                  <c:v>3.44</c:v>
                </c:pt>
                <c:pt idx="7110">
                  <c:v>3.44</c:v>
                </c:pt>
                <c:pt idx="7111">
                  <c:v>3.4390000000000001</c:v>
                </c:pt>
                <c:pt idx="7112">
                  <c:v>3.44</c:v>
                </c:pt>
                <c:pt idx="7113">
                  <c:v>3.44</c:v>
                </c:pt>
                <c:pt idx="7114">
                  <c:v>3.44</c:v>
                </c:pt>
                <c:pt idx="7115">
                  <c:v>3.4380000000000002</c:v>
                </c:pt>
                <c:pt idx="7116">
                  <c:v>3.4380000000000002</c:v>
                </c:pt>
                <c:pt idx="7117">
                  <c:v>3.4369999999999998</c:v>
                </c:pt>
                <c:pt idx="7118">
                  <c:v>3.4369999999999998</c:v>
                </c:pt>
                <c:pt idx="7119">
                  <c:v>3.4390000000000001</c:v>
                </c:pt>
                <c:pt idx="7120">
                  <c:v>3.4430000000000001</c:v>
                </c:pt>
                <c:pt idx="7121">
                  <c:v>3.4430000000000001</c:v>
                </c:pt>
                <c:pt idx="7122">
                  <c:v>3.4409999999999998</c:v>
                </c:pt>
                <c:pt idx="7123">
                  <c:v>3.44</c:v>
                </c:pt>
                <c:pt idx="7124">
                  <c:v>3.44</c:v>
                </c:pt>
                <c:pt idx="7125">
                  <c:v>3.4390000000000001</c:v>
                </c:pt>
                <c:pt idx="7126">
                  <c:v>3.44</c:v>
                </c:pt>
                <c:pt idx="7127">
                  <c:v>3.44</c:v>
                </c:pt>
                <c:pt idx="7128">
                  <c:v>3.4390000000000001</c:v>
                </c:pt>
                <c:pt idx="7129">
                  <c:v>3.4380000000000002</c:v>
                </c:pt>
                <c:pt idx="7130">
                  <c:v>3.4380000000000002</c:v>
                </c:pt>
                <c:pt idx="7131">
                  <c:v>3.4380000000000002</c:v>
                </c:pt>
                <c:pt idx="7132">
                  <c:v>3.4409999999999998</c:v>
                </c:pt>
                <c:pt idx="7133">
                  <c:v>3.4409999999999998</c:v>
                </c:pt>
                <c:pt idx="7134">
                  <c:v>3.4409999999999998</c:v>
                </c:pt>
                <c:pt idx="7135">
                  <c:v>3.4409999999999998</c:v>
                </c:pt>
                <c:pt idx="7136">
                  <c:v>3.44</c:v>
                </c:pt>
                <c:pt idx="7137">
                  <c:v>3.44</c:v>
                </c:pt>
                <c:pt idx="7138">
                  <c:v>3.44</c:v>
                </c:pt>
                <c:pt idx="7139">
                  <c:v>3.44</c:v>
                </c:pt>
                <c:pt idx="7140">
                  <c:v>3.44</c:v>
                </c:pt>
                <c:pt idx="7141">
                  <c:v>3.44</c:v>
                </c:pt>
                <c:pt idx="7142">
                  <c:v>3.4390000000000001</c:v>
                </c:pt>
                <c:pt idx="7143">
                  <c:v>3.44</c:v>
                </c:pt>
                <c:pt idx="7144">
                  <c:v>3.4420000000000002</c:v>
                </c:pt>
                <c:pt idx="7145">
                  <c:v>3.4420000000000002</c:v>
                </c:pt>
                <c:pt idx="7146">
                  <c:v>3.4420000000000002</c:v>
                </c:pt>
                <c:pt idx="7147">
                  <c:v>3.4420000000000002</c:v>
                </c:pt>
                <c:pt idx="7148">
                  <c:v>3.4409999999999998</c:v>
                </c:pt>
                <c:pt idx="7149">
                  <c:v>3.4409999999999998</c:v>
                </c:pt>
                <c:pt idx="7150">
                  <c:v>3.44</c:v>
                </c:pt>
                <c:pt idx="7151">
                  <c:v>3.4369999999999998</c:v>
                </c:pt>
                <c:pt idx="7152">
                  <c:v>3.4369999999999998</c:v>
                </c:pt>
                <c:pt idx="7153">
                  <c:v>3.4390000000000001</c:v>
                </c:pt>
                <c:pt idx="7154">
                  <c:v>3.4420000000000002</c:v>
                </c:pt>
                <c:pt idx="7155">
                  <c:v>3.4420000000000002</c:v>
                </c:pt>
                <c:pt idx="7156">
                  <c:v>3.4420000000000002</c:v>
                </c:pt>
                <c:pt idx="7157">
                  <c:v>3.4409999999999998</c:v>
                </c:pt>
                <c:pt idx="7158">
                  <c:v>3.4409999999999998</c:v>
                </c:pt>
                <c:pt idx="7159">
                  <c:v>3.4409999999999998</c:v>
                </c:pt>
                <c:pt idx="7160">
                  <c:v>3.4409999999999998</c:v>
                </c:pt>
                <c:pt idx="7161">
                  <c:v>3.4390000000000001</c:v>
                </c:pt>
                <c:pt idx="7162">
                  <c:v>3.4369999999999998</c:v>
                </c:pt>
                <c:pt idx="7163">
                  <c:v>3.4369999999999998</c:v>
                </c:pt>
                <c:pt idx="7164">
                  <c:v>3.4359999999999999</c:v>
                </c:pt>
                <c:pt idx="7165">
                  <c:v>3.4380000000000002</c:v>
                </c:pt>
                <c:pt idx="7166">
                  <c:v>3.4409999999999998</c:v>
                </c:pt>
                <c:pt idx="7167">
                  <c:v>3.4430000000000001</c:v>
                </c:pt>
                <c:pt idx="7168">
                  <c:v>3.4430000000000001</c:v>
                </c:pt>
                <c:pt idx="7169">
                  <c:v>3.4430000000000001</c:v>
                </c:pt>
                <c:pt idx="7170">
                  <c:v>3.4430000000000001</c:v>
                </c:pt>
                <c:pt idx="7171">
                  <c:v>3.4430000000000001</c:v>
                </c:pt>
                <c:pt idx="7172">
                  <c:v>3.4420000000000002</c:v>
                </c:pt>
                <c:pt idx="7173">
                  <c:v>3.44</c:v>
                </c:pt>
                <c:pt idx="7174">
                  <c:v>3.44</c:v>
                </c:pt>
                <c:pt idx="7175">
                  <c:v>3.4390000000000001</c:v>
                </c:pt>
                <c:pt idx="7176">
                  <c:v>3.4369999999999998</c:v>
                </c:pt>
                <c:pt idx="7177">
                  <c:v>3.4380000000000002</c:v>
                </c:pt>
                <c:pt idx="7178">
                  <c:v>3.4380000000000002</c:v>
                </c:pt>
                <c:pt idx="7179">
                  <c:v>3.4380000000000002</c:v>
                </c:pt>
                <c:pt idx="7180">
                  <c:v>3.4380000000000002</c:v>
                </c:pt>
                <c:pt idx="7181">
                  <c:v>3.44</c:v>
                </c:pt>
                <c:pt idx="7182">
                  <c:v>3.4420000000000002</c:v>
                </c:pt>
                <c:pt idx="7183">
                  <c:v>3.4409999999999998</c:v>
                </c:pt>
                <c:pt idx="7184">
                  <c:v>3.44</c:v>
                </c:pt>
                <c:pt idx="7185">
                  <c:v>3.44</c:v>
                </c:pt>
                <c:pt idx="7186">
                  <c:v>3.4380000000000002</c:v>
                </c:pt>
                <c:pt idx="7187">
                  <c:v>3.4390000000000001</c:v>
                </c:pt>
                <c:pt idx="7188">
                  <c:v>3.44</c:v>
                </c:pt>
                <c:pt idx="7189">
                  <c:v>3.4409999999999998</c:v>
                </c:pt>
                <c:pt idx="7190">
                  <c:v>3.44</c:v>
                </c:pt>
                <c:pt idx="7191">
                  <c:v>3.44</c:v>
                </c:pt>
                <c:pt idx="7192">
                  <c:v>3.44</c:v>
                </c:pt>
                <c:pt idx="7193">
                  <c:v>3.4380000000000002</c:v>
                </c:pt>
                <c:pt idx="7194">
                  <c:v>3.4390000000000001</c:v>
                </c:pt>
                <c:pt idx="7195">
                  <c:v>3.4409999999999998</c:v>
                </c:pt>
                <c:pt idx="7196">
                  <c:v>3.44</c:v>
                </c:pt>
                <c:pt idx="7197">
                  <c:v>3.4390000000000001</c:v>
                </c:pt>
                <c:pt idx="7198">
                  <c:v>3.4390000000000001</c:v>
                </c:pt>
                <c:pt idx="7199">
                  <c:v>3.4390000000000001</c:v>
                </c:pt>
                <c:pt idx="7200">
                  <c:v>3.4390000000000001</c:v>
                </c:pt>
                <c:pt idx="7201">
                  <c:v>3.44</c:v>
                </c:pt>
                <c:pt idx="7202">
                  <c:v>3.4409999999999998</c:v>
                </c:pt>
                <c:pt idx="7203">
                  <c:v>3.44</c:v>
                </c:pt>
                <c:pt idx="7204">
                  <c:v>3.4390000000000001</c:v>
                </c:pt>
                <c:pt idx="7205">
                  <c:v>3.44</c:v>
                </c:pt>
                <c:pt idx="7206">
                  <c:v>3.44</c:v>
                </c:pt>
                <c:pt idx="7207">
                  <c:v>3.4390000000000001</c:v>
                </c:pt>
                <c:pt idx="7208">
                  <c:v>3.4390000000000001</c:v>
                </c:pt>
                <c:pt idx="7209">
                  <c:v>3.4359999999999999</c:v>
                </c:pt>
                <c:pt idx="7210">
                  <c:v>3.4359999999999999</c:v>
                </c:pt>
                <c:pt idx="7211">
                  <c:v>3.4380000000000002</c:v>
                </c:pt>
                <c:pt idx="7212">
                  <c:v>3.44</c:v>
                </c:pt>
                <c:pt idx="7213">
                  <c:v>3.4420000000000002</c:v>
                </c:pt>
                <c:pt idx="7214">
                  <c:v>3.4420000000000002</c:v>
                </c:pt>
                <c:pt idx="7215">
                  <c:v>3.4409999999999998</c:v>
                </c:pt>
                <c:pt idx="7216">
                  <c:v>3.4409999999999998</c:v>
                </c:pt>
                <c:pt idx="7217">
                  <c:v>3.44</c:v>
                </c:pt>
                <c:pt idx="7218">
                  <c:v>3.4409999999999998</c:v>
                </c:pt>
                <c:pt idx="7219">
                  <c:v>3.44</c:v>
                </c:pt>
                <c:pt idx="7220">
                  <c:v>3.4390000000000001</c:v>
                </c:pt>
                <c:pt idx="7221">
                  <c:v>3.4390000000000001</c:v>
                </c:pt>
                <c:pt idx="7222">
                  <c:v>3.4380000000000002</c:v>
                </c:pt>
                <c:pt idx="7223">
                  <c:v>3.4390000000000001</c:v>
                </c:pt>
                <c:pt idx="7224">
                  <c:v>3.4390000000000001</c:v>
                </c:pt>
                <c:pt idx="7225">
                  <c:v>3.44</c:v>
                </c:pt>
                <c:pt idx="7226">
                  <c:v>3.4390000000000001</c:v>
                </c:pt>
                <c:pt idx="7227">
                  <c:v>3.4390000000000001</c:v>
                </c:pt>
                <c:pt idx="7228">
                  <c:v>3.4409999999999998</c:v>
                </c:pt>
                <c:pt idx="7229">
                  <c:v>3.4420000000000002</c:v>
                </c:pt>
                <c:pt idx="7230">
                  <c:v>3.4409999999999998</c:v>
                </c:pt>
                <c:pt idx="7231">
                  <c:v>3.4409999999999998</c:v>
                </c:pt>
                <c:pt idx="7232">
                  <c:v>3.44</c:v>
                </c:pt>
                <c:pt idx="7233">
                  <c:v>3.44</c:v>
                </c:pt>
                <c:pt idx="7234">
                  <c:v>3.44</c:v>
                </c:pt>
                <c:pt idx="7235">
                  <c:v>3.4369999999999998</c:v>
                </c:pt>
                <c:pt idx="7236">
                  <c:v>3.4350000000000001</c:v>
                </c:pt>
                <c:pt idx="7237">
                  <c:v>3.4369999999999998</c:v>
                </c:pt>
                <c:pt idx="7238">
                  <c:v>3.4390000000000001</c:v>
                </c:pt>
                <c:pt idx="7239">
                  <c:v>3.4390000000000001</c:v>
                </c:pt>
                <c:pt idx="7240">
                  <c:v>3.44</c:v>
                </c:pt>
                <c:pt idx="7241">
                  <c:v>3.4409999999999998</c:v>
                </c:pt>
                <c:pt idx="7242">
                  <c:v>3.4390000000000001</c:v>
                </c:pt>
                <c:pt idx="7243">
                  <c:v>3.4369999999999998</c:v>
                </c:pt>
                <c:pt idx="7244">
                  <c:v>3.4380000000000002</c:v>
                </c:pt>
                <c:pt idx="7245">
                  <c:v>3.4409999999999998</c:v>
                </c:pt>
                <c:pt idx="7246">
                  <c:v>3.4420000000000002</c:v>
                </c:pt>
                <c:pt idx="7247">
                  <c:v>3.4420000000000002</c:v>
                </c:pt>
                <c:pt idx="7248">
                  <c:v>3.4409999999999998</c:v>
                </c:pt>
                <c:pt idx="7249">
                  <c:v>3.4380000000000002</c:v>
                </c:pt>
                <c:pt idx="7250">
                  <c:v>3.4369999999999998</c:v>
                </c:pt>
                <c:pt idx="7251">
                  <c:v>3.4380000000000002</c:v>
                </c:pt>
                <c:pt idx="7252">
                  <c:v>3.44</c:v>
                </c:pt>
                <c:pt idx="7253">
                  <c:v>3.4420000000000002</c:v>
                </c:pt>
                <c:pt idx="7254">
                  <c:v>3.44</c:v>
                </c:pt>
                <c:pt idx="7255">
                  <c:v>3.44</c:v>
                </c:pt>
                <c:pt idx="7256">
                  <c:v>3.4380000000000002</c:v>
                </c:pt>
                <c:pt idx="7257">
                  <c:v>3.4390000000000001</c:v>
                </c:pt>
                <c:pt idx="7258">
                  <c:v>3.44</c:v>
                </c:pt>
                <c:pt idx="7259">
                  <c:v>3.44</c:v>
                </c:pt>
                <c:pt idx="7260">
                  <c:v>3.44</c:v>
                </c:pt>
                <c:pt idx="7261">
                  <c:v>3.4390000000000001</c:v>
                </c:pt>
                <c:pt idx="7262">
                  <c:v>3.4369999999999998</c:v>
                </c:pt>
                <c:pt idx="7263">
                  <c:v>3.4369999999999998</c:v>
                </c:pt>
                <c:pt idx="7264">
                  <c:v>3.4380000000000002</c:v>
                </c:pt>
                <c:pt idx="7265">
                  <c:v>3.4380000000000002</c:v>
                </c:pt>
                <c:pt idx="7266">
                  <c:v>3.4369999999999998</c:v>
                </c:pt>
                <c:pt idx="7267">
                  <c:v>3.4369999999999998</c:v>
                </c:pt>
                <c:pt idx="7268">
                  <c:v>3.4380000000000002</c:v>
                </c:pt>
                <c:pt idx="7269">
                  <c:v>3.4390000000000001</c:v>
                </c:pt>
                <c:pt idx="7270">
                  <c:v>3.4409999999999998</c:v>
                </c:pt>
                <c:pt idx="7271">
                  <c:v>3.4409999999999998</c:v>
                </c:pt>
                <c:pt idx="7272">
                  <c:v>3.4430000000000001</c:v>
                </c:pt>
                <c:pt idx="7273">
                  <c:v>3.4430000000000001</c:v>
                </c:pt>
                <c:pt idx="7274">
                  <c:v>3.4409999999999998</c:v>
                </c:pt>
                <c:pt idx="7275">
                  <c:v>3.4390000000000001</c:v>
                </c:pt>
                <c:pt idx="7276">
                  <c:v>3.4369999999999998</c:v>
                </c:pt>
                <c:pt idx="7277">
                  <c:v>3.4369999999999998</c:v>
                </c:pt>
                <c:pt idx="7278">
                  <c:v>3.4369999999999998</c:v>
                </c:pt>
                <c:pt idx="7279">
                  <c:v>3.4380000000000002</c:v>
                </c:pt>
                <c:pt idx="7280">
                  <c:v>3.4380000000000002</c:v>
                </c:pt>
                <c:pt idx="7281">
                  <c:v>3.4369999999999998</c:v>
                </c:pt>
                <c:pt idx="7282">
                  <c:v>3.4390000000000001</c:v>
                </c:pt>
                <c:pt idx="7283">
                  <c:v>3.44</c:v>
                </c:pt>
                <c:pt idx="7284">
                  <c:v>3.4390000000000001</c:v>
                </c:pt>
                <c:pt idx="7285">
                  <c:v>3.4369999999999998</c:v>
                </c:pt>
                <c:pt idx="7286">
                  <c:v>3.4369999999999998</c:v>
                </c:pt>
                <c:pt idx="7287">
                  <c:v>3.4380000000000002</c:v>
                </c:pt>
                <c:pt idx="7288">
                  <c:v>3.44</c:v>
                </c:pt>
                <c:pt idx="7289">
                  <c:v>3.4390000000000001</c:v>
                </c:pt>
                <c:pt idx="7290">
                  <c:v>3.4390000000000001</c:v>
                </c:pt>
                <c:pt idx="7291">
                  <c:v>3.4390000000000001</c:v>
                </c:pt>
                <c:pt idx="7292">
                  <c:v>3.4390000000000001</c:v>
                </c:pt>
                <c:pt idx="7293">
                  <c:v>3.4390000000000001</c:v>
                </c:pt>
                <c:pt idx="7294">
                  <c:v>3.4390000000000001</c:v>
                </c:pt>
                <c:pt idx="7295">
                  <c:v>3.4390000000000001</c:v>
                </c:pt>
                <c:pt idx="7296">
                  <c:v>3.4380000000000002</c:v>
                </c:pt>
                <c:pt idx="7297">
                  <c:v>3.4369999999999998</c:v>
                </c:pt>
                <c:pt idx="7298">
                  <c:v>3.4380000000000002</c:v>
                </c:pt>
                <c:pt idx="7299">
                  <c:v>3.44</c:v>
                </c:pt>
                <c:pt idx="7300">
                  <c:v>3.4420000000000002</c:v>
                </c:pt>
                <c:pt idx="7301">
                  <c:v>3.4420000000000002</c:v>
                </c:pt>
                <c:pt idx="7302">
                  <c:v>3.4420000000000002</c:v>
                </c:pt>
                <c:pt idx="7303">
                  <c:v>3.4390000000000001</c:v>
                </c:pt>
                <c:pt idx="7304">
                  <c:v>3.4380000000000002</c:v>
                </c:pt>
                <c:pt idx="7305">
                  <c:v>3.44</c:v>
                </c:pt>
                <c:pt idx="7306">
                  <c:v>3.4409999999999998</c:v>
                </c:pt>
                <c:pt idx="7307">
                  <c:v>3.4409999999999998</c:v>
                </c:pt>
                <c:pt idx="7308">
                  <c:v>3.4390000000000001</c:v>
                </c:pt>
                <c:pt idx="7309">
                  <c:v>3.4359999999999999</c:v>
                </c:pt>
                <c:pt idx="7310">
                  <c:v>3.4359999999999999</c:v>
                </c:pt>
                <c:pt idx="7311">
                  <c:v>3.4359999999999999</c:v>
                </c:pt>
                <c:pt idx="7312">
                  <c:v>3.4380000000000002</c:v>
                </c:pt>
                <c:pt idx="7313">
                  <c:v>3.4380000000000002</c:v>
                </c:pt>
                <c:pt idx="7314">
                  <c:v>3.44</c:v>
                </c:pt>
                <c:pt idx="7315">
                  <c:v>3.4430000000000001</c:v>
                </c:pt>
                <c:pt idx="7316">
                  <c:v>3.448</c:v>
                </c:pt>
                <c:pt idx="7317">
                  <c:v>3.448</c:v>
                </c:pt>
                <c:pt idx="7318">
                  <c:v>3.452</c:v>
                </c:pt>
                <c:pt idx="7319">
                  <c:v>3.452</c:v>
                </c:pt>
                <c:pt idx="7320">
                  <c:v>3.45</c:v>
                </c:pt>
                <c:pt idx="7321">
                  <c:v>3.4470000000000001</c:v>
                </c:pt>
                <c:pt idx="7322">
                  <c:v>3.4449999999999998</c:v>
                </c:pt>
                <c:pt idx="7323">
                  <c:v>3.4430000000000001</c:v>
                </c:pt>
                <c:pt idx="7324">
                  <c:v>3.4409999999999998</c:v>
                </c:pt>
                <c:pt idx="7325">
                  <c:v>3.4409999999999998</c:v>
                </c:pt>
                <c:pt idx="7326">
                  <c:v>3.44</c:v>
                </c:pt>
                <c:pt idx="7327">
                  <c:v>3.44</c:v>
                </c:pt>
                <c:pt idx="7328">
                  <c:v>3.44</c:v>
                </c:pt>
                <c:pt idx="7329">
                  <c:v>3.4390000000000001</c:v>
                </c:pt>
                <c:pt idx="7330">
                  <c:v>3.4380000000000002</c:v>
                </c:pt>
                <c:pt idx="7331">
                  <c:v>3.4369999999999998</c:v>
                </c:pt>
                <c:pt idx="7332">
                  <c:v>3.4380000000000002</c:v>
                </c:pt>
                <c:pt idx="7333">
                  <c:v>3.4380000000000002</c:v>
                </c:pt>
                <c:pt idx="7334">
                  <c:v>3.4390000000000001</c:v>
                </c:pt>
                <c:pt idx="7335">
                  <c:v>3.44</c:v>
                </c:pt>
                <c:pt idx="7336">
                  <c:v>3.4380000000000002</c:v>
                </c:pt>
                <c:pt idx="7337">
                  <c:v>3.4369999999999998</c:v>
                </c:pt>
                <c:pt idx="7338">
                  <c:v>3.4369999999999998</c:v>
                </c:pt>
                <c:pt idx="7339">
                  <c:v>3.4369999999999998</c:v>
                </c:pt>
                <c:pt idx="7340">
                  <c:v>3.4369999999999998</c:v>
                </c:pt>
                <c:pt idx="7341">
                  <c:v>3.4369999999999998</c:v>
                </c:pt>
                <c:pt idx="7342">
                  <c:v>3.4350000000000001</c:v>
                </c:pt>
                <c:pt idx="7343">
                  <c:v>3.4350000000000001</c:v>
                </c:pt>
                <c:pt idx="7344">
                  <c:v>3.4359999999999999</c:v>
                </c:pt>
                <c:pt idx="7345">
                  <c:v>3.4380000000000002</c:v>
                </c:pt>
                <c:pt idx="7346">
                  <c:v>3.4390000000000001</c:v>
                </c:pt>
                <c:pt idx="7347">
                  <c:v>3.4380000000000002</c:v>
                </c:pt>
                <c:pt idx="7348">
                  <c:v>3.4359999999999999</c:v>
                </c:pt>
                <c:pt idx="7349">
                  <c:v>3.4359999999999999</c:v>
                </c:pt>
                <c:pt idx="7350">
                  <c:v>3.4359999999999999</c:v>
                </c:pt>
                <c:pt idx="7351">
                  <c:v>3.4359999999999999</c:v>
                </c:pt>
                <c:pt idx="7352">
                  <c:v>3.4369999999999998</c:v>
                </c:pt>
                <c:pt idx="7353">
                  <c:v>3.4369999999999998</c:v>
                </c:pt>
                <c:pt idx="7354">
                  <c:v>3.4359999999999999</c:v>
                </c:pt>
                <c:pt idx="7355">
                  <c:v>3.4359999999999999</c:v>
                </c:pt>
                <c:pt idx="7356">
                  <c:v>3.4369999999999998</c:v>
                </c:pt>
                <c:pt idx="7357">
                  <c:v>3.4369999999999998</c:v>
                </c:pt>
                <c:pt idx="7358">
                  <c:v>3.4380000000000002</c:v>
                </c:pt>
                <c:pt idx="7359">
                  <c:v>3.4380000000000002</c:v>
                </c:pt>
                <c:pt idx="7360">
                  <c:v>3.4359999999999999</c:v>
                </c:pt>
                <c:pt idx="7361">
                  <c:v>3.4350000000000001</c:v>
                </c:pt>
                <c:pt idx="7362">
                  <c:v>3.4359999999999999</c:v>
                </c:pt>
                <c:pt idx="7363">
                  <c:v>3.4390000000000001</c:v>
                </c:pt>
                <c:pt idx="7364">
                  <c:v>3.4390000000000001</c:v>
                </c:pt>
                <c:pt idx="7365">
                  <c:v>3.4390000000000001</c:v>
                </c:pt>
                <c:pt idx="7366">
                  <c:v>3.4390000000000001</c:v>
                </c:pt>
                <c:pt idx="7367">
                  <c:v>3.4390000000000001</c:v>
                </c:pt>
                <c:pt idx="7368">
                  <c:v>3.4380000000000002</c:v>
                </c:pt>
                <c:pt idx="7369">
                  <c:v>3.4369999999999998</c:v>
                </c:pt>
                <c:pt idx="7370">
                  <c:v>3.4369999999999998</c:v>
                </c:pt>
                <c:pt idx="7371">
                  <c:v>3.4380000000000002</c:v>
                </c:pt>
                <c:pt idx="7372">
                  <c:v>3.4380000000000002</c:v>
                </c:pt>
                <c:pt idx="7373">
                  <c:v>3.4380000000000002</c:v>
                </c:pt>
                <c:pt idx="7374">
                  <c:v>3.4380000000000002</c:v>
                </c:pt>
                <c:pt idx="7375">
                  <c:v>3.4380000000000002</c:v>
                </c:pt>
                <c:pt idx="7376">
                  <c:v>3.4359999999999999</c:v>
                </c:pt>
                <c:pt idx="7377">
                  <c:v>3.4359999999999999</c:v>
                </c:pt>
                <c:pt idx="7378">
                  <c:v>3.4369999999999998</c:v>
                </c:pt>
                <c:pt idx="7379">
                  <c:v>3.4369999999999998</c:v>
                </c:pt>
                <c:pt idx="7380">
                  <c:v>3.4369999999999998</c:v>
                </c:pt>
                <c:pt idx="7381">
                  <c:v>3.4369999999999998</c:v>
                </c:pt>
                <c:pt idx="7382">
                  <c:v>3.4369999999999998</c:v>
                </c:pt>
                <c:pt idx="7383">
                  <c:v>3.4350000000000001</c:v>
                </c:pt>
                <c:pt idx="7384">
                  <c:v>3.4350000000000001</c:v>
                </c:pt>
                <c:pt idx="7385">
                  <c:v>3.4369999999999998</c:v>
                </c:pt>
                <c:pt idx="7386">
                  <c:v>3.4380000000000002</c:v>
                </c:pt>
                <c:pt idx="7387">
                  <c:v>3.4390000000000001</c:v>
                </c:pt>
                <c:pt idx="7388">
                  <c:v>3.4390000000000001</c:v>
                </c:pt>
                <c:pt idx="7389">
                  <c:v>3.4390000000000001</c:v>
                </c:pt>
                <c:pt idx="7390">
                  <c:v>3.4359999999999999</c:v>
                </c:pt>
                <c:pt idx="7391">
                  <c:v>3.4359999999999999</c:v>
                </c:pt>
                <c:pt idx="7392">
                  <c:v>3.4380000000000002</c:v>
                </c:pt>
                <c:pt idx="7393">
                  <c:v>3.4390000000000001</c:v>
                </c:pt>
                <c:pt idx="7394">
                  <c:v>3.4390000000000001</c:v>
                </c:pt>
                <c:pt idx="7395">
                  <c:v>3.4380000000000002</c:v>
                </c:pt>
                <c:pt idx="7396">
                  <c:v>3.4380000000000002</c:v>
                </c:pt>
                <c:pt idx="7397">
                  <c:v>3.4380000000000002</c:v>
                </c:pt>
                <c:pt idx="7398">
                  <c:v>3.4380000000000002</c:v>
                </c:pt>
                <c:pt idx="7399">
                  <c:v>3.4390000000000001</c:v>
                </c:pt>
                <c:pt idx="7400">
                  <c:v>3.4380000000000002</c:v>
                </c:pt>
                <c:pt idx="7401">
                  <c:v>3.4369999999999998</c:v>
                </c:pt>
                <c:pt idx="7402">
                  <c:v>3.4369999999999998</c:v>
                </c:pt>
                <c:pt idx="7403">
                  <c:v>3.4369999999999998</c:v>
                </c:pt>
                <c:pt idx="7404">
                  <c:v>3.4380000000000002</c:v>
                </c:pt>
                <c:pt idx="7405">
                  <c:v>3.4380000000000002</c:v>
                </c:pt>
                <c:pt idx="7406">
                  <c:v>3.4380000000000002</c:v>
                </c:pt>
                <c:pt idx="7407">
                  <c:v>3.4390000000000001</c:v>
                </c:pt>
                <c:pt idx="7408">
                  <c:v>3.4380000000000002</c:v>
                </c:pt>
                <c:pt idx="7409">
                  <c:v>3.4369999999999998</c:v>
                </c:pt>
                <c:pt idx="7410">
                  <c:v>3.4369999999999998</c:v>
                </c:pt>
                <c:pt idx="7411">
                  <c:v>3.4369999999999998</c:v>
                </c:pt>
                <c:pt idx="7412">
                  <c:v>3.4369999999999998</c:v>
                </c:pt>
                <c:pt idx="7413">
                  <c:v>3.4369999999999998</c:v>
                </c:pt>
                <c:pt idx="7414">
                  <c:v>3.4380000000000002</c:v>
                </c:pt>
                <c:pt idx="7415">
                  <c:v>3.4390000000000001</c:v>
                </c:pt>
                <c:pt idx="7416">
                  <c:v>3.4380000000000002</c:v>
                </c:pt>
                <c:pt idx="7417">
                  <c:v>3.4380000000000002</c:v>
                </c:pt>
                <c:pt idx="7418">
                  <c:v>3.4380000000000002</c:v>
                </c:pt>
                <c:pt idx="7419">
                  <c:v>3.4380000000000002</c:v>
                </c:pt>
                <c:pt idx="7420">
                  <c:v>3.4380000000000002</c:v>
                </c:pt>
                <c:pt idx="7421">
                  <c:v>3.4380000000000002</c:v>
                </c:pt>
                <c:pt idx="7422">
                  <c:v>3.4380000000000002</c:v>
                </c:pt>
                <c:pt idx="7423">
                  <c:v>3.4380000000000002</c:v>
                </c:pt>
                <c:pt idx="7424">
                  <c:v>3.4380000000000002</c:v>
                </c:pt>
                <c:pt idx="7425">
                  <c:v>3.4390000000000001</c:v>
                </c:pt>
                <c:pt idx="7426">
                  <c:v>3.44</c:v>
                </c:pt>
                <c:pt idx="7427">
                  <c:v>3.44</c:v>
                </c:pt>
                <c:pt idx="7428">
                  <c:v>3.4390000000000001</c:v>
                </c:pt>
                <c:pt idx="7429">
                  <c:v>3.4359999999999999</c:v>
                </c:pt>
                <c:pt idx="7430">
                  <c:v>3.4350000000000001</c:v>
                </c:pt>
                <c:pt idx="7431">
                  <c:v>3.4350000000000001</c:v>
                </c:pt>
                <c:pt idx="7432">
                  <c:v>3.4369999999999998</c:v>
                </c:pt>
                <c:pt idx="7433">
                  <c:v>3.4380000000000002</c:v>
                </c:pt>
                <c:pt idx="7434">
                  <c:v>3.4380000000000002</c:v>
                </c:pt>
                <c:pt idx="7435">
                  <c:v>3.4380000000000002</c:v>
                </c:pt>
                <c:pt idx="7436">
                  <c:v>3.4359999999999999</c:v>
                </c:pt>
                <c:pt idx="7437">
                  <c:v>3.4359999999999999</c:v>
                </c:pt>
                <c:pt idx="7438">
                  <c:v>3.4390000000000001</c:v>
                </c:pt>
                <c:pt idx="7439">
                  <c:v>3.44</c:v>
                </c:pt>
                <c:pt idx="7440">
                  <c:v>3.44</c:v>
                </c:pt>
                <c:pt idx="7441">
                  <c:v>3.4380000000000002</c:v>
                </c:pt>
                <c:pt idx="7442">
                  <c:v>3.4369999999999998</c:v>
                </c:pt>
                <c:pt idx="7443">
                  <c:v>3.4369999999999998</c:v>
                </c:pt>
                <c:pt idx="7444">
                  <c:v>3.4369999999999998</c:v>
                </c:pt>
                <c:pt idx="7445">
                  <c:v>3.4369999999999998</c:v>
                </c:pt>
                <c:pt idx="7446">
                  <c:v>3.4369999999999998</c:v>
                </c:pt>
                <c:pt idx="7447">
                  <c:v>3.4380000000000002</c:v>
                </c:pt>
                <c:pt idx="7448">
                  <c:v>3.4380000000000002</c:v>
                </c:pt>
                <c:pt idx="7449">
                  <c:v>3.4390000000000001</c:v>
                </c:pt>
                <c:pt idx="7450">
                  <c:v>3.4390000000000001</c:v>
                </c:pt>
                <c:pt idx="7451">
                  <c:v>3.4390000000000001</c:v>
                </c:pt>
                <c:pt idx="7452">
                  <c:v>3.4380000000000002</c:v>
                </c:pt>
                <c:pt idx="7453">
                  <c:v>3.4390000000000001</c:v>
                </c:pt>
                <c:pt idx="7454">
                  <c:v>3.4390000000000001</c:v>
                </c:pt>
                <c:pt idx="7455">
                  <c:v>3.4390000000000001</c:v>
                </c:pt>
                <c:pt idx="7456">
                  <c:v>3.4380000000000002</c:v>
                </c:pt>
                <c:pt idx="7457">
                  <c:v>3.4380000000000002</c:v>
                </c:pt>
                <c:pt idx="7458">
                  <c:v>3.4380000000000002</c:v>
                </c:pt>
                <c:pt idx="7459">
                  <c:v>3.4369999999999998</c:v>
                </c:pt>
                <c:pt idx="7460">
                  <c:v>3.4359999999999999</c:v>
                </c:pt>
                <c:pt idx="7461">
                  <c:v>3.4369999999999998</c:v>
                </c:pt>
                <c:pt idx="7462">
                  <c:v>3.4369999999999998</c:v>
                </c:pt>
                <c:pt idx="7463">
                  <c:v>3.4350000000000001</c:v>
                </c:pt>
                <c:pt idx="7464">
                  <c:v>3.4350000000000001</c:v>
                </c:pt>
                <c:pt idx="7465">
                  <c:v>3.4380000000000002</c:v>
                </c:pt>
                <c:pt idx="7466">
                  <c:v>3.4380000000000002</c:v>
                </c:pt>
                <c:pt idx="7467">
                  <c:v>3.4390000000000001</c:v>
                </c:pt>
                <c:pt idx="7468">
                  <c:v>3.4369999999999998</c:v>
                </c:pt>
                <c:pt idx="7469">
                  <c:v>3.4359999999999999</c:v>
                </c:pt>
                <c:pt idx="7470">
                  <c:v>3.4359999999999999</c:v>
                </c:pt>
                <c:pt idx="7471">
                  <c:v>3.4359999999999999</c:v>
                </c:pt>
                <c:pt idx="7472">
                  <c:v>3.4369999999999998</c:v>
                </c:pt>
                <c:pt idx="7473">
                  <c:v>3.4380000000000002</c:v>
                </c:pt>
                <c:pt idx="7474">
                  <c:v>3.4380000000000002</c:v>
                </c:pt>
                <c:pt idx="7475">
                  <c:v>3.4369999999999998</c:v>
                </c:pt>
                <c:pt idx="7476">
                  <c:v>3.4369999999999998</c:v>
                </c:pt>
                <c:pt idx="7477">
                  <c:v>3.4369999999999998</c:v>
                </c:pt>
                <c:pt idx="7478">
                  <c:v>3.4369999999999998</c:v>
                </c:pt>
                <c:pt idx="7479">
                  <c:v>3.4380000000000002</c:v>
                </c:pt>
                <c:pt idx="7480">
                  <c:v>3.4369999999999998</c:v>
                </c:pt>
                <c:pt idx="7481">
                  <c:v>3.4359999999999999</c:v>
                </c:pt>
                <c:pt idx="7482">
                  <c:v>3.4359999999999999</c:v>
                </c:pt>
                <c:pt idx="7483">
                  <c:v>3.4359999999999999</c:v>
                </c:pt>
                <c:pt idx="7484">
                  <c:v>3.4380000000000002</c:v>
                </c:pt>
                <c:pt idx="7485">
                  <c:v>3.4390000000000001</c:v>
                </c:pt>
                <c:pt idx="7486">
                  <c:v>3.4390000000000001</c:v>
                </c:pt>
                <c:pt idx="7487">
                  <c:v>3.4390000000000001</c:v>
                </c:pt>
                <c:pt idx="7488">
                  <c:v>3.4369999999999998</c:v>
                </c:pt>
                <c:pt idx="7489">
                  <c:v>3.4369999999999998</c:v>
                </c:pt>
                <c:pt idx="7490">
                  <c:v>3.4350000000000001</c:v>
                </c:pt>
                <c:pt idx="7491">
                  <c:v>3.4340000000000002</c:v>
                </c:pt>
                <c:pt idx="7492">
                  <c:v>3.4350000000000001</c:v>
                </c:pt>
                <c:pt idx="7493">
                  <c:v>3.4369999999999998</c:v>
                </c:pt>
                <c:pt idx="7494">
                  <c:v>3.4369999999999998</c:v>
                </c:pt>
                <c:pt idx="7495">
                  <c:v>3.4369999999999998</c:v>
                </c:pt>
                <c:pt idx="7496">
                  <c:v>3.4380000000000002</c:v>
                </c:pt>
                <c:pt idx="7497">
                  <c:v>3.4380000000000002</c:v>
                </c:pt>
                <c:pt idx="7498">
                  <c:v>3.4380000000000002</c:v>
                </c:pt>
                <c:pt idx="7499">
                  <c:v>3.4390000000000001</c:v>
                </c:pt>
                <c:pt idx="7500">
                  <c:v>3.4369999999999998</c:v>
                </c:pt>
                <c:pt idx="7501">
                  <c:v>3.4369999999999998</c:v>
                </c:pt>
                <c:pt idx="7502">
                  <c:v>3.4369999999999998</c:v>
                </c:pt>
                <c:pt idx="7503">
                  <c:v>3.4369999999999998</c:v>
                </c:pt>
                <c:pt idx="7504">
                  <c:v>3.4369999999999998</c:v>
                </c:pt>
                <c:pt idx="7505">
                  <c:v>3.4369999999999998</c:v>
                </c:pt>
                <c:pt idx="7506">
                  <c:v>3.4369999999999998</c:v>
                </c:pt>
                <c:pt idx="7507">
                  <c:v>3.4359999999999999</c:v>
                </c:pt>
                <c:pt idx="7508">
                  <c:v>3.4369999999999998</c:v>
                </c:pt>
                <c:pt idx="7509">
                  <c:v>3.4369999999999998</c:v>
                </c:pt>
                <c:pt idx="7510">
                  <c:v>3.4369999999999998</c:v>
                </c:pt>
                <c:pt idx="7511">
                  <c:v>3.4369999999999998</c:v>
                </c:pt>
                <c:pt idx="7512">
                  <c:v>3.4380000000000002</c:v>
                </c:pt>
                <c:pt idx="7513">
                  <c:v>3.4380000000000002</c:v>
                </c:pt>
                <c:pt idx="7514">
                  <c:v>3.4369999999999998</c:v>
                </c:pt>
                <c:pt idx="7515">
                  <c:v>3.4350000000000001</c:v>
                </c:pt>
                <c:pt idx="7516">
                  <c:v>3.4350000000000001</c:v>
                </c:pt>
                <c:pt idx="7517">
                  <c:v>3.4350000000000001</c:v>
                </c:pt>
                <c:pt idx="7518">
                  <c:v>3.4359999999999999</c:v>
                </c:pt>
                <c:pt idx="7519">
                  <c:v>3.4380000000000002</c:v>
                </c:pt>
                <c:pt idx="7520">
                  <c:v>3.4380000000000002</c:v>
                </c:pt>
                <c:pt idx="7521">
                  <c:v>3.4380000000000002</c:v>
                </c:pt>
                <c:pt idx="7522">
                  <c:v>3.4369999999999998</c:v>
                </c:pt>
                <c:pt idx="7523">
                  <c:v>3.4350000000000001</c:v>
                </c:pt>
                <c:pt idx="7524">
                  <c:v>3.4350000000000001</c:v>
                </c:pt>
                <c:pt idx="7525">
                  <c:v>3.4369999999999998</c:v>
                </c:pt>
                <c:pt idx="7526">
                  <c:v>3.4380000000000002</c:v>
                </c:pt>
                <c:pt idx="7527">
                  <c:v>3.44</c:v>
                </c:pt>
                <c:pt idx="7528">
                  <c:v>3.4390000000000001</c:v>
                </c:pt>
                <c:pt idx="7529">
                  <c:v>3.4390000000000001</c:v>
                </c:pt>
                <c:pt idx="7530">
                  <c:v>3.4380000000000002</c:v>
                </c:pt>
                <c:pt idx="7531">
                  <c:v>3.4369999999999998</c:v>
                </c:pt>
                <c:pt idx="7532">
                  <c:v>3.4359999999999999</c:v>
                </c:pt>
                <c:pt idx="7533">
                  <c:v>3.4350000000000001</c:v>
                </c:pt>
                <c:pt idx="7534">
                  <c:v>3.4359999999999999</c:v>
                </c:pt>
                <c:pt idx="7535">
                  <c:v>3.4369999999999998</c:v>
                </c:pt>
                <c:pt idx="7536">
                  <c:v>3.4369999999999998</c:v>
                </c:pt>
                <c:pt idx="7537">
                  <c:v>3.4369999999999998</c:v>
                </c:pt>
                <c:pt idx="7538">
                  <c:v>3.4369999999999998</c:v>
                </c:pt>
                <c:pt idx="7539">
                  <c:v>3.4380000000000002</c:v>
                </c:pt>
                <c:pt idx="7540">
                  <c:v>3.4390000000000001</c:v>
                </c:pt>
                <c:pt idx="7541">
                  <c:v>3.4380000000000002</c:v>
                </c:pt>
                <c:pt idx="7542">
                  <c:v>3.4369999999999998</c:v>
                </c:pt>
                <c:pt idx="7543">
                  <c:v>3.4350000000000001</c:v>
                </c:pt>
                <c:pt idx="7544">
                  <c:v>3.4350000000000001</c:v>
                </c:pt>
                <c:pt idx="7545">
                  <c:v>3.4369999999999998</c:v>
                </c:pt>
                <c:pt idx="7546">
                  <c:v>3.4430000000000001</c:v>
                </c:pt>
                <c:pt idx="7547">
                  <c:v>3.448</c:v>
                </c:pt>
                <c:pt idx="7548">
                  <c:v>3.448</c:v>
                </c:pt>
                <c:pt idx="7549">
                  <c:v>3.4460000000000002</c:v>
                </c:pt>
                <c:pt idx="7550">
                  <c:v>3.4470000000000001</c:v>
                </c:pt>
                <c:pt idx="7551">
                  <c:v>3.4449999999999998</c:v>
                </c:pt>
                <c:pt idx="7552">
                  <c:v>3.4449999999999998</c:v>
                </c:pt>
                <c:pt idx="7553">
                  <c:v>3.4430000000000001</c:v>
                </c:pt>
                <c:pt idx="7554">
                  <c:v>3.4460000000000002</c:v>
                </c:pt>
                <c:pt idx="7555">
                  <c:v>3.4449999999999998</c:v>
                </c:pt>
                <c:pt idx="7556">
                  <c:v>3.4420000000000002</c:v>
                </c:pt>
                <c:pt idx="7557">
                  <c:v>3.4430000000000001</c:v>
                </c:pt>
                <c:pt idx="7558">
                  <c:v>3.4430000000000001</c:v>
                </c:pt>
                <c:pt idx="7559">
                  <c:v>3.4420000000000002</c:v>
                </c:pt>
                <c:pt idx="7560">
                  <c:v>3.4420000000000002</c:v>
                </c:pt>
                <c:pt idx="7561">
                  <c:v>3.4420000000000002</c:v>
                </c:pt>
                <c:pt idx="7562">
                  <c:v>3.4409999999999998</c:v>
                </c:pt>
                <c:pt idx="7563">
                  <c:v>3.4390000000000001</c:v>
                </c:pt>
                <c:pt idx="7564">
                  <c:v>3.44</c:v>
                </c:pt>
                <c:pt idx="7565">
                  <c:v>3.4390000000000001</c:v>
                </c:pt>
                <c:pt idx="7566">
                  <c:v>3.4390000000000001</c:v>
                </c:pt>
                <c:pt idx="7567">
                  <c:v>3.44</c:v>
                </c:pt>
                <c:pt idx="7568">
                  <c:v>3.44</c:v>
                </c:pt>
                <c:pt idx="7569">
                  <c:v>3.4390000000000001</c:v>
                </c:pt>
                <c:pt idx="7570">
                  <c:v>3.4380000000000002</c:v>
                </c:pt>
                <c:pt idx="7571">
                  <c:v>3.4380000000000002</c:v>
                </c:pt>
                <c:pt idx="7572">
                  <c:v>3.4380000000000002</c:v>
                </c:pt>
                <c:pt idx="7573">
                  <c:v>3.4390000000000001</c:v>
                </c:pt>
                <c:pt idx="7574">
                  <c:v>3.44</c:v>
                </c:pt>
                <c:pt idx="7575">
                  <c:v>3.44</c:v>
                </c:pt>
                <c:pt idx="7576">
                  <c:v>3.4390000000000001</c:v>
                </c:pt>
                <c:pt idx="7577">
                  <c:v>3.4380000000000002</c:v>
                </c:pt>
                <c:pt idx="7578">
                  <c:v>3.4369999999999998</c:v>
                </c:pt>
                <c:pt idx="7579">
                  <c:v>3.4369999999999998</c:v>
                </c:pt>
                <c:pt idx="7580">
                  <c:v>3.4390000000000001</c:v>
                </c:pt>
                <c:pt idx="7581">
                  <c:v>3.4390000000000001</c:v>
                </c:pt>
                <c:pt idx="7582">
                  <c:v>3.4390000000000001</c:v>
                </c:pt>
                <c:pt idx="7583">
                  <c:v>3.4390000000000001</c:v>
                </c:pt>
                <c:pt idx="7584">
                  <c:v>3.4380000000000002</c:v>
                </c:pt>
                <c:pt idx="7585">
                  <c:v>3.4380000000000002</c:v>
                </c:pt>
                <c:pt idx="7586">
                  <c:v>3.4380000000000002</c:v>
                </c:pt>
                <c:pt idx="7587">
                  <c:v>3.4380000000000002</c:v>
                </c:pt>
                <c:pt idx="7588">
                  <c:v>3.4369999999999998</c:v>
                </c:pt>
                <c:pt idx="7589">
                  <c:v>3.4340000000000002</c:v>
                </c:pt>
                <c:pt idx="7590">
                  <c:v>3.4340000000000002</c:v>
                </c:pt>
                <c:pt idx="7591">
                  <c:v>3.4340000000000002</c:v>
                </c:pt>
                <c:pt idx="7592">
                  <c:v>3.4350000000000001</c:v>
                </c:pt>
                <c:pt idx="7593">
                  <c:v>3.4359999999999999</c:v>
                </c:pt>
                <c:pt idx="7594">
                  <c:v>3.4369999999999998</c:v>
                </c:pt>
                <c:pt idx="7595">
                  <c:v>3.4369999999999998</c:v>
                </c:pt>
                <c:pt idx="7596">
                  <c:v>3.4350000000000001</c:v>
                </c:pt>
                <c:pt idx="7597">
                  <c:v>3.4359999999999999</c:v>
                </c:pt>
                <c:pt idx="7598">
                  <c:v>3.4350000000000001</c:v>
                </c:pt>
                <c:pt idx="7599">
                  <c:v>3.4350000000000001</c:v>
                </c:pt>
                <c:pt idx="7600">
                  <c:v>3.4350000000000001</c:v>
                </c:pt>
                <c:pt idx="7601">
                  <c:v>3.4340000000000002</c:v>
                </c:pt>
                <c:pt idx="7602">
                  <c:v>3.4329999999999998</c:v>
                </c:pt>
                <c:pt idx="7603">
                  <c:v>3.4319999999999999</c:v>
                </c:pt>
                <c:pt idx="7604">
                  <c:v>3.4319999999999999</c:v>
                </c:pt>
                <c:pt idx="7605">
                  <c:v>3.4319999999999999</c:v>
                </c:pt>
                <c:pt idx="7606">
                  <c:v>3.431</c:v>
                </c:pt>
                <c:pt idx="7607">
                  <c:v>3.431</c:v>
                </c:pt>
                <c:pt idx="7608">
                  <c:v>3.4319999999999999</c:v>
                </c:pt>
                <c:pt idx="7609">
                  <c:v>3.4319999999999999</c:v>
                </c:pt>
                <c:pt idx="7610">
                  <c:v>3.4329999999999998</c:v>
                </c:pt>
                <c:pt idx="7611">
                  <c:v>3.4329999999999998</c:v>
                </c:pt>
                <c:pt idx="7612">
                  <c:v>3.4340000000000002</c:v>
                </c:pt>
                <c:pt idx="7613">
                  <c:v>3.4350000000000001</c:v>
                </c:pt>
                <c:pt idx="7614">
                  <c:v>3.4380000000000002</c:v>
                </c:pt>
                <c:pt idx="7615">
                  <c:v>3.4380000000000002</c:v>
                </c:pt>
                <c:pt idx="7616">
                  <c:v>3.4390000000000001</c:v>
                </c:pt>
                <c:pt idx="7617">
                  <c:v>3.4390000000000001</c:v>
                </c:pt>
                <c:pt idx="7618">
                  <c:v>3.4390000000000001</c:v>
                </c:pt>
                <c:pt idx="7619">
                  <c:v>3.44</c:v>
                </c:pt>
                <c:pt idx="7620">
                  <c:v>3.4420000000000002</c:v>
                </c:pt>
                <c:pt idx="7621">
                  <c:v>3.4430000000000001</c:v>
                </c:pt>
                <c:pt idx="7622">
                  <c:v>3.4430000000000001</c:v>
                </c:pt>
                <c:pt idx="7623">
                  <c:v>3.4420000000000002</c:v>
                </c:pt>
                <c:pt idx="7624">
                  <c:v>3.4390000000000001</c:v>
                </c:pt>
                <c:pt idx="7625">
                  <c:v>3.4380000000000002</c:v>
                </c:pt>
                <c:pt idx="7626">
                  <c:v>3.4390000000000001</c:v>
                </c:pt>
                <c:pt idx="7627">
                  <c:v>3.44</c:v>
                </c:pt>
                <c:pt idx="7628">
                  <c:v>3.44</c:v>
                </c:pt>
                <c:pt idx="7629">
                  <c:v>3.44</c:v>
                </c:pt>
                <c:pt idx="7630">
                  <c:v>3.44</c:v>
                </c:pt>
                <c:pt idx="7631">
                  <c:v>3.44</c:v>
                </c:pt>
                <c:pt idx="7632">
                  <c:v>3.4409999999999998</c:v>
                </c:pt>
                <c:pt idx="7633">
                  <c:v>3.4420000000000002</c:v>
                </c:pt>
                <c:pt idx="7634">
                  <c:v>3.4420000000000002</c:v>
                </c:pt>
                <c:pt idx="7635">
                  <c:v>3.44</c:v>
                </c:pt>
                <c:pt idx="7636">
                  <c:v>3.4390000000000001</c:v>
                </c:pt>
                <c:pt idx="7637">
                  <c:v>3.44</c:v>
                </c:pt>
                <c:pt idx="7638">
                  <c:v>3.44</c:v>
                </c:pt>
                <c:pt idx="7639">
                  <c:v>3.4409999999999998</c:v>
                </c:pt>
                <c:pt idx="7640">
                  <c:v>3.4409999999999998</c:v>
                </c:pt>
                <c:pt idx="7641">
                  <c:v>3.4409999999999998</c:v>
                </c:pt>
                <c:pt idx="7642">
                  <c:v>3.44</c:v>
                </c:pt>
                <c:pt idx="7643">
                  <c:v>3.4409999999999998</c:v>
                </c:pt>
                <c:pt idx="7644">
                  <c:v>3.4430000000000001</c:v>
                </c:pt>
                <c:pt idx="7645">
                  <c:v>3.4430000000000001</c:v>
                </c:pt>
                <c:pt idx="7646">
                  <c:v>3.4430000000000001</c:v>
                </c:pt>
                <c:pt idx="7647">
                  <c:v>3.444</c:v>
                </c:pt>
                <c:pt idx="7648">
                  <c:v>3.4449999999999998</c:v>
                </c:pt>
                <c:pt idx="7649">
                  <c:v>3.4449999999999998</c:v>
                </c:pt>
                <c:pt idx="7650">
                  <c:v>3.444</c:v>
                </c:pt>
                <c:pt idx="7651">
                  <c:v>3.4420000000000002</c:v>
                </c:pt>
                <c:pt idx="7652">
                  <c:v>3.4409999999999998</c:v>
                </c:pt>
                <c:pt idx="7653">
                  <c:v>3.44</c:v>
                </c:pt>
                <c:pt idx="7654">
                  <c:v>3.44</c:v>
                </c:pt>
                <c:pt idx="7655">
                  <c:v>3.4409999999999998</c:v>
                </c:pt>
                <c:pt idx="7656">
                  <c:v>3.4409999999999998</c:v>
                </c:pt>
                <c:pt idx="7657">
                  <c:v>3.4409999999999998</c:v>
                </c:pt>
                <c:pt idx="7658">
                  <c:v>3.4409999999999998</c:v>
                </c:pt>
                <c:pt idx="7659">
                  <c:v>3.4409999999999998</c:v>
                </c:pt>
                <c:pt idx="7660">
                  <c:v>3.4420000000000002</c:v>
                </c:pt>
                <c:pt idx="7661">
                  <c:v>3.4420000000000002</c:v>
                </c:pt>
                <c:pt idx="7662">
                  <c:v>3.4430000000000001</c:v>
                </c:pt>
                <c:pt idx="7663">
                  <c:v>3.4420000000000002</c:v>
                </c:pt>
                <c:pt idx="7664">
                  <c:v>3.44</c:v>
                </c:pt>
                <c:pt idx="7665">
                  <c:v>3.4390000000000001</c:v>
                </c:pt>
                <c:pt idx="7666">
                  <c:v>3.4390000000000001</c:v>
                </c:pt>
                <c:pt idx="7667">
                  <c:v>3.44</c:v>
                </c:pt>
                <c:pt idx="7668">
                  <c:v>3.4409999999999998</c:v>
                </c:pt>
                <c:pt idx="7669">
                  <c:v>3.4409999999999998</c:v>
                </c:pt>
                <c:pt idx="7670">
                  <c:v>3.4409999999999998</c:v>
                </c:pt>
                <c:pt idx="7671">
                  <c:v>3.4390000000000001</c:v>
                </c:pt>
                <c:pt idx="7672">
                  <c:v>3.4390000000000001</c:v>
                </c:pt>
                <c:pt idx="7673">
                  <c:v>3.44</c:v>
                </c:pt>
                <c:pt idx="7674">
                  <c:v>3.44</c:v>
                </c:pt>
                <c:pt idx="7675">
                  <c:v>3.44</c:v>
                </c:pt>
                <c:pt idx="7676">
                  <c:v>3.44</c:v>
                </c:pt>
                <c:pt idx="7677">
                  <c:v>3.44</c:v>
                </c:pt>
                <c:pt idx="7678">
                  <c:v>3.44</c:v>
                </c:pt>
                <c:pt idx="7679">
                  <c:v>3.4409999999999998</c:v>
                </c:pt>
                <c:pt idx="7680">
                  <c:v>3.4409999999999998</c:v>
                </c:pt>
                <c:pt idx="7681">
                  <c:v>3.4409999999999998</c:v>
                </c:pt>
                <c:pt idx="7682">
                  <c:v>3.44</c:v>
                </c:pt>
                <c:pt idx="7683">
                  <c:v>3.4390000000000001</c:v>
                </c:pt>
                <c:pt idx="7684">
                  <c:v>3.4390000000000001</c:v>
                </c:pt>
                <c:pt idx="7685">
                  <c:v>3.4390000000000001</c:v>
                </c:pt>
                <c:pt idx="7686">
                  <c:v>3.4380000000000002</c:v>
                </c:pt>
                <c:pt idx="7687">
                  <c:v>3.4380000000000002</c:v>
                </c:pt>
                <c:pt idx="7688">
                  <c:v>3.4380000000000002</c:v>
                </c:pt>
                <c:pt idx="7689">
                  <c:v>3.44</c:v>
                </c:pt>
                <c:pt idx="7690">
                  <c:v>3.4409999999999998</c:v>
                </c:pt>
                <c:pt idx="7691">
                  <c:v>3.44</c:v>
                </c:pt>
                <c:pt idx="7692">
                  <c:v>3.44</c:v>
                </c:pt>
                <c:pt idx="7693">
                  <c:v>3.44</c:v>
                </c:pt>
                <c:pt idx="7694">
                  <c:v>3.44</c:v>
                </c:pt>
                <c:pt idx="7695">
                  <c:v>3.44</c:v>
                </c:pt>
                <c:pt idx="7696">
                  <c:v>3.4380000000000002</c:v>
                </c:pt>
                <c:pt idx="7697">
                  <c:v>3.4359999999999999</c:v>
                </c:pt>
                <c:pt idx="7698">
                  <c:v>3.4350000000000001</c:v>
                </c:pt>
                <c:pt idx="7699">
                  <c:v>3.4359999999999999</c:v>
                </c:pt>
                <c:pt idx="7700">
                  <c:v>3.4369999999999998</c:v>
                </c:pt>
                <c:pt idx="7701">
                  <c:v>3.4369999999999998</c:v>
                </c:pt>
                <c:pt idx="7702">
                  <c:v>3.4380000000000002</c:v>
                </c:pt>
                <c:pt idx="7703">
                  <c:v>3.4390000000000001</c:v>
                </c:pt>
                <c:pt idx="7704">
                  <c:v>3.4380000000000002</c:v>
                </c:pt>
                <c:pt idx="7705">
                  <c:v>3.4369999999999998</c:v>
                </c:pt>
                <c:pt idx="7706">
                  <c:v>3.4390000000000001</c:v>
                </c:pt>
                <c:pt idx="7707">
                  <c:v>3.4390000000000001</c:v>
                </c:pt>
                <c:pt idx="7708">
                  <c:v>3.4390000000000001</c:v>
                </c:pt>
                <c:pt idx="7709">
                  <c:v>3.4390000000000001</c:v>
                </c:pt>
                <c:pt idx="7710">
                  <c:v>3.4380000000000002</c:v>
                </c:pt>
                <c:pt idx="7711">
                  <c:v>3.4369999999999998</c:v>
                </c:pt>
                <c:pt idx="7712">
                  <c:v>3.4359999999999999</c:v>
                </c:pt>
                <c:pt idx="7713">
                  <c:v>3.4369999999999998</c:v>
                </c:pt>
                <c:pt idx="7714">
                  <c:v>3.4380000000000002</c:v>
                </c:pt>
                <c:pt idx="7715">
                  <c:v>3.4369999999999998</c:v>
                </c:pt>
                <c:pt idx="7716">
                  <c:v>3.4369999999999998</c:v>
                </c:pt>
                <c:pt idx="7717">
                  <c:v>3.4350000000000001</c:v>
                </c:pt>
                <c:pt idx="7718">
                  <c:v>3.4359999999999999</c:v>
                </c:pt>
                <c:pt idx="7719">
                  <c:v>3.4380000000000002</c:v>
                </c:pt>
                <c:pt idx="7720">
                  <c:v>3.4380000000000002</c:v>
                </c:pt>
                <c:pt idx="7721">
                  <c:v>3.4380000000000002</c:v>
                </c:pt>
                <c:pt idx="7722">
                  <c:v>3.4369999999999998</c:v>
                </c:pt>
                <c:pt idx="7723">
                  <c:v>3.4359999999999999</c:v>
                </c:pt>
                <c:pt idx="7724">
                  <c:v>3.4359999999999999</c:v>
                </c:pt>
                <c:pt idx="7725">
                  <c:v>3.4350000000000001</c:v>
                </c:pt>
                <c:pt idx="7726">
                  <c:v>3.4350000000000001</c:v>
                </c:pt>
                <c:pt idx="7727">
                  <c:v>3.4350000000000001</c:v>
                </c:pt>
                <c:pt idx="7728">
                  <c:v>3.4350000000000001</c:v>
                </c:pt>
                <c:pt idx="7729">
                  <c:v>3.4340000000000002</c:v>
                </c:pt>
                <c:pt idx="7730">
                  <c:v>3.4340000000000002</c:v>
                </c:pt>
                <c:pt idx="7731">
                  <c:v>3.4350000000000001</c:v>
                </c:pt>
                <c:pt idx="7732">
                  <c:v>3.4350000000000001</c:v>
                </c:pt>
                <c:pt idx="7733">
                  <c:v>3.4350000000000001</c:v>
                </c:pt>
                <c:pt idx="7734">
                  <c:v>3.4359999999999999</c:v>
                </c:pt>
                <c:pt idx="7735">
                  <c:v>3.4369999999999998</c:v>
                </c:pt>
                <c:pt idx="7736">
                  <c:v>3.4369999999999998</c:v>
                </c:pt>
                <c:pt idx="7737">
                  <c:v>3.4350000000000001</c:v>
                </c:pt>
                <c:pt idx="7738">
                  <c:v>3.4329999999999998</c:v>
                </c:pt>
                <c:pt idx="7739">
                  <c:v>3.4329999999999998</c:v>
                </c:pt>
                <c:pt idx="7740">
                  <c:v>3.4329999999999998</c:v>
                </c:pt>
                <c:pt idx="7741">
                  <c:v>3.4340000000000002</c:v>
                </c:pt>
                <c:pt idx="7742">
                  <c:v>3.4359999999999999</c:v>
                </c:pt>
                <c:pt idx="7743">
                  <c:v>3.4359999999999999</c:v>
                </c:pt>
                <c:pt idx="7744">
                  <c:v>3.4350000000000001</c:v>
                </c:pt>
                <c:pt idx="7745">
                  <c:v>3.4340000000000002</c:v>
                </c:pt>
                <c:pt idx="7746">
                  <c:v>3.4350000000000001</c:v>
                </c:pt>
                <c:pt idx="7747">
                  <c:v>3.4350000000000001</c:v>
                </c:pt>
                <c:pt idx="7748">
                  <c:v>3.4359999999999999</c:v>
                </c:pt>
                <c:pt idx="7749">
                  <c:v>3.4369999999999998</c:v>
                </c:pt>
                <c:pt idx="7750">
                  <c:v>3.4350000000000001</c:v>
                </c:pt>
                <c:pt idx="7751">
                  <c:v>3.4340000000000002</c:v>
                </c:pt>
                <c:pt idx="7752">
                  <c:v>3.4350000000000001</c:v>
                </c:pt>
                <c:pt idx="7753">
                  <c:v>3.4359999999999999</c:v>
                </c:pt>
                <c:pt idx="7754">
                  <c:v>3.4350000000000001</c:v>
                </c:pt>
                <c:pt idx="7755">
                  <c:v>3.4350000000000001</c:v>
                </c:pt>
                <c:pt idx="7756">
                  <c:v>3.4340000000000002</c:v>
                </c:pt>
                <c:pt idx="7757">
                  <c:v>3.4319999999999999</c:v>
                </c:pt>
                <c:pt idx="7758">
                  <c:v>3.431</c:v>
                </c:pt>
                <c:pt idx="7759">
                  <c:v>3.4329999999999998</c:v>
                </c:pt>
                <c:pt idx="7760">
                  <c:v>3.4329999999999998</c:v>
                </c:pt>
                <c:pt idx="7761">
                  <c:v>3.4329999999999998</c:v>
                </c:pt>
                <c:pt idx="7762">
                  <c:v>3.4329999999999998</c:v>
                </c:pt>
                <c:pt idx="7763">
                  <c:v>3.4329999999999998</c:v>
                </c:pt>
                <c:pt idx="7764">
                  <c:v>3.4329999999999998</c:v>
                </c:pt>
                <c:pt idx="7765">
                  <c:v>3.4340000000000002</c:v>
                </c:pt>
                <c:pt idx="7766">
                  <c:v>3.4340000000000002</c:v>
                </c:pt>
                <c:pt idx="7767">
                  <c:v>3.4340000000000002</c:v>
                </c:pt>
                <c:pt idx="7768">
                  <c:v>3.4340000000000002</c:v>
                </c:pt>
                <c:pt idx="7769">
                  <c:v>3.4319999999999999</c:v>
                </c:pt>
                <c:pt idx="7770">
                  <c:v>3.431</c:v>
                </c:pt>
                <c:pt idx="7771">
                  <c:v>3.431</c:v>
                </c:pt>
                <c:pt idx="7772">
                  <c:v>3.43</c:v>
                </c:pt>
                <c:pt idx="7773">
                  <c:v>3.431</c:v>
                </c:pt>
                <c:pt idx="7774">
                  <c:v>3.4319999999999999</c:v>
                </c:pt>
                <c:pt idx="7775">
                  <c:v>3.4340000000000002</c:v>
                </c:pt>
                <c:pt idx="7776">
                  <c:v>3.4340000000000002</c:v>
                </c:pt>
                <c:pt idx="7777">
                  <c:v>3.4329999999999998</c:v>
                </c:pt>
                <c:pt idx="7778">
                  <c:v>3.4319999999999999</c:v>
                </c:pt>
                <c:pt idx="7779">
                  <c:v>3.4319999999999999</c:v>
                </c:pt>
                <c:pt idx="7780">
                  <c:v>3.431</c:v>
                </c:pt>
                <c:pt idx="7781">
                  <c:v>3.4319999999999999</c:v>
                </c:pt>
                <c:pt idx="7782">
                  <c:v>3.4350000000000001</c:v>
                </c:pt>
                <c:pt idx="7783">
                  <c:v>3.4359999999999999</c:v>
                </c:pt>
                <c:pt idx="7784">
                  <c:v>3.4329999999999998</c:v>
                </c:pt>
                <c:pt idx="7785">
                  <c:v>3.43</c:v>
                </c:pt>
                <c:pt idx="7786">
                  <c:v>3.43</c:v>
                </c:pt>
                <c:pt idx="7787">
                  <c:v>3.43</c:v>
                </c:pt>
                <c:pt idx="7788">
                  <c:v>3.4319999999999999</c:v>
                </c:pt>
                <c:pt idx="7789">
                  <c:v>3.4329999999999998</c:v>
                </c:pt>
                <c:pt idx="7790">
                  <c:v>3.431</c:v>
                </c:pt>
                <c:pt idx="7791">
                  <c:v>3.43</c:v>
                </c:pt>
                <c:pt idx="7792">
                  <c:v>3.43</c:v>
                </c:pt>
                <c:pt idx="7793">
                  <c:v>3.4319999999999999</c:v>
                </c:pt>
                <c:pt idx="7794">
                  <c:v>3.4319999999999999</c:v>
                </c:pt>
                <c:pt idx="7795">
                  <c:v>3.4319999999999999</c:v>
                </c:pt>
                <c:pt idx="7796">
                  <c:v>3.431</c:v>
                </c:pt>
                <c:pt idx="7797">
                  <c:v>3.4289999999999998</c:v>
                </c:pt>
                <c:pt idx="7798">
                  <c:v>3.4289999999999998</c:v>
                </c:pt>
                <c:pt idx="7799">
                  <c:v>3.431</c:v>
                </c:pt>
                <c:pt idx="7800">
                  <c:v>3.4340000000000002</c:v>
                </c:pt>
                <c:pt idx="7801">
                  <c:v>3.4340000000000002</c:v>
                </c:pt>
                <c:pt idx="7802">
                  <c:v>3.4340000000000002</c:v>
                </c:pt>
                <c:pt idx="7803">
                  <c:v>3.4319999999999999</c:v>
                </c:pt>
                <c:pt idx="7804">
                  <c:v>3.431</c:v>
                </c:pt>
                <c:pt idx="7805">
                  <c:v>3.4319999999999999</c:v>
                </c:pt>
                <c:pt idx="7806">
                  <c:v>3.4319999999999999</c:v>
                </c:pt>
                <c:pt idx="7807">
                  <c:v>3.431</c:v>
                </c:pt>
                <c:pt idx="7808">
                  <c:v>3.43</c:v>
                </c:pt>
                <c:pt idx="7809">
                  <c:v>3.43</c:v>
                </c:pt>
                <c:pt idx="7810">
                  <c:v>3.43</c:v>
                </c:pt>
                <c:pt idx="7811">
                  <c:v>3.4289999999999998</c:v>
                </c:pt>
                <c:pt idx="7812">
                  <c:v>3.4279999999999999</c:v>
                </c:pt>
                <c:pt idx="7813">
                  <c:v>3.4289999999999998</c:v>
                </c:pt>
                <c:pt idx="7814">
                  <c:v>3.43</c:v>
                </c:pt>
                <c:pt idx="7815">
                  <c:v>3.431</c:v>
                </c:pt>
                <c:pt idx="7816">
                  <c:v>3.431</c:v>
                </c:pt>
                <c:pt idx="7817">
                  <c:v>3.43</c:v>
                </c:pt>
                <c:pt idx="7818">
                  <c:v>3.43</c:v>
                </c:pt>
                <c:pt idx="7819">
                  <c:v>3.4289999999999998</c:v>
                </c:pt>
                <c:pt idx="7820">
                  <c:v>3.4289999999999998</c:v>
                </c:pt>
                <c:pt idx="7821">
                  <c:v>3.4289999999999998</c:v>
                </c:pt>
                <c:pt idx="7822">
                  <c:v>3.4279999999999999</c:v>
                </c:pt>
                <c:pt idx="7823">
                  <c:v>3.4279999999999999</c:v>
                </c:pt>
                <c:pt idx="7824">
                  <c:v>3.4279999999999999</c:v>
                </c:pt>
                <c:pt idx="7825">
                  <c:v>3.4289999999999998</c:v>
                </c:pt>
                <c:pt idx="7826">
                  <c:v>3.4289999999999998</c:v>
                </c:pt>
                <c:pt idx="7827">
                  <c:v>3.4289999999999998</c:v>
                </c:pt>
                <c:pt idx="7828">
                  <c:v>3.43</c:v>
                </c:pt>
                <c:pt idx="7829">
                  <c:v>3.4289999999999998</c:v>
                </c:pt>
                <c:pt idx="7830">
                  <c:v>3.43</c:v>
                </c:pt>
                <c:pt idx="7831">
                  <c:v>3.431</c:v>
                </c:pt>
                <c:pt idx="7832">
                  <c:v>3.431</c:v>
                </c:pt>
                <c:pt idx="7833">
                  <c:v>3.43</c:v>
                </c:pt>
                <c:pt idx="7834">
                  <c:v>3.4289999999999998</c:v>
                </c:pt>
                <c:pt idx="7835">
                  <c:v>3.43</c:v>
                </c:pt>
                <c:pt idx="7836">
                  <c:v>3.43</c:v>
                </c:pt>
                <c:pt idx="7837">
                  <c:v>3.4289999999999998</c:v>
                </c:pt>
                <c:pt idx="7838">
                  <c:v>3.4289999999999998</c:v>
                </c:pt>
                <c:pt idx="7839">
                  <c:v>3.4289999999999998</c:v>
                </c:pt>
                <c:pt idx="7840">
                  <c:v>3.4289999999999998</c:v>
                </c:pt>
                <c:pt idx="7841">
                  <c:v>3.43</c:v>
                </c:pt>
                <c:pt idx="7842">
                  <c:v>3.43</c:v>
                </c:pt>
                <c:pt idx="7843">
                  <c:v>3.427</c:v>
                </c:pt>
                <c:pt idx="7844">
                  <c:v>3.4239999999999999</c:v>
                </c:pt>
                <c:pt idx="7845">
                  <c:v>3.4180000000000001</c:v>
                </c:pt>
                <c:pt idx="7846">
                  <c:v>3.4129999999999998</c:v>
                </c:pt>
                <c:pt idx="7847">
                  <c:v>3.4129999999999998</c:v>
                </c:pt>
                <c:pt idx="7848">
                  <c:v>3.4119999999999999</c:v>
                </c:pt>
                <c:pt idx="7849">
                  <c:v>3.4119999999999999</c:v>
                </c:pt>
                <c:pt idx="7850">
                  <c:v>3.4129999999999998</c:v>
                </c:pt>
                <c:pt idx="7851">
                  <c:v>3.4140000000000001</c:v>
                </c:pt>
                <c:pt idx="7852">
                  <c:v>3.4140000000000001</c:v>
                </c:pt>
                <c:pt idx="7853">
                  <c:v>3.4140000000000001</c:v>
                </c:pt>
                <c:pt idx="7854">
                  <c:v>3.4140000000000001</c:v>
                </c:pt>
                <c:pt idx="7855">
                  <c:v>3.4140000000000001</c:v>
                </c:pt>
                <c:pt idx="7856">
                  <c:v>3.4140000000000001</c:v>
                </c:pt>
                <c:pt idx="7857">
                  <c:v>3.4140000000000001</c:v>
                </c:pt>
                <c:pt idx="7858">
                  <c:v>3.4140000000000001</c:v>
                </c:pt>
                <c:pt idx="7859">
                  <c:v>3.4140000000000001</c:v>
                </c:pt>
                <c:pt idx="7860">
                  <c:v>3.4140000000000001</c:v>
                </c:pt>
                <c:pt idx="7861">
                  <c:v>3.4140000000000001</c:v>
                </c:pt>
                <c:pt idx="7862">
                  <c:v>3.4140000000000001</c:v>
                </c:pt>
                <c:pt idx="7863">
                  <c:v>3.4140000000000001</c:v>
                </c:pt>
                <c:pt idx="7864">
                  <c:v>3.4140000000000001</c:v>
                </c:pt>
                <c:pt idx="7865">
                  <c:v>3.415</c:v>
                </c:pt>
                <c:pt idx="7866">
                  <c:v>3.415</c:v>
                </c:pt>
                <c:pt idx="7867">
                  <c:v>3.415</c:v>
                </c:pt>
                <c:pt idx="7868">
                  <c:v>3.4159999999999999</c:v>
                </c:pt>
                <c:pt idx="7869">
                  <c:v>3.4159999999999999</c:v>
                </c:pt>
                <c:pt idx="7870">
                  <c:v>3.4159999999999999</c:v>
                </c:pt>
                <c:pt idx="7871">
                  <c:v>3.4159999999999999</c:v>
                </c:pt>
                <c:pt idx="7872">
                  <c:v>3.415</c:v>
                </c:pt>
                <c:pt idx="7873">
                  <c:v>3.4159999999999999</c:v>
                </c:pt>
                <c:pt idx="7874">
                  <c:v>3.4159999999999999</c:v>
                </c:pt>
                <c:pt idx="7875">
                  <c:v>3.4159999999999999</c:v>
                </c:pt>
                <c:pt idx="7876">
                  <c:v>3.4159999999999999</c:v>
                </c:pt>
                <c:pt idx="7877">
                  <c:v>3.4159999999999999</c:v>
                </c:pt>
                <c:pt idx="7878">
                  <c:v>3.4159999999999999</c:v>
                </c:pt>
                <c:pt idx="7879">
                  <c:v>3.4159999999999999</c:v>
                </c:pt>
                <c:pt idx="7880">
                  <c:v>3.4159999999999999</c:v>
                </c:pt>
                <c:pt idx="7881">
                  <c:v>3.4159999999999999</c:v>
                </c:pt>
                <c:pt idx="7882">
                  <c:v>3.4159999999999999</c:v>
                </c:pt>
                <c:pt idx="7883">
                  <c:v>3.4159999999999999</c:v>
                </c:pt>
                <c:pt idx="7884">
                  <c:v>3.4159999999999999</c:v>
                </c:pt>
                <c:pt idx="7885">
                  <c:v>3.4159999999999999</c:v>
                </c:pt>
                <c:pt idx="7886">
                  <c:v>3.4159999999999999</c:v>
                </c:pt>
                <c:pt idx="7887">
                  <c:v>3.4159999999999999</c:v>
                </c:pt>
                <c:pt idx="7888">
                  <c:v>3.4159999999999999</c:v>
                </c:pt>
                <c:pt idx="7889">
                  <c:v>3.4169999999999998</c:v>
                </c:pt>
                <c:pt idx="7890">
                  <c:v>3.4159999999999999</c:v>
                </c:pt>
                <c:pt idx="7891">
                  <c:v>3.4169999999999998</c:v>
                </c:pt>
                <c:pt idx="7892">
                  <c:v>3.4169999999999998</c:v>
                </c:pt>
                <c:pt idx="7893">
                  <c:v>3.4169999999999998</c:v>
                </c:pt>
                <c:pt idx="7894">
                  <c:v>3.4169999999999998</c:v>
                </c:pt>
                <c:pt idx="7895">
                  <c:v>3.4169999999999998</c:v>
                </c:pt>
                <c:pt idx="7896">
                  <c:v>3.4169999999999998</c:v>
                </c:pt>
                <c:pt idx="7897">
                  <c:v>3.4169999999999998</c:v>
                </c:pt>
                <c:pt idx="7898">
                  <c:v>3.4169999999999998</c:v>
                </c:pt>
                <c:pt idx="7899">
                  <c:v>3.4169999999999998</c:v>
                </c:pt>
                <c:pt idx="7900">
                  <c:v>3.4169999999999998</c:v>
                </c:pt>
                <c:pt idx="7901">
                  <c:v>3.4169999999999998</c:v>
                </c:pt>
                <c:pt idx="7902">
                  <c:v>3.4169999999999998</c:v>
                </c:pt>
                <c:pt idx="7903">
                  <c:v>3.4159999999999999</c:v>
                </c:pt>
                <c:pt idx="7904">
                  <c:v>3.4159999999999999</c:v>
                </c:pt>
                <c:pt idx="7905">
                  <c:v>3.4169999999999998</c:v>
                </c:pt>
                <c:pt idx="7906">
                  <c:v>3.4169999999999998</c:v>
                </c:pt>
                <c:pt idx="7907">
                  <c:v>3.4159999999999999</c:v>
                </c:pt>
                <c:pt idx="7908">
                  <c:v>3.4159999999999999</c:v>
                </c:pt>
                <c:pt idx="7909">
                  <c:v>3.4159999999999999</c:v>
                </c:pt>
                <c:pt idx="7910">
                  <c:v>3.4159999999999999</c:v>
                </c:pt>
                <c:pt idx="7911">
                  <c:v>3.4169999999999998</c:v>
                </c:pt>
                <c:pt idx="7912">
                  <c:v>3.4159999999999999</c:v>
                </c:pt>
                <c:pt idx="7913">
                  <c:v>3.4159999999999999</c:v>
                </c:pt>
                <c:pt idx="7914">
                  <c:v>3.4159999999999999</c:v>
                </c:pt>
                <c:pt idx="7915">
                  <c:v>3.4159999999999999</c:v>
                </c:pt>
                <c:pt idx="7916">
                  <c:v>3.4159999999999999</c:v>
                </c:pt>
                <c:pt idx="7917">
                  <c:v>3.4169999999999998</c:v>
                </c:pt>
                <c:pt idx="7918">
                  <c:v>3.4169999999999998</c:v>
                </c:pt>
                <c:pt idx="7919">
                  <c:v>3.4169999999999998</c:v>
                </c:pt>
                <c:pt idx="7920">
                  <c:v>3.4169999999999998</c:v>
                </c:pt>
                <c:pt idx="7921">
                  <c:v>3.4169999999999998</c:v>
                </c:pt>
                <c:pt idx="7922">
                  <c:v>3.4159999999999999</c:v>
                </c:pt>
                <c:pt idx="7923">
                  <c:v>3.4169999999999998</c:v>
                </c:pt>
                <c:pt idx="7924">
                  <c:v>3.4169999999999998</c:v>
                </c:pt>
                <c:pt idx="7925">
                  <c:v>3.4169999999999998</c:v>
                </c:pt>
                <c:pt idx="7926">
                  <c:v>3.4169999999999998</c:v>
                </c:pt>
                <c:pt idx="7927">
                  <c:v>3.4169999999999998</c:v>
                </c:pt>
                <c:pt idx="7928">
                  <c:v>3.4169999999999998</c:v>
                </c:pt>
                <c:pt idx="7929">
                  <c:v>3.4169999999999998</c:v>
                </c:pt>
                <c:pt idx="7930">
                  <c:v>3.4169999999999998</c:v>
                </c:pt>
                <c:pt idx="7931">
                  <c:v>3.4169999999999998</c:v>
                </c:pt>
                <c:pt idx="7932">
                  <c:v>3.4169999999999998</c:v>
                </c:pt>
                <c:pt idx="7933">
                  <c:v>3.4169999999999998</c:v>
                </c:pt>
                <c:pt idx="7934">
                  <c:v>3.4169999999999998</c:v>
                </c:pt>
                <c:pt idx="7935">
                  <c:v>3.4169999999999998</c:v>
                </c:pt>
                <c:pt idx="7936">
                  <c:v>3.4169999999999998</c:v>
                </c:pt>
                <c:pt idx="7937">
                  <c:v>3.4180000000000001</c:v>
                </c:pt>
                <c:pt idx="7938">
                  <c:v>3.4180000000000001</c:v>
                </c:pt>
                <c:pt idx="7939">
                  <c:v>3.4180000000000001</c:v>
                </c:pt>
                <c:pt idx="7940">
                  <c:v>3.4180000000000001</c:v>
                </c:pt>
                <c:pt idx="7941">
                  <c:v>3.4180000000000001</c:v>
                </c:pt>
                <c:pt idx="7942">
                  <c:v>3.4180000000000001</c:v>
                </c:pt>
                <c:pt idx="7943">
                  <c:v>3.4180000000000001</c:v>
                </c:pt>
                <c:pt idx="7944">
                  <c:v>3.4180000000000001</c:v>
                </c:pt>
                <c:pt idx="7945">
                  <c:v>3.4180000000000001</c:v>
                </c:pt>
                <c:pt idx="7946">
                  <c:v>3.4180000000000001</c:v>
                </c:pt>
                <c:pt idx="7947">
                  <c:v>3.4180000000000001</c:v>
                </c:pt>
                <c:pt idx="7948">
                  <c:v>3.4180000000000001</c:v>
                </c:pt>
                <c:pt idx="7949">
                  <c:v>3.4180000000000001</c:v>
                </c:pt>
                <c:pt idx="7950">
                  <c:v>3.4169999999999998</c:v>
                </c:pt>
                <c:pt idx="7951">
                  <c:v>3.4169999999999998</c:v>
                </c:pt>
                <c:pt idx="7952">
                  <c:v>3.4169999999999998</c:v>
                </c:pt>
                <c:pt idx="7953">
                  <c:v>3.4169999999999998</c:v>
                </c:pt>
                <c:pt idx="7954">
                  <c:v>3.4180000000000001</c:v>
                </c:pt>
                <c:pt idx="7955">
                  <c:v>3.4169999999999998</c:v>
                </c:pt>
                <c:pt idx="7956">
                  <c:v>3.4169999999999998</c:v>
                </c:pt>
                <c:pt idx="7957">
                  <c:v>3.4169999999999998</c:v>
                </c:pt>
                <c:pt idx="7958">
                  <c:v>3.4180000000000001</c:v>
                </c:pt>
                <c:pt idx="7959">
                  <c:v>3.4180000000000001</c:v>
                </c:pt>
                <c:pt idx="7960">
                  <c:v>3.4169999999999998</c:v>
                </c:pt>
                <c:pt idx="7961">
                  <c:v>3.4180000000000001</c:v>
                </c:pt>
                <c:pt idx="7962">
                  <c:v>3.4169999999999998</c:v>
                </c:pt>
                <c:pt idx="7963">
                  <c:v>3.4180000000000001</c:v>
                </c:pt>
                <c:pt idx="7964">
                  <c:v>3.4180000000000001</c:v>
                </c:pt>
                <c:pt idx="7965">
                  <c:v>3.4180000000000001</c:v>
                </c:pt>
                <c:pt idx="7966">
                  <c:v>3.4169999999999998</c:v>
                </c:pt>
                <c:pt idx="7967">
                  <c:v>3.4169999999999998</c:v>
                </c:pt>
                <c:pt idx="7968">
                  <c:v>3.4169999999999998</c:v>
                </c:pt>
                <c:pt idx="7969">
                  <c:v>3.4180000000000001</c:v>
                </c:pt>
                <c:pt idx="7970">
                  <c:v>3.4180000000000001</c:v>
                </c:pt>
                <c:pt idx="7971">
                  <c:v>3.4180000000000001</c:v>
                </c:pt>
                <c:pt idx="7972">
                  <c:v>3.4180000000000001</c:v>
                </c:pt>
                <c:pt idx="7973">
                  <c:v>3.4180000000000001</c:v>
                </c:pt>
                <c:pt idx="7974">
                  <c:v>3.4180000000000001</c:v>
                </c:pt>
                <c:pt idx="7975">
                  <c:v>3.4180000000000001</c:v>
                </c:pt>
                <c:pt idx="7976">
                  <c:v>3.4180000000000001</c:v>
                </c:pt>
                <c:pt idx="7977">
                  <c:v>3.4180000000000001</c:v>
                </c:pt>
                <c:pt idx="7978">
                  <c:v>3.4180000000000001</c:v>
                </c:pt>
                <c:pt idx="7979">
                  <c:v>3.4180000000000001</c:v>
                </c:pt>
                <c:pt idx="7980">
                  <c:v>3.4180000000000001</c:v>
                </c:pt>
                <c:pt idx="7981">
                  <c:v>3.4180000000000001</c:v>
                </c:pt>
                <c:pt idx="7982">
                  <c:v>3.4180000000000001</c:v>
                </c:pt>
                <c:pt idx="7983">
                  <c:v>3.4180000000000001</c:v>
                </c:pt>
                <c:pt idx="7984">
                  <c:v>3.4180000000000001</c:v>
                </c:pt>
                <c:pt idx="7985">
                  <c:v>3.4180000000000001</c:v>
                </c:pt>
                <c:pt idx="7986">
                  <c:v>3.4180000000000001</c:v>
                </c:pt>
                <c:pt idx="7987">
                  <c:v>3.4180000000000001</c:v>
                </c:pt>
                <c:pt idx="7988">
                  <c:v>3.4180000000000001</c:v>
                </c:pt>
                <c:pt idx="7989">
                  <c:v>3.4180000000000001</c:v>
                </c:pt>
                <c:pt idx="7990">
                  <c:v>3.4180000000000001</c:v>
                </c:pt>
                <c:pt idx="7991">
                  <c:v>3.4180000000000001</c:v>
                </c:pt>
                <c:pt idx="7992">
                  <c:v>3.419</c:v>
                </c:pt>
                <c:pt idx="7993">
                  <c:v>3.419</c:v>
                </c:pt>
                <c:pt idx="7994">
                  <c:v>3.4180000000000001</c:v>
                </c:pt>
                <c:pt idx="7995">
                  <c:v>3.4180000000000001</c:v>
                </c:pt>
                <c:pt idx="7996">
                  <c:v>3.4180000000000001</c:v>
                </c:pt>
                <c:pt idx="7997">
                  <c:v>3.4180000000000001</c:v>
                </c:pt>
                <c:pt idx="7998">
                  <c:v>3.4180000000000001</c:v>
                </c:pt>
                <c:pt idx="7999">
                  <c:v>3.4180000000000001</c:v>
                </c:pt>
                <c:pt idx="8000">
                  <c:v>3.4180000000000001</c:v>
                </c:pt>
                <c:pt idx="8001">
                  <c:v>3.419</c:v>
                </c:pt>
                <c:pt idx="8002">
                  <c:v>3.4180000000000001</c:v>
                </c:pt>
                <c:pt idx="8003">
                  <c:v>3.4180000000000001</c:v>
                </c:pt>
                <c:pt idx="8004">
                  <c:v>3.4180000000000001</c:v>
                </c:pt>
                <c:pt idx="8005">
                  <c:v>3.4180000000000001</c:v>
                </c:pt>
                <c:pt idx="8006">
                  <c:v>3.4180000000000001</c:v>
                </c:pt>
                <c:pt idx="8007">
                  <c:v>3.4180000000000001</c:v>
                </c:pt>
                <c:pt idx="8008">
                  <c:v>3.4169999999999998</c:v>
                </c:pt>
                <c:pt idx="8009">
                  <c:v>3.4180000000000001</c:v>
                </c:pt>
                <c:pt idx="8010">
                  <c:v>3.4180000000000001</c:v>
                </c:pt>
                <c:pt idx="8011">
                  <c:v>3.4180000000000001</c:v>
                </c:pt>
                <c:pt idx="8012">
                  <c:v>3.419</c:v>
                </c:pt>
                <c:pt idx="8013">
                  <c:v>3.419</c:v>
                </c:pt>
                <c:pt idx="8014">
                  <c:v>3.419</c:v>
                </c:pt>
                <c:pt idx="8015">
                  <c:v>3.419</c:v>
                </c:pt>
                <c:pt idx="8016">
                  <c:v>3.4180000000000001</c:v>
                </c:pt>
                <c:pt idx="8017">
                  <c:v>3.4180000000000001</c:v>
                </c:pt>
                <c:pt idx="8018">
                  <c:v>3.4180000000000001</c:v>
                </c:pt>
                <c:pt idx="8019">
                  <c:v>3.4180000000000001</c:v>
                </c:pt>
                <c:pt idx="8020">
                  <c:v>3.4180000000000001</c:v>
                </c:pt>
                <c:pt idx="8021">
                  <c:v>3.4180000000000001</c:v>
                </c:pt>
                <c:pt idx="8022">
                  <c:v>3.419</c:v>
                </c:pt>
                <c:pt idx="8023">
                  <c:v>3.419</c:v>
                </c:pt>
                <c:pt idx="8024">
                  <c:v>3.419</c:v>
                </c:pt>
                <c:pt idx="8025">
                  <c:v>3.419</c:v>
                </c:pt>
                <c:pt idx="8026">
                  <c:v>3.419</c:v>
                </c:pt>
                <c:pt idx="8027">
                  <c:v>3.419</c:v>
                </c:pt>
                <c:pt idx="8028">
                  <c:v>3.419</c:v>
                </c:pt>
                <c:pt idx="8029">
                  <c:v>3.419</c:v>
                </c:pt>
                <c:pt idx="8030">
                  <c:v>3.419</c:v>
                </c:pt>
                <c:pt idx="8031">
                  <c:v>3.419</c:v>
                </c:pt>
                <c:pt idx="8032">
                  <c:v>3.419</c:v>
                </c:pt>
                <c:pt idx="8033">
                  <c:v>3.419</c:v>
                </c:pt>
                <c:pt idx="8034">
                  <c:v>3.419</c:v>
                </c:pt>
                <c:pt idx="8035">
                  <c:v>3.419</c:v>
                </c:pt>
                <c:pt idx="8036">
                  <c:v>3.4180000000000001</c:v>
                </c:pt>
                <c:pt idx="8037">
                  <c:v>3.419</c:v>
                </c:pt>
                <c:pt idx="8038">
                  <c:v>3.419</c:v>
                </c:pt>
                <c:pt idx="8039">
                  <c:v>3.419</c:v>
                </c:pt>
                <c:pt idx="8040">
                  <c:v>3.4180000000000001</c:v>
                </c:pt>
                <c:pt idx="8041">
                  <c:v>3.419</c:v>
                </c:pt>
                <c:pt idx="8042">
                  <c:v>3.419</c:v>
                </c:pt>
                <c:pt idx="8043">
                  <c:v>3.419</c:v>
                </c:pt>
                <c:pt idx="8044">
                  <c:v>3.419</c:v>
                </c:pt>
                <c:pt idx="8045">
                  <c:v>3.419</c:v>
                </c:pt>
                <c:pt idx="8046">
                  <c:v>3.419</c:v>
                </c:pt>
                <c:pt idx="8047">
                  <c:v>3.419</c:v>
                </c:pt>
                <c:pt idx="8048">
                  <c:v>3.419</c:v>
                </c:pt>
                <c:pt idx="8049">
                  <c:v>3.419</c:v>
                </c:pt>
                <c:pt idx="8050">
                  <c:v>3.419</c:v>
                </c:pt>
                <c:pt idx="8051">
                  <c:v>3.419</c:v>
                </c:pt>
                <c:pt idx="8052">
                  <c:v>3.419</c:v>
                </c:pt>
                <c:pt idx="8053">
                  <c:v>3.419</c:v>
                </c:pt>
                <c:pt idx="8054">
                  <c:v>3.419</c:v>
                </c:pt>
                <c:pt idx="8055">
                  <c:v>3.419</c:v>
                </c:pt>
                <c:pt idx="8056">
                  <c:v>3.419</c:v>
                </c:pt>
                <c:pt idx="8057">
                  <c:v>3.42</c:v>
                </c:pt>
                <c:pt idx="8058">
                  <c:v>3.42</c:v>
                </c:pt>
                <c:pt idx="8059">
                  <c:v>3.42</c:v>
                </c:pt>
                <c:pt idx="8060">
                  <c:v>3.419</c:v>
                </c:pt>
                <c:pt idx="8061">
                  <c:v>3.419</c:v>
                </c:pt>
                <c:pt idx="8062">
                  <c:v>3.42</c:v>
                </c:pt>
                <c:pt idx="8063">
                  <c:v>3.419</c:v>
                </c:pt>
                <c:pt idx="8064">
                  <c:v>3.419</c:v>
                </c:pt>
                <c:pt idx="8065">
                  <c:v>3.419</c:v>
                </c:pt>
                <c:pt idx="8066">
                  <c:v>3.419</c:v>
                </c:pt>
                <c:pt idx="8067">
                  <c:v>3.419</c:v>
                </c:pt>
                <c:pt idx="8068">
                  <c:v>3.419</c:v>
                </c:pt>
                <c:pt idx="8069">
                  <c:v>3.419</c:v>
                </c:pt>
                <c:pt idx="8070">
                  <c:v>3.419</c:v>
                </c:pt>
                <c:pt idx="8071">
                  <c:v>3.42</c:v>
                </c:pt>
                <c:pt idx="8072">
                  <c:v>3.42</c:v>
                </c:pt>
                <c:pt idx="8073">
                  <c:v>3.42</c:v>
                </c:pt>
                <c:pt idx="8074">
                  <c:v>3.42</c:v>
                </c:pt>
                <c:pt idx="8075">
                  <c:v>3.419</c:v>
                </c:pt>
                <c:pt idx="8076">
                  <c:v>3.42</c:v>
                </c:pt>
                <c:pt idx="8077">
                  <c:v>3.42</c:v>
                </c:pt>
                <c:pt idx="8078">
                  <c:v>3.419</c:v>
                </c:pt>
                <c:pt idx="8079">
                  <c:v>3.419</c:v>
                </c:pt>
                <c:pt idx="8080">
                  <c:v>3.42</c:v>
                </c:pt>
                <c:pt idx="8081">
                  <c:v>3.42</c:v>
                </c:pt>
                <c:pt idx="8082">
                  <c:v>3.42</c:v>
                </c:pt>
                <c:pt idx="8083">
                  <c:v>3.42</c:v>
                </c:pt>
                <c:pt idx="8084">
                  <c:v>3.42</c:v>
                </c:pt>
                <c:pt idx="8085">
                  <c:v>3.419</c:v>
                </c:pt>
                <c:pt idx="8086">
                  <c:v>3.42</c:v>
                </c:pt>
                <c:pt idx="8087">
                  <c:v>3.42</c:v>
                </c:pt>
                <c:pt idx="8088">
                  <c:v>3.42</c:v>
                </c:pt>
                <c:pt idx="8089">
                  <c:v>3.42</c:v>
                </c:pt>
                <c:pt idx="8090">
                  <c:v>3.42</c:v>
                </c:pt>
                <c:pt idx="8091">
                  <c:v>3.42</c:v>
                </c:pt>
                <c:pt idx="8092">
                  <c:v>3.42</c:v>
                </c:pt>
                <c:pt idx="8093">
                  <c:v>3.419</c:v>
                </c:pt>
                <c:pt idx="8094">
                  <c:v>3.419</c:v>
                </c:pt>
                <c:pt idx="8095">
                  <c:v>3.42</c:v>
                </c:pt>
                <c:pt idx="8096">
                  <c:v>3.42</c:v>
                </c:pt>
                <c:pt idx="8097">
                  <c:v>3.42</c:v>
                </c:pt>
                <c:pt idx="8098">
                  <c:v>3.42</c:v>
                </c:pt>
                <c:pt idx="8099">
                  <c:v>3.42</c:v>
                </c:pt>
                <c:pt idx="8100">
                  <c:v>3.42</c:v>
                </c:pt>
                <c:pt idx="8101">
                  <c:v>3.4209999999999998</c:v>
                </c:pt>
                <c:pt idx="8102">
                  <c:v>3.4220000000000002</c:v>
                </c:pt>
                <c:pt idx="8103">
                  <c:v>3.4209999999999998</c:v>
                </c:pt>
                <c:pt idx="8104">
                  <c:v>3.4209999999999998</c:v>
                </c:pt>
                <c:pt idx="8105">
                  <c:v>3.4209999999999998</c:v>
                </c:pt>
                <c:pt idx="8106">
                  <c:v>3.4209999999999998</c:v>
                </c:pt>
                <c:pt idx="8107">
                  <c:v>3.4209999999999998</c:v>
                </c:pt>
                <c:pt idx="8108">
                  <c:v>3.4209999999999998</c:v>
                </c:pt>
                <c:pt idx="8109">
                  <c:v>3.42</c:v>
                </c:pt>
                <c:pt idx="8110">
                  <c:v>3.42</c:v>
                </c:pt>
                <c:pt idx="8111">
                  <c:v>3.42</c:v>
                </c:pt>
                <c:pt idx="8112">
                  <c:v>3.4209999999999998</c:v>
                </c:pt>
                <c:pt idx="8113">
                  <c:v>3.4209999999999998</c:v>
                </c:pt>
                <c:pt idx="8114">
                  <c:v>3.4209999999999998</c:v>
                </c:pt>
                <c:pt idx="8115">
                  <c:v>3.4209999999999998</c:v>
                </c:pt>
                <c:pt idx="8116">
                  <c:v>3.4209999999999998</c:v>
                </c:pt>
                <c:pt idx="8117">
                  <c:v>3.4209999999999998</c:v>
                </c:pt>
                <c:pt idx="8118">
                  <c:v>3.4209999999999998</c:v>
                </c:pt>
                <c:pt idx="8119">
                  <c:v>3.42</c:v>
                </c:pt>
                <c:pt idx="8120">
                  <c:v>3.42</c:v>
                </c:pt>
                <c:pt idx="8121">
                  <c:v>3.42</c:v>
                </c:pt>
                <c:pt idx="8122">
                  <c:v>3.42</c:v>
                </c:pt>
                <c:pt idx="8123">
                  <c:v>3.42</c:v>
                </c:pt>
                <c:pt idx="8124">
                  <c:v>3.42</c:v>
                </c:pt>
                <c:pt idx="8125">
                  <c:v>3.42</c:v>
                </c:pt>
                <c:pt idx="8126">
                  <c:v>3.42</c:v>
                </c:pt>
                <c:pt idx="8127">
                  <c:v>3.42</c:v>
                </c:pt>
                <c:pt idx="8128">
                  <c:v>3.42</c:v>
                </c:pt>
                <c:pt idx="8129">
                  <c:v>3.42</c:v>
                </c:pt>
                <c:pt idx="8130">
                  <c:v>3.4209999999999998</c:v>
                </c:pt>
                <c:pt idx="8131">
                  <c:v>3.4209999999999998</c:v>
                </c:pt>
                <c:pt idx="8132">
                  <c:v>3.4209999999999998</c:v>
                </c:pt>
                <c:pt idx="8133">
                  <c:v>3.4209999999999998</c:v>
                </c:pt>
                <c:pt idx="8134">
                  <c:v>3.42</c:v>
                </c:pt>
                <c:pt idx="8135">
                  <c:v>3.4209999999999998</c:v>
                </c:pt>
                <c:pt idx="8136">
                  <c:v>3.4209999999999998</c:v>
                </c:pt>
                <c:pt idx="8137">
                  <c:v>3.4209999999999998</c:v>
                </c:pt>
                <c:pt idx="8138">
                  <c:v>3.42</c:v>
                </c:pt>
                <c:pt idx="8139">
                  <c:v>3.42</c:v>
                </c:pt>
                <c:pt idx="8140">
                  <c:v>3.42</c:v>
                </c:pt>
                <c:pt idx="8141">
                  <c:v>3.42</c:v>
                </c:pt>
                <c:pt idx="8142">
                  <c:v>3.4209999999999998</c:v>
                </c:pt>
                <c:pt idx="8143">
                  <c:v>3.42</c:v>
                </c:pt>
                <c:pt idx="8144">
                  <c:v>3.42</c:v>
                </c:pt>
                <c:pt idx="8145">
                  <c:v>3.42</c:v>
                </c:pt>
                <c:pt idx="8146">
                  <c:v>3.42</c:v>
                </c:pt>
                <c:pt idx="8147">
                  <c:v>3.4209999999999998</c:v>
                </c:pt>
                <c:pt idx="8148">
                  <c:v>3.4220000000000002</c:v>
                </c:pt>
                <c:pt idx="8149">
                  <c:v>3.4209999999999998</c:v>
                </c:pt>
                <c:pt idx="8150">
                  <c:v>3.4209999999999998</c:v>
                </c:pt>
                <c:pt idx="8151">
                  <c:v>3.4209999999999998</c:v>
                </c:pt>
                <c:pt idx="8152">
                  <c:v>3.4209999999999998</c:v>
                </c:pt>
                <c:pt idx="8153">
                  <c:v>3.4209999999999998</c:v>
                </c:pt>
                <c:pt idx="8154">
                  <c:v>3.4209999999999998</c:v>
                </c:pt>
                <c:pt idx="8155">
                  <c:v>3.4209999999999998</c:v>
                </c:pt>
                <c:pt idx="8156">
                  <c:v>3.4209999999999998</c:v>
                </c:pt>
                <c:pt idx="8157">
                  <c:v>3.4209999999999998</c:v>
                </c:pt>
                <c:pt idx="8158">
                  <c:v>3.4220000000000002</c:v>
                </c:pt>
                <c:pt idx="8159">
                  <c:v>3.4209999999999998</c:v>
                </c:pt>
                <c:pt idx="8160">
                  <c:v>3.4209999999999998</c:v>
                </c:pt>
                <c:pt idx="8161">
                  <c:v>3.4209999999999998</c:v>
                </c:pt>
                <c:pt idx="8162">
                  <c:v>3.4209999999999998</c:v>
                </c:pt>
                <c:pt idx="8163">
                  <c:v>3.4209999999999998</c:v>
                </c:pt>
                <c:pt idx="8164">
                  <c:v>3.4209999999999998</c:v>
                </c:pt>
                <c:pt idx="8165">
                  <c:v>3.4220000000000002</c:v>
                </c:pt>
                <c:pt idx="8166">
                  <c:v>3.4220000000000002</c:v>
                </c:pt>
                <c:pt idx="8167">
                  <c:v>3.4220000000000002</c:v>
                </c:pt>
                <c:pt idx="8168">
                  <c:v>3.4220000000000002</c:v>
                </c:pt>
                <c:pt idx="8169">
                  <c:v>3.4220000000000002</c:v>
                </c:pt>
                <c:pt idx="8170">
                  <c:v>3.4209999999999998</c:v>
                </c:pt>
                <c:pt idx="8171">
                  <c:v>3.4209999999999998</c:v>
                </c:pt>
                <c:pt idx="8172">
                  <c:v>3.4209999999999998</c:v>
                </c:pt>
                <c:pt idx="8173">
                  <c:v>3.4209999999999998</c:v>
                </c:pt>
                <c:pt idx="8174">
                  <c:v>3.4209999999999998</c:v>
                </c:pt>
                <c:pt idx="8175">
                  <c:v>3.4209999999999998</c:v>
                </c:pt>
                <c:pt idx="8176">
                  <c:v>3.4209999999999998</c:v>
                </c:pt>
                <c:pt idx="8177">
                  <c:v>3.4209999999999998</c:v>
                </c:pt>
                <c:pt idx="8178">
                  <c:v>3.4209999999999998</c:v>
                </c:pt>
                <c:pt idx="8179">
                  <c:v>3.4209999999999998</c:v>
                </c:pt>
                <c:pt idx="8180">
                  <c:v>3.4220000000000002</c:v>
                </c:pt>
                <c:pt idx="8181">
                  <c:v>3.4220000000000002</c:v>
                </c:pt>
                <c:pt idx="8182">
                  <c:v>3.4209999999999998</c:v>
                </c:pt>
                <c:pt idx="8183">
                  <c:v>3.4209999999999998</c:v>
                </c:pt>
                <c:pt idx="8184">
                  <c:v>3.4220000000000002</c:v>
                </c:pt>
                <c:pt idx="8185">
                  <c:v>3.4220000000000002</c:v>
                </c:pt>
                <c:pt idx="8186">
                  <c:v>3.4220000000000002</c:v>
                </c:pt>
                <c:pt idx="8187">
                  <c:v>3.4220000000000002</c:v>
                </c:pt>
                <c:pt idx="8188">
                  <c:v>3.4220000000000002</c:v>
                </c:pt>
                <c:pt idx="8189">
                  <c:v>3.4220000000000002</c:v>
                </c:pt>
                <c:pt idx="8190">
                  <c:v>3.4220000000000002</c:v>
                </c:pt>
                <c:pt idx="8191">
                  <c:v>3.4220000000000002</c:v>
                </c:pt>
                <c:pt idx="8192">
                  <c:v>3.4220000000000002</c:v>
                </c:pt>
                <c:pt idx="8193">
                  <c:v>3.4220000000000002</c:v>
                </c:pt>
                <c:pt idx="8194">
                  <c:v>3.4220000000000002</c:v>
                </c:pt>
                <c:pt idx="8195">
                  <c:v>3.4220000000000002</c:v>
                </c:pt>
                <c:pt idx="8196">
                  <c:v>3.4220000000000002</c:v>
                </c:pt>
                <c:pt idx="8197">
                  <c:v>3.4220000000000002</c:v>
                </c:pt>
                <c:pt idx="8198">
                  <c:v>3.4220000000000002</c:v>
                </c:pt>
                <c:pt idx="8199">
                  <c:v>3.4220000000000002</c:v>
                </c:pt>
                <c:pt idx="8200">
                  <c:v>3.4220000000000002</c:v>
                </c:pt>
                <c:pt idx="8201">
                  <c:v>3.4220000000000002</c:v>
                </c:pt>
                <c:pt idx="8202">
                  <c:v>3.4220000000000002</c:v>
                </c:pt>
                <c:pt idx="8203">
                  <c:v>3.4220000000000002</c:v>
                </c:pt>
                <c:pt idx="8204">
                  <c:v>3.4220000000000002</c:v>
                </c:pt>
                <c:pt idx="8205">
                  <c:v>3.4220000000000002</c:v>
                </c:pt>
                <c:pt idx="8206">
                  <c:v>3.4220000000000002</c:v>
                </c:pt>
                <c:pt idx="8207">
                  <c:v>3.4220000000000002</c:v>
                </c:pt>
                <c:pt idx="8208">
                  <c:v>3.4220000000000002</c:v>
                </c:pt>
                <c:pt idx="8209">
                  <c:v>3.4220000000000002</c:v>
                </c:pt>
                <c:pt idx="8210">
                  <c:v>3.4220000000000002</c:v>
                </c:pt>
                <c:pt idx="8211">
                  <c:v>3.4220000000000002</c:v>
                </c:pt>
                <c:pt idx="8212">
                  <c:v>3.4220000000000002</c:v>
                </c:pt>
                <c:pt idx="8213">
                  <c:v>3.4220000000000002</c:v>
                </c:pt>
                <c:pt idx="8214">
                  <c:v>3.4220000000000002</c:v>
                </c:pt>
                <c:pt idx="8215">
                  <c:v>3.4220000000000002</c:v>
                </c:pt>
                <c:pt idx="8216">
                  <c:v>3.4220000000000002</c:v>
                </c:pt>
                <c:pt idx="8217">
                  <c:v>3.4220000000000002</c:v>
                </c:pt>
                <c:pt idx="8218">
                  <c:v>3.4220000000000002</c:v>
                </c:pt>
                <c:pt idx="8219">
                  <c:v>3.423</c:v>
                </c:pt>
                <c:pt idx="8220">
                  <c:v>3.423</c:v>
                </c:pt>
                <c:pt idx="8221">
                  <c:v>3.423</c:v>
                </c:pt>
                <c:pt idx="8222">
                  <c:v>3.423</c:v>
                </c:pt>
                <c:pt idx="8223">
                  <c:v>3.423</c:v>
                </c:pt>
                <c:pt idx="8224">
                  <c:v>3.423</c:v>
                </c:pt>
                <c:pt idx="8225">
                  <c:v>3.423</c:v>
                </c:pt>
                <c:pt idx="8226">
                  <c:v>3.423</c:v>
                </c:pt>
                <c:pt idx="8227">
                  <c:v>3.423</c:v>
                </c:pt>
                <c:pt idx="8228">
                  <c:v>3.423</c:v>
                </c:pt>
                <c:pt idx="8229">
                  <c:v>3.423</c:v>
                </c:pt>
                <c:pt idx="8230">
                  <c:v>3.423</c:v>
                </c:pt>
                <c:pt idx="8231">
                  <c:v>3.423</c:v>
                </c:pt>
                <c:pt idx="8232">
                  <c:v>3.423</c:v>
                </c:pt>
                <c:pt idx="8233">
                  <c:v>3.423</c:v>
                </c:pt>
                <c:pt idx="8234">
                  <c:v>3.423</c:v>
                </c:pt>
                <c:pt idx="8235">
                  <c:v>3.423</c:v>
                </c:pt>
                <c:pt idx="8236">
                  <c:v>3.423</c:v>
                </c:pt>
                <c:pt idx="8237">
                  <c:v>3.423</c:v>
                </c:pt>
                <c:pt idx="8238">
                  <c:v>3.423</c:v>
                </c:pt>
                <c:pt idx="8239">
                  <c:v>3.423</c:v>
                </c:pt>
                <c:pt idx="8240">
                  <c:v>3.423</c:v>
                </c:pt>
                <c:pt idx="8241">
                  <c:v>3.423</c:v>
                </c:pt>
                <c:pt idx="8242">
                  <c:v>3.4220000000000002</c:v>
                </c:pt>
                <c:pt idx="8243">
                  <c:v>3.423</c:v>
                </c:pt>
                <c:pt idx="8244">
                  <c:v>3.4239999999999999</c:v>
                </c:pt>
                <c:pt idx="8245">
                  <c:v>3.423</c:v>
                </c:pt>
                <c:pt idx="8246">
                  <c:v>3.423</c:v>
                </c:pt>
                <c:pt idx="8247">
                  <c:v>3.423</c:v>
                </c:pt>
                <c:pt idx="8248">
                  <c:v>3.423</c:v>
                </c:pt>
                <c:pt idx="8249">
                  <c:v>3.423</c:v>
                </c:pt>
                <c:pt idx="8250">
                  <c:v>3.423</c:v>
                </c:pt>
                <c:pt idx="8251">
                  <c:v>3.423</c:v>
                </c:pt>
                <c:pt idx="8252">
                  <c:v>3.423</c:v>
                </c:pt>
                <c:pt idx="8253">
                  <c:v>3.423</c:v>
                </c:pt>
                <c:pt idx="8254">
                  <c:v>3.423</c:v>
                </c:pt>
                <c:pt idx="8255">
                  <c:v>3.423</c:v>
                </c:pt>
                <c:pt idx="8256">
                  <c:v>3.423</c:v>
                </c:pt>
                <c:pt idx="8257">
                  <c:v>3.423</c:v>
                </c:pt>
                <c:pt idx="8258">
                  <c:v>3.423</c:v>
                </c:pt>
                <c:pt idx="8259">
                  <c:v>3.423</c:v>
                </c:pt>
                <c:pt idx="8260">
                  <c:v>3.423</c:v>
                </c:pt>
                <c:pt idx="8261">
                  <c:v>3.423</c:v>
                </c:pt>
                <c:pt idx="8262">
                  <c:v>3.423</c:v>
                </c:pt>
                <c:pt idx="8263">
                  <c:v>3.423</c:v>
                </c:pt>
                <c:pt idx="8264">
                  <c:v>3.423</c:v>
                </c:pt>
                <c:pt idx="8265">
                  <c:v>3.4239999999999999</c:v>
                </c:pt>
                <c:pt idx="8266">
                  <c:v>3.4239999999999999</c:v>
                </c:pt>
                <c:pt idx="8267">
                  <c:v>3.4239999999999999</c:v>
                </c:pt>
                <c:pt idx="8268">
                  <c:v>3.4239999999999999</c:v>
                </c:pt>
                <c:pt idx="8269">
                  <c:v>3.4239999999999999</c:v>
                </c:pt>
                <c:pt idx="8270">
                  <c:v>3.423</c:v>
                </c:pt>
                <c:pt idx="8271">
                  <c:v>3.4239999999999999</c:v>
                </c:pt>
                <c:pt idx="8272">
                  <c:v>3.423</c:v>
                </c:pt>
                <c:pt idx="8273">
                  <c:v>3.423</c:v>
                </c:pt>
                <c:pt idx="8274">
                  <c:v>3.4239999999999999</c:v>
                </c:pt>
                <c:pt idx="8275">
                  <c:v>3.423</c:v>
                </c:pt>
                <c:pt idx="8276">
                  <c:v>3.423</c:v>
                </c:pt>
                <c:pt idx="8277">
                  <c:v>3.423</c:v>
                </c:pt>
                <c:pt idx="8278">
                  <c:v>3.4239999999999999</c:v>
                </c:pt>
                <c:pt idx="8279">
                  <c:v>3.423</c:v>
                </c:pt>
                <c:pt idx="8280">
                  <c:v>3.4239999999999999</c:v>
                </c:pt>
                <c:pt idx="8281">
                  <c:v>3.423</c:v>
                </c:pt>
                <c:pt idx="8282">
                  <c:v>3.423</c:v>
                </c:pt>
                <c:pt idx="8283">
                  <c:v>3.423</c:v>
                </c:pt>
                <c:pt idx="8284">
                  <c:v>3.423</c:v>
                </c:pt>
                <c:pt idx="8285">
                  <c:v>3.423</c:v>
                </c:pt>
                <c:pt idx="8286">
                  <c:v>3.423</c:v>
                </c:pt>
                <c:pt idx="8287">
                  <c:v>3.423</c:v>
                </c:pt>
                <c:pt idx="8288">
                  <c:v>3.423</c:v>
                </c:pt>
                <c:pt idx="8289">
                  <c:v>3.423</c:v>
                </c:pt>
                <c:pt idx="8290">
                  <c:v>3.423</c:v>
                </c:pt>
                <c:pt idx="8291">
                  <c:v>3.423</c:v>
                </c:pt>
                <c:pt idx="8292">
                  <c:v>3.423</c:v>
                </c:pt>
                <c:pt idx="8293">
                  <c:v>3.423</c:v>
                </c:pt>
                <c:pt idx="8294">
                  <c:v>3.4239999999999999</c:v>
                </c:pt>
                <c:pt idx="8295">
                  <c:v>3.4239999999999999</c:v>
                </c:pt>
                <c:pt idx="8296">
                  <c:v>3.4239999999999999</c:v>
                </c:pt>
                <c:pt idx="8297">
                  <c:v>3.423</c:v>
                </c:pt>
                <c:pt idx="8298">
                  <c:v>3.423</c:v>
                </c:pt>
                <c:pt idx="8299">
                  <c:v>3.4239999999999999</c:v>
                </c:pt>
                <c:pt idx="8300">
                  <c:v>3.4239999999999999</c:v>
                </c:pt>
                <c:pt idx="8301">
                  <c:v>3.4239999999999999</c:v>
                </c:pt>
                <c:pt idx="8302">
                  <c:v>3.4239999999999999</c:v>
                </c:pt>
                <c:pt idx="8303">
                  <c:v>3.4239999999999999</c:v>
                </c:pt>
                <c:pt idx="8304">
                  <c:v>3.4239999999999999</c:v>
                </c:pt>
                <c:pt idx="8305">
                  <c:v>3.4239999999999999</c:v>
                </c:pt>
                <c:pt idx="8306">
                  <c:v>3.4239999999999999</c:v>
                </c:pt>
                <c:pt idx="8307">
                  <c:v>3.423</c:v>
                </c:pt>
                <c:pt idx="8308">
                  <c:v>3.423</c:v>
                </c:pt>
                <c:pt idx="8309">
                  <c:v>3.4239999999999999</c:v>
                </c:pt>
                <c:pt idx="8310">
                  <c:v>3.4239999999999999</c:v>
                </c:pt>
                <c:pt idx="8311">
                  <c:v>3.4239999999999999</c:v>
                </c:pt>
                <c:pt idx="8312">
                  <c:v>3.4239999999999999</c:v>
                </c:pt>
                <c:pt idx="8313">
                  <c:v>3.4239999999999999</c:v>
                </c:pt>
                <c:pt idx="8314">
                  <c:v>3.4249999999999998</c:v>
                </c:pt>
                <c:pt idx="8315">
                  <c:v>3.4239999999999999</c:v>
                </c:pt>
                <c:pt idx="8316">
                  <c:v>3.4239999999999999</c:v>
                </c:pt>
                <c:pt idx="8317">
                  <c:v>3.4239999999999999</c:v>
                </c:pt>
                <c:pt idx="8318">
                  <c:v>3.4239999999999999</c:v>
                </c:pt>
                <c:pt idx="8319">
                  <c:v>3.4249999999999998</c:v>
                </c:pt>
                <c:pt idx="8320">
                  <c:v>3.4239999999999999</c:v>
                </c:pt>
                <c:pt idx="8321">
                  <c:v>3.4239999999999999</c:v>
                </c:pt>
                <c:pt idx="8322">
                  <c:v>3.4239999999999999</c:v>
                </c:pt>
                <c:pt idx="8323">
                  <c:v>3.423</c:v>
                </c:pt>
                <c:pt idx="8324">
                  <c:v>3.423</c:v>
                </c:pt>
                <c:pt idx="8325">
                  <c:v>3.4239999999999999</c:v>
                </c:pt>
                <c:pt idx="8326">
                  <c:v>3.4239999999999999</c:v>
                </c:pt>
                <c:pt idx="8327">
                  <c:v>3.4239999999999999</c:v>
                </c:pt>
                <c:pt idx="8328">
                  <c:v>3.4239999999999999</c:v>
                </c:pt>
                <c:pt idx="8329">
                  <c:v>3.4239999999999999</c:v>
                </c:pt>
                <c:pt idx="8330">
                  <c:v>3.4239999999999999</c:v>
                </c:pt>
                <c:pt idx="8331">
                  <c:v>3.4239999999999999</c:v>
                </c:pt>
                <c:pt idx="8332">
                  <c:v>3.4239999999999999</c:v>
                </c:pt>
                <c:pt idx="8333">
                  <c:v>3.4249999999999998</c:v>
                </c:pt>
                <c:pt idx="8334">
                  <c:v>3.4249999999999998</c:v>
                </c:pt>
                <c:pt idx="8335">
                  <c:v>3.4249999999999998</c:v>
                </c:pt>
                <c:pt idx="8336">
                  <c:v>3.4239999999999999</c:v>
                </c:pt>
                <c:pt idx="8337">
                  <c:v>3.4239999999999999</c:v>
                </c:pt>
                <c:pt idx="8338">
                  <c:v>3.4249999999999998</c:v>
                </c:pt>
                <c:pt idx="8339">
                  <c:v>3.4249999999999998</c:v>
                </c:pt>
                <c:pt idx="8340">
                  <c:v>3.4249999999999998</c:v>
                </c:pt>
                <c:pt idx="8341">
                  <c:v>3.4249999999999998</c:v>
                </c:pt>
                <c:pt idx="8342">
                  <c:v>3.4249999999999998</c:v>
                </c:pt>
                <c:pt idx="8343">
                  <c:v>3.4249999999999998</c:v>
                </c:pt>
                <c:pt idx="8344">
                  <c:v>3.4249999999999998</c:v>
                </c:pt>
                <c:pt idx="8345">
                  <c:v>3.4249999999999998</c:v>
                </c:pt>
                <c:pt idx="8346">
                  <c:v>3.4249999999999998</c:v>
                </c:pt>
                <c:pt idx="8347">
                  <c:v>3.4249999999999998</c:v>
                </c:pt>
                <c:pt idx="8348">
                  <c:v>3.4249999999999998</c:v>
                </c:pt>
                <c:pt idx="8349">
                  <c:v>3.4239999999999999</c:v>
                </c:pt>
                <c:pt idx="8350">
                  <c:v>3.4239999999999999</c:v>
                </c:pt>
                <c:pt idx="8351">
                  <c:v>3.4249999999999998</c:v>
                </c:pt>
                <c:pt idx="8352">
                  <c:v>3.4249999999999998</c:v>
                </c:pt>
                <c:pt idx="8353">
                  <c:v>3.4249999999999998</c:v>
                </c:pt>
                <c:pt idx="8354">
                  <c:v>3.4239999999999999</c:v>
                </c:pt>
                <c:pt idx="8355">
                  <c:v>3.4239999999999999</c:v>
                </c:pt>
                <c:pt idx="8356">
                  <c:v>3.4249999999999998</c:v>
                </c:pt>
                <c:pt idx="8357">
                  <c:v>3.4249999999999998</c:v>
                </c:pt>
                <c:pt idx="8358">
                  <c:v>3.4249999999999998</c:v>
                </c:pt>
                <c:pt idx="8359">
                  <c:v>3.4249999999999998</c:v>
                </c:pt>
                <c:pt idx="8360">
                  <c:v>3.4249999999999998</c:v>
                </c:pt>
                <c:pt idx="8361">
                  <c:v>3.4249999999999998</c:v>
                </c:pt>
                <c:pt idx="8362">
                  <c:v>3.4249999999999998</c:v>
                </c:pt>
                <c:pt idx="8363">
                  <c:v>3.4249999999999998</c:v>
                </c:pt>
                <c:pt idx="8364">
                  <c:v>3.4249999999999998</c:v>
                </c:pt>
                <c:pt idx="8365">
                  <c:v>3.4249999999999998</c:v>
                </c:pt>
                <c:pt idx="8366">
                  <c:v>3.4249999999999998</c:v>
                </c:pt>
                <c:pt idx="8367">
                  <c:v>3.4249999999999998</c:v>
                </c:pt>
                <c:pt idx="8368">
                  <c:v>3.4249999999999998</c:v>
                </c:pt>
                <c:pt idx="8369">
                  <c:v>3.4260000000000002</c:v>
                </c:pt>
                <c:pt idx="8370">
                  <c:v>3.4249999999999998</c:v>
                </c:pt>
                <c:pt idx="8371">
                  <c:v>3.4249999999999998</c:v>
                </c:pt>
                <c:pt idx="8372">
                  <c:v>3.4249999999999998</c:v>
                </c:pt>
                <c:pt idx="8373">
                  <c:v>3.4239999999999999</c:v>
                </c:pt>
                <c:pt idx="8374">
                  <c:v>3.4249999999999998</c:v>
                </c:pt>
                <c:pt idx="8375">
                  <c:v>3.4249999999999998</c:v>
                </c:pt>
                <c:pt idx="8376">
                  <c:v>3.4249999999999998</c:v>
                </c:pt>
                <c:pt idx="8377">
                  <c:v>3.4249999999999998</c:v>
                </c:pt>
                <c:pt idx="8378">
                  <c:v>3.4239999999999999</c:v>
                </c:pt>
                <c:pt idx="8379">
                  <c:v>3.4239999999999999</c:v>
                </c:pt>
                <c:pt idx="8380">
                  <c:v>3.4249999999999998</c:v>
                </c:pt>
                <c:pt idx="8381">
                  <c:v>3.4249999999999998</c:v>
                </c:pt>
                <c:pt idx="8382">
                  <c:v>3.4249999999999998</c:v>
                </c:pt>
                <c:pt idx="8383">
                  <c:v>3.4249999999999998</c:v>
                </c:pt>
                <c:pt idx="8384">
                  <c:v>3.4249999999999998</c:v>
                </c:pt>
                <c:pt idx="8385">
                  <c:v>3.4249999999999998</c:v>
                </c:pt>
                <c:pt idx="8386">
                  <c:v>3.4249999999999998</c:v>
                </c:pt>
                <c:pt idx="8387">
                  <c:v>3.4249999999999998</c:v>
                </c:pt>
                <c:pt idx="8388">
                  <c:v>3.4260000000000002</c:v>
                </c:pt>
                <c:pt idx="8389">
                  <c:v>3.4249999999999998</c:v>
                </c:pt>
                <c:pt idx="8390">
                  <c:v>3.4249999999999998</c:v>
                </c:pt>
                <c:pt idx="8391">
                  <c:v>3.4249999999999998</c:v>
                </c:pt>
                <c:pt idx="8392">
                  <c:v>3.4260000000000002</c:v>
                </c:pt>
                <c:pt idx="8393">
                  <c:v>3.4249999999999998</c:v>
                </c:pt>
                <c:pt idx="8394">
                  <c:v>3.4249999999999998</c:v>
                </c:pt>
                <c:pt idx="8395">
                  <c:v>3.4249999999999998</c:v>
                </c:pt>
                <c:pt idx="8396">
                  <c:v>3.4249999999999998</c:v>
                </c:pt>
                <c:pt idx="8397">
                  <c:v>3.4249999999999998</c:v>
                </c:pt>
                <c:pt idx="8398">
                  <c:v>3.4249999999999998</c:v>
                </c:pt>
                <c:pt idx="8399">
                  <c:v>3.4249999999999998</c:v>
                </c:pt>
                <c:pt idx="8400">
                  <c:v>3.4249999999999998</c:v>
                </c:pt>
                <c:pt idx="8401">
                  <c:v>3.4260000000000002</c:v>
                </c:pt>
                <c:pt idx="8402">
                  <c:v>3.4260000000000002</c:v>
                </c:pt>
                <c:pt idx="8403">
                  <c:v>3.4249999999999998</c:v>
                </c:pt>
                <c:pt idx="8404">
                  <c:v>3.4249999999999998</c:v>
                </c:pt>
                <c:pt idx="8405">
                  <c:v>3.4249999999999998</c:v>
                </c:pt>
                <c:pt idx="8406">
                  <c:v>3.4249999999999998</c:v>
                </c:pt>
                <c:pt idx="8407">
                  <c:v>3.4249999999999998</c:v>
                </c:pt>
                <c:pt idx="8408">
                  <c:v>3.4249999999999998</c:v>
                </c:pt>
                <c:pt idx="8409">
                  <c:v>3.4249999999999998</c:v>
                </c:pt>
                <c:pt idx="8410">
                  <c:v>3.4249999999999998</c:v>
                </c:pt>
                <c:pt idx="8411">
                  <c:v>3.4249999999999998</c:v>
                </c:pt>
                <c:pt idx="8412">
                  <c:v>3.4260000000000002</c:v>
                </c:pt>
                <c:pt idx="8413">
                  <c:v>3.4260000000000002</c:v>
                </c:pt>
                <c:pt idx="8414">
                  <c:v>3.4260000000000002</c:v>
                </c:pt>
                <c:pt idx="8415">
                  <c:v>3.4260000000000002</c:v>
                </c:pt>
                <c:pt idx="8416">
                  <c:v>3.4249999999999998</c:v>
                </c:pt>
                <c:pt idx="8417">
                  <c:v>3.4260000000000002</c:v>
                </c:pt>
                <c:pt idx="8418">
                  <c:v>3.4260000000000002</c:v>
                </c:pt>
                <c:pt idx="8419">
                  <c:v>3.4260000000000002</c:v>
                </c:pt>
                <c:pt idx="8420">
                  <c:v>3.4249999999999998</c:v>
                </c:pt>
                <c:pt idx="8421">
                  <c:v>3.4249999999999998</c:v>
                </c:pt>
                <c:pt idx="8422">
                  <c:v>3.4260000000000002</c:v>
                </c:pt>
                <c:pt idx="8423">
                  <c:v>3.4260000000000002</c:v>
                </c:pt>
                <c:pt idx="8424">
                  <c:v>3.4260000000000002</c:v>
                </c:pt>
                <c:pt idx="8425">
                  <c:v>3.4260000000000002</c:v>
                </c:pt>
                <c:pt idx="8426">
                  <c:v>3.4260000000000002</c:v>
                </c:pt>
                <c:pt idx="8427">
                  <c:v>3.4260000000000002</c:v>
                </c:pt>
                <c:pt idx="8428">
                  <c:v>3.4249999999999998</c:v>
                </c:pt>
                <c:pt idx="8429">
                  <c:v>3.4249999999999998</c:v>
                </c:pt>
                <c:pt idx="8430">
                  <c:v>3.4249999999999998</c:v>
                </c:pt>
                <c:pt idx="8431">
                  <c:v>3.4249999999999998</c:v>
                </c:pt>
                <c:pt idx="8432">
                  <c:v>3.4249999999999998</c:v>
                </c:pt>
                <c:pt idx="8433">
                  <c:v>3.4249999999999998</c:v>
                </c:pt>
                <c:pt idx="8434">
                  <c:v>3.4249999999999998</c:v>
                </c:pt>
                <c:pt idx="8435">
                  <c:v>3.4260000000000002</c:v>
                </c:pt>
                <c:pt idx="8436">
                  <c:v>3.4260000000000002</c:v>
                </c:pt>
                <c:pt idx="8437">
                  <c:v>3.4260000000000002</c:v>
                </c:pt>
                <c:pt idx="8438">
                  <c:v>3.4260000000000002</c:v>
                </c:pt>
                <c:pt idx="8439">
                  <c:v>3.4260000000000002</c:v>
                </c:pt>
                <c:pt idx="8440">
                  <c:v>3.4260000000000002</c:v>
                </c:pt>
                <c:pt idx="8441">
                  <c:v>3.4260000000000002</c:v>
                </c:pt>
                <c:pt idx="8442">
                  <c:v>3.4260000000000002</c:v>
                </c:pt>
                <c:pt idx="8443">
                  <c:v>3.4260000000000002</c:v>
                </c:pt>
                <c:pt idx="8444">
                  <c:v>3.4260000000000002</c:v>
                </c:pt>
                <c:pt idx="8445">
                  <c:v>3.4260000000000002</c:v>
                </c:pt>
                <c:pt idx="8446">
                  <c:v>3.4260000000000002</c:v>
                </c:pt>
                <c:pt idx="8447">
                  <c:v>3.4260000000000002</c:v>
                </c:pt>
                <c:pt idx="8448">
                  <c:v>3.4260000000000002</c:v>
                </c:pt>
                <c:pt idx="8449">
                  <c:v>3.4260000000000002</c:v>
                </c:pt>
                <c:pt idx="8450">
                  <c:v>3.4260000000000002</c:v>
                </c:pt>
                <c:pt idx="8451">
                  <c:v>3.4260000000000002</c:v>
                </c:pt>
                <c:pt idx="8452">
                  <c:v>3.427</c:v>
                </c:pt>
                <c:pt idx="8453">
                  <c:v>3.4260000000000002</c:v>
                </c:pt>
                <c:pt idx="8454">
                  <c:v>3.4260000000000002</c:v>
                </c:pt>
                <c:pt idx="8455">
                  <c:v>3.4260000000000002</c:v>
                </c:pt>
                <c:pt idx="8456">
                  <c:v>3.427</c:v>
                </c:pt>
                <c:pt idx="8457">
                  <c:v>3.427</c:v>
                </c:pt>
                <c:pt idx="8458">
                  <c:v>3.4260000000000002</c:v>
                </c:pt>
                <c:pt idx="8459">
                  <c:v>3.4260000000000002</c:v>
                </c:pt>
                <c:pt idx="8460">
                  <c:v>3.4260000000000002</c:v>
                </c:pt>
                <c:pt idx="8461">
                  <c:v>3.4260000000000002</c:v>
                </c:pt>
                <c:pt idx="8462">
                  <c:v>3.4260000000000002</c:v>
                </c:pt>
                <c:pt idx="8463">
                  <c:v>3.4260000000000002</c:v>
                </c:pt>
                <c:pt idx="8464">
                  <c:v>3.4260000000000002</c:v>
                </c:pt>
                <c:pt idx="8465">
                  <c:v>3.4260000000000002</c:v>
                </c:pt>
                <c:pt idx="8466">
                  <c:v>3.4260000000000002</c:v>
                </c:pt>
                <c:pt idx="8467">
                  <c:v>3.427</c:v>
                </c:pt>
                <c:pt idx="8468">
                  <c:v>3.427</c:v>
                </c:pt>
                <c:pt idx="8469">
                  <c:v>3.427</c:v>
                </c:pt>
                <c:pt idx="8470">
                  <c:v>3.4260000000000002</c:v>
                </c:pt>
                <c:pt idx="8471">
                  <c:v>3.4260000000000002</c:v>
                </c:pt>
                <c:pt idx="8472">
                  <c:v>3.4260000000000002</c:v>
                </c:pt>
                <c:pt idx="8473">
                  <c:v>3.4260000000000002</c:v>
                </c:pt>
                <c:pt idx="8474">
                  <c:v>3.4260000000000002</c:v>
                </c:pt>
                <c:pt idx="8475">
                  <c:v>3.427</c:v>
                </c:pt>
                <c:pt idx="8476">
                  <c:v>3.427</c:v>
                </c:pt>
                <c:pt idx="8477">
                  <c:v>3.427</c:v>
                </c:pt>
                <c:pt idx="8478">
                  <c:v>3.427</c:v>
                </c:pt>
                <c:pt idx="8479">
                  <c:v>3.4260000000000002</c:v>
                </c:pt>
                <c:pt idx="8480">
                  <c:v>3.4260000000000002</c:v>
                </c:pt>
                <c:pt idx="8481">
                  <c:v>3.4260000000000002</c:v>
                </c:pt>
                <c:pt idx="8482">
                  <c:v>3.427</c:v>
                </c:pt>
                <c:pt idx="8483">
                  <c:v>3.4260000000000002</c:v>
                </c:pt>
                <c:pt idx="8484">
                  <c:v>3.4260000000000002</c:v>
                </c:pt>
                <c:pt idx="8485">
                  <c:v>3.427</c:v>
                </c:pt>
                <c:pt idx="8486">
                  <c:v>3.427</c:v>
                </c:pt>
                <c:pt idx="8487">
                  <c:v>3.4260000000000002</c:v>
                </c:pt>
                <c:pt idx="8488">
                  <c:v>3.4260000000000002</c:v>
                </c:pt>
                <c:pt idx="8489">
                  <c:v>3.427</c:v>
                </c:pt>
                <c:pt idx="8490">
                  <c:v>3.4260000000000002</c:v>
                </c:pt>
                <c:pt idx="8491">
                  <c:v>3.427</c:v>
                </c:pt>
                <c:pt idx="8492">
                  <c:v>3.427</c:v>
                </c:pt>
                <c:pt idx="8493">
                  <c:v>3.427</c:v>
                </c:pt>
                <c:pt idx="8494">
                  <c:v>3.427</c:v>
                </c:pt>
                <c:pt idx="8495">
                  <c:v>3.427</c:v>
                </c:pt>
                <c:pt idx="8496">
                  <c:v>3.427</c:v>
                </c:pt>
                <c:pt idx="8497">
                  <c:v>3.427</c:v>
                </c:pt>
                <c:pt idx="8498">
                  <c:v>3.427</c:v>
                </c:pt>
                <c:pt idx="8499">
                  <c:v>3.427</c:v>
                </c:pt>
                <c:pt idx="8500">
                  <c:v>3.427</c:v>
                </c:pt>
                <c:pt idx="8501">
                  <c:v>3.427</c:v>
                </c:pt>
                <c:pt idx="8502">
                  <c:v>3.427</c:v>
                </c:pt>
                <c:pt idx="8503">
                  <c:v>3.427</c:v>
                </c:pt>
                <c:pt idx="8504">
                  <c:v>3.427</c:v>
                </c:pt>
                <c:pt idx="8505">
                  <c:v>3.4260000000000002</c:v>
                </c:pt>
                <c:pt idx="8506">
                  <c:v>3.427</c:v>
                </c:pt>
                <c:pt idx="8507">
                  <c:v>3.427</c:v>
                </c:pt>
                <c:pt idx="8508">
                  <c:v>3.427</c:v>
                </c:pt>
                <c:pt idx="8509">
                  <c:v>3.427</c:v>
                </c:pt>
                <c:pt idx="8510">
                  <c:v>3.427</c:v>
                </c:pt>
                <c:pt idx="8511">
                  <c:v>3.427</c:v>
                </c:pt>
                <c:pt idx="8512">
                  <c:v>3.427</c:v>
                </c:pt>
                <c:pt idx="8513">
                  <c:v>3.427</c:v>
                </c:pt>
                <c:pt idx="8514">
                  <c:v>3.427</c:v>
                </c:pt>
                <c:pt idx="8515">
                  <c:v>3.427</c:v>
                </c:pt>
                <c:pt idx="8516">
                  <c:v>3.427</c:v>
                </c:pt>
                <c:pt idx="8517">
                  <c:v>3.427</c:v>
                </c:pt>
                <c:pt idx="8518">
                  <c:v>3.427</c:v>
                </c:pt>
                <c:pt idx="8519">
                  <c:v>3.427</c:v>
                </c:pt>
                <c:pt idx="8520">
                  <c:v>3.427</c:v>
                </c:pt>
                <c:pt idx="8521">
                  <c:v>3.427</c:v>
                </c:pt>
                <c:pt idx="8522">
                  <c:v>3.427</c:v>
                </c:pt>
                <c:pt idx="8523">
                  <c:v>3.427</c:v>
                </c:pt>
                <c:pt idx="8524">
                  <c:v>3.427</c:v>
                </c:pt>
                <c:pt idx="8525">
                  <c:v>3.427</c:v>
                </c:pt>
                <c:pt idx="8526">
                  <c:v>3.427</c:v>
                </c:pt>
                <c:pt idx="8527">
                  <c:v>3.427</c:v>
                </c:pt>
                <c:pt idx="8528">
                  <c:v>3.427</c:v>
                </c:pt>
                <c:pt idx="8529">
                  <c:v>3.427</c:v>
                </c:pt>
                <c:pt idx="8530">
                  <c:v>3.427</c:v>
                </c:pt>
                <c:pt idx="8531">
                  <c:v>3.427</c:v>
                </c:pt>
                <c:pt idx="8532">
                  <c:v>3.4279999999999999</c:v>
                </c:pt>
                <c:pt idx="8533">
                  <c:v>3.4279999999999999</c:v>
                </c:pt>
                <c:pt idx="8534">
                  <c:v>3.427</c:v>
                </c:pt>
                <c:pt idx="8535">
                  <c:v>3.427</c:v>
                </c:pt>
                <c:pt idx="8536">
                  <c:v>3.427</c:v>
                </c:pt>
                <c:pt idx="8537">
                  <c:v>3.427</c:v>
                </c:pt>
                <c:pt idx="8538">
                  <c:v>3.427</c:v>
                </c:pt>
                <c:pt idx="8539">
                  <c:v>3.427</c:v>
                </c:pt>
                <c:pt idx="8540">
                  <c:v>3.427</c:v>
                </c:pt>
                <c:pt idx="8541">
                  <c:v>3.427</c:v>
                </c:pt>
                <c:pt idx="8542">
                  <c:v>3.427</c:v>
                </c:pt>
                <c:pt idx="8543">
                  <c:v>3.427</c:v>
                </c:pt>
                <c:pt idx="8544">
                  <c:v>3.4279999999999999</c:v>
                </c:pt>
                <c:pt idx="8545">
                  <c:v>3.427</c:v>
                </c:pt>
                <c:pt idx="8546">
                  <c:v>3.427</c:v>
                </c:pt>
                <c:pt idx="8547">
                  <c:v>3.427</c:v>
                </c:pt>
                <c:pt idx="8548">
                  <c:v>3.427</c:v>
                </c:pt>
                <c:pt idx="8549">
                  <c:v>3.427</c:v>
                </c:pt>
                <c:pt idx="8550">
                  <c:v>3.4279999999999999</c:v>
                </c:pt>
                <c:pt idx="8551">
                  <c:v>3.4279999999999999</c:v>
                </c:pt>
                <c:pt idx="8552">
                  <c:v>3.427</c:v>
                </c:pt>
                <c:pt idx="8553">
                  <c:v>3.4279999999999999</c:v>
                </c:pt>
                <c:pt idx="8554">
                  <c:v>3.4279999999999999</c:v>
                </c:pt>
                <c:pt idx="8555">
                  <c:v>3.4279999999999999</c:v>
                </c:pt>
                <c:pt idx="8556">
                  <c:v>3.427</c:v>
                </c:pt>
                <c:pt idx="8557">
                  <c:v>3.427</c:v>
                </c:pt>
                <c:pt idx="8558">
                  <c:v>3.427</c:v>
                </c:pt>
                <c:pt idx="8559">
                  <c:v>3.427</c:v>
                </c:pt>
                <c:pt idx="8560">
                  <c:v>3.4279999999999999</c:v>
                </c:pt>
                <c:pt idx="8561">
                  <c:v>3.427</c:v>
                </c:pt>
                <c:pt idx="8562">
                  <c:v>3.427</c:v>
                </c:pt>
                <c:pt idx="8563">
                  <c:v>3.4279999999999999</c:v>
                </c:pt>
                <c:pt idx="8564">
                  <c:v>3.4279999999999999</c:v>
                </c:pt>
                <c:pt idx="8565">
                  <c:v>3.427</c:v>
                </c:pt>
                <c:pt idx="8566">
                  <c:v>3.427</c:v>
                </c:pt>
                <c:pt idx="8567">
                  <c:v>3.427</c:v>
                </c:pt>
                <c:pt idx="8568">
                  <c:v>3.4279999999999999</c:v>
                </c:pt>
                <c:pt idx="8569">
                  <c:v>3.427</c:v>
                </c:pt>
                <c:pt idx="8570">
                  <c:v>3.427</c:v>
                </c:pt>
                <c:pt idx="8571">
                  <c:v>3.4279999999999999</c:v>
                </c:pt>
                <c:pt idx="8572">
                  <c:v>3.4279999999999999</c:v>
                </c:pt>
                <c:pt idx="8573">
                  <c:v>3.4279999999999999</c:v>
                </c:pt>
                <c:pt idx="8574">
                  <c:v>3.4279999999999999</c:v>
                </c:pt>
                <c:pt idx="8575">
                  <c:v>3.4279999999999999</c:v>
                </c:pt>
                <c:pt idx="8576">
                  <c:v>3.4279999999999999</c:v>
                </c:pt>
                <c:pt idx="8577">
                  <c:v>3.4279999999999999</c:v>
                </c:pt>
                <c:pt idx="8578">
                  <c:v>3.4279999999999999</c:v>
                </c:pt>
                <c:pt idx="8579">
                  <c:v>3.4279999999999999</c:v>
                </c:pt>
                <c:pt idx="8580">
                  <c:v>3.4279999999999999</c:v>
                </c:pt>
                <c:pt idx="8581">
                  <c:v>3.4279999999999999</c:v>
                </c:pt>
                <c:pt idx="8582">
                  <c:v>3.4279999999999999</c:v>
                </c:pt>
                <c:pt idx="8583">
                  <c:v>3.4279999999999999</c:v>
                </c:pt>
                <c:pt idx="8584">
                  <c:v>3.4279999999999999</c:v>
                </c:pt>
                <c:pt idx="8585">
                  <c:v>3.4279999999999999</c:v>
                </c:pt>
                <c:pt idx="8586">
                  <c:v>3.4279999999999999</c:v>
                </c:pt>
                <c:pt idx="8587">
                  <c:v>3.4279999999999999</c:v>
                </c:pt>
                <c:pt idx="8588">
                  <c:v>3.4279999999999999</c:v>
                </c:pt>
                <c:pt idx="8589">
                  <c:v>3.4279999999999999</c:v>
                </c:pt>
                <c:pt idx="8590">
                  <c:v>3.4279999999999999</c:v>
                </c:pt>
                <c:pt idx="8591">
                  <c:v>3.4279999999999999</c:v>
                </c:pt>
                <c:pt idx="8592">
                  <c:v>3.4279999999999999</c:v>
                </c:pt>
                <c:pt idx="8593">
                  <c:v>3.4279999999999999</c:v>
                </c:pt>
                <c:pt idx="8594">
                  <c:v>3.4279999999999999</c:v>
                </c:pt>
                <c:pt idx="8595">
                  <c:v>3.4279999999999999</c:v>
                </c:pt>
                <c:pt idx="8596">
                  <c:v>3.4279999999999999</c:v>
                </c:pt>
                <c:pt idx="8597">
                  <c:v>3.4279999999999999</c:v>
                </c:pt>
                <c:pt idx="8598">
                  <c:v>3.4279999999999999</c:v>
                </c:pt>
                <c:pt idx="8599">
                  <c:v>3.4279999999999999</c:v>
                </c:pt>
                <c:pt idx="8600">
                  <c:v>3.4279999999999999</c:v>
                </c:pt>
                <c:pt idx="8601">
                  <c:v>3.4289999999999998</c:v>
                </c:pt>
                <c:pt idx="8602">
                  <c:v>3.4279999999999999</c:v>
                </c:pt>
                <c:pt idx="8603">
                  <c:v>3.4279999999999999</c:v>
                </c:pt>
                <c:pt idx="8604">
                  <c:v>3.4289999999999998</c:v>
                </c:pt>
                <c:pt idx="8605">
                  <c:v>3.4279999999999999</c:v>
                </c:pt>
                <c:pt idx="8606">
                  <c:v>3.4279999999999999</c:v>
                </c:pt>
                <c:pt idx="8607">
                  <c:v>3.4279999999999999</c:v>
                </c:pt>
                <c:pt idx="8608">
                  <c:v>3.4279999999999999</c:v>
                </c:pt>
                <c:pt idx="8609">
                  <c:v>3.4279999999999999</c:v>
                </c:pt>
                <c:pt idx="8610">
                  <c:v>3.4289999999999998</c:v>
                </c:pt>
                <c:pt idx="8611">
                  <c:v>3.4289999999999998</c:v>
                </c:pt>
                <c:pt idx="8612">
                  <c:v>3.4289999999999998</c:v>
                </c:pt>
                <c:pt idx="8613">
                  <c:v>3.4289999999999998</c:v>
                </c:pt>
                <c:pt idx="8614">
                  <c:v>3.4279999999999999</c:v>
                </c:pt>
                <c:pt idx="8615">
                  <c:v>3.4279999999999999</c:v>
                </c:pt>
                <c:pt idx="8616">
                  <c:v>3.4279999999999999</c:v>
                </c:pt>
                <c:pt idx="8617">
                  <c:v>3.4279999999999999</c:v>
                </c:pt>
                <c:pt idx="8618">
                  <c:v>3.4289999999999998</c:v>
                </c:pt>
                <c:pt idx="8619">
                  <c:v>3.4289999999999998</c:v>
                </c:pt>
                <c:pt idx="8620">
                  <c:v>3.4289999999999998</c:v>
                </c:pt>
                <c:pt idx="8621">
                  <c:v>3.4289999999999998</c:v>
                </c:pt>
                <c:pt idx="8622">
                  <c:v>3.4279999999999999</c:v>
                </c:pt>
                <c:pt idx="8623">
                  <c:v>3.4289999999999998</c:v>
                </c:pt>
                <c:pt idx="8624">
                  <c:v>3.4289999999999998</c:v>
                </c:pt>
                <c:pt idx="8625">
                  <c:v>3.4289999999999998</c:v>
                </c:pt>
                <c:pt idx="8626">
                  <c:v>3.4289999999999998</c:v>
                </c:pt>
                <c:pt idx="8627">
                  <c:v>3.4279999999999999</c:v>
                </c:pt>
                <c:pt idx="8628">
                  <c:v>3.4289999999999998</c:v>
                </c:pt>
                <c:pt idx="8629">
                  <c:v>3.4289999999999998</c:v>
                </c:pt>
                <c:pt idx="8630">
                  <c:v>3.4289999999999998</c:v>
                </c:pt>
                <c:pt idx="8631">
                  <c:v>3.4279999999999999</c:v>
                </c:pt>
                <c:pt idx="8632">
                  <c:v>3.4279999999999999</c:v>
                </c:pt>
                <c:pt idx="8633">
                  <c:v>3.4279999999999999</c:v>
                </c:pt>
                <c:pt idx="8634">
                  <c:v>3.4279999999999999</c:v>
                </c:pt>
                <c:pt idx="8635">
                  <c:v>3.4279999999999999</c:v>
                </c:pt>
                <c:pt idx="8636">
                  <c:v>3.4289999999999998</c:v>
                </c:pt>
                <c:pt idx="8637">
                  <c:v>3.4289999999999998</c:v>
                </c:pt>
                <c:pt idx="8638">
                  <c:v>3.4279999999999999</c:v>
                </c:pt>
                <c:pt idx="8639">
                  <c:v>3.4289999999999998</c:v>
                </c:pt>
                <c:pt idx="8640">
                  <c:v>3.4289999999999998</c:v>
                </c:pt>
                <c:pt idx="8641">
                  <c:v>3.4289999999999998</c:v>
                </c:pt>
                <c:pt idx="8642">
                  <c:v>3.4279999999999999</c:v>
                </c:pt>
                <c:pt idx="8643">
                  <c:v>3.4289999999999998</c:v>
                </c:pt>
                <c:pt idx="8644">
                  <c:v>3.4289999999999998</c:v>
                </c:pt>
                <c:pt idx="8645">
                  <c:v>3.4289999999999998</c:v>
                </c:pt>
                <c:pt idx="8646">
                  <c:v>3.4289999999999998</c:v>
                </c:pt>
                <c:pt idx="8647">
                  <c:v>3.4289999999999998</c:v>
                </c:pt>
                <c:pt idx="8648">
                  <c:v>3.4289999999999998</c:v>
                </c:pt>
                <c:pt idx="8649">
                  <c:v>3.4289999999999998</c:v>
                </c:pt>
                <c:pt idx="8650">
                  <c:v>3.4289999999999998</c:v>
                </c:pt>
                <c:pt idx="8651">
                  <c:v>3.4289999999999998</c:v>
                </c:pt>
                <c:pt idx="8652">
                  <c:v>3.4289999999999998</c:v>
                </c:pt>
                <c:pt idx="8653">
                  <c:v>3.4279999999999999</c:v>
                </c:pt>
                <c:pt idx="8654">
                  <c:v>3.4289999999999998</c:v>
                </c:pt>
                <c:pt idx="8655">
                  <c:v>3.4289999999999998</c:v>
                </c:pt>
                <c:pt idx="8656">
                  <c:v>3.4289999999999998</c:v>
                </c:pt>
                <c:pt idx="8657">
                  <c:v>3.4289999999999998</c:v>
                </c:pt>
                <c:pt idx="8658">
                  <c:v>3.4289999999999998</c:v>
                </c:pt>
                <c:pt idx="8659">
                  <c:v>3.4289999999999998</c:v>
                </c:pt>
                <c:pt idx="8660">
                  <c:v>3.4289999999999998</c:v>
                </c:pt>
                <c:pt idx="8661">
                  <c:v>3.4289999999999998</c:v>
                </c:pt>
                <c:pt idx="8662">
                  <c:v>3.4289999999999998</c:v>
                </c:pt>
                <c:pt idx="8663">
                  <c:v>3.4289999999999998</c:v>
                </c:pt>
                <c:pt idx="8664">
                  <c:v>3.4289999999999998</c:v>
                </c:pt>
                <c:pt idx="8665">
                  <c:v>3.4289999999999998</c:v>
                </c:pt>
                <c:pt idx="8666">
                  <c:v>3.4289999999999998</c:v>
                </c:pt>
                <c:pt idx="8667">
                  <c:v>3.4289999999999998</c:v>
                </c:pt>
                <c:pt idx="8668">
                  <c:v>3.4289999999999998</c:v>
                </c:pt>
                <c:pt idx="8669">
                  <c:v>3.4289999999999998</c:v>
                </c:pt>
                <c:pt idx="8670">
                  <c:v>3.4289999999999998</c:v>
                </c:pt>
                <c:pt idx="8671">
                  <c:v>3.4289999999999998</c:v>
                </c:pt>
                <c:pt idx="8672">
                  <c:v>3.4289999999999998</c:v>
                </c:pt>
                <c:pt idx="8673">
                  <c:v>3.43</c:v>
                </c:pt>
                <c:pt idx="8674">
                  <c:v>3.4289999999999998</c:v>
                </c:pt>
                <c:pt idx="8675">
                  <c:v>3.4289999999999998</c:v>
                </c:pt>
                <c:pt idx="8676">
                  <c:v>3.4289999999999998</c:v>
                </c:pt>
                <c:pt idx="8677">
                  <c:v>3.43</c:v>
                </c:pt>
                <c:pt idx="8678">
                  <c:v>3.43</c:v>
                </c:pt>
                <c:pt idx="8679">
                  <c:v>3.4289999999999998</c:v>
                </c:pt>
                <c:pt idx="8680">
                  <c:v>3.4289999999999998</c:v>
                </c:pt>
                <c:pt idx="8681">
                  <c:v>3.4289999999999998</c:v>
                </c:pt>
                <c:pt idx="8682">
                  <c:v>3.4289999999999998</c:v>
                </c:pt>
                <c:pt idx="8683">
                  <c:v>3.4289999999999998</c:v>
                </c:pt>
                <c:pt idx="8684">
                  <c:v>3.4289999999999998</c:v>
                </c:pt>
                <c:pt idx="8685">
                  <c:v>3.4289999999999998</c:v>
                </c:pt>
                <c:pt idx="8686">
                  <c:v>3.43</c:v>
                </c:pt>
                <c:pt idx="8687">
                  <c:v>3.43</c:v>
                </c:pt>
                <c:pt idx="8688">
                  <c:v>3.4289999999999998</c:v>
                </c:pt>
                <c:pt idx="8689">
                  <c:v>3.4289999999999998</c:v>
                </c:pt>
                <c:pt idx="8690">
                  <c:v>3.4289999999999998</c:v>
                </c:pt>
                <c:pt idx="8691">
                  <c:v>3.43</c:v>
                </c:pt>
                <c:pt idx="8692">
                  <c:v>3.43</c:v>
                </c:pt>
                <c:pt idx="8693">
                  <c:v>3.4289999999999998</c:v>
                </c:pt>
                <c:pt idx="8694">
                  <c:v>3.4289999999999998</c:v>
                </c:pt>
                <c:pt idx="8695">
                  <c:v>3.4279999999999999</c:v>
                </c:pt>
                <c:pt idx="8696">
                  <c:v>3.4279999999999999</c:v>
                </c:pt>
                <c:pt idx="8697">
                  <c:v>3.427</c:v>
                </c:pt>
                <c:pt idx="8698">
                  <c:v>3.4260000000000002</c:v>
                </c:pt>
                <c:pt idx="8699">
                  <c:v>3.4260000000000002</c:v>
                </c:pt>
                <c:pt idx="8700">
                  <c:v>3.4260000000000002</c:v>
                </c:pt>
                <c:pt idx="8701">
                  <c:v>3.427</c:v>
                </c:pt>
                <c:pt idx="8702">
                  <c:v>3.427</c:v>
                </c:pt>
                <c:pt idx="8703">
                  <c:v>3.427</c:v>
                </c:pt>
                <c:pt idx="8704">
                  <c:v>3.427</c:v>
                </c:pt>
                <c:pt idx="8705">
                  <c:v>3.427</c:v>
                </c:pt>
                <c:pt idx="8706">
                  <c:v>3.4279999999999999</c:v>
                </c:pt>
                <c:pt idx="8707">
                  <c:v>3.4279999999999999</c:v>
                </c:pt>
                <c:pt idx="8708">
                  <c:v>3.4279999999999999</c:v>
                </c:pt>
                <c:pt idx="8709">
                  <c:v>3.4279999999999999</c:v>
                </c:pt>
                <c:pt idx="8710">
                  <c:v>3.4289999999999998</c:v>
                </c:pt>
                <c:pt idx="8711">
                  <c:v>3.4340000000000002</c:v>
                </c:pt>
                <c:pt idx="8712">
                  <c:v>3.4390000000000001</c:v>
                </c:pt>
                <c:pt idx="8713">
                  <c:v>3.431</c:v>
                </c:pt>
                <c:pt idx="8714">
                  <c:v>3.42</c:v>
                </c:pt>
                <c:pt idx="8715">
                  <c:v>3.42</c:v>
                </c:pt>
                <c:pt idx="8716">
                  <c:v>3.4169999999999998</c:v>
                </c:pt>
                <c:pt idx="8717">
                  <c:v>3.415</c:v>
                </c:pt>
                <c:pt idx="8718">
                  <c:v>3.4140000000000001</c:v>
                </c:pt>
                <c:pt idx="8719">
                  <c:v>3.4140000000000001</c:v>
                </c:pt>
                <c:pt idx="8720">
                  <c:v>3.4140000000000001</c:v>
                </c:pt>
                <c:pt idx="8721">
                  <c:v>3.4140000000000001</c:v>
                </c:pt>
                <c:pt idx="8722">
                  <c:v>3.4140000000000001</c:v>
                </c:pt>
                <c:pt idx="8723">
                  <c:v>3.4140000000000001</c:v>
                </c:pt>
                <c:pt idx="8724">
                  <c:v>3.415</c:v>
                </c:pt>
                <c:pt idx="8725">
                  <c:v>3.4159999999999999</c:v>
                </c:pt>
                <c:pt idx="8726">
                  <c:v>3.4159999999999999</c:v>
                </c:pt>
                <c:pt idx="8727">
                  <c:v>3.4159999999999999</c:v>
                </c:pt>
                <c:pt idx="8728">
                  <c:v>3.4169999999999998</c:v>
                </c:pt>
                <c:pt idx="8729">
                  <c:v>3.4169999999999998</c:v>
                </c:pt>
                <c:pt idx="8730">
                  <c:v>3.4180000000000001</c:v>
                </c:pt>
                <c:pt idx="8731">
                  <c:v>3.4180000000000001</c:v>
                </c:pt>
                <c:pt idx="8732">
                  <c:v>3.419</c:v>
                </c:pt>
                <c:pt idx="8733">
                  <c:v>3.42</c:v>
                </c:pt>
                <c:pt idx="8734">
                  <c:v>3.419</c:v>
                </c:pt>
                <c:pt idx="8735">
                  <c:v>3.42</c:v>
                </c:pt>
                <c:pt idx="8736">
                  <c:v>3.42</c:v>
                </c:pt>
                <c:pt idx="8737">
                  <c:v>3.42</c:v>
                </c:pt>
                <c:pt idx="8738">
                  <c:v>3.42</c:v>
                </c:pt>
                <c:pt idx="8739">
                  <c:v>3.4180000000000001</c:v>
                </c:pt>
                <c:pt idx="8740">
                  <c:v>3.419</c:v>
                </c:pt>
                <c:pt idx="8741">
                  <c:v>3.4209999999999998</c:v>
                </c:pt>
                <c:pt idx="8742">
                  <c:v>3.4220000000000002</c:v>
                </c:pt>
                <c:pt idx="8743">
                  <c:v>3.423</c:v>
                </c:pt>
                <c:pt idx="8744">
                  <c:v>3.4239999999999999</c:v>
                </c:pt>
                <c:pt idx="8745">
                  <c:v>3.4289999999999998</c:v>
                </c:pt>
                <c:pt idx="8746">
                  <c:v>3.4289999999999998</c:v>
                </c:pt>
                <c:pt idx="8747">
                  <c:v>3.4329999999999998</c:v>
                </c:pt>
                <c:pt idx="8748">
                  <c:v>3.44</c:v>
                </c:pt>
                <c:pt idx="8749">
                  <c:v>3.4460000000000002</c:v>
                </c:pt>
                <c:pt idx="8750">
                  <c:v>3.448</c:v>
                </c:pt>
                <c:pt idx="8751">
                  <c:v>3.4470000000000001</c:v>
                </c:pt>
                <c:pt idx="8752">
                  <c:v>3.4369999999999998</c:v>
                </c:pt>
                <c:pt idx="8753">
                  <c:v>3.415</c:v>
                </c:pt>
                <c:pt idx="8754">
                  <c:v>3.415</c:v>
                </c:pt>
                <c:pt idx="8755">
                  <c:v>3.3839999999999999</c:v>
                </c:pt>
                <c:pt idx="8756">
                  <c:v>3.3559999999999999</c:v>
                </c:pt>
                <c:pt idx="8757">
                  <c:v>3.3420000000000001</c:v>
                </c:pt>
                <c:pt idx="8758">
                  <c:v>3.347</c:v>
                </c:pt>
                <c:pt idx="8759">
                  <c:v>3.3690000000000002</c:v>
                </c:pt>
                <c:pt idx="8760">
                  <c:v>3.3980000000000001</c:v>
                </c:pt>
                <c:pt idx="8761">
                  <c:v>3.423</c:v>
                </c:pt>
                <c:pt idx="8762">
                  <c:v>3.423</c:v>
                </c:pt>
                <c:pt idx="8763">
                  <c:v>3.4489999999999998</c:v>
                </c:pt>
                <c:pt idx="8764">
                  <c:v>3.48</c:v>
                </c:pt>
                <c:pt idx="8765">
                  <c:v>3.5209999999999999</c:v>
                </c:pt>
                <c:pt idx="8766">
                  <c:v>3.5720000000000001</c:v>
                </c:pt>
                <c:pt idx="8767">
                  <c:v>3.6269999999999998</c:v>
                </c:pt>
                <c:pt idx="8768">
                  <c:v>3.681</c:v>
                </c:pt>
                <c:pt idx="8769">
                  <c:v>3.7349999999999999</c:v>
                </c:pt>
                <c:pt idx="8770">
                  <c:v>3.7349999999999999</c:v>
                </c:pt>
                <c:pt idx="8771">
                  <c:v>3.8180000000000001</c:v>
                </c:pt>
                <c:pt idx="8772">
                  <c:v>3.8959999999999999</c:v>
                </c:pt>
                <c:pt idx="8773">
                  <c:v>3.9540000000000002</c:v>
                </c:pt>
                <c:pt idx="8774">
                  <c:v>4.0309999999999997</c:v>
                </c:pt>
                <c:pt idx="8775">
                  <c:v>4.117</c:v>
                </c:pt>
                <c:pt idx="8776">
                  <c:v>4.117</c:v>
                </c:pt>
                <c:pt idx="8777">
                  <c:v>4.1900000000000004</c:v>
                </c:pt>
                <c:pt idx="8778">
                  <c:v>4.2329999999999997</c:v>
                </c:pt>
                <c:pt idx="8779">
                  <c:v>4.2549999999999999</c:v>
                </c:pt>
                <c:pt idx="8780">
                  <c:v>4.2729999999999997</c:v>
                </c:pt>
                <c:pt idx="8781">
                  <c:v>4.3070000000000004</c:v>
                </c:pt>
                <c:pt idx="8782">
                  <c:v>4.3879999999999999</c:v>
                </c:pt>
                <c:pt idx="8783">
                  <c:v>4.5359999999999996</c:v>
                </c:pt>
                <c:pt idx="8784">
                  <c:v>4.5359999999999996</c:v>
                </c:pt>
                <c:pt idx="8785">
                  <c:v>4.7939999999999996</c:v>
                </c:pt>
                <c:pt idx="8786">
                  <c:v>5.1529999999999996</c:v>
                </c:pt>
                <c:pt idx="8787">
                  <c:v>5.5129999999999999</c:v>
                </c:pt>
                <c:pt idx="8788">
                  <c:v>5.8239999999999998</c:v>
                </c:pt>
                <c:pt idx="8789">
                  <c:v>6.0819999999999999</c:v>
                </c:pt>
                <c:pt idx="8790">
                  <c:v>6.27</c:v>
                </c:pt>
                <c:pt idx="8791">
                  <c:v>6.3949999999999996</c:v>
                </c:pt>
                <c:pt idx="8792">
                  <c:v>6.3949999999999996</c:v>
                </c:pt>
                <c:pt idx="8793">
                  <c:v>6.4820000000000002</c:v>
                </c:pt>
                <c:pt idx="8794">
                  <c:v>6.5460000000000003</c:v>
                </c:pt>
                <c:pt idx="8795">
                  <c:v>6.5990000000000002</c:v>
                </c:pt>
                <c:pt idx="8796">
                  <c:v>6.6390000000000002</c:v>
                </c:pt>
                <c:pt idx="8797">
                  <c:v>6.67</c:v>
                </c:pt>
                <c:pt idx="8798">
                  <c:v>6.6970000000000001</c:v>
                </c:pt>
                <c:pt idx="8799">
                  <c:v>6.6970000000000001</c:v>
                </c:pt>
                <c:pt idx="8800">
                  <c:v>6.7220000000000004</c:v>
                </c:pt>
                <c:pt idx="8801">
                  <c:v>6.7439999999999998</c:v>
                </c:pt>
                <c:pt idx="8802">
                  <c:v>6.7629999999999999</c:v>
                </c:pt>
                <c:pt idx="8803">
                  <c:v>6.7770000000000001</c:v>
                </c:pt>
                <c:pt idx="8804">
                  <c:v>6.7919999999999998</c:v>
                </c:pt>
                <c:pt idx="8805">
                  <c:v>6.81</c:v>
                </c:pt>
                <c:pt idx="8806">
                  <c:v>6.827</c:v>
                </c:pt>
                <c:pt idx="8807">
                  <c:v>6.827</c:v>
                </c:pt>
                <c:pt idx="8808">
                  <c:v>6.843</c:v>
                </c:pt>
                <c:pt idx="8809">
                  <c:v>6.8550000000000004</c:v>
                </c:pt>
                <c:pt idx="8810">
                  <c:v>6.867</c:v>
                </c:pt>
                <c:pt idx="8811">
                  <c:v>6.8810000000000002</c:v>
                </c:pt>
                <c:pt idx="8812">
                  <c:v>6.8940000000000001</c:v>
                </c:pt>
                <c:pt idx="8813">
                  <c:v>6.9059999999999997</c:v>
                </c:pt>
                <c:pt idx="8814">
                  <c:v>6.9160000000000004</c:v>
                </c:pt>
                <c:pt idx="8815">
                  <c:v>6.9160000000000004</c:v>
                </c:pt>
                <c:pt idx="8816">
                  <c:v>6.9279999999999999</c:v>
                </c:pt>
                <c:pt idx="8817">
                  <c:v>6.9409999999999998</c:v>
                </c:pt>
                <c:pt idx="8818">
                  <c:v>6.9539999999999997</c:v>
                </c:pt>
                <c:pt idx="8819">
                  <c:v>6.9640000000000004</c:v>
                </c:pt>
                <c:pt idx="8820">
                  <c:v>6.9720000000000004</c:v>
                </c:pt>
                <c:pt idx="8821">
                  <c:v>6.9809999999999999</c:v>
                </c:pt>
                <c:pt idx="8822">
                  <c:v>6.9909999999999997</c:v>
                </c:pt>
                <c:pt idx="8823">
                  <c:v>6.9909999999999997</c:v>
                </c:pt>
                <c:pt idx="8824">
                  <c:v>7.0039999999999996</c:v>
                </c:pt>
                <c:pt idx="8825">
                  <c:v>7.0149999999999997</c:v>
                </c:pt>
                <c:pt idx="8826">
                  <c:v>7.0229999999999997</c:v>
                </c:pt>
                <c:pt idx="8827">
                  <c:v>7.0330000000000004</c:v>
                </c:pt>
                <c:pt idx="8828">
                  <c:v>7.0430000000000001</c:v>
                </c:pt>
                <c:pt idx="8829">
                  <c:v>7.0519999999999996</c:v>
                </c:pt>
                <c:pt idx="8830">
                  <c:v>7.06</c:v>
                </c:pt>
                <c:pt idx="8831">
                  <c:v>7.06</c:v>
                </c:pt>
                <c:pt idx="8832">
                  <c:v>7.0659999999999998</c:v>
                </c:pt>
                <c:pt idx="8833">
                  <c:v>7.0720000000000001</c:v>
                </c:pt>
                <c:pt idx="8834">
                  <c:v>7.0810000000000004</c:v>
                </c:pt>
                <c:pt idx="8835">
                  <c:v>7.0919999999999996</c:v>
                </c:pt>
                <c:pt idx="8836">
                  <c:v>7.1</c:v>
                </c:pt>
                <c:pt idx="8837">
                  <c:v>7.1059999999999999</c:v>
                </c:pt>
                <c:pt idx="8838">
                  <c:v>7.1059999999999999</c:v>
                </c:pt>
                <c:pt idx="8839">
                  <c:v>7.1109999999999998</c:v>
                </c:pt>
                <c:pt idx="8840">
                  <c:v>7.1180000000000003</c:v>
                </c:pt>
                <c:pt idx="8841">
                  <c:v>7.1260000000000003</c:v>
                </c:pt>
                <c:pt idx="8842">
                  <c:v>7.133</c:v>
                </c:pt>
                <c:pt idx="8843">
                  <c:v>7.1390000000000002</c:v>
                </c:pt>
                <c:pt idx="8844">
                  <c:v>7.1449999999999996</c:v>
                </c:pt>
                <c:pt idx="8845">
                  <c:v>7.1529999999999996</c:v>
                </c:pt>
                <c:pt idx="8846">
                  <c:v>7.1529999999999996</c:v>
                </c:pt>
                <c:pt idx="8847">
                  <c:v>7.1609999999999996</c:v>
                </c:pt>
                <c:pt idx="8848">
                  <c:v>7.1669999999999998</c:v>
                </c:pt>
                <c:pt idx="8849">
                  <c:v>7.1719999999999997</c:v>
                </c:pt>
                <c:pt idx="8850">
                  <c:v>7.1760000000000002</c:v>
                </c:pt>
                <c:pt idx="8851">
                  <c:v>7.181</c:v>
                </c:pt>
                <c:pt idx="8852">
                  <c:v>7.1879999999999997</c:v>
                </c:pt>
                <c:pt idx="8853">
                  <c:v>7.1950000000000003</c:v>
                </c:pt>
                <c:pt idx="8854">
                  <c:v>7.1950000000000003</c:v>
                </c:pt>
                <c:pt idx="8855">
                  <c:v>7.1989999999999998</c:v>
                </c:pt>
                <c:pt idx="8856">
                  <c:v>7.2030000000000003</c:v>
                </c:pt>
                <c:pt idx="8857">
                  <c:v>7.2089999999999996</c:v>
                </c:pt>
                <c:pt idx="8858">
                  <c:v>7.2149999999999999</c:v>
                </c:pt>
                <c:pt idx="8859">
                  <c:v>7.2190000000000003</c:v>
                </c:pt>
                <c:pt idx="8860">
                  <c:v>7.2229999999999999</c:v>
                </c:pt>
                <c:pt idx="8861">
                  <c:v>7.2270000000000003</c:v>
                </c:pt>
                <c:pt idx="8862">
                  <c:v>7.2270000000000003</c:v>
                </c:pt>
                <c:pt idx="8863">
                  <c:v>7.2329999999999997</c:v>
                </c:pt>
                <c:pt idx="8864">
                  <c:v>7.24</c:v>
                </c:pt>
                <c:pt idx="8865">
                  <c:v>7.2450000000000001</c:v>
                </c:pt>
                <c:pt idx="8866">
                  <c:v>7.2469999999999999</c:v>
                </c:pt>
                <c:pt idx="8867">
                  <c:v>7.2480000000000002</c:v>
                </c:pt>
                <c:pt idx="8868">
                  <c:v>7.2530000000000001</c:v>
                </c:pt>
                <c:pt idx="8869">
                  <c:v>7.258</c:v>
                </c:pt>
                <c:pt idx="8870">
                  <c:v>7.258</c:v>
                </c:pt>
                <c:pt idx="8871">
                  <c:v>7.2629999999999999</c:v>
                </c:pt>
                <c:pt idx="8872">
                  <c:v>7.266</c:v>
                </c:pt>
                <c:pt idx="8873">
                  <c:v>7.2690000000000001</c:v>
                </c:pt>
                <c:pt idx="8874">
                  <c:v>7.2729999999999997</c:v>
                </c:pt>
                <c:pt idx="8875">
                  <c:v>7.2779999999999996</c:v>
                </c:pt>
                <c:pt idx="8876">
                  <c:v>7.2809999999999997</c:v>
                </c:pt>
                <c:pt idx="8877">
                  <c:v>7.282</c:v>
                </c:pt>
                <c:pt idx="8878">
                  <c:v>7.282</c:v>
                </c:pt>
                <c:pt idx="8879">
                  <c:v>7.2830000000000004</c:v>
                </c:pt>
                <c:pt idx="8880">
                  <c:v>7.2880000000000003</c:v>
                </c:pt>
                <c:pt idx="8881">
                  <c:v>7.2930000000000001</c:v>
                </c:pt>
                <c:pt idx="8882">
                  <c:v>7.2960000000000003</c:v>
                </c:pt>
                <c:pt idx="8883">
                  <c:v>7.2969999999999997</c:v>
                </c:pt>
                <c:pt idx="8884">
                  <c:v>7.2990000000000004</c:v>
                </c:pt>
                <c:pt idx="8885">
                  <c:v>7.2990000000000004</c:v>
                </c:pt>
                <c:pt idx="8886">
                  <c:v>7.3029999999999999</c:v>
                </c:pt>
                <c:pt idx="8887">
                  <c:v>7.3049999999999997</c:v>
                </c:pt>
                <c:pt idx="8888">
                  <c:v>7.3070000000000004</c:v>
                </c:pt>
                <c:pt idx="8889">
                  <c:v>7.3079999999999998</c:v>
                </c:pt>
                <c:pt idx="8890">
                  <c:v>7.31</c:v>
                </c:pt>
                <c:pt idx="8891">
                  <c:v>7.3140000000000001</c:v>
                </c:pt>
                <c:pt idx="8892">
                  <c:v>7.3179999999999996</c:v>
                </c:pt>
                <c:pt idx="8893">
                  <c:v>7.3179999999999996</c:v>
                </c:pt>
                <c:pt idx="8894">
                  <c:v>7.32</c:v>
                </c:pt>
                <c:pt idx="8895">
                  <c:v>7.32</c:v>
                </c:pt>
                <c:pt idx="8896">
                  <c:v>7.3209999999999997</c:v>
                </c:pt>
                <c:pt idx="8897">
                  <c:v>7.3230000000000004</c:v>
                </c:pt>
                <c:pt idx="8898">
                  <c:v>7.327</c:v>
                </c:pt>
                <c:pt idx="8899">
                  <c:v>7.33</c:v>
                </c:pt>
                <c:pt idx="8900">
                  <c:v>7.33</c:v>
                </c:pt>
                <c:pt idx="8901">
                  <c:v>7.33</c:v>
                </c:pt>
                <c:pt idx="8902">
                  <c:v>7.3310000000000004</c:v>
                </c:pt>
                <c:pt idx="8903">
                  <c:v>7.335</c:v>
                </c:pt>
                <c:pt idx="8904">
                  <c:v>7.3369999999999997</c:v>
                </c:pt>
                <c:pt idx="8905">
                  <c:v>7.3369999999999997</c:v>
                </c:pt>
                <c:pt idx="8906">
                  <c:v>7.3360000000000003</c:v>
                </c:pt>
                <c:pt idx="8907">
                  <c:v>7.3380000000000001</c:v>
                </c:pt>
                <c:pt idx="8908">
                  <c:v>7.3419999999999996</c:v>
                </c:pt>
                <c:pt idx="8909">
                  <c:v>7.3419999999999996</c:v>
                </c:pt>
                <c:pt idx="8910">
                  <c:v>7.3449999999999998</c:v>
                </c:pt>
                <c:pt idx="8911">
                  <c:v>7.3460000000000001</c:v>
                </c:pt>
                <c:pt idx="8912">
                  <c:v>7.3449999999999998</c:v>
                </c:pt>
                <c:pt idx="8913">
                  <c:v>7.3460000000000001</c:v>
                </c:pt>
                <c:pt idx="8914">
                  <c:v>7.3490000000000002</c:v>
                </c:pt>
                <c:pt idx="8915">
                  <c:v>7.35</c:v>
                </c:pt>
                <c:pt idx="8916">
                  <c:v>7.35</c:v>
                </c:pt>
                <c:pt idx="8917">
                  <c:v>7.35</c:v>
                </c:pt>
                <c:pt idx="8918">
                  <c:v>7.351</c:v>
                </c:pt>
                <c:pt idx="8919">
                  <c:v>7.3540000000000001</c:v>
                </c:pt>
                <c:pt idx="8920">
                  <c:v>7.3570000000000002</c:v>
                </c:pt>
                <c:pt idx="8921">
                  <c:v>7.3579999999999997</c:v>
                </c:pt>
                <c:pt idx="8922">
                  <c:v>7.3579999999999997</c:v>
                </c:pt>
                <c:pt idx="8923">
                  <c:v>7.3570000000000002</c:v>
                </c:pt>
                <c:pt idx="8924">
                  <c:v>7.3570000000000002</c:v>
                </c:pt>
                <c:pt idx="8925">
                  <c:v>7.3570000000000002</c:v>
                </c:pt>
                <c:pt idx="8926">
                  <c:v>7.36</c:v>
                </c:pt>
                <c:pt idx="8927">
                  <c:v>7.3620000000000001</c:v>
                </c:pt>
                <c:pt idx="8928">
                  <c:v>7.3630000000000004</c:v>
                </c:pt>
                <c:pt idx="8929">
                  <c:v>7.3630000000000004</c:v>
                </c:pt>
                <c:pt idx="8930">
                  <c:v>7.3659999999999997</c:v>
                </c:pt>
                <c:pt idx="8931">
                  <c:v>7.3680000000000003</c:v>
                </c:pt>
                <c:pt idx="8932">
                  <c:v>7.3680000000000003</c:v>
                </c:pt>
                <c:pt idx="8933">
                  <c:v>7.367</c:v>
                </c:pt>
                <c:pt idx="8934">
                  <c:v>7.3659999999999997</c:v>
                </c:pt>
                <c:pt idx="8935">
                  <c:v>7.3659999999999997</c:v>
                </c:pt>
                <c:pt idx="8936">
                  <c:v>7.3680000000000003</c:v>
                </c:pt>
                <c:pt idx="8937">
                  <c:v>7.3719999999999999</c:v>
                </c:pt>
                <c:pt idx="8938">
                  <c:v>7.3730000000000002</c:v>
                </c:pt>
                <c:pt idx="8939">
                  <c:v>7.3710000000000004</c:v>
                </c:pt>
                <c:pt idx="8940">
                  <c:v>7.3710000000000004</c:v>
                </c:pt>
                <c:pt idx="8941">
                  <c:v>7.3710000000000004</c:v>
                </c:pt>
                <c:pt idx="8942">
                  <c:v>7.3730000000000002</c:v>
                </c:pt>
                <c:pt idx="8943">
                  <c:v>7.375</c:v>
                </c:pt>
                <c:pt idx="8944">
                  <c:v>7.3739999999999997</c:v>
                </c:pt>
                <c:pt idx="8945">
                  <c:v>7.3730000000000002</c:v>
                </c:pt>
                <c:pt idx="8946">
                  <c:v>7.375</c:v>
                </c:pt>
                <c:pt idx="8947">
                  <c:v>7.3780000000000001</c:v>
                </c:pt>
                <c:pt idx="8948">
                  <c:v>7.3780000000000001</c:v>
                </c:pt>
                <c:pt idx="8949">
                  <c:v>7.38</c:v>
                </c:pt>
                <c:pt idx="8950">
                  <c:v>7.38</c:v>
                </c:pt>
                <c:pt idx="8951">
                  <c:v>7.3789999999999996</c:v>
                </c:pt>
                <c:pt idx="8952">
                  <c:v>7.3789999999999996</c:v>
                </c:pt>
                <c:pt idx="8953">
                  <c:v>7.38</c:v>
                </c:pt>
                <c:pt idx="8954">
                  <c:v>7.38</c:v>
                </c:pt>
                <c:pt idx="8955">
                  <c:v>7.38</c:v>
                </c:pt>
                <c:pt idx="8956">
                  <c:v>7.38</c:v>
                </c:pt>
                <c:pt idx="8957">
                  <c:v>7.3810000000000002</c:v>
                </c:pt>
                <c:pt idx="8958">
                  <c:v>7.383</c:v>
                </c:pt>
                <c:pt idx="8959">
                  <c:v>7.3860000000000001</c:v>
                </c:pt>
                <c:pt idx="8960">
                  <c:v>7.3860000000000001</c:v>
                </c:pt>
                <c:pt idx="8961">
                  <c:v>7.3840000000000003</c:v>
                </c:pt>
                <c:pt idx="8962">
                  <c:v>7.383</c:v>
                </c:pt>
                <c:pt idx="8963">
                  <c:v>7.3840000000000003</c:v>
                </c:pt>
                <c:pt idx="8964">
                  <c:v>7.3840000000000003</c:v>
                </c:pt>
                <c:pt idx="8965">
                  <c:v>7.3860000000000001</c:v>
                </c:pt>
                <c:pt idx="8966">
                  <c:v>7.3869999999999996</c:v>
                </c:pt>
                <c:pt idx="8967">
                  <c:v>7.3869999999999996</c:v>
                </c:pt>
                <c:pt idx="8968">
                  <c:v>7.3869999999999996</c:v>
                </c:pt>
                <c:pt idx="8969">
                  <c:v>7.3879999999999999</c:v>
                </c:pt>
                <c:pt idx="8970">
                  <c:v>7.3879999999999999</c:v>
                </c:pt>
                <c:pt idx="8971">
                  <c:v>7.3879999999999999</c:v>
                </c:pt>
                <c:pt idx="8972">
                  <c:v>7.3879999999999999</c:v>
                </c:pt>
                <c:pt idx="8973">
                  <c:v>7.3860000000000001</c:v>
                </c:pt>
                <c:pt idx="8974">
                  <c:v>7.3869999999999996</c:v>
                </c:pt>
                <c:pt idx="8975">
                  <c:v>7.39</c:v>
                </c:pt>
                <c:pt idx="8976">
                  <c:v>7.3920000000000003</c:v>
                </c:pt>
                <c:pt idx="8977">
                  <c:v>7.3920000000000003</c:v>
                </c:pt>
                <c:pt idx="8978">
                  <c:v>7.391</c:v>
                </c:pt>
                <c:pt idx="8979">
                  <c:v>7.391</c:v>
                </c:pt>
                <c:pt idx="8980">
                  <c:v>7.391</c:v>
                </c:pt>
                <c:pt idx="8981">
                  <c:v>7.3920000000000003</c:v>
                </c:pt>
                <c:pt idx="8982">
                  <c:v>7.3929999999999998</c:v>
                </c:pt>
                <c:pt idx="8983">
                  <c:v>7.3929999999999998</c:v>
                </c:pt>
                <c:pt idx="8984">
                  <c:v>7.3920000000000003</c:v>
                </c:pt>
                <c:pt idx="8985">
                  <c:v>7.3929999999999998</c:v>
                </c:pt>
                <c:pt idx="8986">
                  <c:v>7.3959999999999999</c:v>
                </c:pt>
                <c:pt idx="8987">
                  <c:v>7.3959999999999999</c:v>
                </c:pt>
                <c:pt idx="8988">
                  <c:v>7.3959999999999999</c:v>
                </c:pt>
                <c:pt idx="8989">
                  <c:v>7.3949999999999996</c:v>
                </c:pt>
                <c:pt idx="8990">
                  <c:v>7.3940000000000001</c:v>
                </c:pt>
                <c:pt idx="8991">
                  <c:v>7.3940000000000001</c:v>
                </c:pt>
                <c:pt idx="8992">
                  <c:v>7.3959999999999999</c:v>
                </c:pt>
                <c:pt idx="8993">
                  <c:v>7.3970000000000002</c:v>
                </c:pt>
                <c:pt idx="8994">
                  <c:v>7.3959999999999999</c:v>
                </c:pt>
                <c:pt idx="8995">
                  <c:v>7.3959999999999999</c:v>
                </c:pt>
                <c:pt idx="8996">
                  <c:v>7.3949999999999996</c:v>
                </c:pt>
                <c:pt idx="8997">
                  <c:v>7.3979999999999997</c:v>
                </c:pt>
                <c:pt idx="8998">
                  <c:v>7.4</c:v>
                </c:pt>
                <c:pt idx="8999">
                  <c:v>7.4</c:v>
                </c:pt>
                <c:pt idx="9000">
                  <c:v>7.3979999999999997</c:v>
                </c:pt>
                <c:pt idx="9001">
                  <c:v>7.3959999999999999</c:v>
                </c:pt>
                <c:pt idx="9002">
                  <c:v>7.3979999999999997</c:v>
                </c:pt>
                <c:pt idx="9003">
                  <c:v>7.3979999999999997</c:v>
                </c:pt>
                <c:pt idx="9004">
                  <c:v>7.4</c:v>
                </c:pt>
                <c:pt idx="9005">
                  <c:v>7.4</c:v>
                </c:pt>
                <c:pt idx="9006">
                  <c:v>7.4</c:v>
                </c:pt>
                <c:pt idx="9007">
                  <c:v>7.4</c:v>
                </c:pt>
                <c:pt idx="9008">
                  <c:v>7.4</c:v>
                </c:pt>
                <c:pt idx="9009">
                  <c:v>7.4020000000000001</c:v>
                </c:pt>
                <c:pt idx="9010">
                  <c:v>7.4020000000000001</c:v>
                </c:pt>
                <c:pt idx="9011">
                  <c:v>7.4020000000000001</c:v>
                </c:pt>
                <c:pt idx="9012">
                  <c:v>7.4</c:v>
                </c:pt>
                <c:pt idx="9013">
                  <c:v>7.4</c:v>
                </c:pt>
                <c:pt idx="9014">
                  <c:v>7.4020000000000001</c:v>
                </c:pt>
                <c:pt idx="9015">
                  <c:v>7.4039999999999999</c:v>
                </c:pt>
                <c:pt idx="9016">
                  <c:v>7.4039999999999999</c:v>
                </c:pt>
                <c:pt idx="9017">
                  <c:v>7.4029999999999996</c:v>
                </c:pt>
                <c:pt idx="9018">
                  <c:v>7.4029999999999996</c:v>
                </c:pt>
                <c:pt idx="9019">
                  <c:v>7.4009999999999998</c:v>
                </c:pt>
                <c:pt idx="9020">
                  <c:v>7.4020000000000001</c:v>
                </c:pt>
                <c:pt idx="9021">
                  <c:v>7.4039999999999999</c:v>
                </c:pt>
                <c:pt idx="9022">
                  <c:v>7.4050000000000002</c:v>
                </c:pt>
                <c:pt idx="9023">
                  <c:v>7.4029999999999996</c:v>
                </c:pt>
                <c:pt idx="9024">
                  <c:v>7.4029999999999996</c:v>
                </c:pt>
                <c:pt idx="9025">
                  <c:v>7.4059999999999997</c:v>
                </c:pt>
                <c:pt idx="9026">
                  <c:v>7.4059999999999997</c:v>
                </c:pt>
                <c:pt idx="9027">
                  <c:v>7.4080000000000004</c:v>
                </c:pt>
                <c:pt idx="9028">
                  <c:v>7.4059999999999997</c:v>
                </c:pt>
                <c:pt idx="9029">
                  <c:v>7.4039999999999999</c:v>
                </c:pt>
                <c:pt idx="9030">
                  <c:v>7.4039999999999999</c:v>
                </c:pt>
                <c:pt idx="9031">
                  <c:v>7.4059999999999997</c:v>
                </c:pt>
                <c:pt idx="9032">
                  <c:v>7.4080000000000004</c:v>
                </c:pt>
                <c:pt idx="9033">
                  <c:v>7.4080000000000004</c:v>
                </c:pt>
                <c:pt idx="9034">
                  <c:v>7.4080000000000004</c:v>
                </c:pt>
                <c:pt idx="9035">
                  <c:v>7.4059999999999997</c:v>
                </c:pt>
                <c:pt idx="9036">
                  <c:v>7.4050000000000002</c:v>
                </c:pt>
                <c:pt idx="9037">
                  <c:v>7.4059999999999997</c:v>
                </c:pt>
                <c:pt idx="9038">
                  <c:v>7.4080000000000004</c:v>
                </c:pt>
                <c:pt idx="9039">
                  <c:v>7.4059999999999997</c:v>
                </c:pt>
                <c:pt idx="9040">
                  <c:v>7.4050000000000002</c:v>
                </c:pt>
                <c:pt idx="9041">
                  <c:v>7.4050000000000002</c:v>
                </c:pt>
                <c:pt idx="9042">
                  <c:v>7.4050000000000002</c:v>
                </c:pt>
                <c:pt idx="9043">
                  <c:v>7.4080000000000004</c:v>
                </c:pt>
                <c:pt idx="9044">
                  <c:v>7.4080000000000004</c:v>
                </c:pt>
                <c:pt idx="9045">
                  <c:v>7.4080000000000004</c:v>
                </c:pt>
                <c:pt idx="9046">
                  <c:v>7.4059999999999997</c:v>
                </c:pt>
                <c:pt idx="9047">
                  <c:v>7.4059999999999997</c:v>
                </c:pt>
                <c:pt idx="9048">
                  <c:v>7.407</c:v>
                </c:pt>
                <c:pt idx="9049">
                  <c:v>7.4080000000000004</c:v>
                </c:pt>
                <c:pt idx="9050">
                  <c:v>7.4080000000000004</c:v>
                </c:pt>
                <c:pt idx="9051">
                  <c:v>7.4059999999999997</c:v>
                </c:pt>
                <c:pt idx="9052">
                  <c:v>7.4059999999999997</c:v>
                </c:pt>
                <c:pt idx="9053">
                  <c:v>7.4080000000000004</c:v>
                </c:pt>
                <c:pt idx="9054">
                  <c:v>7.41</c:v>
                </c:pt>
                <c:pt idx="9055">
                  <c:v>7.41</c:v>
                </c:pt>
                <c:pt idx="9056">
                  <c:v>7.407</c:v>
                </c:pt>
                <c:pt idx="9057">
                  <c:v>7.407</c:v>
                </c:pt>
                <c:pt idx="9058">
                  <c:v>7.4059999999999997</c:v>
                </c:pt>
                <c:pt idx="9059">
                  <c:v>7.4080000000000004</c:v>
                </c:pt>
                <c:pt idx="9060">
                  <c:v>7.4089999999999998</c:v>
                </c:pt>
                <c:pt idx="9061">
                  <c:v>7.4089999999999998</c:v>
                </c:pt>
                <c:pt idx="9062">
                  <c:v>7.4089999999999998</c:v>
                </c:pt>
                <c:pt idx="9063">
                  <c:v>7.41</c:v>
                </c:pt>
                <c:pt idx="9064">
                  <c:v>7.4109999999999996</c:v>
                </c:pt>
                <c:pt idx="9065">
                  <c:v>7.4109999999999996</c:v>
                </c:pt>
                <c:pt idx="9066">
                  <c:v>7.4109999999999996</c:v>
                </c:pt>
                <c:pt idx="9067">
                  <c:v>7.41</c:v>
                </c:pt>
                <c:pt idx="9068">
                  <c:v>7.4089999999999998</c:v>
                </c:pt>
                <c:pt idx="9069">
                  <c:v>7.4089999999999998</c:v>
                </c:pt>
                <c:pt idx="9070">
                  <c:v>7.4109999999999996</c:v>
                </c:pt>
                <c:pt idx="9071">
                  <c:v>7.4130000000000003</c:v>
                </c:pt>
                <c:pt idx="9072">
                  <c:v>7.4130000000000003</c:v>
                </c:pt>
                <c:pt idx="9073">
                  <c:v>7.4130000000000003</c:v>
                </c:pt>
                <c:pt idx="9074">
                  <c:v>7.4109999999999996</c:v>
                </c:pt>
                <c:pt idx="9075">
                  <c:v>7.4109999999999996</c:v>
                </c:pt>
                <c:pt idx="9076">
                  <c:v>7.4119999999999999</c:v>
                </c:pt>
                <c:pt idx="9077">
                  <c:v>7.4109999999999996</c:v>
                </c:pt>
                <c:pt idx="9078">
                  <c:v>7.4109999999999996</c:v>
                </c:pt>
                <c:pt idx="9079">
                  <c:v>7.4109999999999996</c:v>
                </c:pt>
                <c:pt idx="9080">
                  <c:v>7.4119999999999999</c:v>
                </c:pt>
                <c:pt idx="9081">
                  <c:v>7.4119999999999999</c:v>
                </c:pt>
                <c:pt idx="9082">
                  <c:v>7.4130000000000003</c:v>
                </c:pt>
                <c:pt idx="9083">
                  <c:v>7.4130000000000003</c:v>
                </c:pt>
                <c:pt idx="9084">
                  <c:v>7.4130000000000003</c:v>
                </c:pt>
                <c:pt idx="9085">
                  <c:v>7.41</c:v>
                </c:pt>
                <c:pt idx="9086">
                  <c:v>7.4089999999999998</c:v>
                </c:pt>
                <c:pt idx="9087">
                  <c:v>7.4109999999999996</c:v>
                </c:pt>
                <c:pt idx="9088">
                  <c:v>7.4130000000000003</c:v>
                </c:pt>
                <c:pt idx="9089">
                  <c:v>7.4130000000000003</c:v>
                </c:pt>
                <c:pt idx="9090">
                  <c:v>7.4130000000000003</c:v>
                </c:pt>
                <c:pt idx="9091">
                  <c:v>7.4119999999999999</c:v>
                </c:pt>
                <c:pt idx="9092">
                  <c:v>7.4119999999999999</c:v>
                </c:pt>
                <c:pt idx="9093">
                  <c:v>7.4119999999999999</c:v>
                </c:pt>
                <c:pt idx="9094">
                  <c:v>7.4130000000000003</c:v>
                </c:pt>
                <c:pt idx="9095">
                  <c:v>7.4119999999999999</c:v>
                </c:pt>
                <c:pt idx="9096">
                  <c:v>7.4119999999999999</c:v>
                </c:pt>
                <c:pt idx="9097">
                  <c:v>7.41</c:v>
                </c:pt>
                <c:pt idx="9098">
                  <c:v>7.4109999999999996</c:v>
                </c:pt>
                <c:pt idx="9099">
                  <c:v>7.4119999999999999</c:v>
                </c:pt>
                <c:pt idx="9100">
                  <c:v>7.4130000000000003</c:v>
                </c:pt>
                <c:pt idx="9101">
                  <c:v>7.4119999999999999</c:v>
                </c:pt>
                <c:pt idx="9102">
                  <c:v>7.4109999999999996</c:v>
                </c:pt>
                <c:pt idx="9103">
                  <c:v>7.4089999999999998</c:v>
                </c:pt>
                <c:pt idx="9104">
                  <c:v>7.4089999999999998</c:v>
                </c:pt>
                <c:pt idx="9105">
                  <c:v>7.41</c:v>
                </c:pt>
                <c:pt idx="9106">
                  <c:v>7.4119999999999999</c:v>
                </c:pt>
                <c:pt idx="9107">
                  <c:v>7.4119999999999999</c:v>
                </c:pt>
                <c:pt idx="9108">
                  <c:v>7.4119999999999999</c:v>
                </c:pt>
                <c:pt idx="9109">
                  <c:v>7.4109999999999996</c:v>
                </c:pt>
                <c:pt idx="9110">
                  <c:v>7.4109999999999996</c:v>
                </c:pt>
                <c:pt idx="9111">
                  <c:v>7.4119999999999999</c:v>
                </c:pt>
                <c:pt idx="9112">
                  <c:v>7.4119999999999999</c:v>
                </c:pt>
                <c:pt idx="9113">
                  <c:v>7.41</c:v>
                </c:pt>
                <c:pt idx="9114">
                  <c:v>7.4080000000000004</c:v>
                </c:pt>
                <c:pt idx="9115">
                  <c:v>7.4089999999999998</c:v>
                </c:pt>
                <c:pt idx="9116">
                  <c:v>7.4089999999999998</c:v>
                </c:pt>
                <c:pt idx="9117">
                  <c:v>7.4109999999999996</c:v>
                </c:pt>
                <c:pt idx="9118">
                  <c:v>7.4130000000000003</c:v>
                </c:pt>
                <c:pt idx="9119">
                  <c:v>7.4109999999999996</c:v>
                </c:pt>
                <c:pt idx="9120">
                  <c:v>7.4109999999999996</c:v>
                </c:pt>
                <c:pt idx="9121">
                  <c:v>7.41</c:v>
                </c:pt>
                <c:pt idx="9122">
                  <c:v>7.41</c:v>
                </c:pt>
                <c:pt idx="9123">
                  <c:v>7.4109999999999996</c:v>
                </c:pt>
                <c:pt idx="9124">
                  <c:v>7.4109999999999996</c:v>
                </c:pt>
                <c:pt idx="9125">
                  <c:v>7.4109999999999996</c:v>
                </c:pt>
                <c:pt idx="9126">
                  <c:v>7.41</c:v>
                </c:pt>
                <c:pt idx="9127">
                  <c:v>7.4109999999999996</c:v>
                </c:pt>
                <c:pt idx="9128">
                  <c:v>7.4109999999999996</c:v>
                </c:pt>
                <c:pt idx="9129">
                  <c:v>7.4119999999999999</c:v>
                </c:pt>
                <c:pt idx="9130">
                  <c:v>7.4119999999999999</c:v>
                </c:pt>
                <c:pt idx="9131">
                  <c:v>7.41</c:v>
                </c:pt>
                <c:pt idx="9132">
                  <c:v>7.4080000000000004</c:v>
                </c:pt>
                <c:pt idx="9133">
                  <c:v>7.4089999999999998</c:v>
                </c:pt>
                <c:pt idx="9134">
                  <c:v>7.4109999999999996</c:v>
                </c:pt>
                <c:pt idx="9135">
                  <c:v>7.4109999999999996</c:v>
                </c:pt>
                <c:pt idx="9136">
                  <c:v>7.4109999999999996</c:v>
                </c:pt>
                <c:pt idx="9137">
                  <c:v>7.41</c:v>
                </c:pt>
                <c:pt idx="9138">
                  <c:v>7.4089999999999998</c:v>
                </c:pt>
                <c:pt idx="9139">
                  <c:v>7.4080000000000004</c:v>
                </c:pt>
                <c:pt idx="9140">
                  <c:v>7.4089999999999998</c:v>
                </c:pt>
                <c:pt idx="9141">
                  <c:v>7.4089999999999998</c:v>
                </c:pt>
                <c:pt idx="9142">
                  <c:v>7.4080000000000004</c:v>
                </c:pt>
                <c:pt idx="9143">
                  <c:v>7.4080000000000004</c:v>
                </c:pt>
                <c:pt idx="9144">
                  <c:v>7.4080000000000004</c:v>
                </c:pt>
                <c:pt idx="9145">
                  <c:v>7.4080000000000004</c:v>
                </c:pt>
                <c:pt idx="9146">
                  <c:v>7.41</c:v>
                </c:pt>
                <c:pt idx="9147">
                  <c:v>7.4109999999999996</c:v>
                </c:pt>
                <c:pt idx="9148">
                  <c:v>7.4080000000000004</c:v>
                </c:pt>
                <c:pt idx="9149">
                  <c:v>7.4050000000000002</c:v>
                </c:pt>
                <c:pt idx="9150">
                  <c:v>7.4050000000000002</c:v>
                </c:pt>
                <c:pt idx="9151">
                  <c:v>7.4050000000000002</c:v>
                </c:pt>
                <c:pt idx="9152">
                  <c:v>7.4080000000000004</c:v>
                </c:pt>
                <c:pt idx="9153">
                  <c:v>7.41</c:v>
                </c:pt>
                <c:pt idx="9154">
                  <c:v>7.4089999999999998</c:v>
                </c:pt>
                <c:pt idx="9155">
                  <c:v>7.407</c:v>
                </c:pt>
                <c:pt idx="9156">
                  <c:v>7.4080000000000004</c:v>
                </c:pt>
                <c:pt idx="9157">
                  <c:v>7.4089999999999998</c:v>
                </c:pt>
                <c:pt idx="9158">
                  <c:v>7.4089999999999998</c:v>
                </c:pt>
                <c:pt idx="9159">
                  <c:v>7.4089999999999998</c:v>
                </c:pt>
                <c:pt idx="9160">
                  <c:v>7.407</c:v>
                </c:pt>
                <c:pt idx="9161">
                  <c:v>7.4059999999999997</c:v>
                </c:pt>
                <c:pt idx="9162">
                  <c:v>7.407</c:v>
                </c:pt>
                <c:pt idx="9163">
                  <c:v>7.4080000000000004</c:v>
                </c:pt>
                <c:pt idx="9164">
                  <c:v>7.4080000000000004</c:v>
                </c:pt>
                <c:pt idx="9165">
                  <c:v>7.407</c:v>
                </c:pt>
                <c:pt idx="9166">
                  <c:v>7.4059999999999997</c:v>
                </c:pt>
                <c:pt idx="9167">
                  <c:v>7.4059999999999997</c:v>
                </c:pt>
                <c:pt idx="9168">
                  <c:v>7.4050000000000002</c:v>
                </c:pt>
                <c:pt idx="9169">
                  <c:v>7.4059999999999997</c:v>
                </c:pt>
                <c:pt idx="9170">
                  <c:v>7.4089999999999998</c:v>
                </c:pt>
                <c:pt idx="9171">
                  <c:v>7.4080000000000004</c:v>
                </c:pt>
                <c:pt idx="9172">
                  <c:v>7.4059999999999997</c:v>
                </c:pt>
                <c:pt idx="9173">
                  <c:v>7.4059999999999997</c:v>
                </c:pt>
                <c:pt idx="9174">
                  <c:v>7.4059999999999997</c:v>
                </c:pt>
                <c:pt idx="9175">
                  <c:v>7.4059999999999997</c:v>
                </c:pt>
                <c:pt idx="9176">
                  <c:v>7.407</c:v>
                </c:pt>
                <c:pt idx="9177">
                  <c:v>7.407</c:v>
                </c:pt>
                <c:pt idx="9178">
                  <c:v>7.4050000000000002</c:v>
                </c:pt>
                <c:pt idx="9179">
                  <c:v>7.4050000000000002</c:v>
                </c:pt>
                <c:pt idx="9180">
                  <c:v>7.4080000000000004</c:v>
                </c:pt>
                <c:pt idx="9181">
                  <c:v>7.4089999999999998</c:v>
                </c:pt>
                <c:pt idx="9182">
                  <c:v>7.4089999999999998</c:v>
                </c:pt>
                <c:pt idx="9183">
                  <c:v>7.4080000000000004</c:v>
                </c:pt>
                <c:pt idx="9184">
                  <c:v>7.407</c:v>
                </c:pt>
                <c:pt idx="9185">
                  <c:v>7.4059999999999997</c:v>
                </c:pt>
                <c:pt idx="9186">
                  <c:v>7.4059999999999997</c:v>
                </c:pt>
                <c:pt idx="9187">
                  <c:v>7.407</c:v>
                </c:pt>
                <c:pt idx="9188">
                  <c:v>7.407</c:v>
                </c:pt>
                <c:pt idx="9189">
                  <c:v>7.407</c:v>
                </c:pt>
                <c:pt idx="9190">
                  <c:v>7.407</c:v>
                </c:pt>
                <c:pt idx="9191">
                  <c:v>7.4050000000000002</c:v>
                </c:pt>
                <c:pt idx="9192">
                  <c:v>7.4059999999999997</c:v>
                </c:pt>
                <c:pt idx="9193">
                  <c:v>7.407</c:v>
                </c:pt>
                <c:pt idx="9194">
                  <c:v>7.4059999999999997</c:v>
                </c:pt>
                <c:pt idx="9195">
                  <c:v>7.4050000000000002</c:v>
                </c:pt>
                <c:pt idx="9196">
                  <c:v>7.4039999999999999</c:v>
                </c:pt>
                <c:pt idx="9197">
                  <c:v>7.4050000000000002</c:v>
                </c:pt>
                <c:pt idx="9198">
                  <c:v>7.4050000000000002</c:v>
                </c:pt>
                <c:pt idx="9199">
                  <c:v>7.4059999999999997</c:v>
                </c:pt>
                <c:pt idx="9200">
                  <c:v>7.4050000000000002</c:v>
                </c:pt>
                <c:pt idx="9201">
                  <c:v>7.4029999999999996</c:v>
                </c:pt>
                <c:pt idx="9202">
                  <c:v>7.4039999999999999</c:v>
                </c:pt>
                <c:pt idx="9203">
                  <c:v>7.4050000000000002</c:v>
                </c:pt>
                <c:pt idx="9204">
                  <c:v>7.4039999999999999</c:v>
                </c:pt>
                <c:pt idx="9205">
                  <c:v>7.4029999999999996</c:v>
                </c:pt>
                <c:pt idx="9206">
                  <c:v>7.4029999999999996</c:v>
                </c:pt>
                <c:pt idx="9207">
                  <c:v>7.4029999999999996</c:v>
                </c:pt>
                <c:pt idx="9208">
                  <c:v>7.4029999999999996</c:v>
                </c:pt>
              </c:numCache>
            </c:numRef>
          </c:yVal>
          <c:smooth val="1"/>
          <c:extLst>
            <c:ext xmlns:c16="http://schemas.microsoft.com/office/drawing/2014/chart" uri="{C3380CC4-5D6E-409C-BE32-E72D297353CC}">
              <c16:uniqueId val="{00000004-B04C-4604-A599-C5FB713AD420}"/>
            </c:ext>
          </c:extLst>
        </c:ser>
        <c:ser>
          <c:idx val="1"/>
          <c:order val="5"/>
          <c:tx>
            <c:v>Post Neutralization</c:v>
          </c:tx>
          <c:spPr>
            <a:ln w="38100">
              <a:solidFill>
                <a:schemeClr val="tx2">
                  <a:lumMod val="50000"/>
                  <a:lumOff val="50000"/>
                </a:schemeClr>
              </a:solidFill>
            </a:ln>
          </c:spPr>
          <c:marker>
            <c:symbol val="none"/>
          </c:marker>
          <c:xVal>
            <c:numRef>
              <c:f>'Instrument 1'!$B$1:$B$10539</c:f>
              <c:numCache>
                <c:formatCode>General</c:formatCode>
                <c:ptCount val="10539"/>
                <c:pt idx="1324" formatCode="0.0000">
                  <c:v>5.0000000000000044E-3</c:v>
                </c:pt>
                <c:pt idx="1325" formatCode="0.0000">
                  <c:v>5.833333333333357E-3</c:v>
                </c:pt>
                <c:pt idx="1326" formatCode="0.0000">
                  <c:v>6.6666666666667096E-3</c:v>
                </c:pt>
                <c:pt idx="1327" formatCode="0.0000">
                  <c:v>7.5000000000000622E-3</c:v>
                </c:pt>
                <c:pt idx="1328" formatCode="0.0000">
                  <c:v>8.3333333333333037E-3</c:v>
                </c:pt>
                <c:pt idx="1329" formatCode="0.0000">
                  <c:v>9.1666666666666563E-3</c:v>
                </c:pt>
                <c:pt idx="1330" formatCode="0.0000">
                  <c:v>1.0000000000000009E-2</c:v>
                </c:pt>
                <c:pt idx="1331" formatCode="0.0000">
                  <c:v>1.0833333333333361E-2</c:v>
                </c:pt>
                <c:pt idx="1332" formatCode="0.0000">
                  <c:v>1.1666666666666714E-2</c:v>
                </c:pt>
                <c:pt idx="1333" formatCode="0.0000">
                  <c:v>1.2500000000000011E-2</c:v>
                </c:pt>
                <c:pt idx="1334" formatCode="0.0000">
                  <c:v>1.3333333333333364E-2</c:v>
                </c:pt>
                <c:pt idx="1335" formatCode="0.0000">
                  <c:v>1.4166666666666661E-2</c:v>
                </c:pt>
                <c:pt idx="1336" formatCode="0.0000">
                  <c:v>1.5000000000000013E-2</c:v>
                </c:pt>
                <c:pt idx="1337" formatCode="0.0000">
                  <c:v>1.5833333333333366E-2</c:v>
                </c:pt>
                <c:pt idx="1338" formatCode="0.0000">
                  <c:v>1.6666666666666663E-2</c:v>
                </c:pt>
                <c:pt idx="1339" formatCode="0.0000">
                  <c:v>1.7500000000000016E-2</c:v>
                </c:pt>
                <c:pt idx="1340" formatCode="0.0000">
                  <c:v>1.8333333333333368E-2</c:v>
                </c:pt>
                <c:pt idx="1341" formatCode="0.0000">
                  <c:v>1.9166666666666721E-2</c:v>
                </c:pt>
                <c:pt idx="1342" formatCode="0.0000">
                  <c:v>2.0000000000000018E-2</c:v>
                </c:pt>
                <c:pt idx="1343" formatCode="0.0000">
                  <c:v>2.0833333333333315E-2</c:v>
                </c:pt>
                <c:pt idx="1344" formatCode="0.0000">
                  <c:v>2.1666666666666667E-2</c:v>
                </c:pt>
                <c:pt idx="1345" formatCode="0.0000">
                  <c:v>2.250000000000002E-2</c:v>
                </c:pt>
                <c:pt idx="1346" formatCode="0.0000">
                  <c:v>2.3333333333333373E-2</c:v>
                </c:pt>
                <c:pt idx="1347" formatCode="0.0000">
                  <c:v>2.4166666666666725E-2</c:v>
                </c:pt>
                <c:pt idx="1348" formatCode="0.0000">
                  <c:v>2.5000000000000022E-2</c:v>
                </c:pt>
                <c:pt idx="1349" formatCode="0.0000">
                  <c:v>2.5833333333333319E-2</c:v>
                </c:pt>
                <c:pt idx="1350" formatCode="0.0000">
                  <c:v>2.6666666666666672E-2</c:v>
                </c:pt>
                <c:pt idx="1351" formatCode="0.0000">
                  <c:v>2.7500000000000024E-2</c:v>
                </c:pt>
                <c:pt idx="1352" formatCode="0.0000">
                  <c:v>2.8333333333333377E-2</c:v>
                </c:pt>
                <c:pt idx="1353" formatCode="0.0000">
                  <c:v>2.9166666666666674E-2</c:v>
                </c:pt>
                <c:pt idx="1354" formatCode="0.0000">
                  <c:v>3.0000000000000027E-2</c:v>
                </c:pt>
                <c:pt idx="1355" formatCode="0.0000">
                  <c:v>3.0833333333333379E-2</c:v>
                </c:pt>
                <c:pt idx="1356" formatCode="0.0000">
                  <c:v>3.1666666666666676E-2</c:v>
                </c:pt>
                <c:pt idx="1357" formatCode="0.0000">
                  <c:v>3.2500000000000029E-2</c:v>
                </c:pt>
                <c:pt idx="1358" formatCode="0.0000">
                  <c:v>3.3333333333333326E-2</c:v>
                </c:pt>
                <c:pt idx="1359" formatCode="0.0000">
                  <c:v>3.4166666666666679E-2</c:v>
                </c:pt>
                <c:pt idx="1360" formatCode="0.0000">
                  <c:v>3.5000000000000031E-2</c:v>
                </c:pt>
                <c:pt idx="1361" formatCode="0.0000">
                  <c:v>3.5833333333333384E-2</c:v>
                </c:pt>
                <c:pt idx="1362" formatCode="0.0000">
                  <c:v>3.6666666666666736E-2</c:v>
                </c:pt>
                <c:pt idx="1363" formatCode="0.0000">
                  <c:v>3.7499999999999978E-2</c:v>
                </c:pt>
                <c:pt idx="1364" formatCode="0.0000">
                  <c:v>3.833333333333333E-2</c:v>
                </c:pt>
                <c:pt idx="1365" formatCode="0.0000">
                  <c:v>3.9166666666666683E-2</c:v>
                </c:pt>
                <c:pt idx="1366" formatCode="0.0000">
                  <c:v>4.0000000000000036E-2</c:v>
                </c:pt>
                <c:pt idx="1367" formatCode="0.0000">
                  <c:v>4.0833333333333388E-2</c:v>
                </c:pt>
                <c:pt idx="1368" formatCode="0.0000">
                  <c:v>4.1666666666666685E-2</c:v>
                </c:pt>
                <c:pt idx="1369" formatCode="0.0000">
                  <c:v>4.2499999999999982E-2</c:v>
                </c:pt>
                <c:pt idx="1370" formatCode="0.0000">
                  <c:v>4.3333333333333335E-2</c:v>
                </c:pt>
                <c:pt idx="1371" formatCode="0.0000">
                  <c:v>4.4166666666666687E-2</c:v>
                </c:pt>
                <c:pt idx="1372" formatCode="0.0000">
                  <c:v>4.500000000000004E-2</c:v>
                </c:pt>
                <c:pt idx="1373" formatCode="0.0000">
                  <c:v>4.5833333333333337E-2</c:v>
                </c:pt>
                <c:pt idx="1374" formatCode="0.0000">
                  <c:v>4.666666666666669E-2</c:v>
                </c:pt>
                <c:pt idx="1375" formatCode="0.0000">
                  <c:v>4.7500000000000042E-2</c:v>
                </c:pt>
                <c:pt idx="1376" formatCode="0.0000">
                  <c:v>4.8333333333333339E-2</c:v>
                </c:pt>
                <c:pt idx="1377" formatCode="0.0000">
                  <c:v>4.9166666666666692E-2</c:v>
                </c:pt>
                <c:pt idx="1378" formatCode="0.0000">
                  <c:v>4.9999999999999989E-2</c:v>
                </c:pt>
                <c:pt idx="1379" formatCode="0.0000">
                  <c:v>5.0833333333333341E-2</c:v>
                </c:pt>
                <c:pt idx="1380" formatCode="0.0000">
                  <c:v>5.1666666666666694E-2</c:v>
                </c:pt>
                <c:pt idx="1381" formatCode="0.0000">
                  <c:v>5.2500000000000047E-2</c:v>
                </c:pt>
                <c:pt idx="1382" formatCode="0.0000">
                  <c:v>5.3333333333333399E-2</c:v>
                </c:pt>
                <c:pt idx="1383" formatCode="0.0000">
                  <c:v>5.4166666666666641E-2</c:v>
                </c:pt>
                <c:pt idx="1384" formatCode="0.0000">
                  <c:v>5.4999999999999993E-2</c:v>
                </c:pt>
                <c:pt idx="1385" formatCode="0.0000">
                  <c:v>5.5833333333333346E-2</c:v>
                </c:pt>
                <c:pt idx="1386" formatCode="0.0000">
                  <c:v>5.6666666666666698E-2</c:v>
                </c:pt>
                <c:pt idx="1387" formatCode="0.0000">
                  <c:v>5.7500000000000051E-2</c:v>
                </c:pt>
                <c:pt idx="1388" formatCode="0.0000">
                  <c:v>5.8333333333333348E-2</c:v>
                </c:pt>
                <c:pt idx="1389" formatCode="0.0000">
                  <c:v>5.9166666666666701E-2</c:v>
                </c:pt>
                <c:pt idx="1390" formatCode="0.0000">
                  <c:v>0.06</c:v>
                </c:pt>
                <c:pt idx="1391" formatCode="0.0000">
                  <c:v>6.083333333333335E-2</c:v>
                </c:pt>
                <c:pt idx="1392" formatCode="0.0000">
                  <c:v>6.1666666666666703E-2</c:v>
                </c:pt>
                <c:pt idx="1393" formatCode="0.0000">
                  <c:v>6.25E-2</c:v>
                </c:pt>
                <c:pt idx="1394" formatCode="0.0000">
                  <c:v>6.3333333333333353E-2</c:v>
                </c:pt>
                <c:pt idx="1395" formatCode="0.0000">
                  <c:v>6.4166666666666705E-2</c:v>
                </c:pt>
                <c:pt idx="1396" formatCode="0.0000">
                  <c:v>6.5000000000000058E-2</c:v>
                </c:pt>
                <c:pt idx="1397" formatCode="0.0000">
                  <c:v>6.5833333333333355E-2</c:v>
                </c:pt>
                <c:pt idx="1398" formatCode="0.0000">
                  <c:v>6.6666666666666652E-2</c:v>
                </c:pt>
                <c:pt idx="1399" formatCode="0.0000">
                  <c:v>6.7500000000000004E-2</c:v>
                </c:pt>
                <c:pt idx="1400" formatCode="0.0000">
                  <c:v>6.8333333333333357E-2</c:v>
                </c:pt>
                <c:pt idx="1401" formatCode="0.0000">
                  <c:v>6.916666666666671E-2</c:v>
                </c:pt>
                <c:pt idx="1402" formatCode="0.0000">
                  <c:v>7.0000000000000062E-2</c:v>
                </c:pt>
                <c:pt idx="1403" formatCode="0.0000">
                  <c:v>7.0833333333333304E-2</c:v>
                </c:pt>
                <c:pt idx="1404" formatCode="0.0000">
                  <c:v>7.1666666666666656E-2</c:v>
                </c:pt>
                <c:pt idx="1405" formatCode="0.0000">
                  <c:v>7.2500000000000009E-2</c:v>
                </c:pt>
                <c:pt idx="1406" formatCode="0.0000">
                  <c:v>7.3333333333333361E-2</c:v>
                </c:pt>
                <c:pt idx="1407" formatCode="0.0000">
                  <c:v>7.4166666666666714E-2</c:v>
                </c:pt>
                <c:pt idx="1408" formatCode="0.0000">
                  <c:v>7.5000000000000011E-2</c:v>
                </c:pt>
                <c:pt idx="1409" formatCode="0.0000">
                  <c:v>7.5833333333333364E-2</c:v>
                </c:pt>
                <c:pt idx="1410" formatCode="0.0000">
                  <c:v>7.6666666666666661E-2</c:v>
                </c:pt>
                <c:pt idx="1411" formatCode="0.0000">
                  <c:v>7.7500000000000013E-2</c:v>
                </c:pt>
                <c:pt idx="1412" formatCode="0.0000">
                  <c:v>7.8333333333333366E-2</c:v>
                </c:pt>
                <c:pt idx="1413" formatCode="0.0000">
                  <c:v>7.9166666666666663E-2</c:v>
                </c:pt>
                <c:pt idx="1414" formatCode="0.0000">
                  <c:v>8.0000000000000016E-2</c:v>
                </c:pt>
                <c:pt idx="1415" formatCode="0.0000">
                  <c:v>8.0833333333333368E-2</c:v>
                </c:pt>
                <c:pt idx="1416" formatCode="0.0000">
                  <c:v>8.1666666666666721E-2</c:v>
                </c:pt>
                <c:pt idx="1417" formatCode="0.0000">
                  <c:v>8.2500000000000018E-2</c:v>
                </c:pt>
                <c:pt idx="1418" formatCode="0.0000">
                  <c:v>8.3333333333333315E-2</c:v>
                </c:pt>
                <c:pt idx="1419" formatCode="0.0000">
                  <c:v>8.4166666666666667E-2</c:v>
                </c:pt>
                <c:pt idx="1420" formatCode="0.0000">
                  <c:v>8.500000000000002E-2</c:v>
                </c:pt>
                <c:pt idx="1421" formatCode="0.0000">
                  <c:v>8.5833333333333373E-2</c:v>
                </c:pt>
                <c:pt idx="1422" formatCode="0.0000">
                  <c:v>8.6666666666666725E-2</c:v>
                </c:pt>
                <c:pt idx="1423" formatCode="0.0000">
                  <c:v>8.7500000000000022E-2</c:v>
                </c:pt>
                <c:pt idx="1424" formatCode="0.0000">
                  <c:v>8.8333333333333319E-2</c:v>
                </c:pt>
                <c:pt idx="1425" formatCode="0.0000">
                  <c:v>8.9166666666666672E-2</c:v>
                </c:pt>
                <c:pt idx="1426" formatCode="0.0000">
                  <c:v>9.0000000000000024E-2</c:v>
                </c:pt>
                <c:pt idx="1427" formatCode="0.0000">
                  <c:v>9.0833333333333377E-2</c:v>
                </c:pt>
                <c:pt idx="1428" formatCode="0.0000">
                  <c:v>9.1666666666666674E-2</c:v>
                </c:pt>
                <c:pt idx="1429" formatCode="0.0000">
                  <c:v>9.2500000000000027E-2</c:v>
                </c:pt>
                <c:pt idx="1430" formatCode="0.0000">
                  <c:v>9.3333333333333379E-2</c:v>
                </c:pt>
                <c:pt idx="1431" formatCode="0.0000">
                  <c:v>9.4166666666666676E-2</c:v>
                </c:pt>
                <c:pt idx="1432" formatCode="0.0000">
                  <c:v>9.5000000000000029E-2</c:v>
                </c:pt>
                <c:pt idx="1433" formatCode="0.0000">
                  <c:v>9.5833333333333326E-2</c:v>
                </c:pt>
                <c:pt idx="1434" formatCode="0.0000">
                  <c:v>9.6666666666666679E-2</c:v>
                </c:pt>
                <c:pt idx="1435" formatCode="0.0000">
                  <c:v>9.7500000000000031E-2</c:v>
                </c:pt>
                <c:pt idx="1436" formatCode="0.0000">
                  <c:v>9.8333333333333384E-2</c:v>
                </c:pt>
                <c:pt idx="1437" formatCode="0.0000">
                  <c:v>9.9166666666666736E-2</c:v>
                </c:pt>
                <c:pt idx="1438" formatCode="0.0000">
                  <c:v>9.9999999999999978E-2</c:v>
                </c:pt>
                <c:pt idx="1439" formatCode="0.0000">
                  <c:v>0.10083333333333333</c:v>
                </c:pt>
                <c:pt idx="1440" formatCode="0.0000">
                  <c:v>0.10166666666666668</c:v>
                </c:pt>
                <c:pt idx="1441" formatCode="0.0000">
                  <c:v>0.10250000000000004</c:v>
                </c:pt>
                <c:pt idx="1442" formatCode="0.0000">
                  <c:v>0.10333333333333339</c:v>
                </c:pt>
                <c:pt idx="1443" formatCode="0.0000">
                  <c:v>0.10416666666666669</c:v>
                </c:pt>
                <c:pt idx="1444" formatCode="0.0000">
                  <c:v>0.10499999999999998</c:v>
                </c:pt>
                <c:pt idx="1445" formatCode="0.0000">
                  <c:v>0.10583333333333333</c:v>
                </c:pt>
                <c:pt idx="1446" formatCode="0.0000">
                  <c:v>0.10666666666666669</c:v>
                </c:pt>
                <c:pt idx="1447" formatCode="0.0000">
                  <c:v>0.10750000000000004</c:v>
                </c:pt>
                <c:pt idx="1448" formatCode="0.0000">
                  <c:v>0.10833333333333334</c:v>
                </c:pt>
                <c:pt idx="1449" formatCode="0.0000">
                  <c:v>0.10916666666666669</c:v>
                </c:pt>
                <c:pt idx="1450" formatCode="0.0000">
                  <c:v>0.11000000000000004</c:v>
                </c:pt>
                <c:pt idx="1451" formatCode="0.0000">
                  <c:v>0.11083333333333334</c:v>
                </c:pt>
                <c:pt idx="1452" formatCode="0.0000">
                  <c:v>0.11166666666666669</c:v>
                </c:pt>
                <c:pt idx="1453" formatCode="0.0000">
                  <c:v>0.11249999999999999</c:v>
                </c:pt>
                <c:pt idx="1454" formatCode="0.0000">
                  <c:v>0.11333333333333334</c:v>
                </c:pt>
                <c:pt idx="1455" formatCode="0.0000">
                  <c:v>0.11416666666666669</c:v>
                </c:pt>
                <c:pt idx="1456" formatCode="0.0000">
                  <c:v>0.11500000000000005</c:v>
                </c:pt>
                <c:pt idx="1457" formatCode="0.0000">
                  <c:v>0.1158333333333334</c:v>
                </c:pt>
                <c:pt idx="1458" formatCode="0.0000">
                  <c:v>0.11666666666666664</c:v>
                </c:pt>
                <c:pt idx="1459" formatCode="0.0000">
                  <c:v>0.11749999999999999</c:v>
                </c:pt>
                <c:pt idx="1460" formatCode="0.0000">
                  <c:v>0.11833333333333335</c:v>
                </c:pt>
                <c:pt idx="1461" formatCode="0.0000">
                  <c:v>0.1191666666666667</c:v>
                </c:pt>
                <c:pt idx="1462" formatCode="0.0000">
                  <c:v>0.12000000000000005</c:v>
                </c:pt>
                <c:pt idx="1463" formatCode="0.0000">
                  <c:v>0.12083333333333335</c:v>
                </c:pt>
                <c:pt idx="1464" formatCode="0.0000">
                  <c:v>0.1216666666666667</c:v>
                </c:pt>
                <c:pt idx="1465" formatCode="0.0000">
                  <c:v>0.1225</c:v>
                </c:pt>
                <c:pt idx="1466" formatCode="0.0000">
                  <c:v>0.12333333333333335</c:v>
                </c:pt>
                <c:pt idx="1467" formatCode="0.0000">
                  <c:v>0.1241666666666667</c:v>
                </c:pt>
                <c:pt idx="1468" formatCode="0.0000">
                  <c:v>0.125</c:v>
                </c:pt>
                <c:pt idx="1469" formatCode="0.0000">
                  <c:v>0.12583333333333335</c:v>
                </c:pt>
                <c:pt idx="1470" formatCode="0.0000">
                  <c:v>0.12666666666666671</c:v>
                </c:pt>
                <c:pt idx="1471" formatCode="0.0000">
                  <c:v>0.12750000000000006</c:v>
                </c:pt>
                <c:pt idx="1472" formatCode="0.0000">
                  <c:v>0.12833333333333335</c:v>
                </c:pt>
                <c:pt idx="1473" formatCode="0.0000">
                  <c:v>0.12916666666666665</c:v>
                </c:pt>
                <c:pt idx="1474" formatCode="0.0000">
                  <c:v>0.13</c:v>
                </c:pt>
                <c:pt idx="1475" formatCode="0.0000">
                  <c:v>0.13083333333333336</c:v>
                </c:pt>
                <c:pt idx="1476" formatCode="0.0000">
                  <c:v>0.13166666666666671</c:v>
                </c:pt>
                <c:pt idx="1477" formatCode="0.0000">
                  <c:v>0.13250000000000006</c:v>
                </c:pt>
                <c:pt idx="1478" formatCode="0.0000">
                  <c:v>0.1333333333333333</c:v>
                </c:pt>
                <c:pt idx="1479" formatCode="0.0000">
                  <c:v>0.13416666666666666</c:v>
                </c:pt>
                <c:pt idx="1480" formatCode="0.0000">
                  <c:v>0.13500000000000001</c:v>
                </c:pt>
                <c:pt idx="1481" formatCode="0.0000">
                  <c:v>0.13583333333333336</c:v>
                </c:pt>
                <c:pt idx="1482" formatCode="0.0000">
                  <c:v>0.13666666666666671</c:v>
                </c:pt>
                <c:pt idx="1483" formatCode="0.0000">
                  <c:v>0.13750000000000001</c:v>
                </c:pt>
                <c:pt idx="1484" formatCode="0.0000">
                  <c:v>0.13833333333333336</c:v>
                </c:pt>
                <c:pt idx="1485" formatCode="0.0000">
                  <c:v>0.13916666666666666</c:v>
                </c:pt>
                <c:pt idx="1486" formatCode="0.0000">
                  <c:v>0.14000000000000001</c:v>
                </c:pt>
                <c:pt idx="1487" formatCode="0.0000">
                  <c:v>0.14083333333333337</c:v>
                </c:pt>
                <c:pt idx="1488" formatCode="0.0000">
                  <c:v>0.14166666666666666</c:v>
                </c:pt>
                <c:pt idx="1489" formatCode="0.0000">
                  <c:v>0.14250000000000002</c:v>
                </c:pt>
                <c:pt idx="1490" formatCode="0.0000">
                  <c:v>0.14333333333333337</c:v>
                </c:pt>
                <c:pt idx="1491" formatCode="0.0000">
                  <c:v>0.14416666666666672</c:v>
                </c:pt>
                <c:pt idx="1492" formatCode="0.0000">
                  <c:v>0.14500000000000002</c:v>
                </c:pt>
                <c:pt idx="1493" formatCode="0.0000">
                  <c:v>0.14583333333333331</c:v>
                </c:pt>
                <c:pt idx="1494" formatCode="0.0000">
                  <c:v>0.14666666666666667</c:v>
                </c:pt>
                <c:pt idx="1495" formatCode="0.0000">
                  <c:v>0.14750000000000002</c:v>
                </c:pt>
                <c:pt idx="1496" formatCode="0.0000">
                  <c:v>0.14833333333333337</c:v>
                </c:pt>
                <c:pt idx="1497" formatCode="0.0000">
                  <c:v>0.14916666666666673</c:v>
                </c:pt>
                <c:pt idx="1498" formatCode="0.0000">
                  <c:v>0.15000000000000002</c:v>
                </c:pt>
                <c:pt idx="1499" formatCode="0.0000">
                  <c:v>0.15083333333333332</c:v>
                </c:pt>
                <c:pt idx="1500" formatCode="0.0000">
                  <c:v>0.15166666666666667</c:v>
                </c:pt>
                <c:pt idx="1501" formatCode="0.0000">
                  <c:v>0.15250000000000002</c:v>
                </c:pt>
                <c:pt idx="1502" formatCode="0.0000">
                  <c:v>0.15333333333333338</c:v>
                </c:pt>
                <c:pt idx="1503" formatCode="0.0000">
                  <c:v>0.15416666666666667</c:v>
                </c:pt>
                <c:pt idx="1504" formatCode="0.0000">
                  <c:v>0.15500000000000003</c:v>
                </c:pt>
                <c:pt idx="1505" formatCode="0.0000">
                  <c:v>0.15583333333333338</c:v>
                </c:pt>
                <c:pt idx="1506" formatCode="0.0000">
                  <c:v>0.15666666666666668</c:v>
                </c:pt>
                <c:pt idx="1507" formatCode="0.0000">
                  <c:v>0.15750000000000003</c:v>
                </c:pt>
                <c:pt idx="1508" formatCode="0.0000">
                  <c:v>0.15833333333333333</c:v>
                </c:pt>
                <c:pt idx="1509" formatCode="0.0000">
                  <c:v>0.15916666666666668</c:v>
                </c:pt>
                <c:pt idx="1510" formatCode="0.0000">
                  <c:v>0.16000000000000003</c:v>
                </c:pt>
                <c:pt idx="1511" formatCode="0.0000">
                  <c:v>0.16083333333333338</c:v>
                </c:pt>
                <c:pt idx="1512" formatCode="0.0000">
                  <c:v>0.16166666666666674</c:v>
                </c:pt>
                <c:pt idx="1513" formatCode="0.0000">
                  <c:v>0.16249999999999998</c:v>
                </c:pt>
                <c:pt idx="1514" formatCode="0.0000">
                  <c:v>0.16333333333333333</c:v>
                </c:pt>
                <c:pt idx="1515" formatCode="0.0000">
                  <c:v>0.16416666666666668</c:v>
                </c:pt>
                <c:pt idx="1516" formatCode="0.0000">
                  <c:v>0.16500000000000004</c:v>
                </c:pt>
                <c:pt idx="1517" formatCode="0.0000">
                  <c:v>0.16583333333333339</c:v>
                </c:pt>
                <c:pt idx="1518" formatCode="0.0000">
                  <c:v>0.16666666666666669</c:v>
                </c:pt>
                <c:pt idx="1519" formatCode="0.0000">
                  <c:v>0.16749999999999998</c:v>
                </c:pt>
                <c:pt idx="1520" formatCode="0.0000">
                  <c:v>0.16833333333333333</c:v>
                </c:pt>
                <c:pt idx="1521" formatCode="0.0000">
                  <c:v>0.16916666666666669</c:v>
                </c:pt>
                <c:pt idx="1522" formatCode="0.0000">
                  <c:v>0.17000000000000004</c:v>
                </c:pt>
                <c:pt idx="1523" formatCode="0.0000">
                  <c:v>0.17083333333333334</c:v>
                </c:pt>
                <c:pt idx="1524" formatCode="0.0000">
                  <c:v>0.17166666666666669</c:v>
                </c:pt>
                <c:pt idx="1525" formatCode="0.0000">
                  <c:v>0.17250000000000004</c:v>
                </c:pt>
                <c:pt idx="1526" formatCode="0.0000">
                  <c:v>0.17333333333333334</c:v>
                </c:pt>
                <c:pt idx="1527" formatCode="0.0000">
                  <c:v>0.17416666666666669</c:v>
                </c:pt>
                <c:pt idx="1528" formatCode="0.0000">
                  <c:v>0.17499999999999999</c:v>
                </c:pt>
                <c:pt idx="1529" formatCode="0.0000">
                  <c:v>0.17583333333333334</c:v>
                </c:pt>
                <c:pt idx="1530" formatCode="0.0000">
                  <c:v>0.17666666666666669</c:v>
                </c:pt>
                <c:pt idx="1531" formatCode="0.0000">
                  <c:v>0.17750000000000005</c:v>
                </c:pt>
                <c:pt idx="1532" formatCode="0.0000">
                  <c:v>0.1783333333333334</c:v>
                </c:pt>
                <c:pt idx="1533" formatCode="0.0000">
                  <c:v>0.17916666666666664</c:v>
                </c:pt>
                <c:pt idx="1534" formatCode="0.0000">
                  <c:v>0.18</c:v>
                </c:pt>
                <c:pt idx="1535" formatCode="0.0000">
                  <c:v>0.18083333333333335</c:v>
                </c:pt>
                <c:pt idx="1536" formatCode="0.0000">
                  <c:v>0.1816666666666667</c:v>
                </c:pt>
                <c:pt idx="1537" formatCode="0.0000">
                  <c:v>0.18250000000000005</c:v>
                </c:pt>
                <c:pt idx="1538" formatCode="0.0000">
                  <c:v>0.18333333333333335</c:v>
                </c:pt>
                <c:pt idx="1539" formatCode="0.0000">
                  <c:v>0.1841666666666667</c:v>
                </c:pt>
                <c:pt idx="1540" formatCode="0.0000">
                  <c:v>0.185</c:v>
                </c:pt>
                <c:pt idx="1541" formatCode="0.0000">
                  <c:v>0.18583333333333335</c:v>
                </c:pt>
                <c:pt idx="1542" formatCode="0.0000">
                  <c:v>0.1866666666666667</c:v>
                </c:pt>
                <c:pt idx="1543" formatCode="0.0000">
                  <c:v>0.1875</c:v>
                </c:pt>
                <c:pt idx="1544" formatCode="0.0000">
                  <c:v>0.18833333333333335</c:v>
                </c:pt>
                <c:pt idx="1545" formatCode="0.0000">
                  <c:v>0.18916666666666671</c:v>
                </c:pt>
                <c:pt idx="1546" formatCode="0.0000">
                  <c:v>0.19000000000000006</c:v>
                </c:pt>
                <c:pt idx="1547" formatCode="0.0000">
                  <c:v>0.19083333333333335</c:v>
                </c:pt>
                <c:pt idx="1548" formatCode="0.0000">
                  <c:v>0.19166666666666665</c:v>
                </c:pt>
                <c:pt idx="1549" formatCode="0.0000">
                  <c:v>0.1925</c:v>
                </c:pt>
                <c:pt idx="1550" formatCode="0.0000">
                  <c:v>0.19333333333333336</c:v>
                </c:pt>
                <c:pt idx="1551" formatCode="0.0000">
                  <c:v>0.19416666666666671</c:v>
                </c:pt>
                <c:pt idx="1552" formatCode="0.0000">
                  <c:v>0.19500000000000006</c:v>
                </c:pt>
                <c:pt idx="1553" formatCode="0.0000">
                  <c:v>0.1958333333333333</c:v>
                </c:pt>
                <c:pt idx="1554" formatCode="0.0000">
                  <c:v>0.19666666666666666</c:v>
                </c:pt>
                <c:pt idx="1555" formatCode="0.0000">
                  <c:v>0.19750000000000001</c:v>
                </c:pt>
                <c:pt idx="1556" formatCode="0.0000">
                  <c:v>0.19833333333333336</c:v>
                </c:pt>
                <c:pt idx="1557" formatCode="0.0000">
                  <c:v>0.19916666666666671</c:v>
                </c:pt>
                <c:pt idx="1558" formatCode="0.0000">
                  <c:v>0.2</c:v>
                </c:pt>
                <c:pt idx="1559" formatCode="0.0000">
                  <c:v>0.20083333333333336</c:v>
                </c:pt>
                <c:pt idx="1560" formatCode="0.0000">
                  <c:v>0.20166666666666666</c:v>
                </c:pt>
                <c:pt idx="1561" formatCode="0.0000">
                  <c:v>0.20250000000000001</c:v>
                </c:pt>
                <c:pt idx="1562" formatCode="0.0000">
                  <c:v>0.20333333333333337</c:v>
                </c:pt>
                <c:pt idx="1563" formatCode="0.0000">
                  <c:v>0.20416666666666666</c:v>
                </c:pt>
                <c:pt idx="1564" formatCode="0.0000">
                  <c:v>0.20500000000000002</c:v>
                </c:pt>
                <c:pt idx="1565" formatCode="0.0000">
                  <c:v>0.20583333333333337</c:v>
                </c:pt>
                <c:pt idx="1566" formatCode="0.0000">
                  <c:v>0.20666666666666672</c:v>
                </c:pt>
                <c:pt idx="1567" formatCode="0.0000">
                  <c:v>0.20750000000000002</c:v>
                </c:pt>
                <c:pt idx="1568" formatCode="0.0000">
                  <c:v>0.20833333333333331</c:v>
                </c:pt>
                <c:pt idx="1569" formatCode="0.0000">
                  <c:v>0.20916666666666667</c:v>
                </c:pt>
                <c:pt idx="1570" formatCode="0.0000">
                  <c:v>0.21000000000000002</c:v>
                </c:pt>
                <c:pt idx="1571" formatCode="0.0000">
                  <c:v>0.21083333333333337</c:v>
                </c:pt>
                <c:pt idx="1572" formatCode="0.0000">
                  <c:v>0.21166666666666673</c:v>
                </c:pt>
                <c:pt idx="1573" formatCode="0.0000">
                  <c:v>0.21249999999999997</c:v>
                </c:pt>
                <c:pt idx="1574" formatCode="0.0000">
                  <c:v>0.21333333333333332</c:v>
                </c:pt>
                <c:pt idx="1575" formatCode="0.0000">
                  <c:v>0.21416666666666667</c:v>
                </c:pt>
                <c:pt idx="1576" formatCode="0.0000">
                  <c:v>0.21500000000000002</c:v>
                </c:pt>
                <c:pt idx="1577" formatCode="0.0000">
                  <c:v>0.21583333333333338</c:v>
                </c:pt>
                <c:pt idx="1578" formatCode="0.0000">
                  <c:v>0.21666666666666662</c:v>
                </c:pt>
                <c:pt idx="1579" formatCode="0.0000">
                  <c:v>0.21749999999999997</c:v>
                </c:pt>
                <c:pt idx="1580" formatCode="0.0000">
                  <c:v>0.21833333333333332</c:v>
                </c:pt>
                <c:pt idx="1581" formatCode="0.0000">
                  <c:v>0.21916666666666668</c:v>
                </c:pt>
                <c:pt idx="1582" formatCode="0.0000">
                  <c:v>0.22000000000000003</c:v>
                </c:pt>
                <c:pt idx="1583" formatCode="0.0000">
                  <c:v>0.22083333333333338</c:v>
                </c:pt>
                <c:pt idx="1584" formatCode="0.0000">
                  <c:v>0.22166666666666662</c:v>
                </c:pt>
                <c:pt idx="1585" formatCode="0.0000">
                  <c:v>0.22249999999999998</c:v>
                </c:pt>
                <c:pt idx="1586" formatCode="0.0000">
                  <c:v>0.22333333333333333</c:v>
                </c:pt>
                <c:pt idx="1587" formatCode="0.0000">
                  <c:v>0.22416666666666668</c:v>
                </c:pt>
                <c:pt idx="1588" formatCode="0.0000">
                  <c:v>0.22500000000000003</c:v>
                </c:pt>
                <c:pt idx="1589" formatCode="0.0000">
                  <c:v>0.22583333333333339</c:v>
                </c:pt>
                <c:pt idx="1590" formatCode="0.0000">
                  <c:v>0.22666666666666674</c:v>
                </c:pt>
                <c:pt idx="1591" formatCode="0.0000">
                  <c:v>0.22749999999999998</c:v>
                </c:pt>
                <c:pt idx="1592" formatCode="0.0000">
                  <c:v>0.22833333333333333</c:v>
                </c:pt>
                <c:pt idx="1593" formatCode="0.0000">
                  <c:v>0.22916666666666669</c:v>
                </c:pt>
                <c:pt idx="1594" formatCode="0.0000">
                  <c:v>0.23000000000000004</c:v>
                </c:pt>
                <c:pt idx="1595" formatCode="0.0000">
                  <c:v>0.23083333333333339</c:v>
                </c:pt>
                <c:pt idx="1596" formatCode="0.0000">
                  <c:v>0.23166666666666674</c:v>
                </c:pt>
                <c:pt idx="1597" formatCode="0.0000">
                  <c:v>0.2325000000000001</c:v>
                </c:pt>
                <c:pt idx="1598" formatCode="0.0000">
                  <c:v>0.23333333333333334</c:v>
                </c:pt>
                <c:pt idx="1599" formatCode="0.0000">
                  <c:v>0.23416666666666669</c:v>
                </c:pt>
                <c:pt idx="1600" formatCode="0.0000">
                  <c:v>0.23500000000000004</c:v>
                </c:pt>
                <c:pt idx="1601" formatCode="0.0000">
                  <c:v>0.23583333333333339</c:v>
                </c:pt>
                <c:pt idx="1602" formatCode="0.0000">
                  <c:v>0.23666666666666675</c:v>
                </c:pt>
                <c:pt idx="1603" formatCode="0.0000">
                  <c:v>0.23749999999999999</c:v>
                </c:pt>
                <c:pt idx="1604" formatCode="0.0000">
                  <c:v>0.23833333333333334</c:v>
                </c:pt>
                <c:pt idx="1605" formatCode="0.0000">
                  <c:v>0.23916666666666669</c:v>
                </c:pt>
                <c:pt idx="1606" formatCode="0.0000">
                  <c:v>0.24000000000000005</c:v>
                </c:pt>
                <c:pt idx="1607" formatCode="0.0000">
                  <c:v>0.2408333333333334</c:v>
                </c:pt>
                <c:pt idx="1608" formatCode="0.0000">
                  <c:v>0.24166666666666664</c:v>
                </c:pt>
                <c:pt idx="1609" formatCode="0.0000">
                  <c:v>0.24249999999999999</c:v>
                </c:pt>
                <c:pt idx="1610" formatCode="0.0000">
                  <c:v>0.24333333333333335</c:v>
                </c:pt>
                <c:pt idx="1611" formatCode="0.0000">
                  <c:v>0.24416666666666659</c:v>
                </c:pt>
                <c:pt idx="1612" formatCode="0.0000">
                  <c:v>0.24500000000000005</c:v>
                </c:pt>
                <c:pt idx="1613" formatCode="0.0000">
                  <c:v>0.24583333333333329</c:v>
                </c:pt>
                <c:pt idx="1614" formatCode="0.0000">
                  <c:v>0.24666666666666676</c:v>
                </c:pt>
                <c:pt idx="1615" formatCode="0.0000">
                  <c:v>0.2475</c:v>
                </c:pt>
                <c:pt idx="1616" formatCode="0.0000">
                  <c:v>0.24833333333333335</c:v>
                </c:pt>
                <c:pt idx="1617" formatCode="0.0000">
                  <c:v>0.2491666666666667</c:v>
                </c:pt>
                <c:pt idx="1618" formatCode="0.0000">
                  <c:v>0.24999999999999994</c:v>
                </c:pt>
                <c:pt idx="1619" formatCode="0.0000">
                  <c:v>0.25083333333333341</c:v>
                </c:pt>
                <c:pt idx="1620" formatCode="0.0000">
                  <c:v>0.25166666666666665</c:v>
                </c:pt>
                <c:pt idx="1621" formatCode="0.0000">
                  <c:v>0.2525</c:v>
                </c:pt>
                <c:pt idx="1622" formatCode="0.0000">
                  <c:v>0.25333333333333335</c:v>
                </c:pt>
                <c:pt idx="1623" formatCode="0.0000">
                  <c:v>0.25416666666666671</c:v>
                </c:pt>
                <c:pt idx="1624" formatCode="0.0000">
                  <c:v>0.25500000000000006</c:v>
                </c:pt>
                <c:pt idx="1625" formatCode="0.0000">
                  <c:v>0.2558333333333333</c:v>
                </c:pt>
                <c:pt idx="1626" formatCode="0.0000">
                  <c:v>0.25666666666666665</c:v>
                </c:pt>
                <c:pt idx="1627" formatCode="0.0000">
                  <c:v>0.25750000000000001</c:v>
                </c:pt>
                <c:pt idx="1628" formatCode="0.0000">
                  <c:v>0.25833333333333336</c:v>
                </c:pt>
                <c:pt idx="1629" formatCode="0.0000">
                  <c:v>0.25916666666666671</c:v>
                </c:pt>
                <c:pt idx="1630" formatCode="0.0000">
                  <c:v>0.26000000000000006</c:v>
                </c:pt>
                <c:pt idx="1631" formatCode="0.0000">
                  <c:v>0.26083333333333331</c:v>
                </c:pt>
                <c:pt idx="1632" formatCode="0.0000">
                  <c:v>0.26166666666666666</c:v>
                </c:pt>
                <c:pt idx="1633" formatCode="0.0000">
                  <c:v>0.26250000000000001</c:v>
                </c:pt>
                <c:pt idx="1634" formatCode="0.0000">
                  <c:v>0.26333333333333336</c:v>
                </c:pt>
                <c:pt idx="1635" formatCode="0.0000">
                  <c:v>0.26416666666666672</c:v>
                </c:pt>
                <c:pt idx="1636" formatCode="0.0000">
                  <c:v>0.26499999999999996</c:v>
                </c:pt>
                <c:pt idx="1637" formatCode="0.0000">
                  <c:v>0.26583333333333342</c:v>
                </c:pt>
                <c:pt idx="1638" formatCode="0.0000">
                  <c:v>0.26666666666666666</c:v>
                </c:pt>
                <c:pt idx="1639" formatCode="0.0000">
                  <c:v>0.26750000000000002</c:v>
                </c:pt>
                <c:pt idx="1640" formatCode="0.0000">
                  <c:v>0.26833333333333337</c:v>
                </c:pt>
                <c:pt idx="1641" formatCode="0.0000">
                  <c:v>0.26916666666666661</c:v>
                </c:pt>
                <c:pt idx="1642" formatCode="0.0000">
                  <c:v>0.27000000000000007</c:v>
                </c:pt>
                <c:pt idx="1643" formatCode="0.0000">
                  <c:v>0.27083333333333331</c:v>
                </c:pt>
                <c:pt idx="1644" formatCode="0.0000">
                  <c:v>0.27166666666666678</c:v>
                </c:pt>
                <c:pt idx="1645" formatCode="0.0000">
                  <c:v>0.27250000000000002</c:v>
                </c:pt>
                <c:pt idx="1646" formatCode="0.0000">
                  <c:v>0.27333333333333326</c:v>
                </c:pt>
                <c:pt idx="1647" formatCode="0.0000">
                  <c:v>0.27416666666666673</c:v>
                </c:pt>
                <c:pt idx="1648" formatCode="0.0000">
                  <c:v>0.27499999999999997</c:v>
                </c:pt>
                <c:pt idx="1649" formatCode="0.0000">
                  <c:v>0.27583333333333343</c:v>
                </c:pt>
                <c:pt idx="1650" formatCode="0.0000">
                  <c:v>0.27666666666666667</c:v>
                </c:pt>
                <c:pt idx="1651" formatCode="0.0000">
                  <c:v>0.27750000000000002</c:v>
                </c:pt>
                <c:pt idx="1652" formatCode="0.0000">
                  <c:v>0.27833333333333338</c:v>
                </c:pt>
                <c:pt idx="1653" formatCode="0.0000">
                  <c:v>0.27916666666666662</c:v>
                </c:pt>
                <c:pt idx="1654" formatCode="0.0000">
                  <c:v>0.28000000000000008</c:v>
                </c:pt>
                <c:pt idx="1655" formatCode="0.0000">
                  <c:v>0.28083333333333332</c:v>
                </c:pt>
                <c:pt idx="1656" formatCode="0.0000">
                  <c:v>0.28166666666666668</c:v>
                </c:pt>
                <c:pt idx="1657" formatCode="0.0000">
                  <c:v>0.28250000000000003</c:v>
                </c:pt>
                <c:pt idx="1658" formatCode="0.0000">
                  <c:v>0.28333333333333338</c:v>
                </c:pt>
                <c:pt idx="1659" formatCode="0.0000">
                  <c:v>0.28416666666666673</c:v>
                </c:pt>
                <c:pt idx="1660" formatCode="0.0000">
                  <c:v>0.28499999999999998</c:v>
                </c:pt>
                <c:pt idx="1661" formatCode="0.0000">
                  <c:v>0.28583333333333333</c:v>
                </c:pt>
                <c:pt idx="1662" formatCode="0.0000">
                  <c:v>0.28666666666666668</c:v>
                </c:pt>
                <c:pt idx="1663" formatCode="0.0000">
                  <c:v>0.28750000000000003</c:v>
                </c:pt>
                <c:pt idx="1664" formatCode="0.0000">
                  <c:v>0.28833333333333339</c:v>
                </c:pt>
                <c:pt idx="1665" formatCode="0.0000">
                  <c:v>0.28916666666666674</c:v>
                </c:pt>
                <c:pt idx="1666" formatCode="0.0000">
                  <c:v>0.28999999999999998</c:v>
                </c:pt>
                <c:pt idx="1667" formatCode="0.0000">
                  <c:v>0.29083333333333333</c:v>
                </c:pt>
                <c:pt idx="1668" formatCode="0.0000">
                  <c:v>0.29166666666666669</c:v>
                </c:pt>
                <c:pt idx="1669" formatCode="0.0000">
                  <c:v>0.29250000000000004</c:v>
                </c:pt>
                <c:pt idx="1670" formatCode="0.0000">
                  <c:v>0.29333333333333339</c:v>
                </c:pt>
                <c:pt idx="1671" formatCode="0.0000">
                  <c:v>0.29416666666666663</c:v>
                </c:pt>
                <c:pt idx="1672" formatCode="0.0000">
                  <c:v>0.2950000000000001</c:v>
                </c:pt>
                <c:pt idx="1673" formatCode="0.0000">
                  <c:v>0.29583333333333334</c:v>
                </c:pt>
                <c:pt idx="1674" formatCode="0.0000">
                  <c:v>0.29666666666666669</c:v>
                </c:pt>
                <c:pt idx="1675" formatCode="0.0000">
                  <c:v>0.29750000000000004</c:v>
                </c:pt>
                <c:pt idx="1676" formatCode="0.0000">
                  <c:v>0.29833333333333328</c:v>
                </c:pt>
                <c:pt idx="1677" formatCode="0.0000">
                  <c:v>0.29916666666666675</c:v>
                </c:pt>
                <c:pt idx="1678" formatCode="0.0000">
                  <c:v>0.3</c:v>
                </c:pt>
                <c:pt idx="1679" formatCode="0.0000">
                  <c:v>0.30083333333333345</c:v>
                </c:pt>
                <c:pt idx="1680" formatCode="0.0000">
                  <c:v>0.30166666666666669</c:v>
                </c:pt>
                <c:pt idx="1681" formatCode="0.0000">
                  <c:v>0.30249999999999994</c:v>
                </c:pt>
                <c:pt idx="1682" formatCode="0.0000">
                  <c:v>0.3033333333333334</c:v>
                </c:pt>
                <c:pt idx="1683" formatCode="0.0000">
                  <c:v>0.30416666666666664</c:v>
                </c:pt>
                <c:pt idx="1684" formatCode="0.0000">
                  <c:v>0.3050000000000001</c:v>
                </c:pt>
                <c:pt idx="1685" formatCode="0.0000">
                  <c:v>0.30583333333333335</c:v>
                </c:pt>
                <c:pt idx="1686" formatCode="0.0000">
                  <c:v>0.30666666666666659</c:v>
                </c:pt>
                <c:pt idx="1687" formatCode="0.0000">
                  <c:v>0.30750000000000005</c:v>
                </c:pt>
                <c:pt idx="1688" formatCode="0.0000">
                  <c:v>0.30833333333333329</c:v>
                </c:pt>
                <c:pt idx="1689" formatCode="0.0000">
                  <c:v>0.30916666666666676</c:v>
                </c:pt>
                <c:pt idx="1690" formatCode="0.0000">
                  <c:v>0.31</c:v>
                </c:pt>
                <c:pt idx="1691" formatCode="0.0000">
                  <c:v>0.31083333333333335</c:v>
                </c:pt>
                <c:pt idx="1692" formatCode="0.0000">
                  <c:v>0.3116666666666667</c:v>
                </c:pt>
                <c:pt idx="1693" formatCode="0.0000">
                  <c:v>0.31249999999999994</c:v>
                </c:pt>
                <c:pt idx="1694" formatCode="0.0000">
                  <c:v>0.31333333333333341</c:v>
                </c:pt>
                <c:pt idx="1695" formatCode="0.0000">
                  <c:v>0.31416666666666665</c:v>
                </c:pt>
                <c:pt idx="1696" formatCode="0.0000">
                  <c:v>0.315</c:v>
                </c:pt>
                <c:pt idx="1697" formatCode="0.0000">
                  <c:v>0.31583333333333335</c:v>
                </c:pt>
                <c:pt idx="1698" formatCode="0.0000">
                  <c:v>0.31666666666666671</c:v>
                </c:pt>
                <c:pt idx="1699" formatCode="0.0000">
                  <c:v>0.31750000000000006</c:v>
                </c:pt>
                <c:pt idx="1700" formatCode="0.0000">
                  <c:v>0.3183333333333333</c:v>
                </c:pt>
                <c:pt idx="1701" formatCode="0.0000">
                  <c:v>0.31916666666666665</c:v>
                </c:pt>
                <c:pt idx="1702" formatCode="0.0000">
                  <c:v>0.32</c:v>
                </c:pt>
                <c:pt idx="1703" formatCode="0.0000">
                  <c:v>0.32083333333333336</c:v>
                </c:pt>
                <c:pt idx="1704" formatCode="0.0000">
                  <c:v>0.32166666666666671</c:v>
                </c:pt>
                <c:pt idx="1705" formatCode="0.0000">
                  <c:v>0.32250000000000006</c:v>
                </c:pt>
                <c:pt idx="1706" formatCode="0.0000">
                  <c:v>0.32333333333333331</c:v>
                </c:pt>
                <c:pt idx="1707" formatCode="0.0000">
                  <c:v>0.32416666666666666</c:v>
                </c:pt>
                <c:pt idx="1708" formatCode="0.0000">
                  <c:v>0.32500000000000001</c:v>
                </c:pt>
                <c:pt idx="1709" formatCode="0.0000">
                  <c:v>0.32583333333333336</c:v>
                </c:pt>
                <c:pt idx="1710" formatCode="0.0000">
                  <c:v>0.32666666666666672</c:v>
                </c:pt>
                <c:pt idx="1711" formatCode="0.0000">
                  <c:v>0.32749999999999996</c:v>
                </c:pt>
                <c:pt idx="1712" formatCode="0.0000">
                  <c:v>0.32833333333333342</c:v>
                </c:pt>
                <c:pt idx="1713" formatCode="0.0000">
                  <c:v>0.32916666666666666</c:v>
                </c:pt>
                <c:pt idx="1714" formatCode="0.0000">
                  <c:v>0.33</c:v>
                </c:pt>
                <c:pt idx="1715" formatCode="0.0000">
                  <c:v>0.33083333333333337</c:v>
                </c:pt>
                <c:pt idx="1716" formatCode="0.0000">
                  <c:v>0.33166666666666661</c:v>
                </c:pt>
                <c:pt idx="1717" formatCode="0.0000">
                  <c:v>0.33250000000000007</c:v>
                </c:pt>
                <c:pt idx="1718" formatCode="0.0000">
                  <c:v>0.33333333333333331</c:v>
                </c:pt>
                <c:pt idx="1719" formatCode="0.0000">
                  <c:v>0.33416666666666678</c:v>
                </c:pt>
                <c:pt idx="1720" formatCode="0.0000">
                  <c:v>0.33500000000000002</c:v>
                </c:pt>
                <c:pt idx="1721" formatCode="0.0000">
                  <c:v>0.33583333333333326</c:v>
                </c:pt>
                <c:pt idx="1722" formatCode="0.0000">
                  <c:v>0.33666666666666673</c:v>
                </c:pt>
                <c:pt idx="1723" formatCode="0.0000">
                  <c:v>0.33749999999999997</c:v>
                </c:pt>
                <c:pt idx="1724" formatCode="0.0000">
                  <c:v>0.33833333333333343</c:v>
                </c:pt>
                <c:pt idx="1725" formatCode="0.0000">
                  <c:v>0.33916666666666667</c:v>
                </c:pt>
                <c:pt idx="1726" formatCode="0.0000">
                  <c:v>0.34</c:v>
                </c:pt>
                <c:pt idx="1727" formatCode="0.0000">
                  <c:v>0.34083333333333338</c:v>
                </c:pt>
                <c:pt idx="1728" formatCode="0.0000">
                  <c:v>0.34166666666666662</c:v>
                </c:pt>
                <c:pt idx="1729" formatCode="0.0000">
                  <c:v>0.34250000000000008</c:v>
                </c:pt>
                <c:pt idx="1730" formatCode="0.0000">
                  <c:v>0.34333333333333332</c:v>
                </c:pt>
                <c:pt idx="1731" formatCode="0.0000">
                  <c:v>0.34416666666666668</c:v>
                </c:pt>
                <c:pt idx="1732" formatCode="0.0000">
                  <c:v>0.34500000000000003</c:v>
                </c:pt>
                <c:pt idx="1733" formatCode="0.0000">
                  <c:v>0.34583333333333338</c:v>
                </c:pt>
                <c:pt idx="1734" formatCode="0.0000">
                  <c:v>0.34666666666666673</c:v>
                </c:pt>
                <c:pt idx="1735" formatCode="0.0000">
                  <c:v>0.34749999999999998</c:v>
                </c:pt>
                <c:pt idx="1736" formatCode="0.0000">
                  <c:v>0.34833333333333333</c:v>
                </c:pt>
                <c:pt idx="1737" formatCode="0.0000">
                  <c:v>0.34916666666666668</c:v>
                </c:pt>
                <c:pt idx="1738" formatCode="0.0000">
                  <c:v>0.35000000000000003</c:v>
                </c:pt>
                <c:pt idx="1739" formatCode="0.0000">
                  <c:v>0.35083333333333339</c:v>
                </c:pt>
                <c:pt idx="1740" formatCode="0.0000">
                  <c:v>0.35166666666666674</c:v>
                </c:pt>
                <c:pt idx="1741" formatCode="0.0000">
                  <c:v>0.35249999999999998</c:v>
                </c:pt>
                <c:pt idx="1742" formatCode="0.0000">
                  <c:v>0.35333333333333333</c:v>
                </c:pt>
                <c:pt idx="1743" formatCode="0.0000">
                  <c:v>0.35416666666666669</c:v>
                </c:pt>
                <c:pt idx="1744" formatCode="0.0000">
                  <c:v>0.35500000000000004</c:v>
                </c:pt>
                <c:pt idx="1745" formatCode="0.0000">
                  <c:v>0.35583333333333339</c:v>
                </c:pt>
                <c:pt idx="1746" formatCode="0.0000">
                  <c:v>0.35666666666666663</c:v>
                </c:pt>
                <c:pt idx="1747" formatCode="0.0000">
                  <c:v>0.3575000000000001</c:v>
                </c:pt>
                <c:pt idx="1748" formatCode="0.0000">
                  <c:v>0.35833333333333334</c:v>
                </c:pt>
                <c:pt idx="1749" formatCode="0.0000">
                  <c:v>0.35916666666666669</c:v>
                </c:pt>
                <c:pt idx="1750" formatCode="0.0000">
                  <c:v>0.36000000000000004</c:v>
                </c:pt>
                <c:pt idx="1751" formatCode="0.0000">
                  <c:v>0.36083333333333328</c:v>
                </c:pt>
                <c:pt idx="1752" formatCode="0.0000">
                  <c:v>0.36166666666666675</c:v>
                </c:pt>
                <c:pt idx="1753" formatCode="0.0000">
                  <c:v>0.36249999999999999</c:v>
                </c:pt>
                <c:pt idx="1754" formatCode="0.0000">
                  <c:v>0.36333333333333345</c:v>
                </c:pt>
                <c:pt idx="1755" formatCode="0.0000">
                  <c:v>0.36416666666666669</c:v>
                </c:pt>
                <c:pt idx="1756" formatCode="0.0000">
                  <c:v>0.36499999999999994</c:v>
                </c:pt>
                <c:pt idx="1757" formatCode="0.0000">
                  <c:v>0.3658333333333334</c:v>
                </c:pt>
                <c:pt idx="1758" formatCode="0.0000">
                  <c:v>0.36666666666666664</c:v>
                </c:pt>
                <c:pt idx="1759" formatCode="0.0000">
                  <c:v>0.3675000000000001</c:v>
                </c:pt>
                <c:pt idx="1760" formatCode="0.0000">
                  <c:v>0.36833333333333335</c:v>
                </c:pt>
                <c:pt idx="1761" formatCode="0.0000">
                  <c:v>0.36916666666666659</c:v>
                </c:pt>
                <c:pt idx="1762" formatCode="0.0000">
                  <c:v>0.37000000000000005</c:v>
                </c:pt>
                <c:pt idx="1763" formatCode="0.0000">
                  <c:v>0.37083333333333329</c:v>
                </c:pt>
                <c:pt idx="1764" formatCode="0.0000">
                  <c:v>0.37166666666666676</c:v>
                </c:pt>
                <c:pt idx="1765" formatCode="0.0000">
                  <c:v>0.3725</c:v>
                </c:pt>
                <c:pt idx="1766" formatCode="0.0000">
                  <c:v>0.37333333333333335</c:v>
                </c:pt>
                <c:pt idx="1767" formatCode="0.0000">
                  <c:v>0.3741666666666667</c:v>
                </c:pt>
                <c:pt idx="1768" formatCode="0.0000">
                  <c:v>0.37499999999999994</c:v>
                </c:pt>
                <c:pt idx="1769" formatCode="0.0000">
                  <c:v>0.37583333333333341</c:v>
                </c:pt>
                <c:pt idx="1770" formatCode="0.0000">
                  <c:v>0.37666666666666665</c:v>
                </c:pt>
                <c:pt idx="1771" formatCode="0.0000">
                  <c:v>0.3775</c:v>
                </c:pt>
                <c:pt idx="1772" formatCode="0.0000">
                  <c:v>0.37833333333333335</c:v>
                </c:pt>
                <c:pt idx="1773" formatCode="0.0000">
                  <c:v>0.37916666666666671</c:v>
                </c:pt>
                <c:pt idx="1774" formatCode="0.0000">
                  <c:v>0.38000000000000006</c:v>
                </c:pt>
                <c:pt idx="1775" formatCode="0.0000">
                  <c:v>0.3808333333333333</c:v>
                </c:pt>
                <c:pt idx="1776" formatCode="0.0000">
                  <c:v>0.38166666666666665</c:v>
                </c:pt>
                <c:pt idx="1777" formatCode="0.0000">
                  <c:v>0.38250000000000001</c:v>
                </c:pt>
                <c:pt idx="1778" formatCode="0.0000">
                  <c:v>0.38333333333333336</c:v>
                </c:pt>
                <c:pt idx="1779" formatCode="0.0000">
                  <c:v>0.38416666666666671</c:v>
                </c:pt>
                <c:pt idx="1780" formatCode="0.0000">
                  <c:v>0.38500000000000006</c:v>
                </c:pt>
                <c:pt idx="1781" formatCode="0.0000">
                  <c:v>0.38583333333333331</c:v>
                </c:pt>
                <c:pt idx="1782" formatCode="0.0000">
                  <c:v>0.38666666666666666</c:v>
                </c:pt>
                <c:pt idx="1783" formatCode="0.0000">
                  <c:v>0.38750000000000001</c:v>
                </c:pt>
                <c:pt idx="1784" formatCode="0.0000">
                  <c:v>0.38833333333333336</c:v>
                </c:pt>
                <c:pt idx="1785" formatCode="0.0000">
                  <c:v>0.38916666666666672</c:v>
                </c:pt>
                <c:pt idx="1786" formatCode="0.0000">
                  <c:v>0.38999999999999996</c:v>
                </c:pt>
                <c:pt idx="1787" formatCode="0.0000">
                  <c:v>0.39083333333333342</c:v>
                </c:pt>
                <c:pt idx="1788" formatCode="0.0000">
                  <c:v>0.39166666666666666</c:v>
                </c:pt>
                <c:pt idx="1789" formatCode="0.0000">
                  <c:v>0.39250000000000002</c:v>
                </c:pt>
                <c:pt idx="1790" formatCode="0.0000">
                  <c:v>0.39333333333333337</c:v>
                </c:pt>
                <c:pt idx="1791" formatCode="0.0000">
                  <c:v>0.39416666666666661</c:v>
                </c:pt>
                <c:pt idx="1792" formatCode="0.0000">
                  <c:v>0.39500000000000007</c:v>
                </c:pt>
                <c:pt idx="1793" formatCode="0.0000">
                  <c:v>0.39583333333333331</c:v>
                </c:pt>
                <c:pt idx="1794" formatCode="0.0000">
                  <c:v>0.39666666666666678</c:v>
                </c:pt>
                <c:pt idx="1795" formatCode="0.0000">
                  <c:v>0.39750000000000002</c:v>
                </c:pt>
                <c:pt idx="1796" formatCode="0.0000">
                  <c:v>0.39833333333333326</c:v>
                </c:pt>
                <c:pt idx="1797" formatCode="0.0000">
                  <c:v>0.39916666666666673</c:v>
                </c:pt>
                <c:pt idx="1798" formatCode="0.0000">
                  <c:v>0.39999999999999997</c:v>
                </c:pt>
                <c:pt idx="1799" formatCode="0.0000">
                  <c:v>0.40083333333333343</c:v>
                </c:pt>
                <c:pt idx="1800" formatCode="0.0000">
                  <c:v>0.40166666666666667</c:v>
                </c:pt>
                <c:pt idx="1801" formatCode="0.0000">
                  <c:v>0.40250000000000002</c:v>
                </c:pt>
                <c:pt idx="1802" formatCode="0.0000">
                  <c:v>0.40333333333333338</c:v>
                </c:pt>
                <c:pt idx="1803" formatCode="0.0000">
                  <c:v>0.40416666666666662</c:v>
                </c:pt>
                <c:pt idx="1804" formatCode="0.0000">
                  <c:v>0.40500000000000008</c:v>
                </c:pt>
                <c:pt idx="1805" formatCode="0.0000">
                  <c:v>0.40583333333333332</c:v>
                </c:pt>
                <c:pt idx="1806" formatCode="0.0000">
                  <c:v>0.40666666666666668</c:v>
                </c:pt>
                <c:pt idx="1807" formatCode="0.0000">
                  <c:v>0.40750000000000003</c:v>
                </c:pt>
                <c:pt idx="1808" formatCode="0.0000">
                  <c:v>0.40833333333333338</c:v>
                </c:pt>
                <c:pt idx="1809" formatCode="0.0000">
                  <c:v>0.40916666666666673</c:v>
                </c:pt>
                <c:pt idx="1810" formatCode="0.0000">
                  <c:v>0.41</c:v>
                </c:pt>
                <c:pt idx="1811" formatCode="0.0000">
                  <c:v>0.41083333333333333</c:v>
                </c:pt>
                <c:pt idx="1812" formatCode="0.0000">
                  <c:v>0.41166666666666668</c:v>
                </c:pt>
                <c:pt idx="1813" formatCode="0.0000">
                  <c:v>0.41250000000000003</c:v>
                </c:pt>
                <c:pt idx="1814" formatCode="0.0000">
                  <c:v>0.41333333333333339</c:v>
                </c:pt>
                <c:pt idx="1815" formatCode="0.0000">
                  <c:v>0.41416666666666674</c:v>
                </c:pt>
                <c:pt idx="1816" formatCode="0.0000">
                  <c:v>0.41499999999999998</c:v>
                </c:pt>
                <c:pt idx="1817" formatCode="0.0000">
                  <c:v>0.41583333333333333</c:v>
                </c:pt>
                <c:pt idx="1818" formatCode="0.0000">
                  <c:v>0.41666666666666669</c:v>
                </c:pt>
                <c:pt idx="1819" formatCode="0.0000">
                  <c:v>0.41750000000000004</c:v>
                </c:pt>
                <c:pt idx="1820" formatCode="0.0000">
                  <c:v>0.41833333333333339</c:v>
                </c:pt>
                <c:pt idx="1821" formatCode="0.0000">
                  <c:v>0.41916666666666663</c:v>
                </c:pt>
                <c:pt idx="1822" formatCode="0.0000">
                  <c:v>0.4200000000000001</c:v>
                </c:pt>
                <c:pt idx="1823" formatCode="0.0000">
                  <c:v>0.42083333333333334</c:v>
                </c:pt>
                <c:pt idx="1824" formatCode="0.0000">
                  <c:v>0.42166666666666669</c:v>
                </c:pt>
                <c:pt idx="1825" formatCode="0.0000">
                  <c:v>0.42250000000000004</c:v>
                </c:pt>
                <c:pt idx="1826" formatCode="0.0000">
                  <c:v>0.42333333333333328</c:v>
                </c:pt>
                <c:pt idx="1827" formatCode="0.0000">
                  <c:v>0.42416666666666675</c:v>
                </c:pt>
                <c:pt idx="1828" formatCode="0.0000">
                  <c:v>0.42499999999999999</c:v>
                </c:pt>
                <c:pt idx="1829" formatCode="0.0000">
                  <c:v>0.42583333333333345</c:v>
                </c:pt>
                <c:pt idx="1830" formatCode="0.0000">
                  <c:v>0.42666666666666669</c:v>
                </c:pt>
                <c:pt idx="1831" formatCode="0.0000">
                  <c:v>0.42749999999999994</c:v>
                </c:pt>
                <c:pt idx="1832" formatCode="0.0000">
                  <c:v>0.4283333333333334</c:v>
                </c:pt>
                <c:pt idx="1833" formatCode="0.0000">
                  <c:v>0.42916666666666664</c:v>
                </c:pt>
                <c:pt idx="1834" formatCode="0.0000">
                  <c:v>0.4300000000000001</c:v>
                </c:pt>
                <c:pt idx="1835" formatCode="0.0000">
                  <c:v>0.43083333333333335</c:v>
                </c:pt>
                <c:pt idx="1836" formatCode="0.0000">
                  <c:v>0.43166666666666659</c:v>
                </c:pt>
                <c:pt idx="1837" formatCode="0.0000">
                  <c:v>0.43250000000000005</c:v>
                </c:pt>
                <c:pt idx="1838" formatCode="0.0000">
                  <c:v>0.43333333333333329</c:v>
                </c:pt>
                <c:pt idx="1839" formatCode="0.0000">
                  <c:v>0.43416666666666676</c:v>
                </c:pt>
                <c:pt idx="1840" formatCode="0.0000">
                  <c:v>0.435</c:v>
                </c:pt>
                <c:pt idx="1841" formatCode="0.0000">
                  <c:v>0.43583333333333335</c:v>
                </c:pt>
                <c:pt idx="1842" formatCode="0.0000">
                  <c:v>0.4366666666666667</c:v>
                </c:pt>
                <c:pt idx="1843" formatCode="0.0000">
                  <c:v>0.43749999999999994</c:v>
                </c:pt>
                <c:pt idx="1844" formatCode="0.0000">
                  <c:v>0.43833333333333341</c:v>
                </c:pt>
                <c:pt idx="1845" formatCode="0.0000">
                  <c:v>0.43916666666666665</c:v>
                </c:pt>
                <c:pt idx="1846" formatCode="0.0000">
                  <c:v>0.44</c:v>
                </c:pt>
                <c:pt idx="1847" formatCode="0.0000">
                  <c:v>0.44083333333333335</c:v>
                </c:pt>
                <c:pt idx="1848" formatCode="0.0000">
                  <c:v>0.44166666666666671</c:v>
                </c:pt>
                <c:pt idx="1849" formatCode="0.0000">
                  <c:v>0.44250000000000006</c:v>
                </c:pt>
                <c:pt idx="1850" formatCode="0.0000">
                  <c:v>0.4433333333333333</c:v>
                </c:pt>
                <c:pt idx="1851" formatCode="0.0000">
                  <c:v>0.44416666666666665</c:v>
                </c:pt>
                <c:pt idx="1852" formatCode="0.0000">
                  <c:v>0.44500000000000001</c:v>
                </c:pt>
                <c:pt idx="1853" formatCode="0.0000">
                  <c:v>0.44583333333333336</c:v>
                </c:pt>
                <c:pt idx="1854" formatCode="0.0000">
                  <c:v>0.44666666666666671</c:v>
                </c:pt>
                <c:pt idx="1855" formatCode="0.0000">
                  <c:v>0.44750000000000006</c:v>
                </c:pt>
                <c:pt idx="1856" formatCode="0.0000">
                  <c:v>0.44833333333333331</c:v>
                </c:pt>
                <c:pt idx="1857" formatCode="0.0000">
                  <c:v>0.44916666666666666</c:v>
                </c:pt>
                <c:pt idx="1858" formatCode="0.0000">
                  <c:v>0.45</c:v>
                </c:pt>
                <c:pt idx="1859" formatCode="0.0000">
                  <c:v>0.45083333333333336</c:v>
                </c:pt>
                <c:pt idx="1860" formatCode="0.0000">
                  <c:v>0.45166666666666672</c:v>
                </c:pt>
                <c:pt idx="1861" formatCode="0.0000">
                  <c:v>0.45249999999999996</c:v>
                </c:pt>
                <c:pt idx="1862" formatCode="0.0000">
                  <c:v>0.45333333333333342</c:v>
                </c:pt>
                <c:pt idx="1863" formatCode="0.0000">
                  <c:v>0.45416666666666666</c:v>
                </c:pt>
                <c:pt idx="1864" formatCode="0.0000">
                  <c:v>0.45500000000000002</c:v>
                </c:pt>
                <c:pt idx="1865" formatCode="0.0000">
                  <c:v>0.45583333333333337</c:v>
                </c:pt>
                <c:pt idx="1866" formatCode="0.0000">
                  <c:v>0.45666666666666661</c:v>
                </c:pt>
                <c:pt idx="1867" formatCode="0.0000">
                  <c:v>0.45750000000000007</c:v>
                </c:pt>
                <c:pt idx="1868" formatCode="0.0000">
                  <c:v>0.45833333333333331</c:v>
                </c:pt>
                <c:pt idx="1869" formatCode="0.0000">
                  <c:v>0.45916666666666678</c:v>
                </c:pt>
                <c:pt idx="1870" formatCode="0.0000">
                  <c:v>0.46</c:v>
                </c:pt>
                <c:pt idx="1871" formatCode="0.0000">
                  <c:v>0.46083333333333326</c:v>
                </c:pt>
                <c:pt idx="1872" formatCode="0.0000">
                  <c:v>0.46166666666666673</c:v>
                </c:pt>
                <c:pt idx="1873" formatCode="0.0000">
                  <c:v>0.46249999999999997</c:v>
                </c:pt>
                <c:pt idx="1874" formatCode="0.0000">
                  <c:v>0.46333333333333343</c:v>
                </c:pt>
                <c:pt idx="1875" formatCode="0.0000">
                  <c:v>0.46416666666666667</c:v>
                </c:pt>
                <c:pt idx="1876" formatCode="0.0000">
                  <c:v>0.46500000000000002</c:v>
                </c:pt>
                <c:pt idx="1877" formatCode="0.0000">
                  <c:v>0.46583333333333338</c:v>
                </c:pt>
                <c:pt idx="1878" formatCode="0.0000">
                  <c:v>0.46666666666666662</c:v>
                </c:pt>
                <c:pt idx="1879" formatCode="0.0000">
                  <c:v>0.46750000000000008</c:v>
                </c:pt>
                <c:pt idx="1880" formatCode="0.0000">
                  <c:v>0.46833333333333332</c:v>
                </c:pt>
                <c:pt idx="1881" formatCode="0.0000">
                  <c:v>0.46916666666666668</c:v>
                </c:pt>
                <c:pt idx="1882" formatCode="0.0000">
                  <c:v>0.47000000000000003</c:v>
                </c:pt>
                <c:pt idx="1883" formatCode="0.0000">
                  <c:v>0.47083333333333338</c:v>
                </c:pt>
                <c:pt idx="1884" formatCode="0.0000">
                  <c:v>0.47166666666666673</c:v>
                </c:pt>
                <c:pt idx="1885" formatCode="0.0000">
                  <c:v>0.47249999999999998</c:v>
                </c:pt>
                <c:pt idx="1886" formatCode="0.0000">
                  <c:v>0.47333333333333333</c:v>
                </c:pt>
                <c:pt idx="1887" formatCode="0.0000">
                  <c:v>0.47416666666666668</c:v>
                </c:pt>
                <c:pt idx="1888" formatCode="0.0000">
                  <c:v>0.47500000000000003</c:v>
                </c:pt>
                <c:pt idx="1889" formatCode="0.0000">
                  <c:v>0.47583333333333339</c:v>
                </c:pt>
                <c:pt idx="1890" formatCode="0.0000">
                  <c:v>0.47666666666666674</c:v>
                </c:pt>
                <c:pt idx="1891" formatCode="0.0000">
                  <c:v>0.47749999999999998</c:v>
                </c:pt>
                <c:pt idx="1892" formatCode="0.0000">
                  <c:v>0.47833333333333333</c:v>
                </c:pt>
                <c:pt idx="1893" formatCode="0.0000">
                  <c:v>0.47916666666666669</c:v>
                </c:pt>
                <c:pt idx="1894" formatCode="0.0000">
                  <c:v>0.48000000000000004</c:v>
                </c:pt>
                <c:pt idx="1895" formatCode="0.0000">
                  <c:v>0.48083333333333339</c:v>
                </c:pt>
                <c:pt idx="1896" formatCode="0.0000">
                  <c:v>0.48166666666666663</c:v>
                </c:pt>
                <c:pt idx="1897" formatCode="0.0000">
                  <c:v>0.4825000000000001</c:v>
                </c:pt>
                <c:pt idx="1898" formatCode="0.0000">
                  <c:v>0.48333333333333334</c:v>
                </c:pt>
                <c:pt idx="1899" formatCode="0.0000">
                  <c:v>0.48416666666666669</c:v>
                </c:pt>
                <c:pt idx="1900" formatCode="0.0000">
                  <c:v>0.48500000000000004</c:v>
                </c:pt>
                <c:pt idx="1901" formatCode="0.0000">
                  <c:v>0.48583333333333328</c:v>
                </c:pt>
                <c:pt idx="1902" formatCode="0.0000">
                  <c:v>0.48666666666666675</c:v>
                </c:pt>
                <c:pt idx="1903" formatCode="0.0000">
                  <c:v>0.48749999999999999</c:v>
                </c:pt>
                <c:pt idx="1904" formatCode="0.0000">
                  <c:v>0.48833333333333345</c:v>
                </c:pt>
                <c:pt idx="1905" formatCode="0.0000">
                  <c:v>0.48916666666666669</c:v>
                </c:pt>
                <c:pt idx="1906" formatCode="0.0000">
                  <c:v>0.48999999999999994</c:v>
                </c:pt>
                <c:pt idx="1907" formatCode="0.0000">
                  <c:v>0.4908333333333334</c:v>
                </c:pt>
                <c:pt idx="1908" formatCode="0.0000">
                  <c:v>0.49166666666666664</c:v>
                </c:pt>
                <c:pt idx="1909" formatCode="0.0000">
                  <c:v>0.4925000000000001</c:v>
                </c:pt>
                <c:pt idx="1910" formatCode="0.0000">
                  <c:v>0.49333333333333335</c:v>
                </c:pt>
                <c:pt idx="1911" formatCode="0.0000">
                  <c:v>0.49416666666666659</c:v>
                </c:pt>
                <c:pt idx="1912" formatCode="0.0000">
                  <c:v>0.49500000000000005</c:v>
                </c:pt>
                <c:pt idx="1913" formatCode="0.0000">
                  <c:v>0.49583333333333329</c:v>
                </c:pt>
                <c:pt idx="1914" formatCode="0.0000">
                  <c:v>0.49666666666666676</c:v>
                </c:pt>
                <c:pt idx="1915" formatCode="0.0000">
                  <c:v>0.4975</c:v>
                </c:pt>
                <c:pt idx="1916" formatCode="0.0000">
                  <c:v>0.49833333333333335</c:v>
                </c:pt>
                <c:pt idx="1917" formatCode="0.0000">
                  <c:v>0.4991666666666667</c:v>
                </c:pt>
                <c:pt idx="1918" formatCode="0.0000">
                  <c:v>0.49999999999999994</c:v>
                </c:pt>
                <c:pt idx="1919" formatCode="0.0000">
                  <c:v>0.50083333333333346</c:v>
                </c:pt>
                <c:pt idx="1920" formatCode="0.0000">
                  <c:v>0.50166666666666671</c:v>
                </c:pt>
                <c:pt idx="1921" formatCode="0.0000">
                  <c:v>0.50249999999999995</c:v>
                </c:pt>
                <c:pt idx="1922" formatCode="0.0000">
                  <c:v>0.50333333333333341</c:v>
                </c:pt>
                <c:pt idx="1923" formatCode="0.0000">
                  <c:v>0.50416666666666665</c:v>
                </c:pt>
                <c:pt idx="1924" formatCode="0.0000">
                  <c:v>0.50500000000000012</c:v>
                </c:pt>
                <c:pt idx="1925" formatCode="0.0000">
                  <c:v>0.50583333333333336</c:v>
                </c:pt>
                <c:pt idx="1926" formatCode="0.0000">
                  <c:v>0.5066666666666666</c:v>
                </c:pt>
                <c:pt idx="1927" formatCode="0.0000">
                  <c:v>0.50750000000000006</c:v>
                </c:pt>
                <c:pt idx="1928" formatCode="0.0000">
                  <c:v>0.5083333333333333</c:v>
                </c:pt>
                <c:pt idx="1929" formatCode="0.0000">
                  <c:v>0.50916666666666677</c:v>
                </c:pt>
                <c:pt idx="1930" formatCode="0.0000">
                  <c:v>0.51</c:v>
                </c:pt>
                <c:pt idx="1931" formatCode="0.0000">
                  <c:v>0.51083333333333325</c:v>
                </c:pt>
                <c:pt idx="1932" formatCode="0.0000">
                  <c:v>0.51166666666666671</c:v>
                </c:pt>
                <c:pt idx="1933" formatCode="0.0000">
                  <c:v>0.51249999999999996</c:v>
                </c:pt>
                <c:pt idx="1934" formatCode="0.0000">
                  <c:v>0.51333333333333342</c:v>
                </c:pt>
                <c:pt idx="1935" formatCode="0.0000">
                  <c:v>0.51416666666666666</c:v>
                </c:pt>
                <c:pt idx="1936" formatCode="0.0000">
                  <c:v>0.5149999999999999</c:v>
                </c:pt>
                <c:pt idx="1937" formatCode="0.0000">
                  <c:v>0.51583333333333337</c:v>
                </c:pt>
                <c:pt idx="1938" formatCode="0.0000">
                  <c:v>0.51666666666666661</c:v>
                </c:pt>
                <c:pt idx="1939" formatCode="0.0000">
                  <c:v>0.51750000000000007</c:v>
                </c:pt>
                <c:pt idx="1940" formatCode="0.0000">
                  <c:v>0.51833333333333331</c:v>
                </c:pt>
                <c:pt idx="1941" formatCode="0.0000">
                  <c:v>0.51916666666666655</c:v>
                </c:pt>
                <c:pt idx="1942" formatCode="0.0000">
                  <c:v>0.52</c:v>
                </c:pt>
                <c:pt idx="1943" formatCode="0.0000">
                  <c:v>0.52083333333333326</c:v>
                </c:pt>
                <c:pt idx="1944" formatCode="0.0000">
                  <c:v>0.52166666666666672</c:v>
                </c:pt>
                <c:pt idx="1945" formatCode="0.0000">
                  <c:v>0.52249999999999996</c:v>
                </c:pt>
                <c:pt idx="1946" formatCode="0.0000">
                  <c:v>0.52333333333333321</c:v>
                </c:pt>
                <c:pt idx="1947" formatCode="0.0000">
                  <c:v>0.52416666666666667</c:v>
                </c:pt>
                <c:pt idx="1948" formatCode="0.0000">
                  <c:v>0.52499999999999991</c:v>
                </c:pt>
                <c:pt idx="1949" formatCode="0.0000">
                  <c:v>0.52583333333333337</c:v>
                </c:pt>
                <c:pt idx="1950" formatCode="0.0000">
                  <c:v>0.52666666666666662</c:v>
                </c:pt>
                <c:pt idx="1951" formatCode="0.0000">
                  <c:v>0.52750000000000008</c:v>
                </c:pt>
                <c:pt idx="1952" formatCode="0.0000">
                  <c:v>0.52833333333333332</c:v>
                </c:pt>
                <c:pt idx="1953" formatCode="0.0000">
                  <c:v>0.52916666666666656</c:v>
                </c:pt>
                <c:pt idx="1954" formatCode="0.0000">
                  <c:v>0.53</c:v>
                </c:pt>
                <c:pt idx="1955" formatCode="0.0000">
                  <c:v>0.53083333333333327</c:v>
                </c:pt>
                <c:pt idx="1956" formatCode="0.0000">
                  <c:v>0.53166666666666673</c:v>
                </c:pt>
                <c:pt idx="1957" formatCode="0.0000">
                  <c:v>0.53249999999999997</c:v>
                </c:pt>
                <c:pt idx="1958" formatCode="0.0000">
                  <c:v>0.53333333333333344</c:v>
                </c:pt>
                <c:pt idx="1959" formatCode="0.0000">
                  <c:v>0.53416666666666668</c:v>
                </c:pt>
                <c:pt idx="1960" formatCode="0.0000">
                  <c:v>0.53499999999999992</c:v>
                </c:pt>
                <c:pt idx="1961" formatCode="0.0000">
                  <c:v>0.53583333333333338</c:v>
                </c:pt>
                <c:pt idx="1962" formatCode="0.0000">
                  <c:v>0.53666666666666663</c:v>
                </c:pt>
                <c:pt idx="1963" formatCode="0.0000">
                  <c:v>0.53750000000000009</c:v>
                </c:pt>
                <c:pt idx="1964" formatCode="0.0000">
                  <c:v>0.53833333333333333</c:v>
                </c:pt>
                <c:pt idx="1965" formatCode="0.0000">
                  <c:v>0.53916666666666679</c:v>
                </c:pt>
                <c:pt idx="1966" formatCode="0.0000">
                  <c:v>0.54</c:v>
                </c:pt>
                <c:pt idx="1967" formatCode="0.0000">
                  <c:v>0.54083333333333328</c:v>
                </c:pt>
                <c:pt idx="1968" formatCode="0.0000">
                  <c:v>0.54166666666666674</c:v>
                </c:pt>
                <c:pt idx="1969" formatCode="0.0000">
                  <c:v>0.54249999999999998</c:v>
                </c:pt>
                <c:pt idx="1970" formatCode="0.0000">
                  <c:v>0.54333333333333345</c:v>
                </c:pt>
                <c:pt idx="1971" formatCode="0.0000">
                  <c:v>0.54416666666666669</c:v>
                </c:pt>
                <c:pt idx="1972" formatCode="0.0000">
                  <c:v>0.54500000000000015</c:v>
                </c:pt>
                <c:pt idx="1973" formatCode="0.0000">
                  <c:v>0.54583333333333339</c:v>
                </c:pt>
                <c:pt idx="1974" formatCode="0.0000">
                  <c:v>0.54666666666666663</c:v>
                </c:pt>
                <c:pt idx="1975" formatCode="0.0000">
                  <c:v>0.5475000000000001</c:v>
                </c:pt>
                <c:pt idx="1976" formatCode="0.0000">
                  <c:v>0.54833333333333334</c:v>
                </c:pt>
                <c:pt idx="1977" formatCode="0.0000">
                  <c:v>0.5491666666666668</c:v>
                </c:pt>
                <c:pt idx="1978" formatCode="0.0000">
                  <c:v>0.55000000000000004</c:v>
                </c:pt>
                <c:pt idx="1979" formatCode="0.0000">
                  <c:v>0.55083333333333351</c:v>
                </c:pt>
                <c:pt idx="1980" formatCode="0.0000">
                  <c:v>0.55166666666666675</c:v>
                </c:pt>
                <c:pt idx="1981" formatCode="0.0000">
                  <c:v>0.55249999999999999</c:v>
                </c:pt>
                <c:pt idx="1982" formatCode="0.0000">
                  <c:v>0.55333333333333345</c:v>
                </c:pt>
                <c:pt idx="1983" formatCode="0.0000">
                  <c:v>0.5541666666666667</c:v>
                </c:pt>
                <c:pt idx="1984" formatCode="0.0000">
                  <c:v>0.55500000000000016</c:v>
                </c:pt>
                <c:pt idx="1985" formatCode="0.0000">
                  <c:v>0.5558333333333334</c:v>
                </c:pt>
                <c:pt idx="1986" formatCode="0.0000">
                  <c:v>0.55666666666666664</c:v>
                </c:pt>
                <c:pt idx="1987" formatCode="0.0000">
                  <c:v>0.55750000000000011</c:v>
                </c:pt>
                <c:pt idx="1988" formatCode="0.0000">
                  <c:v>0.55833333333333335</c:v>
                </c:pt>
                <c:pt idx="1989" formatCode="0.0000">
                  <c:v>0.55916666666666681</c:v>
                </c:pt>
                <c:pt idx="1990" formatCode="0.0000">
                  <c:v>0.56000000000000005</c:v>
                </c:pt>
                <c:pt idx="1991" formatCode="0.0000">
                  <c:v>0.56083333333333329</c:v>
                </c:pt>
                <c:pt idx="1992" formatCode="0.0000">
                  <c:v>0.56166666666666676</c:v>
                </c:pt>
                <c:pt idx="1993" formatCode="0.0000">
                  <c:v>0.5625</c:v>
                </c:pt>
                <c:pt idx="1994" formatCode="0.0000">
                  <c:v>0.56333333333333346</c:v>
                </c:pt>
                <c:pt idx="1995" formatCode="0.0000">
                  <c:v>0.56416666666666671</c:v>
                </c:pt>
                <c:pt idx="1996" formatCode="0.0000">
                  <c:v>0.56499999999999995</c:v>
                </c:pt>
                <c:pt idx="1997" formatCode="0.0000">
                  <c:v>0.56583333333333341</c:v>
                </c:pt>
                <c:pt idx="1998" formatCode="0.0000">
                  <c:v>0.56666666666666665</c:v>
                </c:pt>
                <c:pt idx="1999" formatCode="0.0000">
                  <c:v>0.56750000000000012</c:v>
                </c:pt>
                <c:pt idx="2000" formatCode="0.0000">
                  <c:v>0.56833333333333336</c:v>
                </c:pt>
                <c:pt idx="2001" formatCode="0.0000">
                  <c:v>0.5691666666666666</c:v>
                </c:pt>
                <c:pt idx="2002" formatCode="0.0000">
                  <c:v>0.57000000000000006</c:v>
                </c:pt>
                <c:pt idx="2003" formatCode="0.0000">
                  <c:v>0.5708333333333333</c:v>
                </c:pt>
                <c:pt idx="2004" formatCode="0.0000">
                  <c:v>0.57166666666666677</c:v>
                </c:pt>
                <c:pt idx="2005" formatCode="0.0000">
                  <c:v>0.57250000000000001</c:v>
                </c:pt>
                <c:pt idx="2006" formatCode="0.0000">
                  <c:v>0.57333333333333325</c:v>
                </c:pt>
                <c:pt idx="2007" formatCode="0.0000">
                  <c:v>0.57416666666666671</c:v>
                </c:pt>
                <c:pt idx="2008" formatCode="0.0000">
                  <c:v>0.57499999999999996</c:v>
                </c:pt>
                <c:pt idx="2009" formatCode="0.0000">
                  <c:v>0.57583333333333342</c:v>
                </c:pt>
                <c:pt idx="2010" formatCode="0.0000">
                  <c:v>0.57666666666666666</c:v>
                </c:pt>
                <c:pt idx="2011" formatCode="0.0000">
                  <c:v>0.5774999999999999</c:v>
                </c:pt>
                <c:pt idx="2012" formatCode="0.0000">
                  <c:v>0.57833333333333337</c:v>
                </c:pt>
                <c:pt idx="2013" formatCode="0.0000">
                  <c:v>0.57916666666666661</c:v>
                </c:pt>
                <c:pt idx="2014" formatCode="0.0000">
                  <c:v>0.58000000000000007</c:v>
                </c:pt>
                <c:pt idx="2015" formatCode="0.0000">
                  <c:v>0.58083333333333331</c:v>
                </c:pt>
                <c:pt idx="2016" formatCode="0.0000">
                  <c:v>0.58166666666666655</c:v>
                </c:pt>
                <c:pt idx="2017" formatCode="0.0000">
                  <c:v>0.58250000000000002</c:v>
                </c:pt>
                <c:pt idx="2018" formatCode="0.0000">
                  <c:v>0.58333333333333326</c:v>
                </c:pt>
                <c:pt idx="2019" formatCode="0.0000">
                  <c:v>0.58416666666666672</c:v>
                </c:pt>
                <c:pt idx="2020" formatCode="0.0000">
                  <c:v>0.58499999999999996</c:v>
                </c:pt>
                <c:pt idx="2021" formatCode="0.0000">
                  <c:v>0.58583333333333321</c:v>
                </c:pt>
                <c:pt idx="2022" formatCode="0.0000">
                  <c:v>0.58666666666666667</c:v>
                </c:pt>
                <c:pt idx="2023" formatCode="0.0000">
                  <c:v>0.58749999999999991</c:v>
                </c:pt>
                <c:pt idx="2024" formatCode="0.0000">
                  <c:v>0.58833333333333337</c:v>
                </c:pt>
                <c:pt idx="2025" formatCode="0.0000">
                  <c:v>0.58916666666666662</c:v>
                </c:pt>
                <c:pt idx="2026" formatCode="0.0000">
                  <c:v>0.59000000000000008</c:v>
                </c:pt>
                <c:pt idx="2027" formatCode="0.0000">
                  <c:v>0.59083333333333332</c:v>
                </c:pt>
                <c:pt idx="2028" formatCode="0.0000">
                  <c:v>0.59166666666666656</c:v>
                </c:pt>
                <c:pt idx="2029" formatCode="0.0000">
                  <c:v>0.59250000000000003</c:v>
                </c:pt>
                <c:pt idx="2030" formatCode="0.0000">
                  <c:v>0.59333333333333327</c:v>
                </c:pt>
                <c:pt idx="2031" formatCode="0.0000">
                  <c:v>0.59416666666666673</c:v>
                </c:pt>
                <c:pt idx="2032" formatCode="0.0000">
                  <c:v>0.59499999999999997</c:v>
                </c:pt>
                <c:pt idx="2033" formatCode="0.0000">
                  <c:v>0.59583333333333344</c:v>
                </c:pt>
                <c:pt idx="2034" formatCode="0.0000">
                  <c:v>0.59666666666666668</c:v>
                </c:pt>
                <c:pt idx="2035" formatCode="0.0000">
                  <c:v>0.59749999999999992</c:v>
                </c:pt>
                <c:pt idx="2036" formatCode="0.0000">
                  <c:v>0.59833333333333338</c:v>
                </c:pt>
                <c:pt idx="2037" formatCode="0.0000">
                  <c:v>0.59916666666666663</c:v>
                </c:pt>
                <c:pt idx="2038" formatCode="0.0000">
                  <c:v>0.60000000000000009</c:v>
                </c:pt>
                <c:pt idx="2039" formatCode="0.0000">
                  <c:v>0.60083333333333333</c:v>
                </c:pt>
                <c:pt idx="2040" formatCode="0.0000">
                  <c:v>0.60166666666666679</c:v>
                </c:pt>
                <c:pt idx="2041" formatCode="0.0000">
                  <c:v>0.60250000000000004</c:v>
                </c:pt>
                <c:pt idx="2042" formatCode="0.0000">
                  <c:v>0.60333333333333328</c:v>
                </c:pt>
                <c:pt idx="2043" formatCode="0.0000">
                  <c:v>0.60416666666666674</c:v>
                </c:pt>
                <c:pt idx="2044" formatCode="0.0000">
                  <c:v>0.60499999999999998</c:v>
                </c:pt>
                <c:pt idx="2045" formatCode="0.0000">
                  <c:v>0.60583333333333345</c:v>
                </c:pt>
                <c:pt idx="2046" formatCode="0.0000">
                  <c:v>0.60666666666666669</c:v>
                </c:pt>
                <c:pt idx="2047" formatCode="0.0000">
                  <c:v>0.60750000000000015</c:v>
                </c:pt>
                <c:pt idx="2048" formatCode="0.0000">
                  <c:v>0.60833333333333339</c:v>
                </c:pt>
                <c:pt idx="2049" formatCode="0.0000">
                  <c:v>0.60916666666666663</c:v>
                </c:pt>
                <c:pt idx="2050" formatCode="0.0000">
                  <c:v>0.6100000000000001</c:v>
                </c:pt>
                <c:pt idx="2051" formatCode="0.0000">
                  <c:v>0.61083333333333334</c:v>
                </c:pt>
                <c:pt idx="2052" formatCode="0.0000">
                  <c:v>0.6116666666666668</c:v>
                </c:pt>
                <c:pt idx="2053" formatCode="0.0000">
                  <c:v>0.61250000000000004</c:v>
                </c:pt>
                <c:pt idx="2054" formatCode="0.0000">
                  <c:v>0.61333333333333351</c:v>
                </c:pt>
                <c:pt idx="2055" formatCode="0.0000">
                  <c:v>0.61416666666666675</c:v>
                </c:pt>
                <c:pt idx="2056" formatCode="0.0000">
                  <c:v>0.61499999999999999</c:v>
                </c:pt>
                <c:pt idx="2057" formatCode="0.0000">
                  <c:v>0.61583333333333345</c:v>
                </c:pt>
                <c:pt idx="2058" formatCode="0.0000">
                  <c:v>0.6166666666666667</c:v>
                </c:pt>
                <c:pt idx="2059" formatCode="0.0000">
                  <c:v>0.61750000000000016</c:v>
                </c:pt>
                <c:pt idx="2060" formatCode="0.0000">
                  <c:v>0.6183333333333334</c:v>
                </c:pt>
                <c:pt idx="2061" formatCode="0.0000">
                  <c:v>0.61916666666666664</c:v>
                </c:pt>
                <c:pt idx="2062" formatCode="0.0000">
                  <c:v>0.62000000000000011</c:v>
                </c:pt>
                <c:pt idx="2063" formatCode="0.0000">
                  <c:v>0.62083333333333335</c:v>
                </c:pt>
                <c:pt idx="2064" formatCode="0.0000">
                  <c:v>0.62166666666666681</c:v>
                </c:pt>
                <c:pt idx="2065" formatCode="0.0000">
                  <c:v>0.62250000000000005</c:v>
                </c:pt>
                <c:pt idx="2066" formatCode="0.0000">
                  <c:v>0.62333333333333329</c:v>
                </c:pt>
                <c:pt idx="2067" formatCode="0.0000">
                  <c:v>0.62416666666666676</c:v>
                </c:pt>
                <c:pt idx="2068" formatCode="0.0000">
                  <c:v>0.625</c:v>
                </c:pt>
                <c:pt idx="2069" formatCode="0.0000">
                  <c:v>0.62583333333333346</c:v>
                </c:pt>
                <c:pt idx="2070" formatCode="0.0000">
                  <c:v>0.62666666666666671</c:v>
                </c:pt>
                <c:pt idx="2071" formatCode="0.0000">
                  <c:v>0.62749999999999995</c:v>
                </c:pt>
                <c:pt idx="2072" formatCode="0.0000">
                  <c:v>0.62833333333333341</c:v>
                </c:pt>
                <c:pt idx="2073" formatCode="0.0000">
                  <c:v>0.62916666666666665</c:v>
                </c:pt>
                <c:pt idx="2074" formatCode="0.0000">
                  <c:v>0.63000000000000012</c:v>
                </c:pt>
                <c:pt idx="2075" formatCode="0.0000">
                  <c:v>0.63083333333333336</c:v>
                </c:pt>
                <c:pt idx="2076" formatCode="0.0000">
                  <c:v>0.6316666666666666</c:v>
                </c:pt>
                <c:pt idx="2077" formatCode="0.0000">
                  <c:v>0.63250000000000006</c:v>
                </c:pt>
                <c:pt idx="2078" formatCode="0.0000">
                  <c:v>0.6333333333333333</c:v>
                </c:pt>
                <c:pt idx="2079" formatCode="0.0000">
                  <c:v>0.63416666666666677</c:v>
                </c:pt>
                <c:pt idx="2080" formatCode="0.0000">
                  <c:v>0.63500000000000001</c:v>
                </c:pt>
                <c:pt idx="2081" formatCode="0.0000">
                  <c:v>0.63583333333333325</c:v>
                </c:pt>
                <c:pt idx="2082" formatCode="0.0000">
                  <c:v>0.63666666666666671</c:v>
                </c:pt>
                <c:pt idx="2083" formatCode="0.0000">
                  <c:v>0.63749999999999996</c:v>
                </c:pt>
                <c:pt idx="2084" formatCode="0.0000">
                  <c:v>0.63833333333333342</c:v>
                </c:pt>
                <c:pt idx="2085" formatCode="0.0000">
                  <c:v>0.63916666666666666</c:v>
                </c:pt>
                <c:pt idx="2086" formatCode="0.0000">
                  <c:v>0.6399999999999999</c:v>
                </c:pt>
                <c:pt idx="2087" formatCode="0.0000">
                  <c:v>0.64083333333333337</c:v>
                </c:pt>
                <c:pt idx="2088" formatCode="0.0000">
                  <c:v>0.64166666666666661</c:v>
                </c:pt>
                <c:pt idx="2089" formatCode="0.0000">
                  <c:v>0.64250000000000007</c:v>
                </c:pt>
                <c:pt idx="2090" formatCode="0.0000">
                  <c:v>0.64333333333333331</c:v>
                </c:pt>
                <c:pt idx="2091" formatCode="0.0000">
                  <c:v>0.64416666666666655</c:v>
                </c:pt>
                <c:pt idx="2092" formatCode="0.0000">
                  <c:v>0.64500000000000002</c:v>
                </c:pt>
                <c:pt idx="2093" formatCode="0.0000">
                  <c:v>0.64583333333333326</c:v>
                </c:pt>
                <c:pt idx="2094" formatCode="0.0000">
                  <c:v>0.64666666666666672</c:v>
                </c:pt>
                <c:pt idx="2095" formatCode="0.0000">
                  <c:v>0.64749999999999996</c:v>
                </c:pt>
                <c:pt idx="2096" formatCode="0.0000">
                  <c:v>0.64833333333333321</c:v>
                </c:pt>
                <c:pt idx="2097" formatCode="0.0000">
                  <c:v>0.64916666666666667</c:v>
                </c:pt>
                <c:pt idx="2098" formatCode="0.0000">
                  <c:v>0.64999999999999991</c:v>
                </c:pt>
                <c:pt idx="2099" formatCode="0.0000">
                  <c:v>0.65083333333333337</c:v>
                </c:pt>
                <c:pt idx="2100" formatCode="0.0000">
                  <c:v>0.65166666666666662</c:v>
                </c:pt>
                <c:pt idx="2101" formatCode="0.0000">
                  <c:v>0.65250000000000008</c:v>
                </c:pt>
                <c:pt idx="2102" formatCode="0.0000">
                  <c:v>0.65333333333333332</c:v>
                </c:pt>
                <c:pt idx="2103" formatCode="0.0000">
                  <c:v>0.65416666666666656</c:v>
                </c:pt>
                <c:pt idx="2104" formatCode="0.0000">
                  <c:v>0.65500000000000003</c:v>
                </c:pt>
                <c:pt idx="2105" formatCode="0.0000">
                  <c:v>0.65583333333333327</c:v>
                </c:pt>
                <c:pt idx="2106" formatCode="0.0000">
                  <c:v>0.65666666666666673</c:v>
                </c:pt>
                <c:pt idx="2107" formatCode="0.0000">
                  <c:v>0.65749999999999997</c:v>
                </c:pt>
                <c:pt idx="2108" formatCode="0.0000">
                  <c:v>0.65833333333333344</c:v>
                </c:pt>
                <c:pt idx="2109" formatCode="0.0000">
                  <c:v>0.65916666666666668</c:v>
                </c:pt>
                <c:pt idx="2110" formatCode="0.0000">
                  <c:v>0.65999999999999992</c:v>
                </c:pt>
                <c:pt idx="2111" formatCode="0.0000">
                  <c:v>0.66083333333333338</c:v>
                </c:pt>
                <c:pt idx="2112" formatCode="0.0000">
                  <c:v>0.66166666666666663</c:v>
                </c:pt>
                <c:pt idx="2113" formatCode="0.0000">
                  <c:v>0.66250000000000009</c:v>
                </c:pt>
                <c:pt idx="2114" formatCode="0.0000">
                  <c:v>0.66333333333333333</c:v>
                </c:pt>
                <c:pt idx="2115" formatCode="0.0000">
                  <c:v>0.66416666666666679</c:v>
                </c:pt>
                <c:pt idx="2116" formatCode="0.0000">
                  <c:v>0.66500000000000004</c:v>
                </c:pt>
                <c:pt idx="2117" formatCode="0.0000">
                  <c:v>0.66583333333333328</c:v>
                </c:pt>
                <c:pt idx="2118" formatCode="0.0000">
                  <c:v>0.66666666666666674</c:v>
                </c:pt>
                <c:pt idx="2119" formatCode="0.0000">
                  <c:v>0.66749999999999998</c:v>
                </c:pt>
                <c:pt idx="2120" formatCode="0.0000">
                  <c:v>0.66833333333333345</c:v>
                </c:pt>
                <c:pt idx="2121" formatCode="0.0000">
                  <c:v>0.66916666666666669</c:v>
                </c:pt>
                <c:pt idx="2122" formatCode="0.0000">
                  <c:v>0.67000000000000015</c:v>
                </c:pt>
                <c:pt idx="2123" formatCode="0.0000">
                  <c:v>0.67083333333333339</c:v>
                </c:pt>
                <c:pt idx="2124" formatCode="0.0000">
                  <c:v>0.67166666666666663</c:v>
                </c:pt>
                <c:pt idx="2125" formatCode="0.0000">
                  <c:v>0.6725000000000001</c:v>
                </c:pt>
                <c:pt idx="2126" formatCode="0.0000">
                  <c:v>0.67333333333333334</c:v>
                </c:pt>
                <c:pt idx="2127" formatCode="0.0000">
                  <c:v>0.6741666666666668</c:v>
                </c:pt>
                <c:pt idx="2128" formatCode="0.0000">
                  <c:v>0.67500000000000004</c:v>
                </c:pt>
                <c:pt idx="2129" formatCode="0.0000">
                  <c:v>0.67583333333333351</c:v>
                </c:pt>
                <c:pt idx="2130" formatCode="0.0000">
                  <c:v>0.67666666666666675</c:v>
                </c:pt>
                <c:pt idx="2131" formatCode="0.0000">
                  <c:v>0.67749999999999999</c:v>
                </c:pt>
                <c:pt idx="2132" formatCode="0.0000">
                  <c:v>0.67833333333333345</c:v>
                </c:pt>
                <c:pt idx="2133" formatCode="0.0000">
                  <c:v>0.6791666666666667</c:v>
                </c:pt>
                <c:pt idx="2134" formatCode="0.0000">
                  <c:v>0.68000000000000016</c:v>
                </c:pt>
                <c:pt idx="2135" formatCode="0.0000">
                  <c:v>0.6808333333333334</c:v>
                </c:pt>
                <c:pt idx="2136" formatCode="0.0000">
                  <c:v>0.68166666666666664</c:v>
                </c:pt>
                <c:pt idx="2137" formatCode="0.0000">
                  <c:v>0.68250000000000011</c:v>
                </c:pt>
                <c:pt idx="2138" formatCode="0.0000">
                  <c:v>0.68333333333333335</c:v>
                </c:pt>
                <c:pt idx="2139" formatCode="0.0000">
                  <c:v>0.68416666666666681</c:v>
                </c:pt>
                <c:pt idx="2140" formatCode="0.0000">
                  <c:v>0.68500000000000005</c:v>
                </c:pt>
                <c:pt idx="2141" formatCode="0.0000">
                  <c:v>0.68583333333333329</c:v>
                </c:pt>
                <c:pt idx="2142" formatCode="0.0000">
                  <c:v>0.68666666666666676</c:v>
                </c:pt>
                <c:pt idx="2143" formatCode="0.0000">
                  <c:v>0.6875</c:v>
                </c:pt>
                <c:pt idx="2144" formatCode="0.0000">
                  <c:v>0.68833333333333346</c:v>
                </c:pt>
                <c:pt idx="2145" formatCode="0.0000">
                  <c:v>0.68916666666666671</c:v>
                </c:pt>
                <c:pt idx="2146" formatCode="0.0000">
                  <c:v>0.69</c:v>
                </c:pt>
                <c:pt idx="2147" formatCode="0.0000">
                  <c:v>0.69083333333333341</c:v>
                </c:pt>
                <c:pt idx="2148" formatCode="0.0000">
                  <c:v>0.69166666666666665</c:v>
                </c:pt>
                <c:pt idx="2149" formatCode="0.0000">
                  <c:v>0.69250000000000012</c:v>
                </c:pt>
                <c:pt idx="2150" formatCode="0.0000">
                  <c:v>0.69333333333333336</c:v>
                </c:pt>
                <c:pt idx="2151" formatCode="0.0000">
                  <c:v>0.6941666666666666</c:v>
                </c:pt>
                <c:pt idx="2152" formatCode="0.0000">
                  <c:v>0.69500000000000006</c:v>
                </c:pt>
                <c:pt idx="2153" formatCode="0.0000">
                  <c:v>0.6958333333333333</c:v>
                </c:pt>
                <c:pt idx="2154" formatCode="0.0000">
                  <c:v>0.69666666666666677</c:v>
                </c:pt>
                <c:pt idx="2155" formatCode="0.0000">
                  <c:v>0.69750000000000001</c:v>
                </c:pt>
                <c:pt idx="2156" formatCode="0.0000">
                  <c:v>0.69833333333333325</c:v>
                </c:pt>
                <c:pt idx="2157" formatCode="0.0000">
                  <c:v>0.69916666666666671</c:v>
                </c:pt>
                <c:pt idx="2158" formatCode="0.0000">
                  <c:v>0.7</c:v>
                </c:pt>
                <c:pt idx="2159" formatCode="0.0000">
                  <c:v>0.70083333333333342</c:v>
                </c:pt>
                <c:pt idx="2160" formatCode="0.0000">
                  <c:v>0.70166666666666666</c:v>
                </c:pt>
                <c:pt idx="2161" formatCode="0.0000">
                  <c:v>0.7024999999999999</c:v>
                </c:pt>
                <c:pt idx="2162" formatCode="0.0000">
                  <c:v>0.70333333333333337</c:v>
                </c:pt>
                <c:pt idx="2163" formatCode="0.0000">
                  <c:v>0.70416666666666661</c:v>
                </c:pt>
                <c:pt idx="2164" formatCode="0.0000">
                  <c:v>0.70500000000000007</c:v>
                </c:pt>
                <c:pt idx="2165" formatCode="0.0000">
                  <c:v>0.70583333333333331</c:v>
                </c:pt>
                <c:pt idx="2166" formatCode="0.0000">
                  <c:v>0.70666666666666655</c:v>
                </c:pt>
                <c:pt idx="2167" formatCode="0.0000">
                  <c:v>0.70750000000000002</c:v>
                </c:pt>
                <c:pt idx="2168" formatCode="0.0000">
                  <c:v>0.70833333333333326</c:v>
                </c:pt>
                <c:pt idx="2169" formatCode="0.0000">
                  <c:v>0.70916666666666672</c:v>
                </c:pt>
                <c:pt idx="2170" formatCode="0.0000">
                  <c:v>0.71</c:v>
                </c:pt>
                <c:pt idx="2171" formatCode="0.0000">
                  <c:v>0.71083333333333321</c:v>
                </c:pt>
                <c:pt idx="2172" formatCode="0.0000">
                  <c:v>0.71166666666666667</c:v>
                </c:pt>
                <c:pt idx="2173" formatCode="0.0000">
                  <c:v>0.71249999999999991</c:v>
                </c:pt>
                <c:pt idx="2174" formatCode="0.0000">
                  <c:v>0.71333333333333337</c:v>
                </c:pt>
                <c:pt idx="2175" formatCode="0.0000">
                  <c:v>0.71416666666666662</c:v>
                </c:pt>
                <c:pt idx="2176" formatCode="0.0000">
                  <c:v>0.71499999999999986</c:v>
                </c:pt>
                <c:pt idx="2177" formatCode="0.0000">
                  <c:v>0.71583333333333332</c:v>
                </c:pt>
                <c:pt idx="2178" formatCode="0.0000">
                  <c:v>0.71666666666666656</c:v>
                </c:pt>
                <c:pt idx="2179" formatCode="0.0000">
                  <c:v>0.71750000000000003</c:v>
                </c:pt>
                <c:pt idx="2180" formatCode="0.0000">
                  <c:v>0.71833333333333327</c:v>
                </c:pt>
                <c:pt idx="2181" formatCode="0.0000">
                  <c:v>0.71916666666666651</c:v>
                </c:pt>
                <c:pt idx="2182" formatCode="0.0000">
                  <c:v>0.72</c:v>
                </c:pt>
                <c:pt idx="2183" formatCode="0.0000">
                  <c:v>0.72083333333333321</c:v>
                </c:pt>
                <c:pt idx="2184" formatCode="0.0000">
                  <c:v>0.72166666666666668</c:v>
                </c:pt>
                <c:pt idx="2185" formatCode="0.0000">
                  <c:v>0.72249999999999992</c:v>
                </c:pt>
                <c:pt idx="2186" formatCode="0.0000">
                  <c:v>0.72333333333333316</c:v>
                </c:pt>
                <c:pt idx="2187" formatCode="0.0000">
                  <c:v>0.72416666666666663</c:v>
                </c:pt>
                <c:pt idx="2188" formatCode="0.0000">
                  <c:v>0.72499999999999987</c:v>
                </c:pt>
                <c:pt idx="2189" formatCode="0.0000">
                  <c:v>0.72583333333333333</c:v>
                </c:pt>
                <c:pt idx="2190" formatCode="0.0000">
                  <c:v>0.72666666666666657</c:v>
                </c:pt>
                <c:pt idx="2191" formatCode="0.0000">
                  <c:v>0.72749999999999981</c:v>
                </c:pt>
                <c:pt idx="2192" formatCode="0.0000">
                  <c:v>0.72833333333333328</c:v>
                </c:pt>
                <c:pt idx="2193" formatCode="0.0000">
                  <c:v>0.72916666666666652</c:v>
                </c:pt>
                <c:pt idx="2194" formatCode="0.0000">
                  <c:v>0.73</c:v>
                </c:pt>
                <c:pt idx="2195" formatCode="0.0000">
                  <c:v>0.73083333333333322</c:v>
                </c:pt>
                <c:pt idx="2196" formatCode="0.0000">
                  <c:v>0.73166666666666669</c:v>
                </c:pt>
                <c:pt idx="2197" formatCode="0.0000">
                  <c:v>0.73249999999999993</c:v>
                </c:pt>
                <c:pt idx="2198" formatCode="0.0000">
                  <c:v>0.73333333333333317</c:v>
                </c:pt>
                <c:pt idx="2199" formatCode="0.0000">
                  <c:v>0.73416666666666663</c:v>
                </c:pt>
                <c:pt idx="2200" formatCode="0.0000">
                  <c:v>0.73499999999999988</c:v>
                </c:pt>
                <c:pt idx="2201" formatCode="0.0000">
                  <c:v>0.73583333333333334</c:v>
                </c:pt>
                <c:pt idx="2202" formatCode="0.0000">
                  <c:v>0.73666666666666658</c:v>
                </c:pt>
                <c:pt idx="2203" formatCode="0.0000">
                  <c:v>0.73750000000000004</c:v>
                </c:pt>
                <c:pt idx="2204" formatCode="0.0000">
                  <c:v>0.73833333333333329</c:v>
                </c:pt>
                <c:pt idx="2205" formatCode="0.0000">
                  <c:v>0.73916666666666653</c:v>
                </c:pt>
                <c:pt idx="2206" formatCode="0.0000">
                  <c:v>0.74</c:v>
                </c:pt>
                <c:pt idx="2207" formatCode="0.0000">
                  <c:v>0.74083333333333323</c:v>
                </c:pt>
                <c:pt idx="2208" formatCode="0.0000">
                  <c:v>0.7416666666666667</c:v>
                </c:pt>
                <c:pt idx="2209" formatCode="0.0000">
                  <c:v>0.74249999999999994</c:v>
                </c:pt>
                <c:pt idx="2210" formatCode="0.0000">
                  <c:v>0.7433333333333334</c:v>
                </c:pt>
                <c:pt idx="2211" formatCode="0.0000">
                  <c:v>0.74416666666666664</c:v>
                </c:pt>
                <c:pt idx="2212" formatCode="0.0000">
                  <c:v>0.74499999999999988</c:v>
                </c:pt>
                <c:pt idx="2213" formatCode="0.0000">
                  <c:v>0.74583333333333335</c:v>
                </c:pt>
                <c:pt idx="2214" formatCode="0.0000">
                  <c:v>0.74666666666666659</c:v>
                </c:pt>
                <c:pt idx="2215" formatCode="0.0000">
                  <c:v>0.74750000000000005</c:v>
                </c:pt>
                <c:pt idx="2216" formatCode="0.0000">
                  <c:v>0.74833333333333329</c:v>
                </c:pt>
                <c:pt idx="2217" formatCode="0.0000">
                  <c:v>0.74916666666666676</c:v>
                </c:pt>
                <c:pt idx="2218" formatCode="0.0000">
                  <c:v>0.75</c:v>
                </c:pt>
                <c:pt idx="2219" formatCode="0.0000">
                  <c:v>0.75083333333333324</c:v>
                </c:pt>
                <c:pt idx="2220" formatCode="0.0000">
                  <c:v>0.75166666666666671</c:v>
                </c:pt>
                <c:pt idx="2221" formatCode="0.0000">
                  <c:v>0.75249999999999995</c:v>
                </c:pt>
                <c:pt idx="2222" formatCode="0.0000">
                  <c:v>0.75333333333333341</c:v>
                </c:pt>
                <c:pt idx="2223" formatCode="0.0000">
                  <c:v>0.75416666666666665</c:v>
                </c:pt>
                <c:pt idx="2224" formatCode="0.0000">
                  <c:v>0.75500000000000012</c:v>
                </c:pt>
                <c:pt idx="2225" formatCode="0.0000">
                  <c:v>0.75583333333333336</c:v>
                </c:pt>
                <c:pt idx="2226" formatCode="0.0000">
                  <c:v>0.7566666666666666</c:v>
                </c:pt>
                <c:pt idx="2227" formatCode="0.0000">
                  <c:v>0.75750000000000006</c:v>
                </c:pt>
                <c:pt idx="2228" formatCode="0.0000">
                  <c:v>0.7583333333333333</c:v>
                </c:pt>
                <c:pt idx="2229" formatCode="0.0000">
                  <c:v>0.75916666666666677</c:v>
                </c:pt>
                <c:pt idx="2230" formatCode="0.0000">
                  <c:v>0.76</c:v>
                </c:pt>
                <c:pt idx="2231" formatCode="0.0000">
                  <c:v>0.76083333333333325</c:v>
                </c:pt>
                <c:pt idx="2232" formatCode="0.0000">
                  <c:v>0.76166666666666671</c:v>
                </c:pt>
                <c:pt idx="2233" formatCode="0.0000">
                  <c:v>0.76249999999999996</c:v>
                </c:pt>
                <c:pt idx="2234" formatCode="0.0000">
                  <c:v>0.76333333333333342</c:v>
                </c:pt>
                <c:pt idx="2235" formatCode="0.0000">
                  <c:v>0.76416666666666666</c:v>
                </c:pt>
                <c:pt idx="2236" formatCode="0.0000">
                  <c:v>0.7649999999999999</c:v>
                </c:pt>
                <c:pt idx="2237" formatCode="0.0000">
                  <c:v>0.76583333333333337</c:v>
                </c:pt>
                <c:pt idx="2238" formatCode="0.0000">
                  <c:v>0.76666666666666661</c:v>
                </c:pt>
                <c:pt idx="2239" formatCode="0.0000">
                  <c:v>0.76750000000000007</c:v>
                </c:pt>
                <c:pt idx="2240" formatCode="0.0000">
                  <c:v>0.76833333333333331</c:v>
                </c:pt>
                <c:pt idx="2241" formatCode="0.0000">
                  <c:v>0.76916666666666655</c:v>
                </c:pt>
                <c:pt idx="2242" formatCode="0.0000">
                  <c:v>0.77</c:v>
                </c:pt>
                <c:pt idx="2243" formatCode="0.0000">
                  <c:v>0.77083333333333326</c:v>
                </c:pt>
                <c:pt idx="2244" formatCode="0.0000">
                  <c:v>0.77166666666666672</c:v>
                </c:pt>
                <c:pt idx="2245" formatCode="0.0000">
                  <c:v>0.77249999999999996</c:v>
                </c:pt>
                <c:pt idx="2246" formatCode="0.0000">
                  <c:v>0.77333333333333321</c:v>
                </c:pt>
                <c:pt idx="2247" formatCode="0.0000">
                  <c:v>0.77416666666666667</c:v>
                </c:pt>
                <c:pt idx="2248" formatCode="0.0000">
                  <c:v>0.77499999999999991</c:v>
                </c:pt>
                <c:pt idx="2249" formatCode="0.0000">
                  <c:v>0.77583333333333337</c:v>
                </c:pt>
                <c:pt idx="2250" formatCode="0.0000">
                  <c:v>0.77666666666666662</c:v>
                </c:pt>
                <c:pt idx="2251" formatCode="0.0000">
                  <c:v>0.77749999999999986</c:v>
                </c:pt>
                <c:pt idx="2252" formatCode="0.0000">
                  <c:v>0.7783333333333331</c:v>
                </c:pt>
                <c:pt idx="2253" formatCode="0.0000">
                  <c:v>0.77916666666666679</c:v>
                </c:pt>
                <c:pt idx="2254" formatCode="0.0000">
                  <c:v>0.78</c:v>
                </c:pt>
                <c:pt idx="2255" formatCode="0.0000">
                  <c:v>0.78083333333333327</c:v>
                </c:pt>
                <c:pt idx="2256" formatCode="0.0000">
                  <c:v>0.78166666666666651</c:v>
                </c:pt>
                <c:pt idx="2257" formatCode="0.0000">
                  <c:v>0.78249999999999997</c:v>
                </c:pt>
                <c:pt idx="2258" formatCode="0.0000">
                  <c:v>0.78333333333333344</c:v>
                </c:pt>
                <c:pt idx="2259" formatCode="0.0000">
                  <c:v>0.78416666666666668</c:v>
                </c:pt>
                <c:pt idx="2260" formatCode="0.0000">
                  <c:v>0.78499999999999992</c:v>
                </c:pt>
                <c:pt idx="2261" formatCode="0.0000">
                  <c:v>0.78583333333333316</c:v>
                </c:pt>
                <c:pt idx="2262" formatCode="0.0000">
                  <c:v>0.78666666666666663</c:v>
                </c:pt>
                <c:pt idx="2263" formatCode="0.0000">
                  <c:v>0.78750000000000009</c:v>
                </c:pt>
                <c:pt idx="2264" formatCode="0.0000">
                  <c:v>0.78833333333333333</c:v>
                </c:pt>
                <c:pt idx="2265" formatCode="0.0000">
                  <c:v>0.78916666666666657</c:v>
                </c:pt>
                <c:pt idx="2266" formatCode="0.0000">
                  <c:v>0.78999999999999981</c:v>
                </c:pt>
                <c:pt idx="2267" formatCode="0.0000">
                  <c:v>0.79083333333333328</c:v>
                </c:pt>
                <c:pt idx="2268" formatCode="0.0000">
                  <c:v>0.79166666666666674</c:v>
                </c:pt>
                <c:pt idx="2269" formatCode="0.0000">
                  <c:v>0.79249999999999998</c:v>
                </c:pt>
                <c:pt idx="2270" formatCode="0.0000">
                  <c:v>0.79333333333333322</c:v>
                </c:pt>
                <c:pt idx="2271" formatCode="0.0000">
                  <c:v>0.79416666666666669</c:v>
                </c:pt>
                <c:pt idx="2272" formatCode="0.0000">
                  <c:v>0.79499999999999993</c:v>
                </c:pt>
                <c:pt idx="2273" formatCode="0.0000">
                  <c:v>0.79583333333333339</c:v>
                </c:pt>
                <c:pt idx="2274" formatCode="0.0000">
                  <c:v>0.79666666666666663</c:v>
                </c:pt>
                <c:pt idx="2275" formatCode="0.0000">
                  <c:v>0.79749999999999988</c:v>
                </c:pt>
                <c:pt idx="2276" formatCode="0.0000">
                  <c:v>0.79833333333333334</c:v>
                </c:pt>
                <c:pt idx="2277" formatCode="0.0000">
                  <c:v>0.79916666666666658</c:v>
                </c:pt>
                <c:pt idx="2278" formatCode="0.0000">
                  <c:v>0.8</c:v>
                </c:pt>
                <c:pt idx="2279" formatCode="0.0000">
                  <c:v>0.80083333333333329</c:v>
                </c:pt>
                <c:pt idx="2280" formatCode="0.0000">
                  <c:v>0.80166666666666653</c:v>
                </c:pt>
                <c:pt idx="2281" formatCode="0.0000">
                  <c:v>0.80249999999999999</c:v>
                </c:pt>
                <c:pt idx="2282" formatCode="0.0000">
                  <c:v>0.80333333333333323</c:v>
                </c:pt>
                <c:pt idx="2283" formatCode="0.0000">
                  <c:v>0.8041666666666667</c:v>
                </c:pt>
                <c:pt idx="2284" formatCode="0.0000">
                  <c:v>0.80499999999999994</c:v>
                </c:pt>
                <c:pt idx="2285" formatCode="0.0000">
                  <c:v>0.8058333333333334</c:v>
                </c:pt>
                <c:pt idx="2286" formatCode="0.0000">
                  <c:v>0.80666666666666664</c:v>
                </c:pt>
                <c:pt idx="2287" formatCode="0.0000">
                  <c:v>0.80749999999999988</c:v>
                </c:pt>
                <c:pt idx="2288" formatCode="0.0000">
                  <c:v>0.80833333333333335</c:v>
                </c:pt>
                <c:pt idx="2289" formatCode="0.0000">
                  <c:v>0.80916666666666659</c:v>
                </c:pt>
                <c:pt idx="2290" formatCode="0.0000">
                  <c:v>0.81</c:v>
                </c:pt>
                <c:pt idx="2291" formatCode="0.0000">
                  <c:v>0.81083333333333329</c:v>
                </c:pt>
                <c:pt idx="2292" formatCode="0.0000">
                  <c:v>0.81166666666666654</c:v>
                </c:pt>
                <c:pt idx="2293" formatCode="0.0000">
                  <c:v>0.8125</c:v>
                </c:pt>
                <c:pt idx="2294" formatCode="0.0000">
                  <c:v>0.81333333333333324</c:v>
                </c:pt>
                <c:pt idx="2295" formatCode="0.0000">
                  <c:v>0.81416666666666671</c:v>
                </c:pt>
                <c:pt idx="2296" formatCode="0.0000">
                  <c:v>0.81499999999999995</c:v>
                </c:pt>
                <c:pt idx="2297" formatCode="0.0000">
                  <c:v>0.81583333333333319</c:v>
                </c:pt>
                <c:pt idx="2298" formatCode="0.0000">
                  <c:v>0.81666666666666665</c:v>
                </c:pt>
                <c:pt idx="2299" formatCode="0.0000">
                  <c:v>0.81750000000000012</c:v>
                </c:pt>
                <c:pt idx="2300" formatCode="0.0000">
                  <c:v>0.81833333333333336</c:v>
                </c:pt>
                <c:pt idx="2301" formatCode="0.0000">
                  <c:v>0.8191666666666666</c:v>
                </c:pt>
                <c:pt idx="2302" formatCode="0.0000">
                  <c:v>0.81999999999999984</c:v>
                </c:pt>
                <c:pt idx="2303" formatCode="0.0000">
                  <c:v>0.8208333333333333</c:v>
                </c:pt>
                <c:pt idx="2304" formatCode="0.0000">
                  <c:v>0.82166666666666677</c:v>
                </c:pt>
                <c:pt idx="2305" formatCode="0.0000">
                  <c:v>0.82250000000000001</c:v>
                </c:pt>
                <c:pt idx="2306" formatCode="0.0000">
                  <c:v>0.82333333333333325</c:v>
                </c:pt>
                <c:pt idx="2307" formatCode="0.0000">
                  <c:v>0.82416666666666649</c:v>
                </c:pt>
                <c:pt idx="2308" formatCode="0.0000">
                  <c:v>0.82499999999999996</c:v>
                </c:pt>
                <c:pt idx="2309" formatCode="0.0000">
                  <c:v>0.82583333333333342</c:v>
                </c:pt>
                <c:pt idx="2310" formatCode="0.0000">
                  <c:v>0.82666666666666666</c:v>
                </c:pt>
                <c:pt idx="2311" formatCode="0.0000">
                  <c:v>0.8274999999999999</c:v>
                </c:pt>
                <c:pt idx="2312" formatCode="0.0000">
                  <c:v>0.82833333333333314</c:v>
                </c:pt>
                <c:pt idx="2313" formatCode="0.0000">
                  <c:v>0.82916666666666683</c:v>
                </c:pt>
                <c:pt idx="2314" formatCode="0.0000">
                  <c:v>0.83000000000000007</c:v>
                </c:pt>
                <c:pt idx="2315" formatCode="0.0000">
                  <c:v>0.83083333333333331</c:v>
                </c:pt>
                <c:pt idx="2316" formatCode="0.0000">
                  <c:v>0.83166666666666655</c:v>
                </c:pt>
                <c:pt idx="2317" formatCode="0.0000">
                  <c:v>0.8324999999999998</c:v>
                </c:pt>
                <c:pt idx="2318" formatCode="0.0000">
                  <c:v>0.83333333333333348</c:v>
                </c:pt>
                <c:pt idx="2319" formatCode="0.0000">
                  <c:v>0.83416666666666672</c:v>
                </c:pt>
                <c:pt idx="2320" formatCode="0.0000">
                  <c:v>0.83499999999999996</c:v>
                </c:pt>
                <c:pt idx="2321" formatCode="0.0000">
                  <c:v>0.83583333333333321</c:v>
                </c:pt>
                <c:pt idx="2322" formatCode="0.0000">
                  <c:v>0.83666666666666645</c:v>
                </c:pt>
                <c:pt idx="2323" formatCode="0.0000">
                  <c:v>0.83750000000000013</c:v>
                </c:pt>
                <c:pt idx="2324" formatCode="0.0000">
                  <c:v>0.83833333333333337</c:v>
                </c:pt>
                <c:pt idx="2325" formatCode="0.0000">
                  <c:v>0.83916666666666662</c:v>
                </c:pt>
                <c:pt idx="2326" formatCode="0.0000">
                  <c:v>0.83999999999999986</c:v>
                </c:pt>
                <c:pt idx="2327" formatCode="0.0000">
                  <c:v>0.8408333333333331</c:v>
                </c:pt>
                <c:pt idx="2328" formatCode="0.0000">
                  <c:v>0.84166666666666679</c:v>
                </c:pt>
                <c:pt idx="2329" formatCode="0.0000">
                  <c:v>0.84250000000000003</c:v>
                </c:pt>
                <c:pt idx="2330" formatCode="0.0000">
                  <c:v>0.84333333333333327</c:v>
                </c:pt>
                <c:pt idx="2331" formatCode="0.0000">
                  <c:v>0.84416666666666651</c:v>
                </c:pt>
                <c:pt idx="2332" formatCode="0.0000">
                  <c:v>0.84499999999999997</c:v>
                </c:pt>
                <c:pt idx="2333" formatCode="0.0000">
                  <c:v>0.84583333333333344</c:v>
                </c:pt>
                <c:pt idx="2334" formatCode="0.0000">
                  <c:v>0.84666666666666668</c:v>
                </c:pt>
                <c:pt idx="2335" formatCode="0.0000">
                  <c:v>0.84749999999999992</c:v>
                </c:pt>
                <c:pt idx="2336" formatCode="0.0000">
                  <c:v>0.84833333333333316</c:v>
                </c:pt>
                <c:pt idx="2337" formatCode="0.0000">
                  <c:v>0.84916666666666663</c:v>
                </c:pt>
                <c:pt idx="2338" formatCode="0.0000">
                  <c:v>0.85000000000000009</c:v>
                </c:pt>
                <c:pt idx="2339" formatCode="0.0000">
                  <c:v>0.85083333333333333</c:v>
                </c:pt>
                <c:pt idx="2340" formatCode="0.0000">
                  <c:v>0.85166666666666657</c:v>
                </c:pt>
                <c:pt idx="2341" formatCode="0.0000">
                  <c:v>0.85249999999999981</c:v>
                </c:pt>
                <c:pt idx="2342" formatCode="0.0000">
                  <c:v>0.85333333333333328</c:v>
                </c:pt>
                <c:pt idx="2343" formatCode="0.0000">
                  <c:v>0.85416666666666674</c:v>
                </c:pt>
                <c:pt idx="2344" formatCode="0.0000">
                  <c:v>0.85499999999999998</c:v>
                </c:pt>
                <c:pt idx="2345" formatCode="0.0000">
                  <c:v>0.85583333333333322</c:v>
                </c:pt>
                <c:pt idx="2346" formatCode="0.0000">
                  <c:v>0.85666666666666669</c:v>
                </c:pt>
                <c:pt idx="2347" formatCode="0.0000">
                  <c:v>0.85749999999999993</c:v>
                </c:pt>
                <c:pt idx="2348" formatCode="0.0000">
                  <c:v>0.85833333333333339</c:v>
                </c:pt>
                <c:pt idx="2349" formatCode="0.0000">
                  <c:v>0.85916666666666663</c:v>
                </c:pt>
                <c:pt idx="2350" formatCode="0.0000">
                  <c:v>0.85999999999999988</c:v>
                </c:pt>
                <c:pt idx="2351" formatCode="0.0000">
                  <c:v>0.86083333333333334</c:v>
                </c:pt>
                <c:pt idx="2352" formatCode="0.0000">
                  <c:v>0.86166666666666658</c:v>
                </c:pt>
                <c:pt idx="2353" formatCode="0.0000">
                  <c:v>0.86250000000000004</c:v>
                </c:pt>
                <c:pt idx="2354" formatCode="0.0000">
                  <c:v>0.86333333333333329</c:v>
                </c:pt>
                <c:pt idx="2355" formatCode="0.0000">
                  <c:v>0.86416666666666653</c:v>
                </c:pt>
                <c:pt idx="2356" formatCode="0.0000">
                  <c:v>0.86499999999999999</c:v>
                </c:pt>
                <c:pt idx="2357" formatCode="0.0000">
                  <c:v>0.86583333333333323</c:v>
                </c:pt>
                <c:pt idx="2358" formatCode="0.0000">
                  <c:v>0.8666666666666667</c:v>
                </c:pt>
                <c:pt idx="2359" formatCode="0.0000">
                  <c:v>0.86749999999999994</c:v>
                </c:pt>
                <c:pt idx="2360" formatCode="0.0000">
                  <c:v>0.8683333333333334</c:v>
                </c:pt>
                <c:pt idx="2361" formatCode="0.0000">
                  <c:v>0.86916666666666664</c:v>
                </c:pt>
                <c:pt idx="2362" formatCode="0.0000">
                  <c:v>0.86999999999999988</c:v>
                </c:pt>
                <c:pt idx="2363" formatCode="0.0000">
                  <c:v>0.87083333333333335</c:v>
                </c:pt>
                <c:pt idx="2364" formatCode="0.0000">
                  <c:v>0.87166666666666659</c:v>
                </c:pt>
                <c:pt idx="2365" formatCode="0.0000">
                  <c:v>0.87250000000000005</c:v>
                </c:pt>
                <c:pt idx="2366" formatCode="0.0000">
                  <c:v>0.87333333333333329</c:v>
                </c:pt>
                <c:pt idx="2367" formatCode="0.0000">
                  <c:v>0.87416666666666654</c:v>
                </c:pt>
                <c:pt idx="2368" formatCode="0.0000">
                  <c:v>0.875</c:v>
                </c:pt>
                <c:pt idx="2369" formatCode="0.0000">
                  <c:v>0.87583333333333324</c:v>
                </c:pt>
                <c:pt idx="2370" formatCode="0.0000">
                  <c:v>0.87666666666666671</c:v>
                </c:pt>
                <c:pt idx="2371" formatCode="0.0000">
                  <c:v>0.87749999999999995</c:v>
                </c:pt>
                <c:pt idx="2372" formatCode="0.0000">
                  <c:v>0.87833333333333319</c:v>
                </c:pt>
                <c:pt idx="2373" formatCode="0.0000">
                  <c:v>0.87916666666666665</c:v>
                </c:pt>
                <c:pt idx="2374" formatCode="0.0000">
                  <c:v>0.88000000000000012</c:v>
                </c:pt>
                <c:pt idx="2375" formatCode="0.0000">
                  <c:v>0.88083333333333336</c:v>
                </c:pt>
                <c:pt idx="2376" formatCode="0.0000">
                  <c:v>0.8816666666666666</c:v>
                </c:pt>
                <c:pt idx="2377" formatCode="0.0000">
                  <c:v>0.88249999999999984</c:v>
                </c:pt>
                <c:pt idx="2378" formatCode="0.0000">
                  <c:v>0.8833333333333333</c:v>
                </c:pt>
                <c:pt idx="2379" formatCode="0.0000">
                  <c:v>0.88416666666666677</c:v>
                </c:pt>
                <c:pt idx="2380" formatCode="0.0000">
                  <c:v>0.88500000000000001</c:v>
                </c:pt>
                <c:pt idx="2381" formatCode="0.0000">
                  <c:v>0.88583333333333325</c:v>
                </c:pt>
                <c:pt idx="2382" formatCode="0.0000">
                  <c:v>0.88666666666666649</c:v>
                </c:pt>
                <c:pt idx="2383" formatCode="0.0000">
                  <c:v>0.88749999999999996</c:v>
                </c:pt>
                <c:pt idx="2384" formatCode="0.0000">
                  <c:v>0.88833333333333342</c:v>
                </c:pt>
                <c:pt idx="2385" formatCode="0.0000">
                  <c:v>0.88916666666666666</c:v>
                </c:pt>
                <c:pt idx="2386" formatCode="0.0000">
                  <c:v>0.8899999999999999</c:v>
                </c:pt>
                <c:pt idx="2387" formatCode="0.0000">
                  <c:v>0.89083333333333314</c:v>
                </c:pt>
                <c:pt idx="2388" formatCode="0.0000">
                  <c:v>0.89166666666666683</c:v>
                </c:pt>
                <c:pt idx="2389" formatCode="0.0000">
                  <c:v>0.89250000000000007</c:v>
                </c:pt>
                <c:pt idx="2390" formatCode="0.0000">
                  <c:v>0.89333333333333331</c:v>
                </c:pt>
                <c:pt idx="2391" formatCode="0.0000">
                  <c:v>0.89416666666666655</c:v>
                </c:pt>
                <c:pt idx="2392" formatCode="0.0000">
                  <c:v>0.8949999999999998</c:v>
                </c:pt>
                <c:pt idx="2393" formatCode="0.0000">
                  <c:v>0.89583333333333348</c:v>
                </c:pt>
                <c:pt idx="2394" formatCode="0.0000">
                  <c:v>0.89666666666666672</c:v>
                </c:pt>
                <c:pt idx="2395" formatCode="0.0000">
                  <c:v>0.89749999999999996</c:v>
                </c:pt>
                <c:pt idx="2396" formatCode="0.0000">
                  <c:v>0.89833333333333321</c:v>
                </c:pt>
                <c:pt idx="2397" formatCode="0.0000">
                  <c:v>0.89916666666666645</c:v>
                </c:pt>
                <c:pt idx="2398" formatCode="0.0000">
                  <c:v>0.90000000000000013</c:v>
                </c:pt>
                <c:pt idx="2399" formatCode="0.0000">
                  <c:v>0.90083333333333337</c:v>
                </c:pt>
                <c:pt idx="2400" formatCode="0.0000">
                  <c:v>0.90166666666666662</c:v>
                </c:pt>
                <c:pt idx="2401" formatCode="0.0000">
                  <c:v>0.90249999999999986</c:v>
                </c:pt>
                <c:pt idx="2402" formatCode="0.0000">
                  <c:v>0.9033333333333331</c:v>
                </c:pt>
                <c:pt idx="2403" formatCode="0.0000">
                  <c:v>0.90416666666666679</c:v>
                </c:pt>
                <c:pt idx="2404" formatCode="0.0000">
                  <c:v>0.90500000000000003</c:v>
                </c:pt>
                <c:pt idx="2405" formatCode="0.0000">
                  <c:v>0.90583333333333327</c:v>
                </c:pt>
                <c:pt idx="2406" formatCode="0.0000">
                  <c:v>0.90666666666666651</c:v>
                </c:pt>
                <c:pt idx="2407" formatCode="0.0000">
                  <c:v>0.90749999999999997</c:v>
                </c:pt>
                <c:pt idx="2408" formatCode="0.0000">
                  <c:v>0.90833333333333344</c:v>
                </c:pt>
                <c:pt idx="2409" formatCode="0.0000">
                  <c:v>0.90916666666666668</c:v>
                </c:pt>
                <c:pt idx="2410" formatCode="0.0000">
                  <c:v>0.90999999999999992</c:v>
                </c:pt>
                <c:pt idx="2411" formatCode="0.0000">
                  <c:v>0.91083333333333316</c:v>
                </c:pt>
                <c:pt idx="2412" formatCode="0.0000">
                  <c:v>0.91166666666666663</c:v>
                </c:pt>
                <c:pt idx="2413" formatCode="0.0000">
                  <c:v>0.91250000000000009</c:v>
                </c:pt>
                <c:pt idx="2414" formatCode="0.0000">
                  <c:v>0.91333333333333333</c:v>
                </c:pt>
                <c:pt idx="2415" formatCode="0.0000">
                  <c:v>0.91416666666666657</c:v>
                </c:pt>
                <c:pt idx="2416" formatCode="0.0000">
                  <c:v>0.91499999999999981</c:v>
                </c:pt>
                <c:pt idx="2417" formatCode="0.0000">
                  <c:v>0.91583333333333328</c:v>
                </c:pt>
                <c:pt idx="2418" formatCode="0.0000">
                  <c:v>0.91666666666666674</c:v>
                </c:pt>
                <c:pt idx="2419" formatCode="0.0000">
                  <c:v>0.91749999999999998</c:v>
                </c:pt>
                <c:pt idx="2420" formatCode="0.0000">
                  <c:v>0.91833333333333322</c:v>
                </c:pt>
                <c:pt idx="2421" formatCode="0.0000">
                  <c:v>0.91916666666666669</c:v>
                </c:pt>
                <c:pt idx="2422" formatCode="0.0000">
                  <c:v>0.91999999999999993</c:v>
                </c:pt>
                <c:pt idx="2423" formatCode="0.0000">
                  <c:v>0.92083333333333339</c:v>
                </c:pt>
                <c:pt idx="2424" formatCode="0.0000">
                  <c:v>0.92166666666666663</c:v>
                </c:pt>
                <c:pt idx="2425" formatCode="0.0000">
                  <c:v>0.92249999999999988</c:v>
                </c:pt>
                <c:pt idx="2426" formatCode="0.0000">
                  <c:v>0.92333333333333334</c:v>
                </c:pt>
                <c:pt idx="2427" formatCode="0.0000">
                  <c:v>0.92416666666666658</c:v>
                </c:pt>
                <c:pt idx="2428" formatCode="0.0000">
                  <c:v>0.92500000000000004</c:v>
                </c:pt>
                <c:pt idx="2429" formatCode="0.0000">
                  <c:v>0.92583333333333329</c:v>
                </c:pt>
                <c:pt idx="2430" formatCode="0.0000">
                  <c:v>0.92666666666666653</c:v>
                </c:pt>
                <c:pt idx="2431" formatCode="0.0000">
                  <c:v>0.92749999999999999</c:v>
                </c:pt>
                <c:pt idx="2432" formatCode="0.0000">
                  <c:v>0.92833333333333323</c:v>
                </c:pt>
                <c:pt idx="2433" formatCode="0.0000">
                  <c:v>0.9291666666666667</c:v>
                </c:pt>
                <c:pt idx="2434" formatCode="0.0000">
                  <c:v>0.92999999999999994</c:v>
                </c:pt>
                <c:pt idx="2435" formatCode="0.0000">
                  <c:v>0.9308333333333334</c:v>
                </c:pt>
                <c:pt idx="2436" formatCode="0.0000">
                  <c:v>0.93166666666666664</c:v>
                </c:pt>
                <c:pt idx="2437" formatCode="0.0000">
                  <c:v>0.93249999999999988</c:v>
                </c:pt>
                <c:pt idx="2438" formatCode="0.0000">
                  <c:v>0.93333333333333335</c:v>
                </c:pt>
                <c:pt idx="2439" formatCode="0.0000">
                  <c:v>0.93416666666666659</c:v>
                </c:pt>
                <c:pt idx="2440" formatCode="0.0000">
                  <c:v>0.93500000000000005</c:v>
                </c:pt>
                <c:pt idx="2441" formatCode="0.0000">
                  <c:v>0.93583333333333329</c:v>
                </c:pt>
                <c:pt idx="2442" formatCode="0.0000">
                  <c:v>0.93666666666666654</c:v>
                </c:pt>
                <c:pt idx="2443" formatCode="0.0000">
                  <c:v>0.9375</c:v>
                </c:pt>
                <c:pt idx="2444" formatCode="0.0000">
                  <c:v>0.93833333333333324</c:v>
                </c:pt>
                <c:pt idx="2445" formatCode="0.0000">
                  <c:v>0.93916666666666671</c:v>
                </c:pt>
                <c:pt idx="2446" formatCode="0.0000">
                  <c:v>0.94</c:v>
                </c:pt>
                <c:pt idx="2447" formatCode="0.0000">
                  <c:v>0.94083333333333319</c:v>
                </c:pt>
                <c:pt idx="2448" formatCode="0.0000">
                  <c:v>0.94166666666666665</c:v>
                </c:pt>
                <c:pt idx="2449" formatCode="0.0000">
                  <c:v>0.94250000000000012</c:v>
                </c:pt>
                <c:pt idx="2450" formatCode="0.0000">
                  <c:v>0.94333333333333336</c:v>
                </c:pt>
                <c:pt idx="2451" formatCode="0.0000">
                  <c:v>0.9441666666666666</c:v>
                </c:pt>
                <c:pt idx="2452" formatCode="0.0000">
                  <c:v>0.94499999999999984</c:v>
                </c:pt>
                <c:pt idx="2453" formatCode="0.0000">
                  <c:v>0.9458333333333333</c:v>
                </c:pt>
                <c:pt idx="2454" formatCode="0.0000">
                  <c:v>0.94666666666666677</c:v>
                </c:pt>
                <c:pt idx="2455" formatCode="0.0000">
                  <c:v>0.94750000000000001</c:v>
                </c:pt>
                <c:pt idx="2456" formatCode="0.0000">
                  <c:v>0.94833333333333325</c:v>
                </c:pt>
                <c:pt idx="2457" formatCode="0.0000">
                  <c:v>0.94916666666666649</c:v>
                </c:pt>
                <c:pt idx="2458" formatCode="0.0000">
                  <c:v>0.95</c:v>
                </c:pt>
                <c:pt idx="2459" formatCode="0.0000">
                  <c:v>0.95083333333333342</c:v>
                </c:pt>
                <c:pt idx="2460" formatCode="0.0000">
                  <c:v>0.95166666666666666</c:v>
                </c:pt>
                <c:pt idx="2461" formatCode="0.0000">
                  <c:v>0.9524999999999999</c:v>
                </c:pt>
                <c:pt idx="2462" formatCode="0.0000">
                  <c:v>0.95333333333333314</c:v>
                </c:pt>
                <c:pt idx="2463" formatCode="0.0000">
                  <c:v>0.95416666666666683</c:v>
                </c:pt>
                <c:pt idx="2464" formatCode="0.0000">
                  <c:v>0.95500000000000007</c:v>
                </c:pt>
                <c:pt idx="2465" formatCode="0.0000">
                  <c:v>0.95583333333333331</c:v>
                </c:pt>
                <c:pt idx="2466" formatCode="0.0000">
                  <c:v>0.95666666666666655</c:v>
                </c:pt>
                <c:pt idx="2467" formatCode="0.0000">
                  <c:v>0.9574999999999998</c:v>
                </c:pt>
                <c:pt idx="2468" formatCode="0.0000">
                  <c:v>0.95833333333333348</c:v>
                </c:pt>
                <c:pt idx="2469" formatCode="0.0000">
                  <c:v>0.95916666666666672</c:v>
                </c:pt>
                <c:pt idx="2470" formatCode="0.0000">
                  <c:v>0.96</c:v>
                </c:pt>
                <c:pt idx="2471" formatCode="0.0000">
                  <c:v>0.96083333333333321</c:v>
                </c:pt>
                <c:pt idx="2472" formatCode="0.0000">
                  <c:v>0.96166666666666645</c:v>
                </c:pt>
                <c:pt idx="2473" formatCode="0.0000">
                  <c:v>0.96250000000000013</c:v>
                </c:pt>
                <c:pt idx="2474" formatCode="0.0000">
                  <c:v>0.96333333333333337</c:v>
                </c:pt>
                <c:pt idx="2475" formatCode="0.0000">
                  <c:v>0.96416666666666662</c:v>
                </c:pt>
                <c:pt idx="2476" formatCode="0.0000">
                  <c:v>0.96499999999999986</c:v>
                </c:pt>
                <c:pt idx="2477" formatCode="0.0000">
                  <c:v>0.9658333333333331</c:v>
                </c:pt>
                <c:pt idx="2478" formatCode="0.0000">
                  <c:v>0.96666666666666679</c:v>
                </c:pt>
                <c:pt idx="2479" formatCode="0.0000">
                  <c:v>0.96750000000000003</c:v>
                </c:pt>
                <c:pt idx="2480" formatCode="0.0000">
                  <c:v>0.96833333333333327</c:v>
                </c:pt>
                <c:pt idx="2481" formatCode="0.0000">
                  <c:v>0.96916666666666651</c:v>
                </c:pt>
                <c:pt idx="2482" formatCode="0.0000">
                  <c:v>0.97</c:v>
                </c:pt>
                <c:pt idx="2483" formatCode="0.0000">
                  <c:v>0.97083333333333344</c:v>
                </c:pt>
                <c:pt idx="2484" formatCode="0.0000">
                  <c:v>0.97166666666666668</c:v>
                </c:pt>
                <c:pt idx="2485" formatCode="0.0000">
                  <c:v>0.97249999999999992</c:v>
                </c:pt>
                <c:pt idx="2486" formatCode="0.0000">
                  <c:v>0.97333333333333316</c:v>
                </c:pt>
                <c:pt idx="2487" formatCode="0.0000">
                  <c:v>0.97416666666666663</c:v>
                </c:pt>
                <c:pt idx="2488" formatCode="0.0000">
                  <c:v>0.97500000000000009</c:v>
                </c:pt>
                <c:pt idx="2489" formatCode="0.0000">
                  <c:v>0.97583333333333333</c:v>
                </c:pt>
                <c:pt idx="2490" formatCode="0.0000">
                  <c:v>0.97666666666666657</c:v>
                </c:pt>
                <c:pt idx="2491" formatCode="0.0000">
                  <c:v>0.97749999999999981</c:v>
                </c:pt>
                <c:pt idx="2492" formatCode="0.0000">
                  <c:v>0.97833333333333328</c:v>
                </c:pt>
                <c:pt idx="2493" formatCode="0.0000">
                  <c:v>0.97916666666666674</c:v>
                </c:pt>
                <c:pt idx="2494" formatCode="0.0000">
                  <c:v>0.98</c:v>
                </c:pt>
                <c:pt idx="2495" formatCode="0.0000">
                  <c:v>0.98083333333333322</c:v>
                </c:pt>
                <c:pt idx="2496" formatCode="0.0000">
                  <c:v>0.98166666666666669</c:v>
                </c:pt>
                <c:pt idx="2497" formatCode="0.0000">
                  <c:v>0.98249999999999993</c:v>
                </c:pt>
                <c:pt idx="2498" formatCode="0.0000">
                  <c:v>0.98333333333333339</c:v>
                </c:pt>
                <c:pt idx="2499" formatCode="0.0000">
                  <c:v>0.98416666666666663</c:v>
                </c:pt>
                <c:pt idx="2500" formatCode="0.0000">
                  <c:v>0.98499999999999988</c:v>
                </c:pt>
                <c:pt idx="2501" formatCode="0.0000">
                  <c:v>0.98583333333333334</c:v>
                </c:pt>
                <c:pt idx="2502" formatCode="0.0000">
                  <c:v>0.98666666666666658</c:v>
                </c:pt>
                <c:pt idx="2503" formatCode="0.0000">
                  <c:v>0.98750000000000004</c:v>
                </c:pt>
                <c:pt idx="2504" formatCode="0.0000">
                  <c:v>0.98833333333333329</c:v>
                </c:pt>
                <c:pt idx="2505" formatCode="0.0000">
                  <c:v>0.98916666666666653</c:v>
                </c:pt>
                <c:pt idx="2506" formatCode="0.0000">
                  <c:v>0.99</c:v>
                </c:pt>
                <c:pt idx="2507" formatCode="0.0000">
                  <c:v>0.99083333333333323</c:v>
                </c:pt>
                <c:pt idx="2508" formatCode="0.0000">
                  <c:v>0.9916666666666667</c:v>
                </c:pt>
                <c:pt idx="2509" formatCode="0.0000">
                  <c:v>0.99249999999999994</c:v>
                </c:pt>
                <c:pt idx="2510" formatCode="0.0000">
                  <c:v>0.9933333333333334</c:v>
                </c:pt>
                <c:pt idx="2511" formatCode="0.0000">
                  <c:v>0.99416666666666664</c:v>
                </c:pt>
                <c:pt idx="2512" formatCode="0.0000">
                  <c:v>0.99499999999999988</c:v>
                </c:pt>
                <c:pt idx="2513" formatCode="0.0000">
                  <c:v>0.99583333333333335</c:v>
                </c:pt>
                <c:pt idx="2514" formatCode="0.0000">
                  <c:v>0.99666666666666659</c:v>
                </c:pt>
                <c:pt idx="2515" formatCode="0.0000">
                  <c:v>0.99750000000000005</c:v>
                </c:pt>
                <c:pt idx="2516" formatCode="0.0000">
                  <c:v>0.99833333333333329</c:v>
                </c:pt>
                <c:pt idx="2517" formatCode="0.0000">
                  <c:v>0.99916666666666654</c:v>
                </c:pt>
                <c:pt idx="2518" formatCode="0.0000">
                  <c:v>1</c:v>
                </c:pt>
                <c:pt idx="2519" formatCode="0.0000">
                  <c:v>1.0008333333333332</c:v>
                </c:pt>
                <c:pt idx="2520" formatCode="0.0000">
                  <c:v>1.0016666666666667</c:v>
                </c:pt>
                <c:pt idx="2521" formatCode="0.0000">
                  <c:v>1.0024999999999999</c:v>
                </c:pt>
                <c:pt idx="2522" formatCode="0.0000">
                  <c:v>1.0033333333333332</c:v>
                </c:pt>
                <c:pt idx="2523" formatCode="0.0000">
                  <c:v>1.0041666666666667</c:v>
                </c:pt>
                <c:pt idx="2524" formatCode="0.0000">
                  <c:v>1.0050000000000001</c:v>
                </c:pt>
                <c:pt idx="2525" formatCode="0.0000">
                  <c:v>1.0058333333333334</c:v>
                </c:pt>
                <c:pt idx="2526" formatCode="0.0000">
                  <c:v>1.0066666666666666</c:v>
                </c:pt>
                <c:pt idx="2527" formatCode="0.0000">
                  <c:v>1.0074999999999998</c:v>
                </c:pt>
                <c:pt idx="2528" formatCode="0.0000">
                  <c:v>1.0083333333333333</c:v>
                </c:pt>
                <c:pt idx="2529" formatCode="0.0000">
                  <c:v>1.0091666666666668</c:v>
                </c:pt>
                <c:pt idx="2530" formatCode="0.0000">
                  <c:v>1.01</c:v>
                </c:pt>
                <c:pt idx="2531" formatCode="0.0000">
                  <c:v>1.0108333333333333</c:v>
                </c:pt>
                <c:pt idx="2532" formatCode="0.0000">
                  <c:v>1.0116666666666665</c:v>
                </c:pt>
                <c:pt idx="2533" formatCode="0.0000">
                  <c:v>1.0125</c:v>
                </c:pt>
                <c:pt idx="2534" formatCode="0.0000">
                  <c:v>1.0133333333333334</c:v>
                </c:pt>
                <c:pt idx="2535" formatCode="0.0000">
                  <c:v>1.0141666666666667</c:v>
                </c:pt>
                <c:pt idx="2536" formatCode="0.0000">
                  <c:v>1.0149999999999999</c:v>
                </c:pt>
                <c:pt idx="2537" formatCode="0.0000">
                  <c:v>1.0158333333333331</c:v>
                </c:pt>
                <c:pt idx="2538" formatCode="0.0000">
                  <c:v>1.0166666666666668</c:v>
                </c:pt>
                <c:pt idx="2539" formatCode="0.0000">
                  <c:v>1.0175000000000001</c:v>
                </c:pt>
                <c:pt idx="2540" formatCode="0.0000">
                  <c:v>1.0183333333333333</c:v>
                </c:pt>
                <c:pt idx="2541" formatCode="0.0000">
                  <c:v>1.0191666666666666</c:v>
                </c:pt>
                <c:pt idx="2542" formatCode="0.0000">
                  <c:v>1.0199999999999998</c:v>
                </c:pt>
                <c:pt idx="2543" formatCode="0.0000">
                  <c:v>1.0208333333333335</c:v>
                </c:pt>
                <c:pt idx="2544" formatCode="0.0000">
                  <c:v>1.0216666666666667</c:v>
                </c:pt>
                <c:pt idx="2545" formatCode="0.0000">
                  <c:v>1.0225</c:v>
                </c:pt>
                <c:pt idx="2546" formatCode="0.0000">
                  <c:v>1.0233333333333332</c:v>
                </c:pt>
                <c:pt idx="2547" formatCode="0.0000">
                  <c:v>1.0241666666666664</c:v>
                </c:pt>
                <c:pt idx="2548" formatCode="0.0000">
                  <c:v>1.0250000000000001</c:v>
                </c:pt>
                <c:pt idx="2549" formatCode="0.0000">
                  <c:v>1.0258333333333334</c:v>
                </c:pt>
                <c:pt idx="2550" formatCode="0.0000">
                  <c:v>1.0266666666666666</c:v>
                </c:pt>
                <c:pt idx="2551" formatCode="0.0000">
                  <c:v>1.0274999999999999</c:v>
                </c:pt>
                <c:pt idx="2552" formatCode="0.0000">
                  <c:v>1.0283333333333331</c:v>
                </c:pt>
                <c:pt idx="2553" formatCode="0.0000">
                  <c:v>1.0291666666666668</c:v>
                </c:pt>
                <c:pt idx="2554" formatCode="0.0000">
                  <c:v>1.03</c:v>
                </c:pt>
                <c:pt idx="2555" formatCode="0.0000">
                  <c:v>1.0308333333333333</c:v>
                </c:pt>
                <c:pt idx="2556" formatCode="0.0000">
                  <c:v>1.0316666666666665</c:v>
                </c:pt>
                <c:pt idx="2557" formatCode="0.0000">
                  <c:v>1.0325</c:v>
                </c:pt>
                <c:pt idx="2558" formatCode="0.0000">
                  <c:v>1.0333333333333334</c:v>
                </c:pt>
                <c:pt idx="2559" formatCode="0.0000">
                  <c:v>1.0341666666666667</c:v>
                </c:pt>
                <c:pt idx="2560" formatCode="0.0000">
                  <c:v>1.0349999999999999</c:v>
                </c:pt>
                <c:pt idx="2561" formatCode="0.0000">
                  <c:v>1.0358333333333332</c:v>
                </c:pt>
                <c:pt idx="2562" formatCode="0.0000">
                  <c:v>1.0366666666666666</c:v>
                </c:pt>
                <c:pt idx="2563" formatCode="0.0000">
                  <c:v>1.0375000000000001</c:v>
                </c:pt>
                <c:pt idx="2564" formatCode="0.0000">
                  <c:v>1.0383333333333333</c:v>
                </c:pt>
                <c:pt idx="2565" formatCode="0.0000">
                  <c:v>1.0391666666666666</c:v>
                </c:pt>
                <c:pt idx="2566" formatCode="0.0000">
                  <c:v>1.0399999999999998</c:v>
                </c:pt>
                <c:pt idx="2567" formatCode="0.0000">
                  <c:v>1.0408333333333333</c:v>
                </c:pt>
                <c:pt idx="2568" formatCode="0.0000">
                  <c:v>1.0416666666666667</c:v>
                </c:pt>
                <c:pt idx="2569" formatCode="0.0000">
                  <c:v>1.0425</c:v>
                </c:pt>
                <c:pt idx="2570" formatCode="0.0000">
                  <c:v>1.0433333333333332</c:v>
                </c:pt>
                <c:pt idx="2571" formatCode="0.0000">
                  <c:v>1.0441666666666667</c:v>
                </c:pt>
                <c:pt idx="2572" formatCode="0.0000">
                  <c:v>1.0449999999999999</c:v>
                </c:pt>
                <c:pt idx="2573" formatCode="0.0000">
                  <c:v>1.0458333333333334</c:v>
                </c:pt>
                <c:pt idx="2574" formatCode="0.0000">
                  <c:v>1.0466666666666666</c:v>
                </c:pt>
                <c:pt idx="2575" formatCode="0.0000">
                  <c:v>1.0474999999999999</c:v>
                </c:pt>
                <c:pt idx="2576" formatCode="0.0000">
                  <c:v>1.0483333333333333</c:v>
                </c:pt>
                <c:pt idx="2577" formatCode="0.0000">
                  <c:v>1.0491666666666666</c:v>
                </c:pt>
                <c:pt idx="2578" formatCode="0.0000">
                  <c:v>1.05</c:v>
                </c:pt>
                <c:pt idx="2579" formatCode="0.0000">
                  <c:v>1.0508333333333333</c:v>
                </c:pt>
                <c:pt idx="2580" formatCode="0.0000">
                  <c:v>1.0516666666666665</c:v>
                </c:pt>
                <c:pt idx="2581" formatCode="0.0000">
                  <c:v>1.0525</c:v>
                </c:pt>
                <c:pt idx="2582" formatCode="0.0000">
                  <c:v>1.0533333333333332</c:v>
                </c:pt>
                <c:pt idx="2583" formatCode="0.0000">
                  <c:v>1.0541666666666667</c:v>
                </c:pt>
                <c:pt idx="2584" formatCode="0.0000">
                  <c:v>1.0549999999999999</c:v>
                </c:pt>
                <c:pt idx="2585" formatCode="0.0000">
                  <c:v>1.0558333333333334</c:v>
                </c:pt>
                <c:pt idx="2586" formatCode="0.0000">
                  <c:v>1.0566666666666666</c:v>
                </c:pt>
                <c:pt idx="2587" formatCode="0.0000">
                  <c:v>1.0574999999999999</c:v>
                </c:pt>
                <c:pt idx="2588" formatCode="0.0000">
                  <c:v>1.0583333333333333</c:v>
                </c:pt>
                <c:pt idx="2589" formatCode="0.0000">
                  <c:v>1.0591666666666666</c:v>
                </c:pt>
                <c:pt idx="2590" formatCode="0.0000">
                  <c:v>1.06</c:v>
                </c:pt>
                <c:pt idx="2591" formatCode="0.0000">
                  <c:v>1.0608333333333333</c:v>
                </c:pt>
                <c:pt idx="2592" formatCode="0.0000">
                  <c:v>1.0616666666666665</c:v>
                </c:pt>
                <c:pt idx="2593" formatCode="0.0000">
                  <c:v>1.0625</c:v>
                </c:pt>
                <c:pt idx="2594" formatCode="0.0000">
                  <c:v>1.0633333333333332</c:v>
                </c:pt>
                <c:pt idx="2595" formatCode="0.0000">
                  <c:v>1.0641666666666667</c:v>
                </c:pt>
                <c:pt idx="2596" formatCode="0.0000">
                  <c:v>1.0649999999999999</c:v>
                </c:pt>
                <c:pt idx="2597" formatCode="0.0000">
                  <c:v>1.0658333333333332</c:v>
                </c:pt>
                <c:pt idx="2598" formatCode="0.0000">
                  <c:v>1.0666666666666667</c:v>
                </c:pt>
                <c:pt idx="2599" formatCode="0.0000">
                  <c:v>1.0675000000000001</c:v>
                </c:pt>
                <c:pt idx="2600" formatCode="0.0000">
                  <c:v>1.0683333333333334</c:v>
                </c:pt>
                <c:pt idx="2601" formatCode="0.0000">
                  <c:v>1.0691666666666666</c:v>
                </c:pt>
                <c:pt idx="2602" formatCode="0.0000">
                  <c:v>1.0699999999999998</c:v>
                </c:pt>
                <c:pt idx="2603" formatCode="0.0000">
                  <c:v>1.0708333333333333</c:v>
                </c:pt>
                <c:pt idx="2604" formatCode="0.0000">
                  <c:v>1.0716666666666668</c:v>
                </c:pt>
                <c:pt idx="2605" formatCode="0.0000">
                  <c:v>1.0725</c:v>
                </c:pt>
                <c:pt idx="2606" formatCode="0.0000">
                  <c:v>1.0733333333333333</c:v>
                </c:pt>
                <c:pt idx="2607" formatCode="0.0000">
                  <c:v>1.0741666666666665</c:v>
                </c:pt>
                <c:pt idx="2608" formatCode="0.0000">
                  <c:v>1.075</c:v>
                </c:pt>
                <c:pt idx="2609" formatCode="0.0000">
                  <c:v>1.0758333333333334</c:v>
                </c:pt>
                <c:pt idx="2610" formatCode="0.0000">
                  <c:v>1.0766666666666667</c:v>
                </c:pt>
                <c:pt idx="2611" formatCode="0.0000">
                  <c:v>1.0774999999999999</c:v>
                </c:pt>
                <c:pt idx="2612" formatCode="0.0000">
                  <c:v>1.0783333333333331</c:v>
                </c:pt>
                <c:pt idx="2613" formatCode="0.0000">
                  <c:v>1.0791666666666668</c:v>
                </c:pt>
                <c:pt idx="2614" formatCode="0.0000">
                  <c:v>1.08</c:v>
                </c:pt>
                <c:pt idx="2615" formatCode="0.0000">
                  <c:v>1.0808333333333333</c:v>
                </c:pt>
                <c:pt idx="2616" formatCode="0.0000">
                  <c:v>1.0816666666666666</c:v>
                </c:pt>
                <c:pt idx="2617" formatCode="0.0000">
                  <c:v>1.0824999999999998</c:v>
                </c:pt>
                <c:pt idx="2618" formatCode="0.0000">
                  <c:v>1.0833333333333335</c:v>
                </c:pt>
                <c:pt idx="2619" formatCode="0.0000">
                  <c:v>1.0841666666666667</c:v>
                </c:pt>
                <c:pt idx="2620" formatCode="0.0000">
                  <c:v>1.085</c:v>
                </c:pt>
                <c:pt idx="2621" formatCode="0.0000">
                  <c:v>1.0858333333333332</c:v>
                </c:pt>
                <c:pt idx="2622" formatCode="0.0000">
                  <c:v>1.0866666666666664</c:v>
                </c:pt>
                <c:pt idx="2623" formatCode="0.0000">
                  <c:v>1.0875000000000001</c:v>
                </c:pt>
                <c:pt idx="2624" formatCode="0.0000">
                  <c:v>1.0883333333333334</c:v>
                </c:pt>
                <c:pt idx="2625" formatCode="0.0000">
                  <c:v>1.0891666666666666</c:v>
                </c:pt>
                <c:pt idx="2626" formatCode="0.0000">
                  <c:v>1.0899999999999999</c:v>
                </c:pt>
                <c:pt idx="2627" formatCode="0.0000">
                  <c:v>1.0908333333333331</c:v>
                </c:pt>
                <c:pt idx="2628" formatCode="0.0000">
                  <c:v>1.0916666666666668</c:v>
                </c:pt>
                <c:pt idx="2629" formatCode="0.0000">
                  <c:v>1.0925</c:v>
                </c:pt>
                <c:pt idx="2630" formatCode="0.0000">
                  <c:v>1.0933333333333333</c:v>
                </c:pt>
                <c:pt idx="2631" formatCode="0.0000">
                  <c:v>1.0941666666666665</c:v>
                </c:pt>
                <c:pt idx="2632" formatCode="0.0000">
                  <c:v>1.095</c:v>
                </c:pt>
                <c:pt idx="2633" formatCode="0.0000">
                  <c:v>1.0958333333333334</c:v>
                </c:pt>
                <c:pt idx="2634" formatCode="0.0000">
                  <c:v>1.0966666666666667</c:v>
                </c:pt>
                <c:pt idx="2635" formatCode="0.0000">
                  <c:v>1.0974999999999999</c:v>
                </c:pt>
                <c:pt idx="2636" formatCode="0.0000">
                  <c:v>1.0983333333333332</c:v>
                </c:pt>
                <c:pt idx="2637" formatCode="0.0000">
                  <c:v>1.0991666666666666</c:v>
                </c:pt>
                <c:pt idx="2638" formatCode="0.0000">
                  <c:v>1.1000000000000001</c:v>
                </c:pt>
                <c:pt idx="2639" formatCode="0.0000">
                  <c:v>1.1008333333333333</c:v>
                </c:pt>
                <c:pt idx="2640" formatCode="0.0000">
                  <c:v>1.1016666666666666</c:v>
                </c:pt>
                <c:pt idx="2641" formatCode="0.0000">
                  <c:v>1.1024999999999998</c:v>
                </c:pt>
                <c:pt idx="2642" formatCode="0.0000">
                  <c:v>1.1033333333333333</c:v>
                </c:pt>
                <c:pt idx="2643" formatCode="0.0000">
                  <c:v>1.1041666666666667</c:v>
                </c:pt>
                <c:pt idx="2644" formatCode="0.0000">
                  <c:v>1.105</c:v>
                </c:pt>
                <c:pt idx="2645" formatCode="0.0000">
                  <c:v>1.1058333333333332</c:v>
                </c:pt>
                <c:pt idx="2646" formatCode="0.0000">
                  <c:v>1.1066666666666667</c:v>
                </c:pt>
                <c:pt idx="2647" formatCode="0.0000">
                  <c:v>1.1074999999999999</c:v>
                </c:pt>
                <c:pt idx="2648" formatCode="0.0000">
                  <c:v>1.1083333333333334</c:v>
                </c:pt>
                <c:pt idx="2649" formatCode="0.0000">
                  <c:v>1.1091666666666666</c:v>
                </c:pt>
                <c:pt idx="2650" formatCode="0.0000">
                  <c:v>1.1099999999999999</c:v>
                </c:pt>
                <c:pt idx="2651" formatCode="0.0000">
                  <c:v>1.1108333333333333</c:v>
                </c:pt>
                <c:pt idx="2652" formatCode="0.0000">
                  <c:v>1.1116666666666666</c:v>
                </c:pt>
                <c:pt idx="2653" formatCode="0.0000">
                  <c:v>1.1125</c:v>
                </c:pt>
                <c:pt idx="2654" formatCode="0.0000">
                  <c:v>1.1133333333333333</c:v>
                </c:pt>
                <c:pt idx="2655" formatCode="0.0000">
                  <c:v>1.1141666666666665</c:v>
                </c:pt>
                <c:pt idx="2656" formatCode="0.0000">
                  <c:v>1.115</c:v>
                </c:pt>
                <c:pt idx="2657" formatCode="0.0000">
                  <c:v>1.1158333333333332</c:v>
                </c:pt>
                <c:pt idx="2658" formatCode="0.0000">
                  <c:v>1.1166666666666667</c:v>
                </c:pt>
                <c:pt idx="2659" formatCode="0.0000">
                  <c:v>1.1174999999999999</c:v>
                </c:pt>
                <c:pt idx="2660" formatCode="0.0000">
                  <c:v>1.1183333333333334</c:v>
                </c:pt>
                <c:pt idx="2661" formatCode="0.0000">
                  <c:v>1.1191666666666666</c:v>
                </c:pt>
                <c:pt idx="2662" formatCode="0.0000">
                  <c:v>1.1199999999999999</c:v>
                </c:pt>
                <c:pt idx="2663" formatCode="0.0000">
                  <c:v>1.1208333333333333</c:v>
                </c:pt>
                <c:pt idx="2664" formatCode="0.0000">
                  <c:v>1.1216666666666666</c:v>
                </c:pt>
                <c:pt idx="2665" formatCode="0.0000">
                  <c:v>1.1225000000000001</c:v>
                </c:pt>
                <c:pt idx="2666" formatCode="0.0000">
                  <c:v>1.1233333333333333</c:v>
                </c:pt>
                <c:pt idx="2667" formatCode="0.0000">
                  <c:v>1.1241666666666665</c:v>
                </c:pt>
                <c:pt idx="2668" formatCode="0.0000">
                  <c:v>1.125</c:v>
                </c:pt>
                <c:pt idx="2669" formatCode="0.0000">
                  <c:v>1.1258333333333332</c:v>
                </c:pt>
                <c:pt idx="2670" formatCode="0.0000">
                  <c:v>1.1266666666666667</c:v>
                </c:pt>
                <c:pt idx="2671" formatCode="0.0000">
                  <c:v>1.1274999999999999</c:v>
                </c:pt>
                <c:pt idx="2672" formatCode="0.0000">
                  <c:v>1.1283333333333332</c:v>
                </c:pt>
                <c:pt idx="2673" formatCode="0.0000">
                  <c:v>1.1291666666666667</c:v>
                </c:pt>
                <c:pt idx="2674" formatCode="0.0000">
                  <c:v>1.1300000000000001</c:v>
                </c:pt>
                <c:pt idx="2675" formatCode="0.0000">
                  <c:v>1.1308333333333334</c:v>
                </c:pt>
                <c:pt idx="2676" formatCode="0.0000">
                  <c:v>1.1316666666666666</c:v>
                </c:pt>
                <c:pt idx="2677" formatCode="0.0000">
                  <c:v>1.1324999999999998</c:v>
                </c:pt>
                <c:pt idx="2678" formatCode="0.0000">
                  <c:v>1.1333333333333333</c:v>
                </c:pt>
                <c:pt idx="2679" formatCode="0.0000">
                  <c:v>1.1341666666666668</c:v>
                </c:pt>
                <c:pt idx="2680" formatCode="0.0000">
                  <c:v>1.135</c:v>
                </c:pt>
                <c:pt idx="2681" formatCode="0.0000">
                  <c:v>1.1358333333333333</c:v>
                </c:pt>
                <c:pt idx="2682" formatCode="0.0000">
                  <c:v>1.1366666666666665</c:v>
                </c:pt>
                <c:pt idx="2683" formatCode="0.0000">
                  <c:v>1.1375</c:v>
                </c:pt>
                <c:pt idx="2684" formatCode="0.0000">
                  <c:v>1.1383333333333334</c:v>
                </c:pt>
                <c:pt idx="2685" formatCode="0.0000">
                  <c:v>1.1391666666666667</c:v>
                </c:pt>
                <c:pt idx="2686" formatCode="0.0000">
                  <c:v>1.1399999999999999</c:v>
                </c:pt>
                <c:pt idx="2687" formatCode="0.0000">
                  <c:v>1.1408333333333331</c:v>
                </c:pt>
                <c:pt idx="2688" formatCode="0.0000">
                  <c:v>1.1416666666666668</c:v>
                </c:pt>
                <c:pt idx="2689" formatCode="0.0000">
                  <c:v>1.1425000000000001</c:v>
                </c:pt>
                <c:pt idx="2690" formatCode="0.0000">
                  <c:v>1.1433333333333333</c:v>
                </c:pt>
                <c:pt idx="2691" formatCode="0.0000">
                  <c:v>1.1441666666666666</c:v>
                </c:pt>
                <c:pt idx="2692" formatCode="0.0000">
                  <c:v>1.1449999999999998</c:v>
                </c:pt>
                <c:pt idx="2693" formatCode="0.0000">
                  <c:v>1.1458333333333335</c:v>
                </c:pt>
                <c:pt idx="2694" formatCode="0.0000">
                  <c:v>1.1466666666666667</c:v>
                </c:pt>
                <c:pt idx="2695" formatCode="0.0000">
                  <c:v>1.1475</c:v>
                </c:pt>
                <c:pt idx="2696" formatCode="0.0000">
                  <c:v>1.1483333333333332</c:v>
                </c:pt>
                <c:pt idx="2697" formatCode="0.0000">
                  <c:v>1.1491666666666664</c:v>
                </c:pt>
                <c:pt idx="2698" formatCode="0.0000">
                  <c:v>1.1500000000000001</c:v>
                </c:pt>
                <c:pt idx="2699" formatCode="0.0000">
                  <c:v>1.1508333333333334</c:v>
                </c:pt>
                <c:pt idx="2700" formatCode="0.0000">
                  <c:v>1.1516666666666666</c:v>
                </c:pt>
                <c:pt idx="2701" formatCode="0.0000">
                  <c:v>1.1524999999999999</c:v>
                </c:pt>
                <c:pt idx="2702" formatCode="0.0000">
                  <c:v>1.1533333333333331</c:v>
                </c:pt>
                <c:pt idx="2703" formatCode="0.0000">
                  <c:v>1.1541666666666668</c:v>
                </c:pt>
                <c:pt idx="2704" formatCode="0.0000">
                  <c:v>1.155</c:v>
                </c:pt>
                <c:pt idx="2705" formatCode="0.0000">
                  <c:v>1.1558333333333333</c:v>
                </c:pt>
                <c:pt idx="2706" formatCode="0.0000">
                  <c:v>1.1566666666666665</c:v>
                </c:pt>
                <c:pt idx="2707" formatCode="0.0000">
                  <c:v>1.1575</c:v>
                </c:pt>
                <c:pt idx="2708" formatCode="0.0000">
                  <c:v>1.1583333333333334</c:v>
                </c:pt>
                <c:pt idx="2709" formatCode="0.0000">
                  <c:v>1.1591666666666667</c:v>
                </c:pt>
                <c:pt idx="2710" formatCode="0.0000">
                  <c:v>1.1599999999999999</c:v>
                </c:pt>
                <c:pt idx="2711" formatCode="0.0000">
                  <c:v>1.1608333333333332</c:v>
                </c:pt>
                <c:pt idx="2712" formatCode="0.0000">
                  <c:v>1.1616666666666666</c:v>
                </c:pt>
                <c:pt idx="2713" formatCode="0.0000">
                  <c:v>1.1625000000000001</c:v>
                </c:pt>
                <c:pt idx="2714" formatCode="0.0000">
                  <c:v>1.1633333333333333</c:v>
                </c:pt>
                <c:pt idx="2715" formatCode="0.0000">
                  <c:v>1.1641666666666666</c:v>
                </c:pt>
                <c:pt idx="2716" formatCode="0.0000">
                  <c:v>1.1649999999999998</c:v>
                </c:pt>
                <c:pt idx="2717" formatCode="0.0000">
                  <c:v>1.1658333333333333</c:v>
                </c:pt>
                <c:pt idx="2718" formatCode="0.0000">
                  <c:v>1.1666666666666667</c:v>
                </c:pt>
                <c:pt idx="2719" formatCode="0.0000">
                  <c:v>1.1675</c:v>
                </c:pt>
                <c:pt idx="2720" formatCode="0.0000">
                  <c:v>1.1683333333333332</c:v>
                </c:pt>
                <c:pt idx="2721" formatCode="0.0000">
                  <c:v>1.1691666666666667</c:v>
                </c:pt>
                <c:pt idx="2722" formatCode="0.0000">
                  <c:v>1.17</c:v>
                </c:pt>
                <c:pt idx="2723" formatCode="0.0000">
                  <c:v>1.1708333333333334</c:v>
                </c:pt>
                <c:pt idx="2724" formatCode="0.0000">
                  <c:v>1.1716666666666666</c:v>
                </c:pt>
                <c:pt idx="2725" formatCode="0.0000">
                  <c:v>1.1724999999999999</c:v>
                </c:pt>
                <c:pt idx="2726" formatCode="0.0000">
                  <c:v>1.1733333333333333</c:v>
                </c:pt>
                <c:pt idx="2727" formatCode="0.0000">
                  <c:v>1.1741666666666666</c:v>
                </c:pt>
                <c:pt idx="2728" formatCode="0.0000">
                  <c:v>1.175</c:v>
                </c:pt>
                <c:pt idx="2729" formatCode="0.0000">
                  <c:v>1.1758333333333333</c:v>
                </c:pt>
                <c:pt idx="2730" formatCode="0.0000">
                  <c:v>1.1766666666666665</c:v>
                </c:pt>
                <c:pt idx="2731" formatCode="0.0000">
                  <c:v>1.1775</c:v>
                </c:pt>
                <c:pt idx="2732" formatCode="0.0000">
                  <c:v>1.1783333333333332</c:v>
                </c:pt>
                <c:pt idx="2733" formatCode="0.0000">
                  <c:v>1.1791666666666667</c:v>
                </c:pt>
                <c:pt idx="2734" formatCode="0.0000">
                  <c:v>1.18</c:v>
                </c:pt>
                <c:pt idx="2735" formatCode="0.0000">
                  <c:v>1.1808333333333334</c:v>
                </c:pt>
                <c:pt idx="2736" formatCode="0.0000">
                  <c:v>1.1816666666666666</c:v>
                </c:pt>
                <c:pt idx="2737" formatCode="0.0000">
                  <c:v>1.1824999999999999</c:v>
                </c:pt>
                <c:pt idx="2738" formatCode="0.0000">
                  <c:v>1.1833333333333333</c:v>
                </c:pt>
                <c:pt idx="2739" formatCode="0.0000">
                  <c:v>1.1841666666666666</c:v>
                </c:pt>
                <c:pt idx="2740" formatCode="0.0000">
                  <c:v>1.1850000000000001</c:v>
                </c:pt>
                <c:pt idx="2741" formatCode="0.0000">
                  <c:v>1.1858333333333333</c:v>
                </c:pt>
                <c:pt idx="2742" formatCode="0.0000">
                  <c:v>1.1866666666666665</c:v>
                </c:pt>
                <c:pt idx="2743" formatCode="0.0000">
                  <c:v>1.1875</c:v>
                </c:pt>
                <c:pt idx="2744" formatCode="0.0000">
                  <c:v>1.1883333333333332</c:v>
                </c:pt>
                <c:pt idx="2745" formatCode="0.0000">
                  <c:v>1.1891666666666667</c:v>
                </c:pt>
                <c:pt idx="2746" formatCode="0.0000">
                  <c:v>1.19</c:v>
                </c:pt>
                <c:pt idx="2747" formatCode="0.0000">
                  <c:v>1.1908333333333332</c:v>
                </c:pt>
                <c:pt idx="2748" formatCode="0.0000">
                  <c:v>1.1916666666666667</c:v>
                </c:pt>
                <c:pt idx="2749" formatCode="0.0000">
                  <c:v>1.1925000000000001</c:v>
                </c:pt>
                <c:pt idx="2750" formatCode="0.0000">
                  <c:v>1.1933333333333334</c:v>
                </c:pt>
                <c:pt idx="2751" formatCode="0.0000">
                  <c:v>1.1941666666666666</c:v>
                </c:pt>
                <c:pt idx="2752" formatCode="0.0000">
                  <c:v>1.1949999999999998</c:v>
                </c:pt>
                <c:pt idx="2753" formatCode="0.0000">
                  <c:v>1.1958333333333333</c:v>
                </c:pt>
                <c:pt idx="2754" formatCode="0.0000">
                  <c:v>1.1966666666666668</c:v>
                </c:pt>
                <c:pt idx="2755" formatCode="0.0000">
                  <c:v>1.1975</c:v>
                </c:pt>
                <c:pt idx="2756" formatCode="0.0000">
                  <c:v>1.1983333333333333</c:v>
                </c:pt>
                <c:pt idx="2757" formatCode="0.0000">
                  <c:v>1.1991666666666665</c:v>
                </c:pt>
                <c:pt idx="2758" formatCode="0.0000">
                  <c:v>1.2</c:v>
                </c:pt>
                <c:pt idx="2759" formatCode="0.0000">
                  <c:v>1.2008333333333334</c:v>
                </c:pt>
                <c:pt idx="2760" formatCode="0.0000">
                  <c:v>1.2016666666666667</c:v>
                </c:pt>
                <c:pt idx="2761" formatCode="0.0000">
                  <c:v>1.2024999999999999</c:v>
                </c:pt>
                <c:pt idx="2762" formatCode="0.0000">
                  <c:v>1.2033333333333331</c:v>
                </c:pt>
                <c:pt idx="2763" formatCode="0.0000">
                  <c:v>1.2041666666666668</c:v>
                </c:pt>
                <c:pt idx="2764" formatCode="0.0000">
                  <c:v>1.2050000000000001</c:v>
                </c:pt>
                <c:pt idx="2765" formatCode="0.0000">
                  <c:v>1.2058333333333333</c:v>
                </c:pt>
                <c:pt idx="2766" formatCode="0.0000">
                  <c:v>1.2066666666666666</c:v>
                </c:pt>
                <c:pt idx="2767" formatCode="0.0000">
                  <c:v>1.2074999999999998</c:v>
                </c:pt>
                <c:pt idx="2768" formatCode="0.0000">
                  <c:v>1.2083333333333335</c:v>
                </c:pt>
                <c:pt idx="2769" formatCode="0.0000">
                  <c:v>1.2091666666666667</c:v>
                </c:pt>
                <c:pt idx="2770" formatCode="0.0000">
                  <c:v>1.21</c:v>
                </c:pt>
                <c:pt idx="2771" formatCode="0.0000">
                  <c:v>1.2108333333333332</c:v>
                </c:pt>
                <c:pt idx="2772" formatCode="0.0000">
                  <c:v>1.2116666666666664</c:v>
                </c:pt>
                <c:pt idx="2773" formatCode="0.0000">
                  <c:v>1.2125000000000001</c:v>
                </c:pt>
                <c:pt idx="2774" formatCode="0.0000">
                  <c:v>1.2133333333333334</c:v>
                </c:pt>
                <c:pt idx="2775" formatCode="0.0000">
                  <c:v>1.2141666666666666</c:v>
                </c:pt>
                <c:pt idx="2776" formatCode="0.0000">
                  <c:v>1.2149999999999999</c:v>
                </c:pt>
                <c:pt idx="2777" formatCode="0.0000">
                  <c:v>1.2158333333333331</c:v>
                </c:pt>
                <c:pt idx="2778" formatCode="0.0000">
                  <c:v>1.2166666666666668</c:v>
                </c:pt>
                <c:pt idx="2779" formatCode="0.0000">
                  <c:v>1.2175</c:v>
                </c:pt>
                <c:pt idx="2780" formatCode="0.0000">
                  <c:v>1.2183333333333333</c:v>
                </c:pt>
                <c:pt idx="2781" formatCode="0.0000">
                  <c:v>1.2191666666666665</c:v>
                </c:pt>
                <c:pt idx="2782" formatCode="0.0000">
                  <c:v>1.22</c:v>
                </c:pt>
                <c:pt idx="2783" formatCode="0.0000">
                  <c:v>1.2208333333333334</c:v>
                </c:pt>
                <c:pt idx="2784" formatCode="0.0000">
                  <c:v>1.2216666666666667</c:v>
                </c:pt>
                <c:pt idx="2785" formatCode="0.0000">
                  <c:v>1.2224999999999999</c:v>
                </c:pt>
                <c:pt idx="2786" formatCode="0.0000">
                  <c:v>1.2233333333333332</c:v>
                </c:pt>
                <c:pt idx="2787" formatCode="0.0000">
                  <c:v>1.2241666666666666</c:v>
                </c:pt>
                <c:pt idx="2788" formatCode="0.0000">
                  <c:v>1.2250000000000001</c:v>
                </c:pt>
                <c:pt idx="2789" formatCode="0.0000">
                  <c:v>1.2258333333333333</c:v>
                </c:pt>
                <c:pt idx="2790" formatCode="0.0000">
                  <c:v>1.2266666666666666</c:v>
                </c:pt>
                <c:pt idx="2791" formatCode="0.0000">
                  <c:v>1.2274999999999998</c:v>
                </c:pt>
                <c:pt idx="2792" formatCode="0.0000">
                  <c:v>1.2283333333333333</c:v>
                </c:pt>
                <c:pt idx="2793" formatCode="0.0000">
                  <c:v>1.2291666666666667</c:v>
                </c:pt>
                <c:pt idx="2794" formatCode="0.0000">
                  <c:v>1.23</c:v>
                </c:pt>
                <c:pt idx="2795" formatCode="0.0000">
                  <c:v>1.2308333333333332</c:v>
                </c:pt>
                <c:pt idx="2796" formatCode="0.0000">
                  <c:v>1.2316666666666667</c:v>
                </c:pt>
                <c:pt idx="2797" formatCode="0.0000">
                  <c:v>1.2324999999999999</c:v>
                </c:pt>
                <c:pt idx="2798" formatCode="0.0000">
                  <c:v>1.2333333333333334</c:v>
                </c:pt>
                <c:pt idx="2799" formatCode="0.0000">
                  <c:v>1.2341666666666666</c:v>
                </c:pt>
                <c:pt idx="2800" formatCode="0.0000">
                  <c:v>1.2349999999999999</c:v>
                </c:pt>
                <c:pt idx="2801" formatCode="0.0000">
                  <c:v>1.2358333333333333</c:v>
                </c:pt>
                <c:pt idx="2802" formatCode="0.0000">
                  <c:v>1.2366666666666666</c:v>
                </c:pt>
                <c:pt idx="2803" formatCode="0.0000">
                  <c:v>1.2375</c:v>
                </c:pt>
                <c:pt idx="2804" formatCode="0.0000">
                  <c:v>1.2383333333333333</c:v>
                </c:pt>
                <c:pt idx="2805" formatCode="0.0000">
                  <c:v>1.2391666666666665</c:v>
                </c:pt>
                <c:pt idx="2806" formatCode="0.0000">
                  <c:v>1.24</c:v>
                </c:pt>
                <c:pt idx="2807" formatCode="0.0000">
                  <c:v>1.2408333333333332</c:v>
                </c:pt>
                <c:pt idx="2808" formatCode="0.0000">
                  <c:v>1.2416666666666667</c:v>
                </c:pt>
                <c:pt idx="2809" formatCode="0.0000">
                  <c:v>1.2424999999999999</c:v>
                </c:pt>
                <c:pt idx="2810" formatCode="0.0000">
                  <c:v>1.2433333333333334</c:v>
                </c:pt>
                <c:pt idx="2811" formatCode="0.0000">
                  <c:v>1.2441666666666666</c:v>
                </c:pt>
                <c:pt idx="2812" formatCode="0.0000">
                  <c:v>1.2449999999999999</c:v>
                </c:pt>
                <c:pt idx="2813" formatCode="0.0000">
                  <c:v>1.2458333333333333</c:v>
                </c:pt>
                <c:pt idx="2814" formatCode="0.0000">
                  <c:v>1.2466666666666666</c:v>
                </c:pt>
                <c:pt idx="2815" formatCode="0.0000">
                  <c:v>1.2475000000000001</c:v>
                </c:pt>
                <c:pt idx="2816" formatCode="0.0000">
                  <c:v>1.2483333333333333</c:v>
                </c:pt>
                <c:pt idx="2817" formatCode="0.0000">
                  <c:v>1.2491666666666665</c:v>
                </c:pt>
                <c:pt idx="2818" formatCode="0.0000">
                  <c:v>1.25</c:v>
                </c:pt>
                <c:pt idx="2819" formatCode="0.0000">
                  <c:v>1.2508333333333332</c:v>
                </c:pt>
                <c:pt idx="2820" formatCode="0.0000">
                  <c:v>1.2516666666666667</c:v>
                </c:pt>
                <c:pt idx="2821" formatCode="0.0000">
                  <c:v>1.2524999999999999</c:v>
                </c:pt>
                <c:pt idx="2822" formatCode="0.0000">
                  <c:v>1.2533333333333332</c:v>
                </c:pt>
                <c:pt idx="2823" formatCode="0.0000">
                  <c:v>1.2541666666666667</c:v>
                </c:pt>
                <c:pt idx="2824" formatCode="0.0000">
                  <c:v>1.2550000000000001</c:v>
                </c:pt>
                <c:pt idx="2825" formatCode="0.0000">
                  <c:v>1.2558333333333334</c:v>
                </c:pt>
                <c:pt idx="2826" formatCode="0.0000">
                  <c:v>1.2566666666666666</c:v>
                </c:pt>
                <c:pt idx="2827" formatCode="0.0000">
                  <c:v>1.2574999999999998</c:v>
                </c:pt>
                <c:pt idx="2828" formatCode="0.0000">
                  <c:v>1.2583333333333333</c:v>
                </c:pt>
                <c:pt idx="2829" formatCode="0.0000">
                  <c:v>1.2591666666666668</c:v>
                </c:pt>
                <c:pt idx="2830" formatCode="0.0000">
                  <c:v>1.26</c:v>
                </c:pt>
                <c:pt idx="2831" formatCode="0.0000">
                  <c:v>1.2608333333333333</c:v>
                </c:pt>
                <c:pt idx="2832" formatCode="0.0000">
                  <c:v>1.2616666666666665</c:v>
                </c:pt>
                <c:pt idx="2833" formatCode="0.0000">
                  <c:v>1.2625</c:v>
                </c:pt>
                <c:pt idx="2834" formatCode="0.0000">
                  <c:v>1.2633333333333334</c:v>
                </c:pt>
                <c:pt idx="2835" formatCode="0.0000">
                  <c:v>1.2641666666666667</c:v>
                </c:pt>
                <c:pt idx="2836" formatCode="0.0000">
                  <c:v>1.2649999999999999</c:v>
                </c:pt>
                <c:pt idx="2837" formatCode="0.0000">
                  <c:v>1.2658333333333331</c:v>
                </c:pt>
                <c:pt idx="2838" formatCode="0.0000">
                  <c:v>1.2666666666666668</c:v>
                </c:pt>
                <c:pt idx="2839" formatCode="0.0000">
                  <c:v>1.2675000000000001</c:v>
                </c:pt>
                <c:pt idx="2840" formatCode="0.0000">
                  <c:v>1.2683333333333333</c:v>
                </c:pt>
                <c:pt idx="2841" formatCode="0.0000">
                  <c:v>1.2691666666666666</c:v>
                </c:pt>
                <c:pt idx="2842" formatCode="0.0000">
                  <c:v>1.2699999999999998</c:v>
                </c:pt>
                <c:pt idx="2843" formatCode="0.0000">
                  <c:v>1.2708333333333335</c:v>
                </c:pt>
                <c:pt idx="2844" formatCode="0.0000">
                  <c:v>1.2716666666666667</c:v>
                </c:pt>
                <c:pt idx="2845" formatCode="0.0000">
                  <c:v>1.2725</c:v>
                </c:pt>
                <c:pt idx="2846" formatCode="0.0000">
                  <c:v>1.2733333333333332</c:v>
                </c:pt>
                <c:pt idx="2847" formatCode="0.0000">
                  <c:v>1.2741666666666664</c:v>
                </c:pt>
                <c:pt idx="2848" formatCode="0.0000">
                  <c:v>1.2750000000000001</c:v>
                </c:pt>
                <c:pt idx="2849" formatCode="0.0000">
                  <c:v>1.2758333333333334</c:v>
                </c:pt>
                <c:pt idx="2850" formatCode="0.0000">
                  <c:v>1.2766666666666666</c:v>
                </c:pt>
                <c:pt idx="2851" formatCode="0.0000">
                  <c:v>1.2774999999999999</c:v>
                </c:pt>
                <c:pt idx="2852" formatCode="0.0000">
                  <c:v>1.2783333333333331</c:v>
                </c:pt>
                <c:pt idx="2853" formatCode="0.0000">
                  <c:v>1.2791666666666668</c:v>
                </c:pt>
                <c:pt idx="2854" formatCode="0.0000">
                  <c:v>1.28</c:v>
                </c:pt>
                <c:pt idx="2855" formatCode="0.0000">
                  <c:v>1.2808333333333333</c:v>
                </c:pt>
                <c:pt idx="2856" formatCode="0.0000">
                  <c:v>1.2816666666666665</c:v>
                </c:pt>
                <c:pt idx="2857" formatCode="0.0000">
                  <c:v>1.2825</c:v>
                </c:pt>
                <c:pt idx="2858" formatCode="0.0000">
                  <c:v>1.2833333333333334</c:v>
                </c:pt>
                <c:pt idx="2859" formatCode="0.0000">
                  <c:v>1.2841666666666667</c:v>
                </c:pt>
                <c:pt idx="2860" formatCode="0.0000">
                  <c:v>1.2849999999999999</c:v>
                </c:pt>
                <c:pt idx="2861" formatCode="0.0000">
                  <c:v>1.2858333333333332</c:v>
                </c:pt>
                <c:pt idx="2862" formatCode="0.0000">
                  <c:v>1.2866666666666666</c:v>
                </c:pt>
                <c:pt idx="2863" formatCode="0.0000">
                  <c:v>1.2875000000000001</c:v>
                </c:pt>
                <c:pt idx="2864" formatCode="0.0000">
                  <c:v>1.2883333333333333</c:v>
                </c:pt>
                <c:pt idx="2865" formatCode="0.0000">
                  <c:v>1.2891666666666666</c:v>
                </c:pt>
                <c:pt idx="2866" formatCode="0.0000">
                  <c:v>1.2899999999999998</c:v>
                </c:pt>
                <c:pt idx="2867" formatCode="0.0000">
                  <c:v>1.2908333333333333</c:v>
                </c:pt>
                <c:pt idx="2868" formatCode="0.0000">
                  <c:v>1.2916666666666667</c:v>
                </c:pt>
                <c:pt idx="2869" formatCode="0.0000">
                  <c:v>1.2925</c:v>
                </c:pt>
                <c:pt idx="2870" formatCode="0.0000">
                  <c:v>1.2933333333333332</c:v>
                </c:pt>
                <c:pt idx="2871" formatCode="0.0000">
                  <c:v>1.2941666666666667</c:v>
                </c:pt>
                <c:pt idx="2872" formatCode="0.0000">
                  <c:v>1.2949999999999999</c:v>
                </c:pt>
                <c:pt idx="2873" formatCode="0.0000">
                  <c:v>1.2958333333333334</c:v>
                </c:pt>
                <c:pt idx="2874" formatCode="0.0000">
                  <c:v>1.2966666666666666</c:v>
                </c:pt>
                <c:pt idx="2875" formatCode="0.0000">
                  <c:v>1.2974999999999999</c:v>
                </c:pt>
                <c:pt idx="2876" formatCode="0.0000">
                  <c:v>1.2983333333333333</c:v>
                </c:pt>
                <c:pt idx="2877" formatCode="0.0000">
                  <c:v>1.2991666666666666</c:v>
                </c:pt>
                <c:pt idx="2878" formatCode="0.0000">
                  <c:v>1.3</c:v>
                </c:pt>
                <c:pt idx="2879" formatCode="0.0000">
                  <c:v>1.3008333333333333</c:v>
                </c:pt>
                <c:pt idx="2880" formatCode="0.0000">
                  <c:v>1.3016666666666665</c:v>
                </c:pt>
                <c:pt idx="2881" formatCode="0.0000">
                  <c:v>1.3025</c:v>
                </c:pt>
                <c:pt idx="2882" formatCode="0.0000">
                  <c:v>1.3033333333333332</c:v>
                </c:pt>
                <c:pt idx="2883" formatCode="0.0000">
                  <c:v>1.3041666666666667</c:v>
                </c:pt>
                <c:pt idx="2884" formatCode="0.0000">
                  <c:v>1.3049999999999999</c:v>
                </c:pt>
                <c:pt idx="2885" formatCode="0.0000">
                  <c:v>1.3058333333333334</c:v>
                </c:pt>
                <c:pt idx="2886" formatCode="0.0000">
                  <c:v>1.3066666666666666</c:v>
                </c:pt>
                <c:pt idx="2887" formatCode="0.0000">
                  <c:v>1.3074999999999999</c:v>
                </c:pt>
                <c:pt idx="2888" formatCode="0.0000">
                  <c:v>1.3083333333333333</c:v>
                </c:pt>
                <c:pt idx="2889" formatCode="0.0000">
                  <c:v>1.3091666666666666</c:v>
                </c:pt>
                <c:pt idx="2890" formatCode="0.0000">
                  <c:v>1.31</c:v>
                </c:pt>
                <c:pt idx="2891" formatCode="0.0000">
                  <c:v>1.3108333333333333</c:v>
                </c:pt>
                <c:pt idx="2892" formatCode="0.0000">
                  <c:v>1.3116666666666665</c:v>
                </c:pt>
                <c:pt idx="2893" formatCode="0.0000">
                  <c:v>1.3125</c:v>
                </c:pt>
                <c:pt idx="2894" formatCode="0.0000">
                  <c:v>1.3133333333333332</c:v>
                </c:pt>
                <c:pt idx="2895" formatCode="0.0000">
                  <c:v>1.3141666666666667</c:v>
                </c:pt>
                <c:pt idx="2896" formatCode="0.0000">
                  <c:v>1.3149999999999999</c:v>
                </c:pt>
                <c:pt idx="2897" formatCode="0.0000">
                  <c:v>1.3158333333333332</c:v>
                </c:pt>
                <c:pt idx="2898" formatCode="0.0000">
                  <c:v>1.3166666666666667</c:v>
                </c:pt>
                <c:pt idx="2899" formatCode="0.0000">
                  <c:v>1.3175000000000001</c:v>
                </c:pt>
                <c:pt idx="2900" formatCode="0.0000">
                  <c:v>1.3183333333333334</c:v>
                </c:pt>
                <c:pt idx="2901" formatCode="0.0000">
                  <c:v>1.3191666666666666</c:v>
                </c:pt>
                <c:pt idx="2902" formatCode="0.0000">
                  <c:v>1.3199999999999998</c:v>
                </c:pt>
                <c:pt idx="2903" formatCode="0.0000">
                  <c:v>1.3208333333333333</c:v>
                </c:pt>
                <c:pt idx="2904" formatCode="0.0000">
                  <c:v>1.3216666666666668</c:v>
                </c:pt>
                <c:pt idx="2905" formatCode="0.0000">
                  <c:v>1.3225</c:v>
                </c:pt>
                <c:pt idx="2906" formatCode="0.0000">
                  <c:v>1.3233333333333333</c:v>
                </c:pt>
                <c:pt idx="2907" formatCode="0.0000">
                  <c:v>1.3241666666666665</c:v>
                </c:pt>
                <c:pt idx="2908" formatCode="0.0000">
                  <c:v>1.325</c:v>
                </c:pt>
                <c:pt idx="2909" formatCode="0.0000">
                  <c:v>1.3258333333333334</c:v>
                </c:pt>
                <c:pt idx="2910" formatCode="0.0000">
                  <c:v>1.3266666666666667</c:v>
                </c:pt>
                <c:pt idx="2911" formatCode="0.0000">
                  <c:v>1.3274999999999999</c:v>
                </c:pt>
                <c:pt idx="2912" formatCode="0.0000">
                  <c:v>1.3283333333333331</c:v>
                </c:pt>
                <c:pt idx="2913" formatCode="0.0000">
                  <c:v>1.3291666666666668</c:v>
                </c:pt>
                <c:pt idx="2914" formatCode="0.0000">
                  <c:v>1.33</c:v>
                </c:pt>
                <c:pt idx="2915" formatCode="0.0000">
                  <c:v>1.3308333333333333</c:v>
                </c:pt>
                <c:pt idx="2916" formatCode="0.0000">
                  <c:v>1.3316666666666666</c:v>
                </c:pt>
                <c:pt idx="2917" formatCode="0.0000">
                  <c:v>1.3324999999999998</c:v>
                </c:pt>
                <c:pt idx="2918" formatCode="0.0000">
                  <c:v>1.3333333333333335</c:v>
                </c:pt>
                <c:pt idx="2919" formatCode="0.0000">
                  <c:v>1.3341666666666667</c:v>
                </c:pt>
                <c:pt idx="2920" formatCode="0.0000">
                  <c:v>1.335</c:v>
                </c:pt>
                <c:pt idx="2921" formatCode="0.0000">
                  <c:v>1.3358333333333332</c:v>
                </c:pt>
                <c:pt idx="2922" formatCode="0.0000">
                  <c:v>1.3366666666666664</c:v>
                </c:pt>
                <c:pt idx="2923" formatCode="0.0000">
                  <c:v>1.3375000000000001</c:v>
                </c:pt>
                <c:pt idx="2924" formatCode="0.0000">
                  <c:v>1.3383333333333334</c:v>
                </c:pt>
                <c:pt idx="2925" formatCode="0.0000">
                  <c:v>1.3391666666666666</c:v>
                </c:pt>
                <c:pt idx="2926" formatCode="0.0000">
                  <c:v>1.3399999999999999</c:v>
                </c:pt>
                <c:pt idx="2927" formatCode="0.0000">
                  <c:v>1.3408333333333331</c:v>
                </c:pt>
                <c:pt idx="2928" formatCode="0.0000">
                  <c:v>1.3416666666666668</c:v>
                </c:pt>
                <c:pt idx="2929" formatCode="0.0000">
                  <c:v>1.3425</c:v>
                </c:pt>
                <c:pt idx="2930" formatCode="0.0000">
                  <c:v>1.3433333333333333</c:v>
                </c:pt>
                <c:pt idx="2931" formatCode="0.0000">
                  <c:v>1.3441666666666665</c:v>
                </c:pt>
                <c:pt idx="2932" formatCode="0.0000">
                  <c:v>1.345</c:v>
                </c:pt>
                <c:pt idx="2933" formatCode="0.0000">
                  <c:v>1.3458333333333334</c:v>
                </c:pt>
                <c:pt idx="2934" formatCode="0.0000">
                  <c:v>1.3466666666666667</c:v>
                </c:pt>
                <c:pt idx="2935" formatCode="0.0000">
                  <c:v>1.3474999999999999</c:v>
                </c:pt>
                <c:pt idx="2936" formatCode="0.0000">
                  <c:v>1.3483333333333332</c:v>
                </c:pt>
                <c:pt idx="2937" formatCode="0.0000">
                  <c:v>1.3491666666666666</c:v>
                </c:pt>
                <c:pt idx="2938" formatCode="0.0000">
                  <c:v>1.35</c:v>
                </c:pt>
                <c:pt idx="2939" formatCode="0.0000">
                  <c:v>1.3508333333333333</c:v>
                </c:pt>
                <c:pt idx="2940" formatCode="0.0000">
                  <c:v>1.3516666666666666</c:v>
                </c:pt>
                <c:pt idx="2941" formatCode="0.0000">
                  <c:v>1.3524999999999998</c:v>
                </c:pt>
                <c:pt idx="2942" formatCode="0.0000">
                  <c:v>1.3533333333333333</c:v>
                </c:pt>
                <c:pt idx="2943" formatCode="0.0000">
                  <c:v>1.3541666666666667</c:v>
                </c:pt>
                <c:pt idx="2944" formatCode="0.0000">
                  <c:v>1.355</c:v>
                </c:pt>
                <c:pt idx="2945" formatCode="0.0000">
                  <c:v>1.3558333333333332</c:v>
                </c:pt>
                <c:pt idx="2946" formatCode="0.0000">
                  <c:v>1.3566666666666667</c:v>
                </c:pt>
                <c:pt idx="2947" formatCode="0.0000">
                  <c:v>1.3574999999999999</c:v>
                </c:pt>
                <c:pt idx="2948" formatCode="0.0000">
                  <c:v>1.3583333333333334</c:v>
                </c:pt>
                <c:pt idx="2949" formatCode="0.0000">
                  <c:v>1.3591666666666666</c:v>
                </c:pt>
                <c:pt idx="2950" formatCode="0.0000">
                  <c:v>1.3599999999999999</c:v>
                </c:pt>
                <c:pt idx="2951" formatCode="0.0000">
                  <c:v>1.3608333333333333</c:v>
                </c:pt>
                <c:pt idx="2952" formatCode="0.0000">
                  <c:v>1.3616666666666666</c:v>
                </c:pt>
                <c:pt idx="2953" formatCode="0.0000">
                  <c:v>1.3625</c:v>
                </c:pt>
                <c:pt idx="2954" formatCode="0.0000">
                  <c:v>1.3633333333333333</c:v>
                </c:pt>
                <c:pt idx="2955" formatCode="0.0000">
                  <c:v>1.3641666666666665</c:v>
                </c:pt>
                <c:pt idx="2956" formatCode="0.0000">
                  <c:v>1.365</c:v>
                </c:pt>
                <c:pt idx="2957" formatCode="0.0000">
                  <c:v>1.3658333333333332</c:v>
                </c:pt>
                <c:pt idx="2958" formatCode="0.0000">
                  <c:v>1.3666666666666667</c:v>
                </c:pt>
                <c:pt idx="2959" formatCode="0.0000">
                  <c:v>1.3674999999999999</c:v>
                </c:pt>
                <c:pt idx="2960" formatCode="0.0000">
                  <c:v>1.3683333333333334</c:v>
                </c:pt>
                <c:pt idx="2961" formatCode="0.0000">
                  <c:v>1.3691666666666666</c:v>
                </c:pt>
                <c:pt idx="2962" formatCode="0.0000">
                  <c:v>1.3699999999999999</c:v>
                </c:pt>
                <c:pt idx="2963" formatCode="0.0000">
                  <c:v>1.3708333333333333</c:v>
                </c:pt>
                <c:pt idx="2964" formatCode="0.0000">
                  <c:v>1.3716666666666666</c:v>
                </c:pt>
                <c:pt idx="2965" formatCode="0.0000">
                  <c:v>1.3725000000000001</c:v>
                </c:pt>
                <c:pt idx="2966" formatCode="0.0000">
                  <c:v>1.3733333333333333</c:v>
                </c:pt>
                <c:pt idx="2967" formatCode="0.0000">
                  <c:v>1.3741666666666665</c:v>
                </c:pt>
                <c:pt idx="2968" formatCode="0.0000">
                  <c:v>1.375</c:v>
                </c:pt>
                <c:pt idx="2969" formatCode="0.0000">
                  <c:v>1.3758333333333332</c:v>
                </c:pt>
                <c:pt idx="2970" formatCode="0.0000">
                  <c:v>1.3766666666666667</c:v>
                </c:pt>
                <c:pt idx="2971" formatCode="0.0000">
                  <c:v>1.3774999999999999</c:v>
                </c:pt>
                <c:pt idx="2972" formatCode="0.0000">
                  <c:v>1.3783333333333332</c:v>
                </c:pt>
                <c:pt idx="2973" formatCode="0.0000">
                  <c:v>1.3791666666666667</c:v>
                </c:pt>
                <c:pt idx="2974" formatCode="0.0000">
                  <c:v>1.3800000000000001</c:v>
                </c:pt>
                <c:pt idx="2975" formatCode="0.0000">
                  <c:v>1.3808333333333334</c:v>
                </c:pt>
                <c:pt idx="2976" formatCode="0.0000">
                  <c:v>1.3816666666666666</c:v>
                </c:pt>
                <c:pt idx="2977" formatCode="0.0000">
                  <c:v>1.3824999999999998</c:v>
                </c:pt>
                <c:pt idx="2978" formatCode="0.0000">
                  <c:v>1.3833333333333333</c:v>
                </c:pt>
                <c:pt idx="2979" formatCode="0.0000">
                  <c:v>1.3841666666666668</c:v>
                </c:pt>
                <c:pt idx="2980" formatCode="0.0000">
                  <c:v>1.385</c:v>
                </c:pt>
                <c:pt idx="2981" formatCode="0.0000">
                  <c:v>1.3858333333333333</c:v>
                </c:pt>
                <c:pt idx="2982" formatCode="0.0000">
                  <c:v>1.3866666666666665</c:v>
                </c:pt>
                <c:pt idx="2983" formatCode="0.0000">
                  <c:v>1.3875</c:v>
                </c:pt>
                <c:pt idx="2984" formatCode="0.0000">
                  <c:v>1.3883333333333334</c:v>
                </c:pt>
                <c:pt idx="2985" formatCode="0.0000">
                  <c:v>1.3891666666666667</c:v>
                </c:pt>
                <c:pt idx="2986" formatCode="0.0000">
                  <c:v>1.39</c:v>
                </c:pt>
                <c:pt idx="2987" formatCode="0.0000">
                  <c:v>1.3908333333333331</c:v>
                </c:pt>
                <c:pt idx="2988" formatCode="0.0000">
                  <c:v>1.3916666666666668</c:v>
                </c:pt>
                <c:pt idx="2989" formatCode="0.0000">
                  <c:v>1.3925000000000001</c:v>
                </c:pt>
                <c:pt idx="2990" formatCode="0.0000">
                  <c:v>1.3933333333333333</c:v>
                </c:pt>
                <c:pt idx="2991" formatCode="0.0000">
                  <c:v>1.3941666666666666</c:v>
                </c:pt>
                <c:pt idx="2992" formatCode="0.0000">
                  <c:v>1.3949999999999998</c:v>
                </c:pt>
                <c:pt idx="2993" formatCode="0.0000">
                  <c:v>1.3958333333333335</c:v>
                </c:pt>
                <c:pt idx="2994" formatCode="0.0000">
                  <c:v>1.3966666666666667</c:v>
                </c:pt>
                <c:pt idx="2995" formatCode="0.0000">
                  <c:v>1.3975</c:v>
                </c:pt>
                <c:pt idx="2996" formatCode="0.0000">
                  <c:v>1.3983333333333332</c:v>
                </c:pt>
                <c:pt idx="2997" formatCode="0.0000">
                  <c:v>1.3991666666666664</c:v>
                </c:pt>
                <c:pt idx="2998" formatCode="0.0000">
                  <c:v>1.4000000000000001</c:v>
                </c:pt>
                <c:pt idx="2999" formatCode="0.0000">
                  <c:v>1.4008333333333334</c:v>
                </c:pt>
                <c:pt idx="3000" formatCode="0.0000">
                  <c:v>1.4016666666666666</c:v>
                </c:pt>
                <c:pt idx="3001" formatCode="0.0000">
                  <c:v>1.4024999999999999</c:v>
                </c:pt>
                <c:pt idx="3002" formatCode="0.0000">
                  <c:v>1.4033333333333331</c:v>
                </c:pt>
                <c:pt idx="3003" formatCode="0.0000">
                  <c:v>1.4041666666666668</c:v>
                </c:pt>
                <c:pt idx="3004" formatCode="0.0000">
                  <c:v>1.405</c:v>
                </c:pt>
                <c:pt idx="3005" formatCode="0.0000">
                  <c:v>1.4058333333333333</c:v>
                </c:pt>
                <c:pt idx="3006" formatCode="0.0000">
                  <c:v>1.4066666666666665</c:v>
                </c:pt>
                <c:pt idx="3007" formatCode="0.0000">
                  <c:v>1.4075</c:v>
                </c:pt>
                <c:pt idx="3008" formatCode="0.0000">
                  <c:v>1.4083333333333334</c:v>
                </c:pt>
                <c:pt idx="3009" formatCode="0.0000">
                  <c:v>1.4091666666666667</c:v>
                </c:pt>
                <c:pt idx="3010" formatCode="0.0000">
                  <c:v>1.41</c:v>
                </c:pt>
                <c:pt idx="3011" formatCode="0.0000">
                  <c:v>1.4108333333333332</c:v>
                </c:pt>
                <c:pt idx="3012" formatCode="0.0000">
                  <c:v>1.4116666666666666</c:v>
                </c:pt>
                <c:pt idx="3013" formatCode="0.0000">
                  <c:v>1.4125000000000001</c:v>
                </c:pt>
                <c:pt idx="3014" formatCode="0.0000">
                  <c:v>1.4133333333333333</c:v>
                </c:pt>
                <c:pt idx="3015" formatCode="0.0000">
                  <c:v>1.4141666666666666</c:v>
                </c:pt>
                <c:pt idx="3016" formatCode="0.0000">
                  <c:v>1.4149999999999998</c:v>
                </c:pt>
                <c:pt idx="3017" formatCode="0.0000">
                  <c:v>1.4158333333333333</c:v>
                </c:pt>
                <c:pt idx="3018" formatCode="0.0000">
                  <c:v>1.4166666666666667</c:v>
                </c:pt>
                <c:pt idx="3019" formatCode="0.0000">
                  <c:v>1.4175</c:v>
                </c:pt>
                <c:pt idx="3020" formatCode="0.0000">
                  <c:v>1.4183333333333332</c:v>
                </c:pt>
                <c:pt idx="3021" formatCode="0.0000">
                  <c:v>1.4191666666666667</c:v>
                </c:pt>
                <c:pt idx="3022" formatCode="0.0000">
                  <c:v>1.42</c:v>
                </c:pt>
                <c:pt idx="3023" formatCode="0.0000">
                  <c:v>1.4208333333333334</c:v>
                </c:pt>
                <c:pt idx="3024" formatCode="0.0000">
                  <c:v>1.4216666666666666</c:v>
                </c:pt>
                <c:pt idx="3025" formatCode="0.0000">
                  <c:v>1.4224999999999999</c:v>
                </c:pt>
                <c:pt idx="3026" formatCode="0.0000">
                  <c:v>1.4233333333333333</c:v>
                </c:pt>
                <c:pt idx="3027" formatCode="0.0000">
                  <c:v>1.4241666666666666</c:v>
                </c:pt>
                <c:pt idx="3028" formatCode="0.0000">
                  <c:v>1.425</c:v>
                </c:pt>
                <c:pt idx="3029" formatCode="0.0000">
                  <c:v>1.4258333333333333</c:v>
                </c:pt>
                <c:pt idx="3030" formatCode="0.0000">
                  <c:v>1.4266666666666665</c:v>
                </c:pt>
                <c:pt idx="3031" formatCode="0.0000">
                  <c:v>1.4275</c:v>
                </c:pt>
                <c:pt idx="3032" formatCode="0.0000">
                  <c:v>1.4283333333333332</c:v>
                </c:pt>
                <c:pt idx="3033" formatCode="0.0000">
                  <c:v>1.4291666666666667</c:v>
                </c:pt>
                <c:pt idx="3034" formatCode="0.0000">
                  <c:v>1.43</c:v>
                </c:pt>
                <c:pt idx="3035" formatCode="0.0000">
                  <c:v>1.4308333333333334</c:v>
                </c:pt>
                <c:pt idx="3036" formatCode="0.0000">
                  <c:v>1.4316666666666666</c:v>
                </c:pt>
                <c:pt idx="3037" formatCode="0.0000">
                  <c:v>1.4324999999999999</c:v>
                </c:pt>
                <c:pt idx="3038" formatCode="0.0000">
                  <c:v>1.4333333333333333</c:v>
                </c:pt>
                <c:pt idx="3039" formatCode="0.0000">
                  <c:v>1.4341666666666666</c:v>
                </c:pt>
                <c:pt idx="3040" formatCode="0.0000">
                  <c:v>1.4350000000000001</c:v>
                </c:pt>
                <c:pt idx="3041" formatCode="0.0000">
                  <c:v>1.4358333333333333</c:v>
                </c:pt>
                <c:pt idx="3042" formatCode="0.0000">
                  <c:v>1.4366666666666665</c:v>
                </c:pt>
                <c:pt idx="3043" formatCode="0.0000">
                  <c:v>1.4375</c:v>
                </c:pt>
                <c:pt idx="3044" formatCode="0.0000">
                  <c:v>1.4383333333333332</c:v>
                </c:pt>
                <c:pt idx="3045" formatCode="0.0000">
                  <c:v>1.4391666666666667</c:v>
                </c:pt>
                <c:pt idx="3046" formatCode="0.0000">
                  <c:v>1.44</c:v>
                </c:pt>
                <c:pt idx="3047" formatCode="0.0000">
                  <c:v>1.4408333333333332</c:v>
                </c:pt>
                <c:pt idx="3048" formatCode="0.0000">
                  <c:v>1.4416666666666667</c:v>
                </c:pt>
                <c:pt idx="3049" formatCode="0.0000">
                  <c:v>1.4425000000000001</c:v>
                </c:pt>
                <c:pt idx="3050" formatCode="0.0000">
                  <c:v>1.4433333333333334</c:v>
                </c:pt>
                <c:pt idx="3051" formatCode="0.0000">
                  <c:v>1.4441666666666666</c:v>
                </c:pt>
                <c:pt idx="3052" formatCode="0.0000">
                  <c:v>1.4449999999999998</c:v>
                </c:pt>
                <c:pt idx="3053" formatCode="0.0000">
                  <c:v>1.4458333333333333</c:v>
                </c:pt>
                <c:pt idx="3054" formatCode="0.0000">
                  <c:v>1.4466666666666668</c:v>
                </c:pt>
                <c:pt idx="3055" formatCode="0.0000">
                  <c:v>1.4475</c:v>
                </c:pt>
                <c:pt idx="3056" formatCode="0.0000">
                  <c:v>1.4483333333333333</c:v>
                </c:pt>
                <c:pt idx="3057" formatCode="0.0000">
                  <c:v>1.4491666666666665</c:v>
                </c:pt>
                <c:pt idx="3058" formatCode="0.0000">
                  <c:v>1.45</c:v>
                </c:pt>
                <c:pt idx="3059" formatCode="0.0000">
                  <c:v>1.4508333333333334</c:v>
                </c:pt>
                <c:pt idx="3060" formatCode="0.0000">
                  <c:v>1.4516666666666667</c:v>
                </c:pt>
                <c:pt idx="3061" formatCode="0.0000">
                  <c:v>1.4524999999999999</c:v>
                </c:pt>
                <c:pt idx="3062" formatCode="0.0000">
                  <c:v>1.4533333333333331</c:v>
                </c:pt>
                <c:pt idx="3063" formatCode="0.0000">
                  <c:v>1.4541666666666668</c:v>
                </c:pt>
                <c:pt idx="3064" formatCode="0.0000">
                  <c:v>1.4550000000000001</c:v>
                </c:pt>
                <c:pt idx="3065" formatCode="0.0000">
                  <c:v>1.4558333333333333</c:v>
                </c:pt>
                <c:pt idx="3066" formatCode="0.0000">
                  <c:v>1.4566666666666666</c:v>
                </c:pt>
                <c:pt idx="3067" formatCode="0.0000">
                  <c:v>1.4574999999999998</c:v>
                </c:pt>
                <c:pt idx="3068" formatCode="0.0000">
                  <c:v>1.4583333333333335</c:v>
                </c:pt>
                <c:pt idx="3069" formatCode="0.0000">
                  <c:v>1.4591666666666667</c:v>
                </c:pt>
                <c:pt idx="3070" formatCode="0.0000">
                  <c:v>1.46</c:v>
                </c:pt>
                <c:pt idx="3071" formatCode="0.0000">
                  <c:v>1.4608333333333332</c:v>
                </c:pt>
                <c:pt idx="3072" formatCode="0.0000">
                  <c:v>1.4616666666666664</c:v>
                </c:pt>
                <c:pt idx="3073" formatCode="0.0000">
                  <c:v>1.4625000000000001</c:v>
                </c:pt>
                <c:pt idx="3074" formatCode="0.0000">
                  <c:v>1.4633333333333334</c:v>
                </c:pt>
                <c:pt idx="3075" formatCode="0.0000">
                  <c:v>1.4641666666666666</c:v>
                </c:pt>
                <c:pt idx="3076" formatCode="0.0000">
                  <c:v>1.4649999999999999</c:v>
                </c:pt>
                <c:pt idx="3077" formatCode="0.0000">
                  <c:v>1.4658333333333331</c:v>
                </c:pt>
                <c:pt idx="3078" formatCode="0.0000">
                  <c:v>1.4666666666666668</c:v>
                </c:pt>
                <c:pt idx="3079" formatCode="0.0000">
                  <c:v>1.4675</c:v>
                </c:pt>
                <c:pt idx="3080" formatCode="0.0000">
                  <c:v>1.4683333333333333</c:v>
                </c:pt>
                <c:pt idx="3081" formatCode="0.0000">
                  <c:v>1.4691666666666665</c:v>
                </c:pt>
                <c:pt idx="3082" formatCode="0.0000">
                  <c:v>1.47</c:v>
                </c:pt>
                <c:pt idx="3083" formatCode="0.0000">
                  <c:v>1.4708333333333334</c:v>
                </c:pt>
                <c:pt idx="3084" formatCode="0.0000">
                  <c:v>1.4716666666666667</c:v>
                </c:pt>
                <c:pt idx="3085" formatCode="0.0000">
                  <c:v>1.4724999999999999</c:v>
                </c:pt>
                <c:pt idx="3086" formatCode="0.0000">
                  <c:v>1.4733333333333332</c:v>
                </c:pt>
                <c:pt idx="3087" formatCode="0.0000">
                  <c:v>1.4741666666666666</c:v>
                </c:pt>
                <c:pt idx="3088" formatCode="0.0000">
                  <c:v>1.4750000000000001</c:v>
                </c:pt>
                <c:pt idx="3089" formatCode="0.0000">
                  <c:v>1.4758333333333333</c:v>
                </c:pt>
                <c:pt idx="3090" formatCode="0.0000">
                  <c:v>1.4766666666666666</c:v>
                </c:pt>
                <c:pt idx="3091" formatCode="0.0000">
                  <c:v>1.4774999999999998</c:v>
                </c:pt>
                <c:pt idx="3092" formatCode="0.0000">
                  <c:v>1.4783333333333333</c:v>
                </c:pt>
                <c:pt idx="3093" formatCode="0.0000">
                  <c:v>1.4791666666666667</c:v>
                </c:pt>
                <c:pt idx="3094" formatCode="0.0000">
                  <c:v>1.48</c:v>
                </c:pt>
                <c:pt idx="3095" formatCode="0.0000">
                  <c:v>1.4808333333333332</c:v>
                </c:pt>
                <c:pt idx="3096" formatCode="0.0000">
                  <c:v>1.4816666666666667</c:v>
                </c:pt>
                <c:pt idx="3097" formatCode="0.0000">
                  <c:v>1.4824999999999999</c:v>
                </c:pt>
                <c:pt idx="3098" formatCode="0.0000">
                  <c:v>1.4833333333333334</c:v>
                </c:pt>
                <c:pt idx="3099" formatCode="0.0000">
                  <c:v>1.4841666666666666</c:v>
                </c:pt>
                <c:pt idx="3100" formatCode="0.0000">
                  <c:v>1.4849999999999999</c:v>
                </c:pt>
                <c:pt idx="3101" formatCode="0.0000">
                  <c:v>1.4858333333333333</c:v>
                </c:pt>
                <c:pt idx="3102" formatCode="0.0000">
                  <c:v>1.4866666666666666</c:v>
                </c:pt>
                <c:pt idx="3103" formatCode="0.0000">
                  <c:v>1.4875</c:v>
                </c:pt>
                <c:pt idx="3104" formatCode="0.0000">
                  <c:v>1.4883333333333333</c:v>
                </c:pt>
                <c:pt idx="3105" formatCode="0.0000">
                  <c:v>1.4891666666666665</c:v>
                </c:pt>
                <c:pt idx="3106" formatCode="0.0000">
                  <c:v>1.49</c:v>
                </c:pt>
                <c:pt idx="3107" formatCode="0.0000">
                  <c:v>1.4908333333333332</c:v>
                </c:pt>
                <c:pt idx="3108" formatCode="0.0000">
                  <c:v>1.4916666666666667</c:v>
                </c:pt>
                <c:pt idx="3109" formatCode="0.0000">
                  <c:v>1.4924999999999999</c:v>
                </c:pt>
                <c:pt idx="3110" formatCode="0.0000">
                  <c:v>1.4933333333333334</c:v>
                </c:pt>
                <c:pt idx="3111" formatCode="0.0000">
                  <c:v>1.4941666666666666</c:v>
                </c:pt>
                <c:pt idx="3112" formatCode="0.0000">
                  <c:v>1.4949999999999999</c:v>
                </c:pt>
                <c:pt idx="3113" formatCode="0.0000">
                  <c:v>1.4958333333333333</c:v>
                </c:pt>
                <c:pt idx="3114" formatCode="0.0000">
                  <c:v>1.4966666666666666</c:v>
                </c:pt>
                <c:pt idx="3115" formatCode="0.0000">
                  <c:v>1.4975000000000001</c:v>
                </c:pt>
                <c:pt idx="3116" formatCode="0.0000">
                  <c:v>1.4983333333333333</c:v>
                </c:pt>
                <c:pt idx="3117" formatCode="0.0000">
                  <c:v>1.4991666666666665</c:v>
                </c:pt>
                <c:pt idx="3118" formatCode="0.0000">
                  <c:v>1.5</c:v>
                </c:pt>
                <c:pt idx="3119" formatCode="0.0000">
                  <c:v>1.5008333333333332</c:v>
                </c:pt>
                <c:pt idx="3120" formatCode="0.0000">
                  <c:v>1.5016666666666667</c:v>
                </c:pt>
                <c:pt idx="3121" formatCode="0.0000">
                  <c:v>1.5024999999999999</c:v>
                </c:pt>
                <c:pt idx="3122" formatCode="0.0000">
                  <c:v>1.5033333333333332</c:v>
                </c:pt>
                <c:pt idx="3123" formatCode="0.0000">
                  <c:v>1.5041666666666667</c:v>
                </c:pt>
                <c:pt idx="3124" formatCode="0.0000">
                  <c:v>1.5050000000000001</c:v>
                </c:pt>
                <c:pt idx="3125" formatCode="0.0000">
                  <c:v>1.5058333333333334</c:v>
                </c:pt>
                <c:pt idx="3126" formatCode="0.0000">
                  <c:v>1.5066666666666666</c:v>
                </c:pt>
                <c:pt idx="3127" formatCode="0.0000">
                  <c:v>1.5074999999999998</c:v>
                </c:pt>
                <c:pt idx="3128" formatCode="0.0000">
                  <c:v>1.5083333333333333</c:v>
                </c:pt>
                <c:pt idx="3129" formatCode="0.0000">
                  <c:v>1.5091666666666668</c:v>
                </c:pt>
                <c:pt idx="3130" formatCode="0.0000">
                  <c:v>1.51</c:v>
                </c:pt>
                <c:pt idx="3131" formatCode="0.0000">
                  <c:v>1.5108333333333333</c:v>
                </c:pt>
                <c:pt idx="3132" formatCode="0.0000">
                  <c:v>1.5116666666666665</c:v>
                </c:pt>
                <c:pt idx="3133" formatCode="0.0000">
                  <c:v>1.5125</c:v>
                </c:pt>
                <c:pt idx="3134" formatCode="0.0000">
                  <c:v>1.5133333333333334</c:v>
                </c:pt>
                <c:pt idx="3135" formatCode="0.0000">
                  <c:v>1.5141666666666667</c:v>
                </c:pt>
                <c:pt idx="3136" formatCode="0.0000">
                  <c:v>1.5149999999999999</c:v>
                </c:pt>
                <c:pt idx="3137" formatCode="0.0000">
                  <c:v>1.5158333333333331</c:v>
                </c:pt>
                <c:pt idx="3138" formatCode="0.0000">
                  <c:v>1.5166666666666668</c:v>
                </c:pt>
                <c:pt idx="3139" formatCode="0.0000">
                  <c:v>1.5175000000000001</c:v>
                </c:pt>
                <c:pt idx="3140" formatCode="0.0000">
                  <c:v>1.5183333333333333</c:v>
                </c:pt>
                <c:pt idx="3141" formatCode="0.0000">
                  <c:v>1.5191666666666666</c:v>
                </c:pt>
                <c:pt idx="3142" formatCode="0.0000">
                  <c:v>1.5199999999999998</c:v>
                </c:pt>
                <c:pt idx="3143" formatCode="0.0000">
                  <c:v>1.5208333333333335</c:v>
                </c:pt>
                <c:pt idx="3144" formatCode="0.0000">
                  <c:v>1.5216666666666667</c:v>
                </c:pt>
                <c:pt idx="3145" formatCode="0.0000">
                  <c:v>1.5225</c:v>
                </c:pt>
                <c:pt idx="3146" formatCode="0.0000">
                  <c:v>1.5233333333333332</c:v>
                </c:pt>
                <c:pt idx="3147" formatCode="0.0000">
                  <c:v>1.5241666666666664</c:v>
                </c:pt>
                <c:pt idx="3148" formatCode="0.0000">
                  <c:v>1.5250000000000001</c:v>
                </c:pt>
                <c:pt idx="3149" formatCode="0.0000">
                  <c:v>1.5258333333333334</c:v>
                </c:pt>
                <c:pt idx="3150" formatCode="0.0000">
                  <c:v>1.5266666666666666</c:v>
                </c:pt>
                <c:pt idx="3151" formatCode="0.0000">
                  <c:v>1.5274999999999999</c:v>
                </c:pt>
                <c:pt idx="3152" formatCode="0.0000">
                  <c:v>1.5283333333333331</c:v>
                </c:pt>
                <c:pt idx="3153" formatCode="0.0000">
                  <c:v>1.5291666666666668</c:v>
                </c:pt>
                <c:pt idx="3154" formatCode="0.0000">
                  <c:v>1.53</c:v>
                </c:pt>
                <c:pt idx="3155" formatCode="0.0000">
                  <c:v>1.5308333333333333</c:v>
                </c:pt>
                <c:pt idx="3156" formatCode="0.0000">
                  <c:v>1.5316666666666665</c:v>
                </c:pt>
                <c:pt idx="3157" formatCode="0.0000">
                  <c:v>1.5325</c:v>
                </c:pt>
                <c:pt idx="3158" formatCode="0.0000">
                  <c:v>1.5333333333333334</c:v>
                </c:pt>
                <c:pt idx="3159" formatCode="0.0000">
                  <c:v>1.5341666666666667</c:v>
                </c:pt>
                <c:pt idx="3160" formatCode="0.0000">
                  <c:v>1.5349999999999999</c:v>
                </c:pt>
                <c:pt idx="3161" formatCode="0.0000">
                  <c:v>1.5358333333333332</c:v>
                </c:pt>
                <c:pt idx="3162" formatCode="0.0000">
                  <c:v>1.5366666666666666</c:v>
                </c:pt>
                <c:pt idx="3163" formatCode="0.0000">
                  <c:v>1.5375000000000001</c:v>
                </c:pt>
                <c:pt idx="3164" formatCode="0.0000">
                  <c:v>1.5383333333333333</c:v>
                </c:pt>
                <c:pt idx="3165" formatCode="0.0000">
                  <c:v>1.5391666666666666</c:v>
                </c:pt>
                <c:pt idx="3166" formatCode="0.0000">
                  <c:v>1.5399999999999998</c:v>
                </c:pt>
                <c:pt idx="3167" formatCode="0.0000">
                  <c:v>1.5408333333333333</c:v>
                </c:pt>
                <c:pt idx="3168" formatCode="0.0000">
                  <c:v>1.5416666666666667</c:v>
                </c:pt>
                <c:pt idx="3169" formatCode="0.0000">
                  <c:v>1.5425</c:v>
                </c:pt>
                <c:pt idx="3170" formatCode="0.0000">
                  <c:v>1.5433333333333332</c:v>
                </c:pt>
                <c:pt idx="3171" formatCode="0.0000">
                  <c:v>1.5441666666666667</c:v>
                </c:pt>
                <c:pt idx="3172" formatCode="0.0000">
                  <c:v>1.5449999999999999</c:v>
                </c:pt>
                <c:pt idx="3173" formatCode="0.0000">
                  <c:v>1.5458333333333334</c:v>
                </c:pt>
                <c:pt idx="3174" formatCode="0.0000">
                  <c:v>1.5466666666666666</c:v>
                </c:pt>
                <c:pt idx="3175" formatCode="0.0000">
                  <c:v>1.5474999999999999</c:v>
                </c:pt>
                <c:pt idx="3176" formatCode="0.0000">
                  <c:v>1.5483333333333333</c:v>
                </c:pt>
                <c:pt idx="3177" formatCode="0.0000">
                  <c:v>1.5491666666666666</c:v>
                </c:pt>
                <c:pt idx="3178" formatCode="0.0000">
                  <c:v>1.55</c:v>
                </c:pt>
                <c:pt idx="3179" formatCode="0.0000">
                  <c:v>1.5508333333333333</c:v>
                </c:pt>
                <c:pt idx="3180" formatCode="0.0000">
                  <c:v>1.5516666666666665</c:v>
                </c:pt>
                <c:pt idx="3181" formatCode="0.0000">
                  <c:v>1.5525</c:v>
                </c:pt>
                <c:pt idx="3182" formatCode="0.0000">
                  <c:v>1.5533333333333332</c:v>
                </c:pt>
                <c:pt idx="3183" formatCode="0.0000">
                  <c:v>1.5541666666666667</c:v>
                </c:pt>
                <c:pt idx="3184" formatCode="0.0000">
                  <c:v>1.5549999999999999</c:v>
                </c:pt>
                <c:pt idx="3185" formatCode="0.0000">
                  <c:v>1.5558333333333334</c:v>
                </c:pt>
                <c:pt idx="3186" formatCode="0.0000">
                  <c:v>1.5566666666666666</c:v>
                </c:pt>
                <c:pt idx="3187" formatCode="0.0000">
                  <c:v>1.5574999999999999</c:v>
                </c:pt>
                <c:pt idx="3188" formatCode="0.0000">
                  <c:v>1.5583333333333333</c:v>
                </c:pt>
                <c:pt idx="3189" formatCode="0.0000">
                  <c:v>1.5591666666666666</c:v>
                </c:pt>
                <c:pt idx="3190" formatCode="0.0000">
                  <c:v>1.56</c:v>
                </c:pt>
                <c:pt idx="3191" formatCode="0.0000">
                  <c:v>1.5608333333333333</c:v>
                </c:pt>
                <c:pt idx="3192" formatCode="0.0000">
                  <c:v>1.5616666666666665</c:v>
                </c:pt>
                <c:pt idx="3193" formatCode="0.0000">
                  <c:v>1.5625</c:v>
                </c:pt>
                <c:pt idx="3194" formatCode="0.0000">
                  <c:v>1.5633333333333332</c:v>
                </c:pt>
                <c:pt idx="3195" formatCode="0.0000">
                  <c:v>1.5641666666666667</c:v>
                </c:pt>
                <c:pt idx="3196" formatCode="0.0000">
                  <c:v>1.5649999999999999</c:v>
                </c:pt>
                <c:pt idx="3197" formatCode="0.0000">
                  <c:v>1.5658333333333332</c:v>
                </c:pt>
                <c:pt idx="3198" formatCode="0.0000">
                  <c:v>1.5666666666666667</c:v>
                </c:pt>
                <c:pt idx="3199" formatCode="0.0000">
                  <c:v>1.5675000000000001</c:v>
                </c:pt>
                <c:pt idx="3200" formatCode="0.0000">
                  <c:v>1.5683333333333334</c:v>
                </c:pt>
                <c:pt idx="3201" formatCode="0.0000">
                  <c:v>1.5691666666666666</c:v>
                </c:pt>
                <c:pt idx="3202" formatCode="0.0000">
                  <c:v>1.5699999999999998</c:v>
                </c:pt>
                <c:pt idx="3203" formatCode="0.0000">
                  <c:v>1.5708333333333333</c:v>
                </c:pt>
                <c:pt idx="3204" formatCode="0.0000">
                  <c:v>1.5716666666666668</c:v>
                </c:pt>
                <c:pt idx="3205" formatCode="0.0000">
                  <c:v>1.5725</c:v>
                </c:pt>
                <c:pt idx="3206" formatCode="0.0000">
                  <c:v>1.5733333333333333</c:v>
                </c:pt>
                <c:pt idx="3207" formatCode="0.0000">
                  <c:v>1.5741666666666665</c:v>
                </c:pt>
                <c:pt idx="3208" formatCode="0.0000">
                  <c:v>1.575</c:v>
                </c:pt>
                <c:pt idx="3209" formatCode="0.0000">
                  <c:v>1.5758333333333334</c:v>
                </c:pt>
                <c:pt idx="3210" formatCode="0.0000">
                  <c:v>1.5766666666666667</c:v>
                </c:pt>
                <c:pt idx="3211" formatCode="0.0000">
                  <c:v>1.5774999999999999</c:v>
                </c:pt>
                <c:pt idx="3212" formatCode="0.0000">
                  <c:v>1.5783333333333331</c:v>
                </c:pt>
                <c:pt idx="3213" formatCode="0.0000">
                  <c:v>1.5791666666666668</c:v>
                </c:pt>
                <c:pt idx="3214" formatCode="0.0000">
                  <c:v>1.58</c:v>
                </c:pt>
                <c:pt idx="3215" formatCode="0.0000">
                  <c:v>1.5808333333333333</c:v>
                </c:pt>
                <c:pt idx="3216" formatCode="0.0000">
                  <c:v>1.5816666666666666</c:v>
                </c:pt>
                <c:pt idx="3217" formatCode="0.0000">
                  <c:v>1.5824999999999998</c:v>
                </c:pt>
                <c:pt idx="3218" formatCode="0.0000">
                  <c:v>1.5833333333333335</c:v>
                </c:pt>
                <c:pt idx="3219" formatCode="0.0000">
                  <c:v>1.5841666666666667</c:v>
                </c:pt>
                <c:pt idx="3220" formatCode="0.0000">
                  <c:v>1.585</c:v>
                </c:pt>
                <c:pt idx="3221" formatCode="0.0000">
                  <c:v>1.5858333333333332</c:v>
                </c:pt>
                <c:pt idx="3222" formatCode="0.0000">
                  <c:v>1.5866666666666664</c:v>
                </c:pt>
                <c:pt idx="3223" formatCode="0.0000">
                  <c:v>1.5875000000000001</c:v>
                </c:pt>
                <c:pt idx="3224" formatCode="0.0000">
                  <c:v>1.5883333333333334</c:v>
                </c:pt>
                <c:pt idx="3225" formatCode="0.0000">
                  <c:v>1.5891666666666666</c:v>
                </c:pt>
                <c:pt idx="3226" formatCode="0.0000">
                  <c:v>1.5899999999999999</c:v>
                </c:pt>
                <c:pt idx="3227" formatCode="0.0000">
                  <c:v>1.5908333333333331</c:v>
                </c:pt>
                <c:pt idx="3228" formatCode="0.0000">
                  <c:v>1.5916666666666668</c:v>
                </c:pt>
                <c:pt idx="3229" formatCode="0.0000">
                  <c:v>1.5925</c:v>
                </c:pt>
                <c:pt idx="3230" formatCode="0.0000">
                  <c:v>1.5933333333333333</c:v>
                </c:pt>
                <c:pt idx="3231" formatCode="0.0000">
                  <c:v>1.5941666666666665</c:v>
                </c:pt>
                <c:pt idx="3232" formatCode="0.0000">
                  <c:v>1.595</c:v>
                </c:pt>
                <c:pt idx="3233" formatCode="0.0000">
                  <c:v>1.5958333333333334</c:v>
                </c:pt>
                <c:pt idx="3234" formatCode="0.0000">
                  <c:v>1.5966666666666667</c:v>
                </c:pt>
                <c:pt idx="3235" formatCode="0.0000">
                  <c:v>1.5974999999999999</c:v>
                </c:pt>
                <c:pt idx="3236" formatCode="0.0000">
                  <c:v>1.5983333333333332</c:v>
                </c:pt>
                <c:pt idx="3237" formatCode="0.0000">
                  <c:v>1.5991666666666666</c:v>
                </c:pt>
                <c:pt idx="3238" formatCode="0.0000">
                  <c:v>1.6</c:v>
                </c:pt>
                <c:pt idx="3239" formatCode="0.0000">
                  <c:v>1.6008333333333333</c:v>
                </c:pt>
                <c:pt idx="3240" formatCode="0.0000">
                  <c:v>1.6016666666666666</c:v>
                </c:pt>
                <c:pt idx="3241" formatCode="0.0000">
                  <c:v>1.6024999999999998</c:v>
                </c:pt>
                <c:pt idx="3242" formatCode="0.0000">
                  <c:v>1.6033333333333333</c:v>
                </c:pt>
                <c:pt idx="3243" formatCode="0.0000">
                  <c:v>1.6041666666666667</c:v>
                </c:pt>
                <c:pt idx="3244" formatCode="0.0000">
                  <c:v>1.605</c:v>
                </c:pt>
                <c:pt idx="3245" formatCode="0.0000">
                  <c:v>1.6058333333333332</c:v>
                </c:pt>
                <c:pt idx="3246" formatCode="0.0000">
                  <c:v>1.6066666666666667</c:v>
                </c:pt>
                <c:pt idx="3247" formatCode="0.0000">
                  <c:v>1.6074999999999999</c:v>
                </c:pt>
                <c:pt idx="3248" formatCode="0.0000">
                  <c:v>1.6083333333333334</c:v>
                </c:pt>
                <c:pt idx="3249" formatCode="0.0000">
                  <c:v>1.6091666666666666</c:v>
                </c:pt>
                <c:pt idx="3250" formatCode="0.0000">
                  <c:v>1.6099999999999999</c:v>
                </c:pt>
                <c:pt idx="3251" formatCode="0.0000">
                  <c:v>1.6108333333333333</c:v>
                </c:pt>
                <c:pt idx="3252" formatCode="0.0000">
                  <c:v>1.6116666666666666</c:v>
                </c:pt>
                <c:pt idx="3253" formatCode="0.0000">
                  <c:v>1.6125</c:v>
                </c:pt>
                <c:pt idx="3254" formatCode="0.0000">
                  <c:v>1.6133333333333333</c:v>
                </c:pt>
                <c:pt idx="3255" formatCode="0.0000">
                  <c:v>1.6141666666666665</c:v>
                </c:pt>
                <c:pt idx="3256" formatCode="0.0000">
                  <c:v>1.615</c:v>
                </c:pt>
                <c:pt idx="3257" formatCode="0.0000">
                  <c:v>1.6158333333333332</c:v>
                </c:pt>
                <c:pt idx="3258" formatCode="0.0000">
                  <c:v>1.6166666666666667</c:v>
                </c:pt>
                <c:pt idx="3259" formatCode="0.0000">
                  <c:v>1.6174999999999999</c:v>
                </c:pt>
                <c:pt idx="3260" formatCode="0.0000">
                  <c:v>1.6183333333333334</c:v>
                </c:pt>
                <c:pt idx="3261" formatCode="0.0000">
                  <c:v>1.6191666666666666</c:v>
                </c:pt>
                <c:pt idx="3262" formatCode="0.0000">
                  <c:v>1.6199999999999999</c:v>
                </c:pt>
                <c:pt idx="3263" formatCode="0.0000">
                  <c:v>1.6208333333333333</c:v>
                </c:pt>
                <c:pt idx="3264" formatCode="0.0000">
                  <c:v>1.6216666666666666</c:v>
                </c:pt>
                <c:pt idx="3265" formatCode="0.0000">
                  <c:v>1.6225000000000001</c:v>
                </c:pt>
                <c:pt idx="3266" formatCode="0.0000">
                  <c:v>1.6233333333333333</c:v>
                </c:pt>
                <c:pt idx="3267" formatCode="0.0000">
                  <c:v>1.6241666666666665</c:v>
                </c:pt>
                <c:pt idx="3268" formatCode="0.0000">
                  <c:v>1.625</c:v>
                </c:pt>
                <c:pt idx="3269" formatCode="0.0000">
                  <c:v>1.6258333333333332</c:v>
                </c:pt>
                <c:pt idx="3270" formatCode="0.0000">
                  <c:v>1.6266666666666667</c:v>
                </c:pt>
                <c:pt idx="3271" formatCode="0.0000">
                  <c:v>1.6274999999999999</c:v>
                </c:pt>
                <c:pt idx="3272" formatCode="0.0000">
                  <c:v>1.6283333333333332</c:v>
                </c:pt>
                <c:pt idx="3273" formatCode="0.0000">
                  <c:v>1.6291666666666667</c:v>
                </c:pt>
                <c:pt idx="3274" formatCode="0.0000">
                  <c:v>1.6300000000000001</c:v>
                </c:pt>
                <c:pt idx="3275" formatCode="0.0000">
                  <c:v>1.6308333333333334</c:v>
                </c:pt>
                <c:pt idx="3276" formatCode="0.0000">
                  <c:v>1.6316666666666666</c:v>
                </c:pt>
                <c:pt idx="3277" formatCode="0.0000">
                  <c:v>1.6324999999999998</c:v>
                </c:pt>
                <c:pt idx="3278" formatCode="0.0000">
                  <c:v>1.6333333333333333</c:v>
                </c:pt>
                <c:pt idx="3279" formatCode="0.0000">
                  <c:v>1.6341666666666668</c:v>
                </c:pt>
                <c:pt idx="3280" formatCode="0.0000">
                  <c:v>1.635</c:v>
                </c:pt>
                <c:pt idx="3281" formatCode="0.0000">
                  <c:v>1.6358333333333333</c:v>
                </c:pt>
                <c:pt idx="3282" formatCode="0.0000">
                  <c:v>1.6366666666666665</c:v>
                </c:pt>
                <c:pt idx="3283" formatCode="0.0000">
                  <c:v>1.6375</c:v>
                </c:pt>
                <c:pt idx="3284" formatCode="0.0000">
                  <c:v>1.6383333333333334</c:v>
                </c:pt>
                <c:pt idx="3285" formatCode="0.0000">
                  <c:v>1.6391666666666667</c:v>
                </c:pt>
                <c:pt idx="3286" formatCode="0.0000">
                  <c:v>1.64</c:v>
                </c:pt>
                <c:pt idx="3287" formatCode="0.0000">
                  <c:v>1.6408333333333331</c:v>
                </c:pt>
                <c:pt idx="3288" formatCode="0.0000">
                  <c:v>1.6416666666666668</c:v>
                </c:pt>
                <c:pt idx="3289" formatCode="0.0000">
                  <c:v>1.6425000000000001</c:v>
                </c:pt>
                <c:pt idx="3290" formatCode="0.0000">
                  <c:v>1.6433333333333333</c:v>
                </c:pt>
                <c:pt idx="3291" formatCode="0.0000">
                  <c:v>1.6441666666666666</c:v>
                </c:pt>
                <c:pt idx="3292" formatCode="0.0000">
                  <c:v>1.6449999999999998</c:v>
                </c:pt>
                <c:pt idx="3293" formatCode="0.0000">
                  <c:v>1.6458333333333335</c:v>
                </c:pt>
                <c:pt idx="3294" formatCode="0.0000">
                  <c:v>1.6466666666666667</c:v>
                </c:pt>
                <c:pt idx="3295" formatCode="0.0000">
                  <c:v>1.6475</c:v>
                </c:pt>
                <c:pt idx="3296" formatCode="0.0000">
                  <c:v>1.6483333333333332</c:v>
                </c:pt>
                <c:pt idx="3297" formatCode="0.0000">
                  <c:v>1.6491666666666664</c:v>
                </c:pt>
                <c:pt idx="3298" formatCode="0.0000">
                  <c:v>1.6500000000000001</c:v>
                </c:pt>
                <c:pt idx="3299" formatCode="0.0000">
                  <c:v>1.6508333333333334</c:v>
                </c:pt>
                <c:pt idx="3300" formatCode="0.0000">
                  <c:v>1.6516666666666666</c:v>
                </c:pt>
                <c:pt idx="3301" formatCode="0.0000">
                  <c:v>1.6524999999999999</c:v>
                </c:pt>
                <c:pt idx="3302" formatCode="0.0000">
                  <c:v>1.6533333333333331</c:v>
                </c:pt>
                <c:pt idx="3303" formatCode="0.0000">
                  <c:v>1.6541666666666668</c:v>
                </c:pt>
                <c:pt idx="3304" formatCode="0.0000">
                  <c:v>1.655</c:v>
                </c:pt>
                <c:pt idx="3305" formatCode="0.0000">
                  <c:v>1.6558333333333333</c:v>
                </c:pt>
                <c:pt idx="3306" formatCode="0.0000">
                  <c:v>1.6566666666666665</c:v>
                </c:pt>
                <c:pt idx="3307" formatCode="0.0000">
                  <c:v>1.6575</c:v>
                </c:pt>
                <c:pt idx="3308" formatCode="0.0000">
                  <c:v>1.6583333333333334</c:v>
                </c:pt>
                <c:pt idx="3309" formatCode="0.0000">
                  <c:v>1.6591666666666667</c:v>
                </c:pt>
                <c:pt idx="3310" formatCode="0.0000">
                  <c:v>1.66</c:v>
                </c:pt>
                <c:pt idx="3311" formatCode="0.0000">
                  <c:v>1.6608333333333332</c:v>
                </c:pt>
                <c:pt idx="3312" formatCode="0.0000">
                  <c:v>1.6616666666666666</c:v>
                </c:pt>
                <c:pt idx="3313" formatCode="0.0000">
                  <c:v>1.6625000000000001</c:v>
                </c:pt>
                <c:pt idx="3314" formatCode="0.0000">
                  <c:v>1.6633333333333333</c:v>
                </c:pt>
                <c:pt idx="3315" formatCode="0.0000">
                  <c:v>1.6641666666666666</c:v>
                </c:pt>
                <c:pt idx="3316" formatCode="0.0000">
                  <c:v>1.6649999999999998</c:v>
                </c:pt>
                <c:pt idx="3317" formatCode="0.0000">
                  <c:v>1.6658333333333333</c:v>
                </c:pt>
                <c:pt idx="3318" formatCode="0.0000">
                  <c:v>1.6666666666666667</c:v>
                </c:pt>
                <c:pt idx="3319" formatCode="0.0000">
                  <c:v>1.6675</c:v>
                </c:pt>
                <c:pt idx="3320" formatCode="0.0000">
                  <c:v>1.6683333333333332</c:v>
                </c:pt>
                <c:pt idx="3321" formatCode="0.0000">
                  <c:v>1.6691666666666667</c:v>
                </c:pt>
                <c:pt idx="3322" formatCode="0.0000">
                  <c:v>1.67</c:v>
                </c:pt>
                <c:pt idx="3323" formatCode="0.0000">
                  <c:v>1.6708333333333334</c:v>
                </c:pt>
                <c:pt idx="3324" formatCode="0.0000">
                  <c:v>1.6716666666666666</c:v>
                </c:pt>
                <c:pt idx="3325" formatCode="0.0000">
                  <c:v>1.6724999999999999</c:v>
                </c:pt>
                <c:pt idx="3326" formatCode="0.0000">
                  <c:v>1.6733333333333333</c:v>
                </c:pt>
                <c:pt idx="3327" formatCode="0.0000">
                  <c:v>1.6741666666666666</c:v>
                </c:pt>
                <c:pt idx="3328" formatCode="0.0000">
                  <c:v>1.675</c:v>
                </c:pt>
                <c:pt idx="3329" formatCode="0.0000">
                  <c:v>1.6758333333333333</c:v>
                </c:pt>
                <c:pt idx="3330" formatCode="0.0000">
                  <c:v>1.6766666666666665</c:v>
                </c:pt>
                <c:pt idx="3331" formatCode="0.0000">
                  <c:v>1.6775</c:v>
                </c:pt>
                <c:pt idx="3332" formatCode="0.0000">
                  <c:v>1.6783333333333332</c:v>
                </c:pt>
                <c:pt idx="3333" formatCode="0.0000">
                  <c:v>1.6791666666666667</c:v>
                </c:pt>
                <c:pt idx="3334" formatCode="0.0000">
                  <c:v>1.68</c:v>
                </c:pt>
                <c:pt idx="3335" formatCode="0.0000">
                  <c:v>1.6808333333333334</c:v>
                </c:pt>
                <c:pt idx="3336" formatCode="0.0000">
                  <c:v>1.6816666666666666</c:v>
                </c:pt>
                <c:pt idx="3337" formatCode="0.0000">
                  <c:v>1.6824999999999999</c:v>
                </c:pt>
                <c:pt idx="3338" formatCode="0.0000">
                  <c:v>1.6833333333333333</c:v>
                </c:pt>
                <c:pt idx="3339" formatCode="0.0000">
                  <c:v>1.6841666666666666</c:v>
                </c:pt>
                <c:pt idx="3340" formatCode="0.0000">
                  <c:v>1.6850000000000001</c:v>
                </c:pt>
                <c:pt idx="3341" formatCode="0.0000">
                  <c:v>1.6858333333333333</c:v>
                </c:pt>
                <c:pt idx="3342" formatCode="0.0000">
                  <c:v>1.6866666666666665</c:v>
                </c:pt>
                <c:pt idx="3343" formatCode="0.0000">
                  <c:v>1.6875</c:v>
                </c:pt>
                <c:pt idx="3344" formatCode="0.0000">
                  <c:v>1.6883333333333332</c:v>
                </c:pt>
                <c:pt idx="3345" formatCode="0.0000">
                  <c:v>1.6891666666666667</c:v>
                </c:pt>
                <c:pt idx="3346" formatCode="0.0000">
                  <c:v>1.69</c:v>
                </c:pt>
                <c:pt idx="3347" formatCode="0.0000">
                  <c:v>1.6908333333333332</c:v>
                </c:pt>
                <c:pt idx="3348" formatCode="0.0000">
                  <c:v>1.6916666666666667</c:v>
                </c:pt>
                <c:pt idx="3349" formatCode="0.0000">
                  <c:v>1.6925000000000001</c:v>
                </c:pt>
                <c:pt idx="3350" formatCode="0.0000">
                  <c:v>1.6933333333333334</c:v>
                </c:pt>
                <c:pt idx="3351" formatCode="0.0000">
                  <c:v>1.6941666666666666</c:v>
                </c:pt>
                <c:pt idx="3352" formatCode="0.0000">
                  <c:v>1.6949999999999998</c:v>
                </c:pt>
                <c:pt idx="3353" formatCode="0.0000">
                  <c:v>1.6958333333333333</c:v>
                </c:pt>
                <c:pt idx="3354" formatCode="0.0000">
                  <c:v>1.6966666666666668</c:v>
                </c:pt>
                <c:pt idx="3355" formatCode="0.0000">
                  <c:v>1.6975</c:v>
                </c:pt>
                <c:pt idx="3356" formatCode="0.0000">
                  <c:v>1.6983333333333333</c:v>
                </c:pt>
                <c:pt idx="3357" formatCode="0.0000">
                  <c:v>1.6991666666666665</c:v>
                </c:pt>
                <c:pt idx="3358" formatCode="0.0000">
                  <c:v>1.7</c:v>
                </c:pt>
                <c:pt idx="3359" formatCode="0.0000">
                  <c:v>1.7008333333333334</c:v>
                </c:pt>
                <c:pt idx="3360" formatCode="0.0000">
                  <c:v>1.7016666666666667</c:v>
                </c:pt>
                <c:pt idx="3361" formatCode="0.0000">
                  <c:v>1.7024999999999999</c:v>
                </c:pt>
                <c:pt idx="3362" formatCode="0.0000">
                  <c:v>1.7033333333333331</c:v>
                </c:pt>
                <c:pt idx="3363" formatCode="0.0000">
                  <c:v>1.7041666666666668</c:v>
                </c:pt>
                <c:pt idx="3364" formatCode="0.0000">
                  <c:v>1.7050000000000001</c:v>
                </c:pt>
                <c:pt idx="3365" formatCode="0.0000">
                  <c:v>1.7058333333333333</c:v>
                </c:pt>
                <c:pt idx="3366" formatCode="0.0000">
                  <c:v>1.7066666666666666</c:v>
                </c:pt>
                <c:pt idx="3367" formatCode="0.0000">
                  <c:v>1.7074999999999998</c:v>
                </c:pt>
                <c:pt idx="3368" formatCode="0.0000">
                  <c:v>1.7083333333333335</c:v>
                </c:pt>
                <c:pt idx="3369" formatCode="0.0000">
                  <c:v>1.7091666666666667</c:v>
                </c:pt>
                <c:pt idx="3370" formatCode="0.0000">
                  <c:v>1.71</c:v>
                </c:pt>
                <c:pt idx="3371" formatCode="0.0000">
                  <c:v>1.7108333333333334</c:v>
                </c:pt>
                <c:pt idx="3372" formatCode="0.0000">
                  <c:v>1.7116666666666664</c:v>
                </c:pt>
                <c:pt idx="3373" formatCode="0.0000">
                  <c:v>1.7124999999999999</c:v>
                </c:pt>
                <c:pt idx="3374" formatCode="0.0000">
                  <c:v>1.7133333333333334</c:v>
                </c:pt>
                <c:pt idx="3375" formatCode="0.0000">
                  <c:v>1.7141666666666668</c:v>
                </c:pt>
                <c:pt idx="3376" formatCode="0.0000">
                  <c:v>1.7149999999999999</c:v>
                </c:pt>
                <c:pt idx="3377" formatCode="0.0000">
                  <c:v>1.7158333333333333</c:v>
                </c:pt>
                <c:pt idx="3378" formatCode="0.0000">
                  <c:v>1.7166666666666668</c:v>
                </c:pt>
                <c:pt idx="3379" formatCode="0.0000">
                  <c:v>1.7174999999999998</c:v>
                </c:pt>
                <c:pt idx="3380" formatCode="0.0000">
                  <c:v>1.7183333333333333</c:v>
                </c:pt>
                <c:pt idx="3381" formatCode="0.0000">
                  <c:v>1.7191666666666667</c:v>
                </c:pt>
                <c:pt idx="3382" formatCode="0.0000">
                  <c:v>1.7199999999999998</c:v>
                </c:pt>
                <c:pt idx="3383" formatCode="0.0000">
                  <c:v>1.7208333333333332</c:v>
                </c:pt>
                <c:pt idx="3384" formatCode="0.0000">
                  <c:v>1.7216666666666667</c:v>
                </c:pt>
                <c:pt idx="3385" formatCode="0.0000">
                  <c:v>1.7225000000000001</c:v>
                </c:pt>
                <c:pt idx="3386" formatCode="0.0000">
                  <c:v>1.7233333333333332</c:v>
                </c:pt>
                <c:pt idx="3387" formatCode="0.0000">
                  <c:v>1.7241666666666666</c:v>
                </c:pt>
                <c:pt idx="3388" formatCode="0.0000">
                  <c:v>1.7250000000000001</c:v>
                </c:pt>
                <c:pt idx="3389" formatCode="0.0000">
                  <c:v>1.7258333333333336</c:v>
                </c:pt>
                <c:pt idx="3390" formatCode="0.0000">
                  <c:v>1.7266666666666666</c:v>
                </c:pt>
                <c:pt idx="3391" formatCode="0.0000">
                  <c:v>1.7275</c:v>
                </c:pt>
                <c:pt idx="3392" formatCode="0.0000">
                  <c:v>1.7283333333333331</c:v>
                </c:pt>
                <c:pt idx="3393" formatCode="0.0000">
                  <c:v>1.7291666666666665</c:v>
                </c:pt>
                <c:pt idx="3394" formatCode="0.0000">
                  <c:v>1.73</c:v>
                </c:pt>
                <c:pt idx="3395" formatCode="0.0000">
                  <c:v>1.7308333333333334</c:v>
                </c:pt>
                <c:pt idx="3396" formatCode="0.0000">
                  <c:v>1.7316666666666665</c:v>
                </c:pt>
                <c:pt idx="3397" formatCode="0.0000">
                  <c:v>1.7324999999999999</c:v>
                </c:pt>
                <c:pt idx="3398" formatCode="0.0000">
                  <c:v>1.7333333333333334</c:v>
                </c:pt>
                <c:pt idx="3399" formatCode="0.0000">
                  <c:v>1.7341666666666669</c:v>
                </c:pt>
                <c:pt idx="3400" formatCode="0.0000">
                  <c:v>1.7349999999999999</c:v>
                </c:pt>
                <c:pt idx="3401" formatCode="0.0000">
                  <c:v>1.7358333333333333</c:v>
                </c:pt>
                <c:pt idx="3402" formatCode="0.0000">
                  <c:v>1.7366666666666664</c:v>
                </c:pt>
                <c:pt idx="3403" formatCode="0.0000">
                  <c:v>1.7375000000000003</c:v>
                </c:pt>
                <c:pt idx="3404" formatCode="0.0000">
                  <c:v>1.7383333333333333</c:v>
                </c:pt>
                <c:pt idx="3405" formatCode="0.0000">
                  <c:v>1.7391666666666667</c:v>
                </c:pt>
                <c:pt idx="3406" formatCode="0.0000">
                  <c:v>1.7399999999999998</c:v>
                </c:pt>
                <c:pt idx="3407" formatCode="0.0000">
                  <c:v>1.7408333333333332</c:v>
                </c:pt>
                <c:pt idx="3408" formatCode="0.0000">
                  <c:v>1.7416666666666667</c:v>
                </c:pt>
                <c:pt idx="3409" formatCode="0.0000">
                  <c:v>1.7425000000000002</c:v>
                </c:pt>
                <c:pt idx="3410" formatCode="0.0000">
                  <c:v>1.7433333333333332</c:v>
                </c:pt>
                <c:pt idx="3411" formatCode="0.0000">
                  <c:v>1.7441666666666666</c:v>
                </c:pt>
                <c:pt idx="3412" formatCode="0.0000">
                  <c:v>1.7449999999999997</c:v>
                </c:pt>
                <c:pt idx="3413" formatCode="0.0000">
                  <c:v>1.7458333333333336</c:v>
                </c:pt>
                <c:pt idx="3414" formatCode="0.0000">
                  <c:v>1.7466666666666666</c:v>
                </c:pt>
                <c:pt idx="3415" formatCode="0.0000">
                  <c:v>1.7475000000000001</c:v>
                </c:pt>
                <c:pt idx="3416" formatCode="0.0000">
                  <c:v>1.7483333333333331</c:v>
                </c:pt>
                <c:pt idx="3417" formatCode="0.0000">
                  <c:v>1.7491666666666665</c:v>
                </c:pt>
                <c:pt idx="3418" formatCode="0.0000">
                  <c:v>1.75</c:v>
                </c:pt>
                <c:pt idx="3419" formatCode="0.0000">
                  <c:v>1.7508333333333335</c:v>
                </c:pt>
                <c:pt idx="3420" formatCode="0.0000">
                  <c:v>1.7516666666666665</c:v>
                </c:pt>
                <c:pt idx="3421" formatCode="0.0000">
                  <c:v>1.7524999999999999</c:v>
                </c:pt>
                <c:pt idx="3422" formatCode="0.0000">
                  <c:v>1.7533333333333334</c:v>
                </c:pt>
                <c:pt idx="3423" formatCode="0.0000">
                  <c:v>1.7541666666666669</c:v>
                </c:pt>
                <c:pt idx="3424" formatCode="0.0000">
                  <c:v>1.7549999999999999</c:v>
                </c:pt>
                <c:pt idx="3425" formatCode="0.0000">
                  <c:v>1.7558333333333334</c:v>
                </c:pt>
                <c:pt idx="3426" formatCode="0.0000">
                  <c:v>1.7566666666666664</c:v>
                </c:pt>
                <c:pt idx="3427" formatCode="0.0000">
                  <c:v>1.7574999999999998</c:v>
                </c:pt>
                <c:pt idx="3428" formatCode="0.0000">
                  <c:v>1.7583333333333333</c:v>
                </c:pt>
                <c:pt idx="3429" formatCode="0.0000">
                  <c:v>1.7591666666666668</c:v>
                </c:pt>
                <c:pt idx="3430" formatCode="0.0000">
                  <c:v>1.7599999999999998</c:v>
                </c:pt>
                <c:pt idx="3431" formatCode="0.0000">
                  <c:v>1.7608333333333333</c:v>
                </c:pt>
                <c:pt idx="3432" formatCode="0.0000">
                  <c:v>1.7616666666666667</c:v>
                </c:pt>
                <c:pt idx="3433" formatCode="0.0000">
                  <c:v>1.7625000000000002</c:v>
                </c:pt>
                <c:pt idx="3434" formatCode="0.0000">
                  <c:v>1.7633333333333332</c:v>
                </c:pt>
                <c:pt idx="3435" formatCode="0.0000">
                  <c:v>1.7641666666666667</c:v>
                </c:pt>
                <c:pt idx="3436" formatCode="0.0000">
                  <c:v>1.7650000000000001</c:v>
                </c:pt>
                <c:pt idx="3437" formatCode="0.0000">
                  <c:v>1.7658333333333331</c:v>
                </c:pt>
                <c:pt idx="3438" formatCode="0.0000">
                  <c:v>1.7666666666666666</c:v>
                </c:pt>
                <c:pt idx="3439" formatCode="0.0000">
                  <c:v>1.7675000000000001</c:v>
                </c:pt>
                <c:pt idx="3440" formatCode="0.0000">
                  <c:v>1.7683333333333331</c:v>
                </c:pt>
                <c:pt idx="3441" formatCode="0.0000">
                  <c:v>1.7691666666666666</c:v>
                </c:pt>
                <c:pt idx="3442" formatCode="0.0000">
                  <c:v>1.77</c:v>
                </c:pt>
                <c:pt idx="3443" formatCode="0.0000">
                  <c:v>1.7708333333333335</c:v>
                </c:pt>
                <c:pt idx="3444" formatCode="0.0000">
                  <c:v>1.7716666666666665</c:v>
                </c:pt>
                <c:pt idx="3445" formatCode="0.0000">
                  <c:v>1.7725</c:v>
                </c:pt>
                <c:pt idx="3446" formatCode="0.0000">
                  <c:v>1.7733333333333334</c:v>
                </c:pt>
                <c:pt idx="3447" formatCode="0.0000">
                  <c:v>1.7741666666666664</c:v>
                </c:pt>
                <c:pt idx="3448" formatCode="0.0000">
                  <c:v>1.7749999999999999</c:v>
                </c:pt>
                <c:pt idx="3449" formatCode="0.0000">
                  <c:v>1.7758333333333334</c:v>
                </c:pt>
                <c:pt idx="3450" formatCode="0.0000">
                  <c:v>1.7766666666666668</c:v>
                </c:pt>
                <c:pt idx="3451" formatCode="0.0000">
                  <c:v>1.7774999999999999</c:v>
                </c:pt>
                <c:pt idx="3452" formatCode="0.0000">
                  <c:v>1.7783333333333333</c:v>
                </c:pt>
                <c:pt idx="3453" formatCode="0.0000">
                  <c:v>1.7791666666666668</c:v>
                </c:pt>
                <c:pt idx="3454" formatCode="0.0000">
                  <c:v>1.7799999999999998</c:v>
                </c:pt>
                <c:pt idx="3455" formatCode="0.0000">
                  <c:v>1.7808333333333333</c:v>
                </c:pt>
                <c:pt idx="3456" formatCode="0.0000">
                  <c:v>1.7816666666666667</c:v>
                </c:pt>
                <c:pt idx="3457" formatCode="0.0000">
                  <c:v>1.7824999999999998</c:v>
                </c:pt>
                <c:pt idx="3458" formatCode="0.0000">
                  <c:v>1.7833333333333332</c:v>
                </c:pt>
                <c:pt idx="3459" formatCode="0.0000">
                  <c:v>1.7841666666666667</c:v>
                </c:pt>
                <c:pt idx="3460" formatCode="0.0000">
                  <c:v>1.7850000000000001</c:v>
                </c:pt>
                <c:pt idx="3461" formatCode="0.0000">
                  <c:v>1.7858333333333332</c:v>
                </c:pt>
                <c:pt idx="3462" formatCode="0.0000">
                  <c:v>1.7866666666666666</c:v>
                </c:pt>
                <c:pt idx="3463" formatCode="0.0000">
                  <c:v>1.7875000000000001</c:v>
                </c:pt>
                <c:pt idx="3464" formatCode="0.0000">
                  <c:v>1.7883333333333336</c:v>
                </c:pt>
                <c:pt idx="3465" formatCode="0.0000">
                  <c:v>1.7891666666666666</c:v>
                </c:pt>
                <c:pt idx="3466" formatCode="0.0000">
                  <c:v>1.79</c:v>
                </c:pt>
                <c:pt idx="3467" formatCode="0.0000">
                  <c:v>1.7908333333333331</c:v>
                </c:pt>
                <c:pt idx="3468" formatCode="0.0000">
                  <c:v>1.7916666666666665</c:v>
                </c:pt>
                <c:pt idx="3469" formatCode="0.0000">
                  <c:v>1.7925</c:v>
                </c:pt>
                <c:pt idx="3470" formatCode="0.0000">
                  <c:v>1.7933333333333334</c:v>
                </c:pt>
                <c:pt idx="3471" formatCode="0.0000">
                  <c:v>1.7941666666666665</c:v>
                </c:pt>
                <c:pt idx="3472" formatCode="0.0000">
                  <c:v>1.7949999999999999</c:v>
                </c:pt>
                <c:pt idx="3473" formatCode="0.0000">
                  <c:v>1.7958333333333334</c:v>
                </c:pt>
                <c:pt idx="3474" formatCode="0.0000">
                  <c:v>1.7966666666666669</c:v>
                </c:pt>
                <c:pt idx="3475" formatCode="0.0000">
                  <c:v>1.7974999999999999</c:v>
                </c:pt>
                <c:pt idx="3476" formatCode="0.0000">
                  <c:v>1.7983333333333333</c:v>
                </c:pt>
                <c:pt idx="3477" formatCode="0.0000">
                  <c:v>1.7991666666666664</c:v>
                </c:pt>
                <c:pt idx="3478" formatCode="0.0000">
                  <c:v>1.8000000000000003</c:v>
                </c:pt>
                <c:pt idx="3479" formatCode="0.0000">
                  <c:v>1.8008333333333333</c:v>
                </c:pt>
                <c:pt idx="3480" formatCode="0.0000">
                  <c:v>1.8016666666666667</c:v>
                </c:pt>
                <c:pt idx="3481" formatCode="0.0000">
                  <c:v>1.8024999999999998</c:v>
                </c:pt>
                <c:pt idx="3482" formatCode="0.0000">
                  <c:v>1.8033333333333332</c:v>
                </c:pt>
                <c:pt idx="3483" formatCode="0.0000">
                  <c:v>1.8041666666666667</c:v>
                </c:pt>
                <c:pt idx="3484" formatCode="0.0000">
                  <c:v>1.8050000000000002</c:v>
                </c:pt>
                <c:pt idx="3485" formatCode="0.0000">
                  <c:v>1.8058333333333332</c:v>
                </c:pt>
                <c:pt idx="3486" formatCode="0.0000">
                  <c:v>1.8066666666666666</c:v>
                </c:pt>
                <c:pt idx="3487" formatCode="0.0000">
                  <c:v>1.8074999999999997</c:v>
                </c:pt>
                <c:pt idx="3488" formatCode="0.0000">
                  <c:v>1.8083333333333336</c:v>
                </c:pt>
                <c:pt idx="3489" formatCode="0.0000">
                  <c:v>1.8091666666666666</c:v>
                </c:pt>
                <c:pt idx="3490" formatCode="0.0000">
                  <c:v>1.81</c:v>
                </c:pt>
                <c:pt idx="3491" formatCode="0.0000">
                  <c:v>1.8108333333333331</c:v>
                </c:pt>
                <c:pt idx="3492" formatCode="0.0000">
                  <c:v>1.8116666666666665</c:v>
                </c:pt>
                <c:pt idx="3493" formatCode="0.0000">
                  <c:v>1.8125</c:v>
                </c:pt>
                <c:pt idx="3494" formatCode="0.0000">
                  <c:v>1.8133333333333335</c:v>
                </c:pt>
                <c:pt idx="3495" formatCode="0.0000">
                  <c:v>1.8141666666666665</c:v>
                </c:pt>
                <c:pt idx="3496" formatCode="0.0000">
                  <c:v>1.8149999999999999</c:v>
                </c:pt>
                <c:pt idx="3497" formatCode="0.0000">
                  <c:v>1.8158333333333334</c:v>
                </c:pt>
                <c:pt idx="3498" formatCode="0.0000">
                  <c:v>1.8166666666666669</c:v>
                </c:pt>
                <c:pt idx="3499" formatCode="0.0000">
                  <c:v>1.8174999999999999</c:v>
                </c:pt>
                <c:pt idx="3500" formatCode="0.0000">
                  <c:v>1.8183333333333334</c:v>
                </c:pt>
                <c:pt idx="3501" formatCode="0.0000">
                  <c:v>1.8191666666666664</c:v>
                </c:pt>
                <c:pt idx="3502" formatCode="0.0000">
                  <c:v>1.8199999999999998</c:v>
                </c:pt>
                <c:pt idx="3503" formatCode="0.0000">
                  <c:v>1.8208333333333333</c:v>
                </c:pt>
                <c:pt idx="3504" formatCode="0.0000">
                  <c:v>1.8216666666666668</c:v>
                </c:pt>
                <c:pt idx="3505" formatCode="0.0000">
                  <c:v>1.8224999999999998</c:v>
                </c:pt>
                <c:pt idx="3506" formatCode="0.0000">
                  <c:v>1.8233333333333333</c:v>
                </c:pt>
                <c:pt idx="3507" formatCode="0.0000">
                  <c:v>1.8241666666666667</c:v>
                </c:pt>
                <c:pt idx="3508" formatCode="0.0000">
                  <c:v>1.8250000000000002</c:v>
                </c:pt>
                <c:pt idx="3509" formatCode="0.0000">
                  <c:v>1.8258333333333332</c:v>
                </c:pt>
                <c:pt idx="3510" formatCode="0.0000">
                  <c:v>1.8266666666666667</c:v>
                </c:pt>
                <c:pt idx="3511" formatCode="0.0000">
                  <c:v>1.8275000000000001</c:v>
                </c:pt>
                <c:pt idx="3512" formatCode="0.0000">
                  <c:v>1.8283333333333331</c:v>
                </c:pt>
                <c:pt idx="3513" formatCode="0.0000">
                  <c:v>1.8291666666666666</c:v>
                </c:pt>
                <c:pt idx="3514" formatCode="0.0000">
                  <c:v>1.83</c:v>
                </c:pt>
                <c:pt idx="3515" formatCode="0.0000">
                  <c:v>1.8308333333333331</c:v>
                </c:pt>
                <c:pt idx="3516" formatCode="0.0000">
                  <c:v>1.8316666666666666</c:v>
                </c:pt>
                <c:pt idx="3517" formatCode="0.0000">
                  <c:v>1.8325</c:v>
                </c:pt>
                <c:pt idx="3518" formatCode="0.0000">
                  <c:v>1.8333333333333335</c:v>
                </c:pt>
                <c:pt idx="3519" formatCode="0.0000">
                  <c:v>1.8341666666666665</c:v>
                </c:pt>
                <c:pt idx="3520" formatCode="0.0000">
                  <c:v>1.835</c:v>
                </c:pt>
                <c:pt idx="3521" formatCode="0.0000">
                  <c:v>1.8358333333333334</c:v>
                </c:pt>
                <c:pt idx="3522" formatCode="0.0000">
                  <c:v>1.8366666666666664</c:v>
                </c:pt>
                <c:pt idx="3523" formatCode="0.0000">
                  <c:v>1.8374999999999999</c:v>
                </c:pt>
                <c:pt idx="3524" formatCode="0.0000">
                  <c:v>1.8383333333333334</c:v>
                </c:pt>
                <c:pt idx="3525" formatCode="0.0000">
                  <c:v>1.8391666666666668</c:v>
                </c:pt>
                <c:pt idx="3526" formatCode="0.0000">
                  <c:v>1.8399999999999999</c:v>
                </c:pt>
                <c:pt idx="3527" formatCode="0.0000">
                  <c:v>1.8408333333333333</c:v>
                </c:pt>
                <c:pt idx="3528" formatCode="0.0000">
                  <c:v>1.8416666666666668</c:v>
                </c:pt>
                <c:pt idx="3529" formatCode="0.0000">
                  <c:v>1.8424999999999998</c:v>
                </c:pt>
                <c:pt idx="3530" formatCode="0.0000">
                  <c:v>1.8433333333333333</c:v>
                </c:pt>
                <c:pt idx="3531" formatCode="0.0000">
                  <c:v>1.8441666666666667</c:v>
                </c:pt>
                <c:pt idx="3532" formatCode="0.0000">
                  <c:v>1.8449999999999998</c:v>
                </c:pt>
                <c:pt idx="3533" formatCode="0.0000">
                  <c:v>1.8458333333333332</c:v>
                </c:pt>
                <c:pt idx="3534" formatCode="0.0000">
                  <c:v>1.8466666666666662</c:v>
                </c:pt>
                <c:pt idx="3535" formatCode="0.0000">
                  <c:v>1.8475000000000001</c:v>
                </c:pt>
                <c:pt idx="3536" formatCode="0.0000">
                  <c:v>1.8483333333333336</c:v>
                </c:pt>
                <c:pt idx="3537" formatCode="0.0000">
                  <c:v>1.8491666666666666</c:v>
                </c:pt>
                <c:pt idx="3538" formatCode="0.0000">
                  <c:v>1.85</c:v>
                </c:pt>
                <c:pt idx="3539" formatCode="0.0000">
                  <c:v>1.8508333333333331</c:v>
                </c:pt>
                <c:pt idx="3540" formatCode="0.0000">
                  <c:v>1.8516666666666666</c:v>
                </c:pt>
                <c:pt idx="3541" formatCode="0.0000">
                  <c:v>1.8525</c:v>
                </c:pt>
                <c:pt idx="3542" formatCode="0.0000">
                  <c:v>1.8533333333333331</c:v>
                </c:pt>
                <c:pt idx="3543" formatCode="0.0000">
                  <c:v>1.8541666666666665</c:v>
                </c:pt>
                <c:pt idx="3544" formatCode="0.0000">
                  <c:v>1.855</c:v>
                </c:pt>
                <c:pt idx="3545" formatCode="0.0000">
                  <c:v>1.8558333333333334</c:v>
                </c:pt>
                <c:pt idx="3546" formatCode="0.0000">
                  <c:v>1.8566666666666669</c:v>
                </c:pt>
                <c:pt idx="3547" formatCode="0.0000">
                  <c:v>1.8574999999999999</c:v>
                </c:pt>
                <c:pt idx="3548" formatCode="0.0000">
                  <c:v>1.8583333333333334</c:v>
                </c:pt>
                <c:pt idx="3549" formatCode="0.0000">
                  <c:v>1.8591666666666664</c:v>
                </c:pt>
                <c:pt idx="3550" formatCode="0.0000">
                  <c:v>1.8599999999999999</c:v>
                </c:pt>
                <c:pt idx="3551" formatCode="0.0000">
                  <c:v>1.8608333333333333</c:v>
                </c:pt>
                <c:pt idx="3552" formatCode="0.0000">
                  <c:v>1.8616666666666664</c:v>
                </c:pt>
                <c:pt idx="3553" formatCode="0.0000">
                  <c:v>1.8625000000000003</c:v>
                </c:pt>
                <c:pt idx="3554" formatCode="0.0000">
                  <c:v>1.8633333333333333</c:v>
                </c:pt>
                <c:pt idx="3555" formatCode="0.0000">
                  <c:v>1.8641666666666667</c:v>
                </c:pt>
                <c:pt idx="3556" formatCode="0.0000">
                  <c:v>1.8650000000000002</c:v>
                </c:pt>
                <c:pt idx="3557" formatCode="0.0000">
                  <c:v>1.8658333333333332</c:v>
                </c:pt>
                <c:pt idx="3558" formatCode="0.0000">
                  <c:v>1.8666666666666667</c:v>
                </c:pt>
                <c:pt idx="3559" formatCode="0.0000">
                  <c:v>1.8674999999999997</c:v>
                </c:pt>
                <c:pt idx="3560" formatCode="0.0000">
                  <c:v>1.8683333333333332</c:v>
                </c:pt>
                <c:pt idx="3561" formatCode="0.0000">
                  <c:v>1.8691666666666666</c:v>
                </c:pt>
                <c:pt idx="3562" formatCode="0.0000">
                  <c:v>1.8699999999999997</c:v>
                </c:pt>
                <c:pt idx="3563" formatCode="0.0000">
                  <c:v>1.8708333333333336</c:v>
                </c:pt>
                <c:pt idx="3564" formatCode="0.0000">
                  <c:v>1.8716666666666666</c:v>
                </c:pt>
                <c:pt idx="3565" formatCode="0.0000">
                  <c:v>1.8725000000000001</c:v>
                </c:pt>
                <c:pt idx="3566" formatCode="0.0000">
                  <c:v>1.8733333333333335</c:v>
                </c:pt>
                <c:pt idx="3567" formatCode="0.0000">
                  <c:v>1.8741666666666665</c:v>
                </c:pt>
                <c:pt idx="3568" formatCode="0.0000">
                  <c:v>1.875</c:v>
                </c:pt>
                <c:pt idx="3569" formatCode="0.0000">
                  <c:v>1.875833333333333</c:v>
                </c:pt>
                <c:pt idx="3570" formatCode="0.0000">
                  <c:v>1.8766666666666665</c:v>
                </c:pt>
                <c:pt idx="3571" formatCode="0.0000">
                  <c:v>1.8774999999999999</c:v>
                </c:pt>
                <c:pt idx="3572" formatCode="0.0000">
                  <c:v>1.8783333333333334</c:v>
                </c:pt>
                <c:pt idx="3573" formatCode="0.0000">
                  <c:v>1.8791666666666669</c:v>
                </c:pt>
                <c:pt idx="3574" formatCode="0.0000">
                  <c:v>1.88</c:v>
                </c:pt>
                <c:pt idx="3575" formatCode="0.0000">
                  <c:v>1.8808333333333334</c:v>
                </c:pt>
                <c:pt idx="3576" formatCode="0.0000">
                  <c:v>1.8816666666666668</c:v>
                </c:pt>
                <c:pt idx="3577" formatCode="0.0000">
                  <c:v>1.8824999999999998</c:v>
                </c:pt>
                <c:pt idx="3578" formatCode="0.0000">
                  <c:v>1.8833333333333333</c:v>
                </c:pt>
                <c:pt idx="3579" formatCode="0.0000">
                  <c:v>1.8841666666666663</c:v>
                </c:pt>
                <c:pt idx="3580" formatCode="0.0000">
                  <c:v>1.8849999999999998</c:v>
                </c:pt>
                <c:pt idx="3581" formatCode="0.0000">
                  <c:v>1.8858333333333337</c:v>
                </c:pt>
                <c:pt idx="3582" formatCode="0.0000">
                  <c:v>1.8866666666666667</c:v>
                </c:pt>
                <c:pt idx="3583" formatCode="0.0000">
                  <c:v>1.8875000000000002</c:v>
                </c:pt>
                <c:pt idx="3584" formatCode="0.0000">
                  <c:v>1.8883333333333332</c:v>
                </c:pt>
                <c:pt idx="3585" formatCode="0.0000">
                  <c:v>1.8891666666666667</c:v>
                </c:pt>
                <c:pt idx="3586" formatCode="0.0000">
                  <c:v>1.8900000000000001</c:v>
                </c:pt>
                <c:pt idx="3587" formatCode="0.0000">
                  <c:v>1.8908333333333331</c:v>
                </c:pt>
                <c:pt idx="3588" formatCode="0.0000">
                  <c:v>1.8916666666666666</c:v>
                </c:pt>
                <c:pt idx="3589" formatCode="0.0000">
                  <c:v>1.8924999999999996</c:v>
                </c:pt>
                <c:pt idx="3590" formatCode="0.0000">
                  <c:v>1.8933333333333331</c:v>
                </c:pt>
                <c:pt idx="3591" formatCode="0.0000">
                  <c:v>1.894166666666667</c:v>
                </c:pt>
                <c:pt idx="3592" formatCode="0.0000">
                  <c:v>1.895</c:v>
                </c:pt>
                <c:pt idx="3593" formatCode="0.0000">
                  <c:v>1.8958333333333335</c:v>
                </c:pt>
                <c:pt idx="3594" formatCode="0.0000">
                  <c:v>1.8966666666666665</c:v>
                </c:pt>
                <c:pt idx="3595" formatCode="0.0000">
                  <c:v>1.8975</c:v>
                </c:pt>
                <c:pt idx="3596" formatCode="0.0000">
                  <c:v>1.8983333333333334</c:v>
                </c:pt>
                <c:pt idx="3597" formatCode="0.0000">
                  <c:v>1.8991666666666664</c:v>
                </c:pt>
                <c:pt idx="3598" formatCode="0.0000">
                  <c:v>1.9</c:v>
                </c:pt>
                <c:pt idx="3599" formatCode="0.0000">
                  <c:v>1.9008333333333329</c:v>
                </c:pt>
                <c:pt idx="3600" formatCode="0.0000">
                  <c:v>1.9016666666666668</c:v>
                </c:pt>
                <c:pt idx="3601" formatCode="0.0000">
                  <c:v>1.9025000000000003</c:v>
                </c:pt>
                <c:pt idx="3602" formatCode="0.0000">
                  <c:v>1.9033333333333333</c:v>
                </c:pt>
                <c:pt idx="3603" formatCode="0.0000">
                  <c:v>1.9041666666666668</c:v>
                </c:pt>
                <c:pt idx="3604" formatCode="0.0000">
                  <c:v>1.9049999999999998</c:v>
                </c:pt>
                <c:pt idx="3605" formatCode="0.0000">
                  <c:v>1.9058333333333333</c:v>
                </c:pt>
                <c:pt idx="3606" formatCode="0.0000">
                  <c:v>1.9066666666666667</c:v>
                </c:pt>
                <c:pt idx="3607" formatCode="0.0000">
                  <c:v>1.9074999999999998</c:v>
                </c:pt>
                <c:pt idx="3608" formatCode="0.0000">
                  <c:v>1.9083333333333332</c:v>
                </c:pt>
                <c:pt idx="3609" formatCode="0.0000">
                  <c:v>1.9091666666666662</c:v>
                </c:pt>
                <c:pt idx="3610" formatCode="0.0000">
                  <c:v>1.9100000000000001</c:v>
                </c:pt>
                <c:pt idx="3611" formatCode="0.0000">
                  <c:v>1.9108333333333336</c:v>
                </c:pt>
                <c:pt idx="3612" formatCode="0.0000">
                  <c:v>1.9116666666666666</c:v>
                </c:pt>
                <c:pt idx="3613" formatCode="0.0000">
                  <c:v>1.9125000000000001</c:v>
                </c:pt>
                <c:pt idx="3614" formatCode="0.0000">
                  <c:v>1.9133333333333331</c:v>
                </c:pt>
                <c:pt idx="3615" formatCode="0.0000">
                  <c:v>1.9141666666666666</c:v>
                </c:pt>
                <c:pt idx="3616" formatCode="0.0000">
                  <c:v>1.915</c:v>
                </c:pt>
                <c:pt idx="3617" formatCode="0.0000">
                  <c:v>1.9158333333333331</c:v>
                </c:pt>
                <c:pt idx="3618" formatCode="0.0000">
                  <c:v>1.9166666666666665</c:v>
                </c:pt>
                <c:pt idx="3619" formatCode="0.0000">
                  <c:v>1.9175</c:v>
                </c:pt>
                <c:pt idx="3620" formatCode="0.0000">
                  <c:v>1.9183333333333334</c:v>
                </c:pt>
                <c:pt idx="3621" formatCode="0.0000">
                  <c:v>1.9191666666666669</c:v>
                </c:pt>
                <c:pt idx="3622" formatCode="0.0000">
                  <c:v>1.92</c:v>
                </c:pt>
                <c:pt idx="3623" formatCode="0.0000">
                  <c:v>1.9208333333333334</c:v>
                </c:pt>
                <c:pt idx="3624" formatCode="0.0000">
                  <c:v>1.9216666666666664</c:v>
                </c:pt>
                <c:pt idx="3625" formatCode="0.0000">
                  <c:v>1.9224999999999999</c:v>
                </c:pt>
                <c:pt idx="3626" formatCode="0.0000">
                  <c:v>1.9233333333333333</c:v>
                </c:pt>
                <c:pt idx="3627" formatCode="0.0000">
                  <c:v>1.9241666666666664</c:v>
                </c:pt>
                <c:pt idx="3628" formatCode="0.0000">
                  <c:v>1.9250000000000003</c:v>
                </c:pt>
                <c:pt idx="3629" formatCode="0.0000">
                  <c:v>1.9258333333333333</c:v>
                </c:pt>
                <c:pt idx="3630" formatCode="0.0000">
                  <c:v>1.9266666666666667</c:v>
                </c:pt>
                <c:pt idx="3631" formatCode="0.0000">
                  <c:v>1.9275000000000002</c:v>
                </c:pt>
                <c:pt idx="3632" formatCode="0.0000">
                  <c:v>1.9283333333333332</c:v>
                </c:pt>
                <c:pt idx="3633" formatCode="0.0000">
                  <c:v>1.9291666666666667</c:v>
                </c:pt>
                <c:pt idx="3634" formatCode="0.0000">
                  <c:v>1.9299999999999997</c:v>
                </c:pt>
                <c:pt idx="3635" formatCode="0.0000">
                  <c:v>1.9308333333333332</c:v>
                </c:pt>
                <c:pt idx="3636" formatCode="0.0000">
                  <c:v>1.9316666666666666</c:v>
                </c:pt>
                <c:pt idx="3637" formatCode="0.0000">
                  <c:v>1.9324999999999997</c:v>
                </c:pt>
                <c:pt idx="3638" formatCode="0.0000">
                  <c:v>1.9333333333333336</c:v>
                </c:pt>
                <c:pt idx="3639" formatCode="0.0000">
                  <c:v>1.9341666666666666</c:v>
                </c:pt>
                <c:pt idx="3640" formatCode="0.0000">
                  <c:v>1.9350000000000001</c:v>
                </c:pt>
                <c:pt idx="3641" formatCode="0.0000">
                  <c:v>1.9358333333333335</c:v>
                </c:pt>
                <c:pt idx="3642" formatCode="0.0000">
                  <c:v>1.9366666666666665</c:v>
                </c:pt>
                <c:pt idx="3643" formatCode="0.0000">
                  <c:v>1.9375</c:v>
                </c:pt>
                <c:pt idx="3644" formatCode="0.0000">
                  <c:v>1.938333333333333</c:v>
                </c:pt>
                <c:pt idx="3645" formatCode="0.0000">
                  <c:v>1.9391666666666665</c:v>
                </c:pt>
                <c:pt idx="3646" formatCode="0.0000">
                  <c:v>1.94</c:v>
                </c:pt>
                <c:pt idx="3647" formatCode="0.0000">
                  <c:v>1.9408333333333334</c:v>
                </c:pt>
                <c:pt idx="3648" formatCode="0.0000">
                  <c:v>1.9416666666666669</c:v>
                </c:pt>
                <c:pt idx="3649" formatCode="0.0000">
                  <c:v>1.9424999999999999</c:v>
                </c:pt>
                <c:pt idx="3650" formatCode="0.0000">
                  <c:v>1.9433333333333334</c:v>
                </c:pt>
                <c:pt idx="3651" formatCode="0.0000">
                  <c:v>1.9441666666666668</c:v>
                </c:pt>
                <c:pt idx="3652" formatCode="0.0000">
                  <c:v>1.9449999999999998</c:v>
                </c:pt>
                <c:pt idx="3653" formatCode="0.0000">
                  <c:v>1.9458333333333333</c:v>
                </c:pt>
                <c:pt idx="3654" formatCode="0.0000">
                  <c:v>1.9466666666666663</c:v>
                </c:pt>
                <c:pt idx="3655" formatCode="0.0000">
                  <c:v>1.9474999999999998</c:v>
                </c:pt>
                <c:pt idx="3656" formatCode="0.0000">
                  <c:v>1.9483333333333337</c:v>
                </c:pt>
                <c:pt idx="3657" formatCode="0.0000">
                  <c:v>1.9491666666666667</c:v>
                </c:pt>
                <c:pt idx="3658" formatCode="0.0000">
                  <c:v>1.9500000000000002</c:v>
                </c:pt>
                <c:pt idx="3659" formatCode="0.0000">
                  <c:v>1.9508333333333332</c:v>
                </c:pt>
                <c:pt idx="3660" formatCode="0.0000">
                  <c:v>1.9516666666666667</c:v>
                </c:pt>
                <c:pt idx="3661" formatCode="0.0000">
                  <c:v>1.9525000000000001</c:v>
                </c:pt>
                <c:pt idx="3662" formatCode="0.0000">
                  <c:v>1.9533333333333331</c:v>
                </c:pt>
                <c:pt idx="3663" formatCode="0.0000">
                  <c:v>1.9541666666666666</c:v>
                </c:pt>
                <c:pt idx="3664" formatCode="0.0000">
                  <c:v>1.9549999999999996</c:v>
                </c:pt>
                <c:pt idx="3665" formatCode="0.0000">
                  <c:v>1.9558333333333331</c:v>
                </c:pt>
                <c:pt idx="3666" formatCode="0.0000">
                  <c:v>1.956666666666667</c:v>
                </c:pt>
                <c:pt idx="3667" formatCode="0.0000">
                  <c:v>1.9575</c:v>
                </c:pt>
                <c:pt idx="3668" formatCode="0.0000">
                  <c:v>1.9583333333333335</c:v>
                </c:pt>
                <c:pt idx="3669" formatCode="0.0000">
                  <c:v>1.9591666666666665</c:v>
                </c:pt>
                <c:pt idx="3670" formatCode="0.0000">
                  <c:v>1.96</c:v>
                </c:pt>
                <c:pt idx="3671" formatCode="0.0000">
                  <c:v>1.9608333333333334</c:v>
                </c:pt>
                <c:pt idx="3672" formatCode="0.0000">
                  <c:v>1.9616666666666664</c:v>
                </c:pt>
                <c:pt idx="3673" formatCode="0.0000">
                  <c:v>1.9624999999999999</c:v>
                </c:pt>
                <c:pt idx="3674" formatCode="0.0000">
                  <c:v>1.9633333333333329</c:v>
                </c:pt>
                <c:pt idx="3675" formatCode="0.0000">
                  <c:v>1.9641666666666668</c:v>
                </c:pt>
                <c:pt idx="3676" formatCode="0.0000">
                  <c:v>1.9650000000000003</c:v>
                </c:pt>
                <c:pt idx="3677" formatCode="0.0000">
                  <c:v>1.9658333333333333</c:v>
                </c:pt>
                <c:pt idx="3678" formatCode="0.0000">
                  <c:v>1.9666666666666668</c:v>
                </c:pt>
                <c:pt idx="3679" formatCode="0.0000">
                  <c:v>1.9674999999999998</c:v>
                </c:pt>
                <c:pt idx="3680" formatCode="0.0000">
                  <c:v>1.9683333333333333</c:v>
                </c:pt>
                <c:pt idx="3681" formatCode="0.0000">
                  <c:v>1.9691666666666667</c:v>
                </c:pt>
                <c:pt idx="3682" formatCode="0.0000">
                  <c:v>1.9699999999999998</c:v>
                </c:pt>
                <c:pt idx="3683" formatCode="0.0000">
                  <c:v>1.9708333333333332</c:v>
                </c:pt>
                <c:pt idx="3684" formatCode="0.0000">
                  <c:v>1.9716666666666662</c:v>
                </c:pt>
                <c:pt idx="3685" formatCode="0.0000">
                  <c:v>1.9725000000000001</c:v>
                </c:pt>
                <c:pt idx="3686" formatCode="0.0000">
                  <c:v>1.9733333333333336</c:v>
                </c:pt>
                <c:pt idx="3687" formatCode="0.0000">
                  <c:v>1.9741666666666666</c:v>
                </c:pt>
                <c:pt idx="3688" formatCode="0.0000">
                  <c:v>1.9750000000000001</c:v>
                </c:pt>
                <c:pt idx="3689" formatCode="0.0000">
                  <c:v>1.9758333333333331</c:v>
                </c:pt>
                <c:pt idx="3690" formatCode="0.0000">
                  <c:v>1.9766666666666666</c:v>
                </c:pt>
                <c:pt idx="3691" formatCode="0.0000">
                  <c:v>1.9775</c:v>
                </c:pt>
                <c:pt idx="3692" formatCode="0.0000">
                  <c:v>1.9783333333333331</c:v>
                </c:pt>
                <c:pt idx="3693" formatCode="0.0000">
                  <c:v>1.9791666666666665</c:v>
                </c:pt>
                <c:pt idx="3694" formatCode="0.0000">
                  <c:v>1.98</c:v>
                </c:pt>
                <c:pt idx="3695" formatCode="0.0000">
                  <c:v>1.9808333333333334</c:v>
                </c:pt>
                <c:pt idx="3696" formatCode="0.0000">
                  <c:v>1.9816666666666669</c:v>
                </c:pt>
                <c:pt idx="3697" formatCode="0.0000">
                  <c:v>1.9824999999999999</c:v>
                </c:pt>
                <c:pt idx="3698" formatCode="0.0000">
                  <c:v>1.9833333333333334</c:v>
                </c:pt>
                <c:pt idx="3699" formatCode="0.0000">
                  <c:v>1.9841666666666664</c:v>
                </c:pt>
                <c:pt idx="3700" formatCode="0.0000">
                  <c:v>1.9849999999999999</c:v>
                </c:pt>
                <c:pt idx="3701" formatCode="0.0000">
                  <c:v>1.9858333333333333</c:v>
                </c:pt>
                <c:pt idx="3702" formatCode="0.0000">
                  <c:v>1.9866666666666664</c:v>
                </c:pt>
                <c:pt idx="3703" formatCode="0.0000">
                  <c:v>1.9875000000000003</c:v>
                </c:pt>
                <c:pt idx="3704" formatCode="0.0000">
                  <c:v>1.9883333333333333</c:v>
                </c:pt>
                <c:pt idx="3705" formatCode="0.0000">
                  <c:v>1.9891666666666667</c:v>
                </c:pt>
                <c:pt idx="3706" formatCode="0.0000">
                  <c:v>1.9900000000000002</c:v>
                </c:pt>
                <c:pt idx="3707" formatCode="0.0000">
                  <c:v>1.9908333333333332</c:v>
                </c:pt>
                <c:pt idx="3708" formatCode="0.0000">
                  <c:v>1.9916666666666667</c:v>
                </c:pt>
                <c:pt idx="3709" formatCode="0.0000">
                  <c:v>1.9924999999999997</c:v>
                </c:pt>
                <c:pt idx="3710" formatCode="0.0000">
                  <c:v>1.9933333333333332</c:v>
                </c:pt>
                <c:pt idx="3711" formatCode="0.0000">
                  <c:v>1.9941666666666666</c:v>
                </c:pt>
                <c:pt idx="3712" formatCode="0.0000">
                  <c:v>1.9949999999999997</c:v>
                </c:pt>
                <c:pt idx="3713" formatCode="0.0000">
                  <c:v>1.9958333333333336</c:v>
                </c:pt>
                <c:pt idx="3714" formatCode="0.0000">
                  <c:v>1.9966666666666666</c:v>
                </c:pt>
                <c:pt idx="3715" formatCode="0.0000">
                  <c:v>1.9975000000000001</c:v>
                </c:pt>
                <c:pt idx="3716" formatCode="0.0000">
                  <c:v>1.9983333333333335</c:v>
                </c:pt>
                <c:pt idx="3717" formatCode="0.0000">
                  <c:v>2</c:v>
                </c:pt>
                <c:pt idx="3718" formatCode="0.0000">
                  <c:v>2.000833333333333</c:v>
                </c:pt>
                <c:pt idx="3719" formatCode="0.0000">
                  <c:v>2.0016666666666665</c:v>
                </c:pt>
                <c:pt idx="3720" formatCode="0.0000">
                  <c:v>2.0024999999999999</c:v>
                </c:pt>
                <c:pt idx="3721" formatCode="0.0000">
                  <c:v>2.0033333333333334</c:v>
                </c:pt>
                <c:pt idx="3722" formatCode="0.0000">
                  <c:v>2.0041666666666669</c:v>
                </c:pt>
                <c:pt idx="3723" formatCode="0.0000">
                  <c:v>2.0049999999999999</c:v>
                </c:pt>
                <c:pt idx="3724" formatCode="0.0000">
                  <c:v>2.0058333333333334</c:v>
                </c:pt>
                <c:pt idx="3725" formatCode="0.0000">
                  <c:v>2.0066666666666668</c:v>
                </c:pt>
                <c:pt idx="3726" formatCode="0.0000">
                  <c:v>2.0074999999999998</c:v>
                </c:pt>
                <c:pt idx="3727" formatCode="0.0000">
                  <c:v>2.0083333333333333</c:v>
                </c:pt>
                <c:pt idx="3728" formatCode="0.0000">
                  <c:v>2.0091666666666663</c:v>
                </c:pt>
                <c:pt idx="3729" formatCode="0.0000">
                  <c:v>2.0099999999999998</c:v>
                </c:pt>
                <c:pt idx="3730" formatCode="0.0000">
                  <c:v>2.0108333333333337</c:v>
                </c:pt>
                <c:pt idx="3731" formatCode="0.0000">
                  <c:v>2.0116666666666667</c:v>
                </c:pt>
                <c:pt idx="3732" formatCode="0.0000">
                  <c:v>2.0125000000000002</c:v>
                </c:pt>
                <c:pt idx="3733" formatCode="0.0000">
                  <c:v>2.0133333333333332</c:v>
                </c:pt>
                <c:pt idx="3734" formatCode="0.0000">
                  <c:v>2.0141666666666667</c:v>
                </c:pt>
                <c:pt idx="3735" formatCode="0.0000">
                  <c:v>2.0150000000000001</c:v>
                </c:pt>
                <c:pt idx="3736" formatCode="0.0000">
                  <c:v>2.0158333333333331</c:v>
                </c:pt>
                <c:pt idx="3737" formatCode="0.0000">
                  <c:v>2.0166666666666666</c:v>
                </c:pt>
                <c:pt idx="3738" formatCode="0.0000">
                  <c:v>2.0174999999999996</c:v>
                </c:pt>
                <c:pt idx="3739" formatCode="0.0000">
                  <c:v>2.0183333333333331</c:v>
                </c:pt>
                <c:pt idx="3740" formatCode="0.0000">
                  <c:v>2.019166666666667</c:v>
                </c:pt>
                <c:pt idx="3741" formatCode="0.0000">
                  <c:v>2.02</c:v>
                </c:pt>
                <c:pt idx="3742" formatCode="0.0000">
                  <c:v>2.0208333333333335</c:v>
                </c:pt>
                <c:pt idx="3743" formatCode="0.0000">
                  <c:v>2.0216666666666665</c:v>
                </c:pt>
                <c:pt idx="3744" formatCode="0.0000">
                  <c:v>2.0225</c:v>
                </c:pt>
                <c:pt idx="3745" formatCode="0.0000">
                  <c:v>2.0233333333333334</c:v>
                </c:pt>
                <c:pt idx="3746" formatCode="0.0000">
                  <c:v>2.0241666666666664</c:v>
                </c:pt>
                <c:pt idx="3747" formatCode="0.0000">
                  <c:v>2.0249999999999999</c:v>
                </c:pt>
                <c:pt idx="3748" formatCode="0.0000">
                  <c:v>2.0258333333333329</c:v>
                </c:pt>
                <c:pt idx="3749" formatCode="0.0000">
                  <c:v>2.0266666666666668</c:v>
                </c:pt>
                <c:pt idx="3750" formatCode="0.0000">
                  <c:v>2.0275000000000003</c:v>
                </c:pt>
                <c:pt idx="3751" formatCode="0.0000">
                  <c:v>2.0283333333333333</c:v>
                </c:pt>
                <c:pt idx="3752" formatCode="0.0000">
                  <c:v>2.0291666666666668</c:v>
                </c:pt>
                <c:pt idx="3753" formatCode="0.0000">
                  <c:v>2.0299999999999998</c:v>
                </c:pt>
                <c:pt idx="3754" formatCode="0.0000">
                  <c:v>2.0308333333333333</c:v>
                </c:pt>
                <c:pt idx="3755" formatCode="0.0000">
                  <c:v>2.0316666666666667</c:v>
                </c:pt>
                <c:pt idx="3756" formatCode="0.0000">
                  <c:v>2.0324999999999998</c:v>
                </c:pt>
                <c:pt idx="3757" formatCode="0.0000">
                  <c:v>2.0333333333333332</c:v>
                </c:pt>
                <c:pt idx="3758" formatCode="0.0000">
                  <c:v>2.0341666666666662</c:v>
                </c:pt>
                <c:pt idx="3759" formatCode="0.0000">
                  <c:v>2.0350000000000001</c:v>
                </c:pt>
                <c:pt idx="3760" formatCode="0.0000">
                  <c:v>2.0358333333333336</c:v>
                </c:pt>
                <c:pt idx="3761" formatCode="0.0000">
                  <c:v>2.0366666666666666</c:v>
                </c:pt>
                <c:pt idx="3762" formatCode="0.0000">
                  <c:v>2.0375000000000001</c:v>
                </c:pt>
                <c:pt idx="3763" formatCode="0.0000">
                  <c:v>2.0383333333333331</c:v>
                </c:pt>
                <c:pt idx="3764" formatCode="0.0000">
                  <c:v>2.0391666666666666</c:v>
                </c:pt>
                <c:pt idx="3765" formatCode="0.0000">
                  <c:v>2.04</c:v>
                </c:pt>
                <c:pt idx="3766" formatCode="0.0000">
                  <c:v>2.0408333333333331</c:v>
                </c:pt>
                <c:pt idx="3767" formatCode="0.0000">
                  <c:v>2.0416666666666665</c:v>
                </c:pt>
                <c:pt idx="3768" formatCode="0.0000">
                  <c:v>2.0425</c:v>
                </c:pt>
                <c:pt idx="3769" formatCode="0.0000">
                  <c:v>2.0433333333333334</c:v>
                </c:pt>
                <c:pt idx="3770" formatCode="0.0000">
                  <c:v>2.0441666666666669</c:v>
                </c:pt>
                <c:pt idx="3771" formatCode="0.0000">
                  <c:v>2.0449999999999999</c:v>
                </c:pt>
                <c:pt idx="3772" formatCode="0.0000">
                  <c:v>2.0458333333333334</c:v>
                </c:pt>
                <c:pt idx="3773" formatCode="0.0000">
                  <c:v>2.0466666666666664</c:v>
                </c:pt>
                <c:pt idx="3774" formatCode="0.0000">
                  <c:v>2.0474999999999999</c:v>
                </c:pt>
                <c:pt idx="3775" formatCode="0.0000">
                  <c:v>2.0483333333333333</c:v>
                </c:pt>
                <c:pt idx="3776" formatCode="0.0000">
                  <c:v>2.0491666666666664</c:v>
                </c:pt>
                <c:pt idx="3777" formatCode="0.0000">
                  <c:v>2.0500000000000003</c:v>
                </c:pt>
                <c:pt idx="3778" formatCode="0.0000">
                  <c:v>2.0508333333333333</c:v>
                </c:pt>
                <c:pt idx="3779" formatCode="0.0000">
                  <c:v>2.0516666666666667</c:v>
                </c:pt>
                <c:pt idx="3780" formatCode="0.0000">
                  <c:v>2.0525000000000002</c:v>
                </c:pt>
                <c:pt idx="3781" formatCode="0.0000">
                  <c:v>2.0533333333333332</c:v>
                </c:pt>
                <c:pt idx="3782" formatCode="0.0000">
                  <c:v>2.0541666666666667</c:v>
                </c:pt>
                <c:pt idx="3783" formatCode="0.0000">
                  <c:v>2.0549999999999997</c:v>
                </c:pt>
                <c:pt idx="3784" formatCode="0.0000">
                  <c:v>2.0558333333333332</c:v>
                </c:pt>
                <c:pt idx="3785" formatCode="0.0000">
                  <c:v>2.0566666666666666</c:v>
                </c:pt>
                <c:pt idx="3786" formatCode="0.0000">
                  <c:v>2.0574999999999997</c:v>
                </c:pt>
                <c:pt idx="3787" formatCode="0.0000">
                  <c:v>2.0583333333333336</c:v>
                </c:pt>
                <c:pt idx="3788" formatCode="0.0000">
                  <c:v>2.0591666666666666</c:v>
                </c:pt>
                <c:pt idx="3789" formatCode="0.0000">
                  <c:v>2.06</c:v>
                </c:pt>
                <c:pt idx="3790" formatCode="0.0000">
                  <c:v>2.0608333333333335</c:v>
                </c:pt>
                <c:pt idx="3791" formatCode="0.0000">
                  <c:v>2.0616666666666665</c:v>
                </c:pt>
                <c:pt idx="3792" formatCode="0.0000">
                  <c:v>2.0625</c:v>
                </c:pt>
                <c:pt idx="3793" formatCode="0.0000">
                  <c:v>2.063333333333333</c:v>
                </c:pt>
                <c:pt idx="3794" formatCode="0.0000">
                  <c:v>2.0641666666666665</c:v>
                </c:pt>
                <c:pt idx="3795" formatCode="0.0000">
                  <c:v>2.0649999999999999</c:v>
                </c:pt>
                <c:pt idx="3796" formatCode="0.0000">
                  <c:v>2.0658333333333334</c:v>
                </c:pt>
                <c:pt idx="3797" formatCode="0.0000">
                  <c:v>2.0666666666666669</c:v>
                </c:pt>
                <c:pt idx="3798" formatCode="0.0000">
                  <c:v>2.0674999999999999</c:v>
                </c:pt>
                <c:pt idx="3799" formatCode="0.0000">
                  <c:v>2.0683333333333334</c:v>
                </c:pt>
                <c:pt idx="3800" formatCode="0.0000">
                  <c:v>2.0691666666666668</c:v>
                </c:pt>
                <c:pt idx="3801" formatCode="0.0000">
                  <c:v>2.0699999999999998</c:v>
                </c:pt>
                <c:pt idx="3802" formatCode="0.0000">
                  <c:v>2.0708333333333333</c:v>
                </c:pt>
                <c:pt idx="3803" formatCode="0.0000">
                  <c:v>2.0716666666666663</c:v>
                </c:pt>
                <c:pt idx="3804" formatCode="0.0000">
                  <c:v>2.0724999999999998</c:v>
                </c:pt>
                <c:pt idx="3805" formatCode="0.0000">
                  <c:v>2.0733333333333337</c:v>
                </c:pt>
                <c:pt idx="3806" formatCode="0.0000">
                  <c:v>2.0741666666666667</c:v>
                </c:pt>
                <c:pt idx="3807" formatCode="0.0000">
                  <c:v>2.0750000000000002</c:v>
                </c:pt>
                <c:pt idx="3808" formatCode="0.0000">
                  <c:v>2.0758333333333332</c:v>
                </c:pt>
                <c:pt idx="3809" formatCode="0.0000">
                  <c:v>2.0766666666666667</c:v>
                </c:pt>
                <c:pt idx="3810" formatCode="0.0000">
                  <c:v>2.0775000000000001</c:v>
                </c:pt>
                <c:pt idx="3811" formatCode="0.0000">
                  <c:v>2.0783333333333331</c:v>
                </c:pt>
                <c:pt idx="3812" formatCode="0.0000">
                  <c:v>2.0791666666666666</c:v>
                </c:pt>
                <c:pt idx="3813" formatCode="0.0000">
                  <c:v>2.0799999999999996</c:v>
                </c:pt>
                <c:pt idx="3814" formatCode="0.0000">
                  <c:v>2.0808333333333331</c:v>
                </c:pt>
                <c:pt idx="3815" formatCode="0.0000">
                  <c:v>2.081666666666667</c:v>
                </c:pt>
                <c:pt idx="3816" formatCode="0.0000">
                  <c:v>2.0825</c:v>
                </c:pt>
                <c:pt idx="3817" formatCode="0.0000">
                  <c:v>2.0833333333333335</c:v>
                </c:pt>
                <c:pt idx="3818" formatCode="0.0000">
                  <c:v>2.0841666666666665</c:v>
                </c:pt>
                <c:pt idx="3819" formatCode="0.0000">
                  <c:v>2.085</c:v>
                </c:pt>
                <c:pt idx="3820" formatCode="0.0000">
                  <c:v>2.0858333333333334</c:v>
                </c:pt>
                <c:pt idx="3821" formatCode="0.0000">
                  <c:v>2.0866666666666664</c:v>
                </c:pt>
                <c:pt idx="3822" formatCode="0.0000">
                  <c:v>2.0874999999999999</c:v>
                </c:pt>
                <c:pt idx="3823" formatCode="0.0000">
                  <c:v>2.0883333333333329</c:v>
                </c:pt>
                <c:pt idx="3824" formatCode="0.0000">
                  <c:v>2.0891666666666668</c:v>
                </c:pt>
                <c:pt idx="3825" formatCode="0.0000">
                  <c:v>2.0900000000000003</c:v>
                </c:pt>
                <c:pt idx="3826" formatCode="0.0000">
                  <c:v>2.0908333333333333</c:v>
                </c:pt>
                <c:pt idx="3827" formatCode="0.0000">
                  <c:v>2.0916666666666668</c:v>
                </c:pt>
                <c:pt idx="3828" formatCode="0.0000">
                  <c:v>2.0924999999999998</c:v>
                </c:pt>
                <c:pt idx="3829" formatCode="0.0000">
                  <c:v>2.0933333333333333</c:v>
                </c:pt>
                <c:pt idx="3830" formatCode="0.0000">
                  <c:v>2.0941666666666667</c:v>
                </c:pt>
                <c:pt idx="3831" formatCode="0.0000">
                  <c:v>2.0949999999999998</c:v>
                </c:pt>
                <c:pt idx="3832" formatCode="0.0000">
                  <c:v>2.0958333333333332</c:v>
                </c:pt>
                <c:pt idx="3833" formatCode="0.0000">
                  <c:v>2.0966666666666662</c:v>
                </c:pt>
                <c:pt idx="3834" formatCode="0.0000">
                  <c:v>2.0975000000000001</c:v>
                </c:pt>
                <c:pt idx="3835" formatCode="0.0000">
                  <c:v>2.0983333333333336</c:v>
                </c:pt>
                <c:pt idx="3836" formatCode="0.0000">
                  <c:v>2.0991666666666666</c:v>
                </c:pt>
                <c:pt idx="3837" formatCode="0.0000">
                  <c:v>2.1</c:v>
                </c:pt>
                <c:pt idx="3838" formatCode="0.0000">
                  <c:v>2.1008333333333331</c:v>
                </c:pt>
                <c:pt idx="3839" formatCode="0.0000">
                  <c:v>2.1016666666666666</c:v>
                </c:pt>
                <c:pt idx="3840" formatCode="0.0000">
                  <c:v>2.1025</c:v>
                </c:pt>
                <c:pt idx="3841" formatCode="0.0000">
                  <c:v>2.1033333333333331</c:v>
                </c:pt>
                <c:pt idx="3842" formatCode="0.0000">
                  <c:v>2.1041666666666665</c:v>
                </c:pt>
                <c:pt idx="3843" formatCode="0.0000">
                  <c:v>2.105</c:v>
                </c:pt>
                <c:pt idx="3844" formatCode="0.0000">
                  <c:v>2.1058333333333334</c:v>
                </c:pt>
                <c:pt idx="3845" formatCode="0.0000">
                  <c:v>2.1066666666666669</c:v>
                </c:pt>
                <c:pt idx="3846" formatCode="0.0000">
                  <c:v>2.1074999999999999</c:v>
                </c:pt>
                <c:pt idx="3847" formatCode="0.0000">
                  <c:v>2.1083333333333334</c:v>
                </c:pt>
                <c:pt idx="3848" formatCode="0.0000">
                  <c:v>2.1091666666666664</c:v>
                </c:pt>
                <c:pt idx="3849" formatCode="0.0000">
                  <c:v>2.11</c:v>
                </c:pt>
                <c:pt idx="3850" formatCode="0.0000">
                  <c:v>2.1108333333333333</c:v>
                </c:pt>
                <c:pt idx="3851" formatCode="0.0000">
                  <c:v>2.1116666666666664</c:v>
                </c:pt>
                <c:pt idx="3852" formatCode="0.0000">
                  <c:v>2.1125000000000003</c:v>
                </c:pt>
                <c:pt idx="3853" formatCode="0.0000">
                  <c:v>2.1133333333333333</c:v>
                </c:pt>
                <c:pt idx="3854" formatCode="0.0000">
                  <c:v>2.1141666666666667</c:v>
                </c:pt>
                <c:pt idx="3855" formatCode="0.0000">
                  <c:v>2.1150000000000002</c:v>
                </c:pt>
                <c:pt idx="3856" formatCode="0.0000">
                  <c:v>2.1158333333333332</c:v>
                </c:pt>
                <c:pt idx="3857" formatCode="0.0000">
                  <c:v>2.1166666666666667</c:v>
                </c:pt>
                <c:pt idx="3858" formatCode="0.0000">
                  <c:v>2.1174999999999997</c:v>
                </c:pt>
                <c:pt idx="3859" formatCode="0.0000">
                  <c:v>2.1183333333333332</c:v>
                </c:pt>
                <c:pt idx="3860" formatCode="0.0000">
                  <c:v>2.1191666666666666</c:v>
                </c:pt>
                <c:pt idx="3861" formatCode="0.0000">
                  <c:v>2.1199999999999997</c:v>
                </c:pt>
                <c:pt idx="3862" formatCode="0.0000">
                  <c:v>2.1208333333333336</c:v>
                </c:pt>
                <c:pt idx="3863" formatCode="0.0000">
                  <c:v>2.1216666666666666</c:v>
                </c:pt>
                <c:pt idx="3864" formatCode="0.0000">
                  <c:v>2.1225000000000001</c:v>
                </c:pt>
                <c:pt idx="3865" formatCode="0.0000">
                  <c:v>2.1233333333333335</c:v>
                </c:pt>
                <c:pt idx="3866" formatCode="0.0000">
                  <c:v>2.1241666666666665</c:v>
                </c:pt>
                <c:pt idx="3867" formatCode="0.0000">
                  <c:v>2.125</c:v>
                </c:pt>
                <c:pt idx="3868" formatCode="0.0000">
                  <c:v>2.125833333333333</c:v>
                </c:pt>
                <c:pt idx="3869" formatCode="0.0000">
                  <c:v>2.1266666666666665</c:v>
                </c:pt>
                <c:pt idx="3870" formatCode="0.0000">
                  <c:v>2.1274999999999999</c:v>
                </c:pt>
                <c:pt idx="3871" formatCode="0.0000">
                  <c:v>2.1283333333333334</c:v>
                </c:pt>
                <c:pt idx="3872" formatCode="0.0000">
                  <c:v>2.1291666666666669</c:v>
                </c:pt>
                <c:pt idx="3873" formatCode="0.0000">
                  <c:v>2.13</c:v>
                </c:pt>
                <c:pt idx="3874" formatCode="0.0000">
                  <c:v>2.1308333333333334</c:v>
                </c:pt>
                <c:pt idx="3875" formatCode="0.0000">
                  <c:v>2.1316666666666668</c:v>
                </c:pt>
                <c:pt idx="3876" formatCode="0.0000">
                  <c:v>2.1324999999999998</c:v>
                </c:pt>
                <c:pt idx="3877" formatCode="0.0000">
                  <c:v>2.1333333333333333</c:v>
                </c:pt>
                <c:pt idx="3878" formatCode="0.0000">
                  <c:v>2.1341666666666663</c:v>
                </c:pt>
                <c:pt idx="3879" formatCode="0.0000">
                  <c:v>2.1349999999999998</c:v>
                </c:pt>
                <c:pt idx="3880" formatCode="0.0000">
                  <c:v>2.1358333333333337</c:v>
                </c:pt>
                <c:pt idx="3881" formatCode="0.0000">
                  <c:v>2.1366666666666667</c:v>
                </c:pt>
                <c:pt idx="3882" formatCode="0.0000">
                  <c:v>2.1375000000000002</c:v>
                </c:pt>
                <c:pt idx="3883" formatCode="0.0000">
                  <c:v>2.1383333333333332</c:v>
                </c:pt>
                <c:pt idx="3884" formatCode="0.0000">
                  <c:v>2.1391666666666667</c:v>
                </c:pt>
                <c:pt idx="3885" formatCode="0.0000">
                  <c:v>2.14</c:v>
                </c:pt>
                <c:pt idx="3886" formatCode="0.0000">
                  <c:v>2.1408333333333331</c:v>
                </c:pt>
                <c:pt idx="3887" formatCode="0.0000">
                  <c:v>2.1416666666666666</c:v>
                </c:pt>
                <c:pt idx="3888" formatCode="0.0000">
                  <c:v>2.1424999999999996</c:v>
                </c:pt>
                <c:pt idx="3889" formatCode="0.0000">
                  <c:v>2.1433333333333331</c:v>
                </c:pt>
                <c:pt idx="3890" formatCode="0.0000">
                  <c:v>2.144166666666667</c:v>
                </c:pt>
                <c:pt idx="3891" formatCode="0.0000">
                  <c:v>2.145</c:v>
                </c:pt>
                <c:pt idx="3892" formatCode="0.0000">
                  <c:v>2.1458333333333335</c:v>
                </c:pt>
                <c:pt idx="3893" formatCode="0.0000">
                  <c:v>2.1466666666666665</c:v>
                </c:pt>
                <c:pt idx="3894" formatCode="0.0000">
                  <c:v>2.1475</c:v>
                </c:pt>
                <c:pt idx="3895" formatCode="0.0000">
                  <c:v>2.1483333333333334</c:v>
                </c:pt>
                <c:pt idx="3896" formatCode="0.0000">
                  <c:v>2.1491666666666664</c:v>
                </c:pt>
                <c:pt idx="3897" formatCode="0.0000">
                  <c:v>2.15</c:v>
                </c:pt>
                <c:pt idx="3898" formatCode="0.0000">
                  <c:v>2.1508333333333329</c:v>
                </c:pt>
                <c:pt idx="3899" formatCode="0.0000">
                  <c:v>2.1516666666666668</c:v>
                </c:pt>
                <c:pt idx="3900" formatCode="0.0000">
                  <c:v>2.1525000000000003</c:v>
                </c:pt>
                <c:pt idx="3901" formatCode="0.0000">
                  <c:v>2.1533333333333333</c:v>
                </c:pt>
                <c:pt idx="3902" formatCode="0.0000">
                  <c:v>2.1541666666666668</c:v>
                </c:pt>
                <c:pt idx="3903" formatCode="0.0000">
                  <c:v>2.1549999999999998</c:v>
                </c:pt>
                <c:pt idx="3904" formatCode="0.0000">
                  <c:v>2.1558333333333333</c:v>
                </c:pt>
                <c:pt idx="3905" formatCode="0.0000">
                  <c:v>2.1566666666666667</c:v>
                </c:pt>
                <c:pt idx="3906" formatCode="0.0000">
                  <c:v>2.1574999999999998</c:v>
                </c:pt>
                <c:pt idx="3907" formatCode="0.0000">
                  <c:v>2.1583333333333332</c:v>
                </c:pt>
                <c:pt idx="3908" formatCode="0.0000">
                  <c:v>2.1591666666666662</c:v>
                </c:pt>
                <c:pt idx="3909" formatCode="0.0000">
                  <c:v>2.16</c:v>
                </c:pt>
                <c:pt idx="3910" formatCode="0.0000">
                  <c:v>2.1608333333333336</c:v>
                </c:pt>
                <c:pt idx="3911" formatCode="0.0000">
                  <c:v>2.1616666666666666</c:v>
                </c:pt>
                <c:pt idx="3912" formatCode="0.0000">
                  <c:v>2.1625000000000001</c:v>
                </c:pt>
                <c:pt idx="3913" formatCode="0.0000">
                  <c:v>2.1633333333333331</c:v>
                </c:pt>
                <c:pt idx="3914" formatCode="0.0000">
                  <c:v>2.1641666666666666</c:v>
                </c:pt>
                <c:pt idx="3915" formatCode="0.0000">
                  <c:v>2.165</c:v>
                </c:pt>
                <c:pt idx="3916" formatCode="0.0000">
                  <c:v>2.1658333333333331</c:v>
                </c:pt>
                <c:pt idx="3917" formatCode="0.0000">
                  <c:v>2.1666666666666665</c:v>
                </c:pt>
                <c:pt idx="3918" formatCode="0.0000">
                  <c:v>2.1675</c:v>
                </c:pt>
                <c:pt idx="3919" formatCode="0.0000">
                  <c:v>2.1683333333333334</c:v>
                </c:pt>
                <c:pt idx="3920" formatCode="0.0000">
                  <c:v>2.1691666666666669</c:v>
                </c:pt>
                <c:pt idx="3921" formatCode="0.0000">
                  <c:v>2.17</c:v>
                </c:pt>
                <c:pt idx="3922" formatCode="0.0000">
                  <c:v>2.1708333333333334</c:v>
                </c:pt>
                <c:pt idx="3923" formatCode="0.0000">
                  <c:v>2.1716666666666664</c:v>
                </c:pt>
                <c:pt idx="3924" formatCode="0.0000">
                  <c:v>2.1724999999999999</c:v>
                </c:pt>
                <c:pt idx="3925" formatCode="0.0000">
                  <c:v>2.1733333333333333</c:v>
                </c:pt>
                <c:pt idx="3926" formatCode="0.0000">
                  <c:v>2.1741666666666664</c:v>
                </c:pt>
                <c:pt idx="3927" formatCode="0.0000">
                  <c:v>2.1750000000000003</c:v>
                </c:pt>
                <c:pt idx="3928" formatCode="0.0000">
                  <c:v>2.1758333333333333</c:v>
                </c:pt>
                <c:pt idx="3929" formatCode="0.0000">
                  <c:v>2.1766666666666667</c:v>
                </c:pt>
                <c:pt idx="3930" formatCode="0.0000">
                  <c:v>2.1775000000000002</c:v>
                </c:pt>
                <c:pt idx="3931" formatCode="0.0000">
                  <c:v>2.1783333333333332</c:v>
                </c:pt>
                <c:pt idx="3932" formatCode="0.0000">
                  <c:v>2.1791666666666667</c:v>
                </c:pt>
                <c:pt idx="3933" formatCode="0.0000">
                  <c:v>2.1799999999999997</c:v>
                </c:pt>
                <c:pt idx="3934" formatCode="0.0000">
                  <c:v>2.1808333333333332</c:v>
                </c:pt>
                <c:pt idx="3935" formatCode="0.0000">
                  <c:v>2.1816666666666666</c:v>
                </c:pt>
                <c:pt idx="3936" formatCode="0.0000">
                  <c:v>2.1824999999999997</c:v>
                </c:pt>
                <c:pt idx="3937" formatCode="0.0000">
                  <c:v>2.1833333333333336</c:v>
                </c:pt>
                <c:pt idx="3938" formatCode="0.0000">
                  <c:v>2.1841666666666666</c:v>
                </c:pt>
                <c:pt idx="3939" formatCode="0.0000">
                  <c:v>2.1850000000000001</c:v>
                </c:pt>
                <c:pt idx="3940" formatCode="0.0000">
                  <c:v>2.1858333333333335</c:v>
                </c:pt>
                <c:pt idx="3941" formatCode="0.0000">
                  <c:v>2.1866666666666665</c:v>
                </c:pt>
                <c:pt idx="3942" formatCode="0.0000">
                  <c:v>2.1875</c:v>
                </c:pt>
                <c:pt idx="3943" formatCode="0.0000">
                  <c:v>2.188333333333333</c:v>
                </c:pt>
                <c:pt idx="3944" formatCode="0.0000">
                  <c:v>2.1891666666666665</c:v>
                </c:pt>
                <c:pt idx="3945" formatCode="0.0000">
                  <c:v>2.19</c:v>
                </c:pt>
                <c:pt idx="3946" formatCode="0.0000">
                  <c:v>2.1908333333333334</c:v>
                </c:pt>
                <c:pt idx="3947" formatCode="0.0000">
                  <c:v>2.1916666666666669</c:v>
                </c:pt>
                <c:pt idx="3948" formatCode="0.0000">
                  <c:v>2.1924999999999999</c:v>
                </c:pt>
                <c:pt idx="3949" formatCode="0.0000">
                  <c:v>2.1933333333333334</c:v>
                </c:pt>
                <c:pt idx="3950" formatCode="0.0000">
                  <c:v>2.1941666666666668</c:v>
                </c:pt>
                <c:pt idx="3951" formatCode="0.0000">
                  <c:v>2.1949999999999998</c:v>
                </c:pt>
                <c:pt idx="3952" formatCode="0.0000">
                  <c:v>2.1958333333333333</c:v>
                </c:pt>
                <c:pt idx="3953" formatCode="0.0000">
                  <c:v>2.1966666666666663</c:v>
                </c:pt>
                <c:pt idx="3954" formatCode="0.0000">
                  <c:v>2.1974999999999998</c:v>
                </c:pt>
                <c:pt idx="3955" formatCode="0.0000">
                  <c:v>2.1983333333333337</c:v>
                </c:pt>
                <c:pt idx="3956" formatCode="0.0000">
                  <c:v>2.1991666666666667</c:v>
                </c:pt>
                <c:pt idx="3957" formatCode="0.0000">
                  <c:v>2.2000000000000002</c:v>
                </c:pt>
                <c:pt idx="3958" formatCode="0.0000">
                  <c:v>2.2008333333333332</c:v>
                </c:pt>
                <c:pt idx="3959" formatCode="0.0000">
                  <c:v>2.2016666666666667</c:v>
                </c:pt>
                <c:pt idx="3960" formatCode="0.0000">
                  <c:v>2.2025000000000001</c:v>
                </c:pt>
                <c:pt idx="3961" formatCode="0.0000">
                  <c:v>2.2033333333333331</c:v>
                </c:pt>
                <c:pt idx="3962" formatCode="0.0000">
                  <c:v>2.2041666666666666</c:v>
                </c:pt>
                <c:pt idx="3963" formatCode="0.0000">
                  <c:v>2.2049999999999996</c:v>
                </c:pt>
                <c:pt idx="3964" formatCode="0.0000">
                  <c:v>2.2058333333333331</c:v>
                </c:pt>
                <c:pt idx="3965" formatCode="0.0000">
                  <c:v>2.206666666666667</c:v>
                </c:pt>
                <c:pt idx="3966" formatCode="0.0000">
                  <c:v>2.2075</c:v>
                </c:pt>
                <c:pt idx="3967" formatCode="0.0000">
                  <c:v>2.2083333333333335</c:v>
                </c:pt>
                <c:pt idx="3968" formatCode="0.0000">
                  <c:v>2.2091666666666665</c:v>
                </c:pt>
                <c:pt idx="3969" formatCode="0.0000">
                  <c:v>2.21</c:v>
                </c:pt>
                <c:pt idx="3970" formatCode="0.0000">
                  <c:v>2.2108333333333334</c:v>
                </c:pt>
                <c:pt idx="3971" formatCode="0.0000">
                  <c:v>2.2116666666666664</c:v>
                </c:pt>
                <c:pt idx="3972" formatCode="0.0000">
                  <c:v>2.2124999999999999</c:v>
                </c:pt>
                <c:pt idx="3973" formatCode="0.0000">
                  <c:v>2.2133333333333329</c:v>
                </c:pt>
                <c:pt idx="3974" formatCode="0.0000">
                  <c:v>2.2141666666666668</c:v>
                </c:pt>
                <c:pt idx="3975" formatCode="0.0000">
                  <c:v>2.2150000000000003</c:v>
                </c:pt>
                <c:pt idx="3976" formatCode="0.0000">
                  <c:v>2.2158333333333333</c:v>
                </c:pt>
                <c:pt idx="3977" formatCode="0.0000">
                  <c:v>2.2166666666666668</c:v>
                </c:pt>
                <c:pt idx="3978" formatCode="0.0000">
                  <c:v>2.2174999999999998</c:v>
                </c:pt>
                <c:pt idx="3979" formatCode="0.0000">
                  <c:v>2.2183333333333333</c:v>
                </c:pt>
                <c:pt idx="3980" formatCode="0.0000">
                  <c:v>2.2191666666666667</c:v>
                </c:pt>
                <c:pt idx="3981" formatCode="0.0000">
                  <c:v>2.2199999999999998</c:v>
                </c:pt>
                <c:pt idx="3982" formatCode="0.0000">
                  <c:v>2.2208333333333332</c:v>
                </c:pt>
                <c:pt idx="3983" formatCode="0.0000">
                  <c:v>2.2216666666666662</c:v>
                </c:pt>
                <c:pt idx="3984" formatCode="0.0000">
                  <c:v>2.2225000000000001</c:v>
                </c:pt>
                <c:pt idx="3985" formatCode="0.0000">
                  <c:v>2.2233333333333336</c:v>
                </c:pt>
                <c:pt idx="3986" formatCode="0.0000">
                  <c:v>2.2241666666666666</c:v>
                </c:pt>
                <c:pt idx="3987" formatCode="0.0000">
                  <c:v>2.2250000000000001</c:v>
                </c:pt>
                <c:pt idx="3988" formatCode="0.0000">
                  <c:v>2.2258333333333331</c:v>
                </c:pt>
                <c:pt idx="3989" formatCode="0.0000">
                  <c:v>2.2266666666666666</c:v>
                </c:pt>
                <c:pt idx="3990" formatCode="0.0000">
                  <c:v>2.2275</c:v>
                </c:pt>
                <c:pt idx="3991" formatCode="0.0000">
                  <c:v>2.2283333333333331</c:v>
                </c:pt>
                <c:pt idx="3992" formatCode="0.0000">
                  <c:v>2.2291666666666665</c:v>
                </c:pt>
                <c:pt idx="3993" formatCode="0.0000">
                  <c:v>2.23</c:v>
                </c:pt>
                <c:pt idx="3994" formatCode="0.0000">
                  <c:v>2.2308333333333334</c:v>
                </c:pt>
                <c:pt idx="3995" formatCode="0.0000">
                  <c:v>2.2316666666666669</c:v>
                </c:pt>
                <c:pt idx="3996" formatCode="0.0000">
                  <c:v>2.2324999999999999</c:v>
                </c:pt>
                <c:pt idx="3997" formatCode="0.0000">
                  <c:v>2.2333333333333334</c:v>
                </c:pt>
                <c:pt idx="3998" formatCode="0.0000">
                  <c:v>2.2341666666666664</c:v>
                </c:pt>
                <c:pt idx="3999" formatCode="0.0000">
                  <c:v>2.2349999999999999</c:v>
                </c:pt>
                <c:pt idx="4000" formatCode="0.0000">
                  <c:v>2.2358333333333333</c:v>
                </c:pt>
                <c:pt idx="4001" formatCode="0.0000">
                  <c:v>2.2366666666666664</c:v>
                </c:pt>
                <c:pt idx="4002" formatCode="0.0000">
                  <c:v>2.2375000000000003</c:v>
                </c:pt>
                <c:pt idx="4003" formatCode="0.0000">
                  <c:v>2.2383333333333333</c:v>
                </c:pt>
                <c:pt idx="4004" formatCode="0.0000">
                  <c:v>2.2391666666666667</c:v>
                </c:pt>
                <c:pt idx="4005" formatCode="0.0000">
                  <c:v>2.2400000000000002</c:v>
                </c:pt>
                <c:pt idx="4006" formatCode="0.0000">
                  <c:v>2.2408333333333332</c:v>
                </c:pt>
                <c:pt idx="4007" formatCode="0.0000">
                  <c:v>2.2416666666666667</c:v>
                </c:pt>
                <c:pt idx="4008" formatCode="0.0000">
                  <c:v>2.2424999999999997</c:v>
                </c:pt>
                <c:pt idx="4009" formatCode="0.0000">
                  <c:v>2.2433333333333332</c:v>
                </c:pt>
                <c:pt idx="4010" formatCode="0.0000">
                  <c:v>2.2441666666666666</c:v>
                </c:pt>
                <c:pt idx="4011" formatCode="0.0000">
                  <c:v>2.2449999999999997</c:v>
                </c:pt>
                <c:pt idx="4012" formatCode="0.0000">
                  <c:v>2.2458333333333336</c:v>
                </c:pt>
                <c:pt idx="4013" formatCode="0.0000">
                  <c:v>2.2466666666666666</c:v>
                </c:pt>
                <c:pt idx="4014" formatCode="0.0000">
                  <c:v>2.2475000000000001</c:v>
                </c:pt>
                <c:pt idx="4015" formatCode="0.0000">
                  <c:v>2.2483333333333335</c:v>
                </c:pt>
                <c:pt idx="4016" formatCode="0.0000">
                  <c:v>2.2491666666666665</c:v>
                </c:pt>
                <c:pt idx="4017" formatCode="0.0000">
                  <c:v>2.25</c:v>
                </c:pt>
                <c:pt idx="4018" formatCode="0.0000">
                  <c:v>2.250833333333333</c:v>
                </c:pt>
                <c:pt idx="4019" formatCode="0.0000">
                  <c:v>2.2516666666666665</c:v>
                </c:pt>
                <c:pt idx="4020" formatCode="0.0000">
                  <c:v>2.2524999999999999</c:v>
                </c:pt>
                <c:pt idx="4021" formatCode="0.0000">
                  <c:v>2.2533333333333334</c:v>
                </c:pt>
                <c:pt idx="4022" formatCode="0.0000">
                  <c:v>2.2541666666666669</c:v>
                </c:pt>
                <c:pt idx="4023" formatCode="0.0000">
                  <c:v>2.2549999999999999</c:v>
                </c:pt>
                <c:pt idx="4024" formatCode="0.0000">
                  <c:v>2.2558333333333334</c:v>
                </c:pt>
                <c:pt idx="4025" formatCode="0.0000">
                  <c:v>2.2566666666666668</c:v>
                </c:pt>
                <c:pt idx="4026" formatCode="0.0000">
                  <c:v>2.2574999999999998</c:v>
                </c:pt>
                <c:pt idx="4027" formatCode="0.0000">
                  <c:v>2.2583333333333333</c:v>
                </c:pt>
                <c:pt idx="4028" formatCode="0.0000">
                  <c:v>2.2591666666666663</c:v>
                </c:pt>
                <c:pt idx="4029" formatCode="0.0000">
                  <c:v>2.2599999999999998</c:v>
                </c:pt>
                <c:pt idx="4030" formatCode="0.0000">
                  <c:v>2.2608333333333337</c:v>
                </c:pt>
                <c:pt idx="4031" formatCode="0.0000">
                  <c:v>2.2616666666666667</c:v>
                </c:pt>
                <c:pt idx="4032" formatCode="0.0000">
                  <c:v>2.2625000000000002</c:v>
                </c:pt>
                <c:pt idx="4033" formatCode="0.0000">
                  <c:v>2.2633333333333332</c:v>
                </c:pt>
                <c:pt idx="4034" formatCode="0.0000">
                  <c:v>2.2641666666666667</c:v>
                </c:pt>
                <c:pt idx="4035" formatCode="0.0000">
                  <c:v>2.2650000000000001</c:v>
                </c:pt>
                <c:pt idx="4036" formatCode="0.0000">
                  <c:v>2.2658333333333331</c:v>
                </c:pt>
                <c:pt idx="4037" formatCode="0.0000">
                  <c:v>2.2666666666666666</c:v>
                </c:pt>
                <c:pt idx="4038" formatCode="0.0000">
                  <c:v>2.2674999999999996</c:v>
                </c:pt>
                <c:pt idx="4039" formatCode="0.0000">
                  <c:v>2.2683333333333331</c:v>
                </c:pt>
                <c:pt idx="4040" formatCode="0.0000">
                  <c:v>2.269166666666667</c:v>
                </c:pt>
                <c:pt idx="4041" formatCode="0.0000">
                  <c:v>2.27</c:v>
                </c:pt>
                <c:pt idx="4042" formatCode="0.0000">
                  <c:v>2.2708333333333335</c:v>
                </c:pt>
                <c:pt idx="4043" formatCode="0.0000">
                  <c:v>2.2716666666666665</c:v>
                </c:pt>
                <c:pt idx="4044" formatCode="0.0000">
                  <c:v>2.2725</c:v>
                </c:pt>
                <c:pt idx="4045" formatCode="0.0000">
                  <c:v>2.2733333333333334</c:v>
                </c:pt>
                <c:pt idx="4046" formatCode="0.0000">
                  <c:v>2.2741666666666664</c:v>
                </c:pt>
                <c:pt idx="4047" formatCode="0.0000">
                  <c:v>2.2749999999999999</c:v>
                </c:pt>
                <c:pt idx="4048" formatCode="0.0000">
                  <c:v>2.2758333333333329</c:v>
                </c:pt>
                <c:pt idx="4049" formatCode="0.0000">
                  <c:v>2.2766666666666668</c:v>
                </c:pt>
                <c:pt idx="4050" formatCode="0.0000">
                  <c:v>2.2775000000000003</c:v>
                </c:pt>
                <c:pt idx="4051" formatCode="0.0000">
                  <c:v>2.2783333333333333</c:v>
                </c:pt>
                <c:pt idx="4052" formatCode="0.0000">
                  <c:v>2.2791666666666668</c:v>
                </c:pt>
                <c:pt idx="4053" formatCode="0.0000">
                  <c:v>2.2799999999999998</c:v>
                </c:pt>
                <c:pt idx="4054" formatCode="0.0000">
                  <c:v>2.2808333333333333</c:v>
                </c:pt>
                <c:pt idx="4055" formatCode="0.0000">
                  <c:v>2.2816666666666667</c:v>
                </c:pt>
                <c:pt idx="4056" formatCode="0.0000">
                  <c:v>2.2824999999999998</c:v>
                </c:pt>
                <c:pt idx="4057" formatCode="0.0000">
                  <c:v>2.2833333333333332</c:v>
                </c:pt>
                <c:pt idx="4058" formatCode="0.0000">
                  <c:v>2.2841666666666662</c:v>
                </c:pt>
                <c:pt idx="4059" formatCode="0.0000">
                  <c:v>2.2850000000000001</c:v>
                </c:pt>
                <c:pt idx="4060" formatCode="0.0000">
                  <c:v>2.2858333333333336</c:v>
                </c:pt>
                <c:pt idx="4061" formatCode="0.0000">
                  <c:v>2.2866666666666666</c:v>
                </c:pt>
                <c:pt idx="4062" formatCode="0.0000">
                  <c:v>2.2875000000000001</c:v>
                </c:pt>
                <c:pt idx="4063" formatCode="0.0000">
                  <c:v>2.2883333333333331</c:v>
                </c:pt>
                <c:pt idx="4064" formatCode="0.0000">
                  <c:v>2.2891666666666666</c:v>
                </c:pt>
                <c:pt idx="4065" formatCode="0.0000">
                  <c:v>2.29</c:v>
                </c:pt>
                <c:pt idx="4066" formatCode="0.0000">
                  <c:v>2.2908333333333331</c:v>
                </c:pt>
                <c:pt idx="4067" formatCode="0.0000">
                  <c:v>2.2916666666666665</c:v>
                </c:pt>
                <c:pt idx="4068" formatCode="0.0000">
                  <c:v>2.2925</c:v>
                </c:pt>
                <c:pt idx="4069" formatCode="0.0000">
                  <c:v>2.2933333333333334</c:v>
                </c:pt>
                <c:pt idx="4070" formatCode="0.0000">
                  <c:v>2.2941666666666669</c:v>
                </c:pt>
                <c:pt idx="4071" formatCode="0.0000">
                  <c:v>2.2949999999999999</c:v>
                </c:pt>
                <c:pt idx="4072" formatCode="0.0000">
                  <c:v>2.2958333333333334</c:v>
                </c:pt>
                <c:pt idx="4073" formatCode="0.0000">
                  <c:v>2.2966666666666664</c:v>
                </c:pt>
                <c:pt idx="4074" formatCode="0.0000">
                  <c:v>2.2974999999999999</c:v>
                </c:pt>
                <c:pt idx="4075" formatCode="0.0000">
                  <c:v>2.2983333333333333</c:v>
                </c:pt>
                <c:pt idx="4076" formatCode="0.0000">
                  <c:v>2.2991666666666664</c:v>
                </c:pt>
                <c:pt idx="4077" formatCode="0.0000">
                  <c:v>2.3000000000000003</c:v>
                </c:pt>
                <c:pt idx="4078" formatCode="0.0000">
                  <c:v>2.3008333333333333</c:v>
                </c:pt>
                <c:pt idx="4079" formatCode="0.0000">
                  <c:v>2.3016666666666667</c:v>
                </c:pt>
                <c:pt idx="4080" formatCode="0.0000">
                  <c:v>2.3025000000000002</c:v>
                </c:pt>
                <c:pt idx="4081" formatCode="0.0000">
                  <c:v>2.3033333333333332</c:v>
                </c:pt>
                <c:pt idx="4082" formatCode="0.0000">
                  <c:v>2.3041666666666667</c:v>
                </c:pt>
                <c:pt idx="4083" formatCode="0.0000">
                  <c:v>2.3049999999999997</c:v>
                </c:pt>
                <c:pt idx="4084" formatCode="0.0000">
                  <c:v>2.3058333333333332</c:v>
                </c:pt>
                <c:pt idx="4085" formatCode="0.0000">
                  <c:v>2.3066666666666666</c:v>
                </c:pt>
                <c:pt idx="4086" formatCode="0.0000">
                  <c:v>2.3074999999999997</c:v>
                </c:pt>
                <c:pt idx="4087" formatCode="0.0000">
                  <c:v>2.3083333333333336</c:v>
                </c:pt>
                <c:pt idx="4088" formatCode="0.0000">
                  <c:v>2.3091666666666666</c:v>
                </c:pt>
                <c:pt idx="4089" formatCode="0.0000">
                  <c:v>2.31</c:v>
                </c:pt>
                <c:pt idx="4090" formatCode="0.0000">
                  <c:v>2.3108333333333335</c:v>
                </c:pt>
                <c:pt idx="4091" formatCode="0.0000">
                  <c:v>2.3116666666666665</c:v>
                </c:pt>
                <c:pt idx="4092" formatCode="0.0000">
                  <c:v>2.3125</c:v>
                </c:pt>
                <c:pt idx="4093" formatCode="0.0000">
                  <c:v>2.313333333333333</c:v>
                </c:pt>
                <c:pt idx="4094" formatCode="0.0000">
                  <c:v>2.3141666666666665</c:v>
                </c:pt>
                <c:pt idx="4095" formatCode="0.0000">
                  <c:v>2.3149999999999999</c:v>
                </c:pt>
                <c:pt idx="4096" formatCode="0.0000">
                  <c:v>2.3158333333333334</c:v>
                </c:pt>
                <c:pt idx="4097" formatCode="0.0000">
                  <c:v>2.3166666666666669</c:v>
                </c:pt>
                <c:pt idx="4098" formatCode="0.0000">
                  <c:v>2.3174999999999999</c:v>
                </c:pt>
                <c:pt idx="4099" formatCode="0.0000">
                  <c:v>2.3183333333333334</c:v>
                </c:pt>
                <c:pt idx="4100" formatCode="0.0000">
                  <c:v>2.3191666666666668</c:v>
                </c:pt>
                <c:pt idx="4101" formatCode="0.0000">
                  <c:v>2.3199999999999998</c:v>
                </c:pt>
                <c:pt idx="4102" formatCode="0.0000">
                  <c:v>2.3208333333333333</c:v>
                </c:pt>
                <c:pt idx="4103" formatCode="0.0000">
                  <c:v>2.3216666666666663</c:v>
                </c:pt>
                <c:pt idx="4104" formatCode="0.0000">
                  <c:v>2.3224999999999998</c:v>
                </c:pt>
                <c:pt idx="4105" formatCode="0.0000">
                  <c:v>2.3233333333333337</c:v>
                </c:pt>
                <c:pt idx="4106" formatCode="0.0000">
                  <c:v>2.3241666666666667</c:v>
                </c:pt>
                <c:pt idx="4107" formatCode="0.0000">
                  <c:v>2.3250000000000002</c:v>
                </c:pt>
                <c:pt idx="4108" formatCode="0.0000">
                  <c:v>2.3258333333333332</c:v>
                </c:pt>
                <c:pt idx="4109" formatCode="0.0000">
                  <c:v>2.3266666666666667</c:v>
                </c:pt>
                <c:pt idx="4110" formatCode="0.0000">
                  <c:v>2.3275000000000001</c:v>
                </c:pt>
                <c:pt idx="4111" formatCode="0.0000">
                  <c:v>2.3283333333333331</c:v>
                </c:pt>
                <c:pt idx="4112" formatCode="0.0000">
                  <c:v>2.3291666666666666</c:v>
                </c:pt>
                <c:pt idx="4113" formatCode="0.0000">
                  <c:v>2.3299999999999996</c:v>
                </c:pt>
                <c:pt idx="4114" formatCode="0.0000">
                  <c:v>2.3308333333333331</c:v>
                </c:pt>
                <c:pt idx="4115" formatCode="0.0000">
                  <c:v>2.331666666666667</c:v>
                </c:pt>
                <c:pt idx="4116" formatCode="0.0000">
                  <c:v>2.3325</c:v>
                </c:pt>
                <c:pt idx="4117" formatCode="0.0000">
                  <c:v>2.3333333333333335</c:v>
                </c:pt>
                <c:pt idx="4118" formatCode="0.0000">
                  <c:v>2.3341666666666665</c:v>
                </c:pt>
                <c:pt idx="4119" formatCode="0.0000">
                  <c:v>2.335</c:v>
                </c:pt>
                <c:pt idx="4120" formatCode="0.0000">
                  <c:v>2.3358333333333334</c:v>
                </c:pt>
                <c:pt idx="4121" formatCode="0.0000">
                  <c:v>2.3366666666666664</c:v>
                </c:pt>
                <c:pt idx="4122" formatCode="0.0000">
                  <c:v>2.3374999999999999</c:v>
                </c:pt>
                <c:pt idx="4123" formatCode="0.0000">
                  <c:v>2.3383333333333329</c:v>
                </c:pt>
                <c:pt idx="4124" formatCode="0.0000">
                  <c:v>2.3391666666666668</c:v>
                </c:pt>
                <c:pt idx="4125" formatCode="0.0000">
                  <c:v>2.3400000000000003</c:v>
                </c:pt>
                <c:pt idx="4126" formatCode="0.0000">
                  <c:v>2.3408333333333333</c:v>
                </c:pt>
                <c:pt idx="4127" formatCode="0.0000">
                  <c:v>2.3416666666666668</c:v>
                </c:pt>
                <c:pt idx="4128" formatCode="0.0000">
                  <c:v>2.3424999999999998</c:v>
                </c:pt>
                <c:pt idx="4129" formatCode="0.0000">
                  <c:v>2.3433333333333333</c:v>
                </c:pt>
                <c:pt idx="4130" formatCode="0.0000">
                  <c:v>2.3441666666666667</c:v>
                </c:pt>
                <c:pt idx="4131" formatCode="0.0000">
                  <c:v>2.3449999999999998</c:v>
                </c:pt>
                <c:pt idx="4132" formatCode="0.0000">
                  <c:v>2.3458333333333332</c:v>
                </c:pt>
                <c:pt idx="4133" formatCode="0.0000">
                  <c:v>2.3466666666666662</c:v>
                </c:pt>
                <c:pt idx="4134" formatCode="0.0000">
                  <c:v>2.3475000000000001</c:v>
                </c:pt>
                <c:pt idx="4135" formatCode="0.0000">
                  <c:v>2.3483333333333336</c:v>
                </c:pt>
                <c:pt idx="4136" formatCode="0.0000">
                  <c:v>2.3491666666666666</c:v>
                </c:pt>
                <c:pt idx="4137" formatCode="0.0000">
                  <c:v>2.35</c:v>
                </c:pt>
                <c:pt idx="4138" formatCode="0.0000">
                  <c:v>2.3508333333333331</c:v>
                </c:pt>
                <c:pt idx="4139" formatCode="0.0000">
                  <c:v>2.3516666666666666</c:v>
                </c:pt>
                <c:pt idx="4140" formatCode="0.0000">
                  <c:v>2.3525</c:v>
                </c:pt>
                <c:pt idx="4141" formatCode="0.0000">
                  <c:v>2.3533333333333331</c:v>
                </c:pt>
                <c:pt idx="4142" formatCode="0.0000">
                  <c:v>2.3541666666666665</c:v>
                </c:pt>
                <c:pt idx="4143" formatCode="0.0000">
                  <c:v>2.355</c:v>
                </c:pt>
                <c:pt idx="4144" formatCode="0.0000">
                  <c:v>2.3558333333333334</c:v>
                </c:pt>
                <c:pt idx="4145" formatCode="0.0000">
                  <c:v>2.3566666666666669</c:v>
                </c:pt>
                <c:pt idx="4146" formatCode="0.0000">
                  <c:v>2.3574999999999999</c:v>
                </c:pt>
                <c:pt idx="4147" formatCode="0.0000">
                  <c:v>2.3583333333333334</c:v>
                </c:pt>
                <c:pt idx="4148" formatCode="0.0000">
                  <c:v>2.3591666666666664</c:v>
                </c:pt>
                <c:pt idx="4149" formatCode="0.0000">
                  <c:v>2.36</c:v>
                </c:pt>
                <c:pt idx="4150" formatCode="0.0000">
                  <c:v>2.3608333333333333</c:v>
                </c:pt>
                <c:pt idx="4151" formatCode="0.0000">
                  <c:v>2.3616666666666664</c:v>
                </c:pt>
                <c:pt idx="4152" formatCode="0.0000">
                  <c:v>2.3625000000000003</c:v>
                </c:pt>
                <c:pt idx="4153" formatCode="0.0000">
                  <c:v>2.3633333333333333</c:v>
                </c:pt>
                <c:pt idx="4154" formatCode="0.0000">
                  <c:v>2.3641666666666667</c:v>
                </c:pt>
                <c:pt idx="4155" formatCode="0.0000">
                  <c:v>2.3650000000000002</c:v>
                </c:pt>
                <c:pt idx="4156" formatCode="0.0000">
                  <c:v>2.3658333333333332</c:v>
                </c:pt>
                <c:pt idx="4157" formatCode="0.0000">
                  <c:v>2.3666666666666667</c:v>
                </c:pt>
                <c:pt idx="4158" formatCode="0.0000">
                  <c:v>2.3674999999999997</c:v>
                </c:pt>
                <c:pt idx="4159" formatCode="0.0000">
                  <c:v>2.3683333333333332</c:v>
                </c:pt>
                <c:pt idx="4160" formatCode="0.0000">
                  <c:v>2.3691666666666666</c:v>
                </c:pt>
                <c:pt idx="4161" formatCode="0.0000">
                  <c:v>2.3699999999999997</c:v>
                </c:pt>
                <c:pt idx="4162" formatCode="0.0000">
                  <c:v>2.3708333333333336</c:v>
                </c:pt>
                <c:pt idx="4163" formatCode="0.0000">
                  <c:v>2.3716666666666666</c:v>
                </c:pt>
                <c:pt idx="4164" formatCode="0.0000">
                  <c:v>2.3725000000000001</c:v>
                </c:pt>
                <c:pt idx="4165" formatCode="0.0000">
                  <c:v>2.3733333333333335</c:v>
                </c:pt>
                <c:pt idx="4166" formatCode="0.0000">
                  <c:v>2.3741666666666665</c:v>
                </c:pt>
                <c:pt idx="4167" formatCode="0.0000">
                  <c:v>2.375</c:v>
                </c:pt>
                <c:pt idx="4168" formatCode="0.0000">
                  <c:v>2.375833333333333</c:v>
                </c:pt>
                <c:pt idx="4169" formatCode="0.0000">
                  <c:v>2.3766666666666665</c:v>
                </c:pt>
                <c:pt idx="4170" formatCode="0.0000">
                  <c:v>2.3774999999999999</c:v>
                </c:pt>
                <c:pt idx="4171" formatCode="0.0000">
                  <c:v>2.3783333333333334</c:v>
                </c:pt>
                <c:pt idx="4172" formatCode="0.0000">
                  <c:v>2.3791666666666669</c:v>
                </c:pt>
                <c:pt idx="4173" formatCode="0.0000">
                  <c:v>2.38</c:v>
                </c:pt>
                <c:pt idx="4174" formatCode="0.0000">
                  <c:v>2.3808333333333334</c:v>
                </c:pt>
                <c:pt idx="4175" formatCode="0.0000">
                  <c:v>2.3816666666666668</c:v>
                </c:pt>
                <c:pt idx="4176" formatCode="0.0000">
                  <c:v>2.3824999999999998</c:v>
                </c:pt>
                <c:pt idx="4177" formatCode="0.0000">
                  <c:v>2.3833333333333333</c:v>
                </c:pt>
                <c:pt idx="4178" formatCode="0.0000">
                  <c:v>2.3841666666666663</c:v>
                </c:pt>
                <c:pt idx="4179" formatCode="0.0000">
                  <c:v>2.3849999999999998</c:v>
                </c:pt>
                <c:pt idx="4180" formatCode="0.0000">
                  <c:v>2.3858333333333337</c:v>
                </c:pt>
                <c:pt idx="4181" formatCode="0.0000">
                  <c:v>2.3866666666666667</c:v>
                </c:pt>
                <c:pt idx="4182" formatCode="0.0000">
                  <c:v>2.3875000000000002</c:v>
                </c:pt>
                <c:pt idx="4183" formatCode="0.0000">
                  <c:v>2.3883333333333332</c:v>
                </c:pt>
                <c:pt idx="4184" formatCode="0.0000">
                  <c:v>2.3891666666666667</c:v>
                </c:pt>
                <c:pt idx="4185" formatCode="0.0000">
                  <c:v>2.39</c:v>
                </c:pt>
                <c:pt idx="4186" formatCode="0.0000">
                  <c:v>2.3908333333333331</c:v>
                </c:pt>
                <c:pt idx="4187" formatCode="0.0000">
                  <c:v>2.3916666666666666</c:v>
                </c:pt>
                <c:pt idx="4188" formatCode="0.0000">
                  <c:v>2.3924999999999996</c:v>
                </c:pt>
                <c:pt idx="4189" formatCode="0.0000">
                  <c:v>2.3933333333333331</c:v>
                </c:pt>
                <c:pt idx="4190" formatCode="0.0000">
                  <c:v>2.394166666666667</c:v>
                </c:pt>
                <c:pt idx="4191" formatCode="0.0000">
                  <c:v>2.395</c:v>
                </c:pt>
                <c:pt idx="4192" formatCode="0.0000">
                  <c:v>2.3958333333333335</c:v>
                </c:pt>
                <c:pt idx="4193" formatCode="0.0000">
                  <c:v>2.3966666666666665</c:v>
                </c:pt>
                <c:pt idx="4194" formatCode="0.0000">
                  <c:v>2.3975</c:v>
                </c:pt>
                <c:pt idx="4195" formatCode="0.0000">
                  <c:v>2.3983333333333334</c:v>
                </c:pt>
                <c:pt idx="4196" formatCode="0.0000">
                  <c:v>2.3991666666666664</c:v>
                </c:pt>
                <c:pt idx="4197" formatCode="0.0000">
                  <c:v>2.4</c:v>
                </c:pt>
                <c:pt idx="4198" formatCode="0.0000">
                  <c:v>2.4008333333333329</c:v>
                </c:pt>
                <c:pt idx="4199" formatCode="0.0000">
                  <c:v>2.4016666666666668</c:v>
                </c:pt>
                <c:pt idx="4200" formatCode="0.0000">
                  <c:v>2.4025000000000003</c:v>
                </c:pt>
                <c:pt idx="4201" formatCode="0.0000">
                  <c:v>2.4033333333333333</c:v>
                </c:pt>
                <c:pt idx="4202" formatCode="0.0000">
                  <c:v>2.4041666666666668</c:v>
                </c:pt>
                <c:pt idx="4203" formatCode="0.0000">
                  <c:v>2.4049999999999998</c:v>
                </c:pt>
                <c:pt idx="4204" formatCode="0.0000">
                  <c:v>2.4058333333333333</c:v>
                </c:pt>
                <c:pt idx="4205" formatCode="0.0000">
                  <c:v>2.4066666666666667</c:v>
                </c:pt>
                <c:pt idx="4206" formatCode="0.0000">
                  <c:v>2.4074999999999998</c:v>
                </c:pt>
                <c:pt idx="4207" formatCode="0.0000">
                  <c:v>2.4083333333333332</c:v>
                </c:pt>
                <c:pt idx="4208" formatCode="0.0000">
                  <c:v>2.4091666666666662</c:v>
                </c:pt>
                <c:pt idx="4209" formatCode="0.0000">
                  <c:v>2.41</c:v>
                </c:pt>
                <c:pt idx="4210" formatCode="0.0000">
                  <c:v>2.4108333333333336</c:v>
                </c:pt>
                <c:pt idx="4211" formatCode="0.0000">
                  <c:v>2.4116666666666666</c:v>
                </c:pt>
                <c:pt idx="4212" formatCode="0.0000">
                  <c:v>2.4125000000000001</c:v>
                </c:pt>
                <c:pt idx="4213" formatCode="0.0000">
                  <c:v>2.4133333333333331</c:v>
                </c:pt>
                <c:pt idx="4214" formatCode="0.0000">
                  <c:v>2.4141666666666666</c:v>
                </c:pt>
                <c:pt idx="4215" formatCode="0.0000">
                  <c:v>2.415</c:v>
                </c:pt>
                <c:pt idx="4216" formatCode="0.0000">
                  <c:v>2.4158333333333331</c:v>
                </c:pt>
                <c:pt idx="4217" formatCode="0.0000">
                  <c:v>2.4166666666666665</c:v>
                </c:pt>
                <c:pt idx="4218" formatCode="0.0000">
                  <c:v>2.4175</c:v>
                </c:pt>
                <c:pt idx="4219" formatCode="0.0000">
                  <c:v>2.4183333333333334</c:v>
                </c:pt>
                <c:pt idx="4220" formatCode="0.0000">
                  <c:v>2.4191666666666669</c:v>
                </c:pt>
                <c:pt idx="4221" formatCode="0.0000">
                  <c:v>2.42</c:v>
                </c:pt>
                <c:pt idx="4222" formatCode="0.0000">
                  <c:v>2.4208333333333334</c:v>
                </c:pt>
                <c:pt idx="4223" formatCode="0.0000">
                  <c:v>2.4216666666666664</c:v>
                </c:pt>
                <c:pt idx="4224" formatCode="0.0000">
                  <c:v>2.4224999999999999</c:v>
                </c:pt>
                <c:pt idx="4225" formatCode="0.0000">
                  <c:v>2.4233333333333333</c:v>
                </c:pt>
                <c:pt idx="4226" formatCode="0.0000">
                  <c:v>2.4241666666666664</c:v>
                </c:pt>
                <c:pt idx="4227" formatCode="0.0000">
                  <c:v>2.4250000000000003</c:v>
                </c:pt>
                <c:pt idx="4228" formatCode="0.0000">
                  <c:v>2.4258333333333333</c:v>
                </c:pt>
                <c:pt idx="4229" formatCode="0.0000">
                  <c:v>2.4266666666666667</c:v>
                </c:pt>
                <c:pt idx="4230" formatCode="0.0000">
                  <c:v>2.4275000000000002</c:v>
                </c:pt>
                <c:pt idx="4231" formatCode="0.0000">
                  <c:v>2.4283333333333332</c:v>
                </c:pt>
                <c:pt idx="4232" formatCode="0.0000">
                  <c:v>2.4291666666666667</c:v>
                </c:pt>
                <c:pt idx="4233" formatCode="0.0000">
                  <c:v>2.4299999999999997</c:v>
                </c:pt>
                <c:pt idx="4234" formatCode="0.0000">
                  <c:v>2.4308333333333332</c:v>
                </c:pt>
                <c:pt idx="4235" formatCode="0.0000">
                  <c:v>2.4316666666666666</c:v>
                </c:pt>
                <c:pt idx="4236" formatCode="0.0000">
                  <c:v>2.4324999999999997</c:v>
                </c:pt>
                <c:pt idx="4237" formatCode="0.0000">
                  <c:v>2.4333333333333336</c:v>
                </c:pt>
                <c:pt idx="4238" formatCode="0.0000">
                  <c:v>2.4341666666666666</c:v>
                </c:pt>
                <c:pt idx="4239" formatCode="0.0000">
                  <c:v>2.4350000000000001</c:v>
                </c:pt>
                <c:pt idx="4240" formatCode="0.0000">
                  <c:v>2.4358333333333335</c:v>
                </c:pt>
                <c:pt idx="4241" formatCode="0.0000">
                  <c:v>2.4366666666666665</c:v>
                </c:pt>
                <c:pt idx="4242" formatCode="0.0000">
                  <c:v>2.4375</c:v>
                </c:pt>
                <c:pt idx="4243" formatCode="0.0000">
                  <c:v>2.438333333333333</c:v>
                </c:pt>
                <c:pt idx="4244" formatCode="0.0000">
                  <c:v>2.4391666666666665</c:v>
                </c:pt>
                <c:pt idx="4245" formatCode="0.0000">
                  <c:v>2.44</c:v>
                </c:pt>
                <c:pt idx="4246" formatCode="0.0000">
                  <c:v>2.4408333333333334</c:v>
                </c:pt>
                <c:pt idx="4247" formatCode="0.0000">
                  <c:v>2.4416666666666669</c:v>
                </c:pt>
                <c:pt idx="4248" formatCode="0.0000">
                  <c:v>2.4424999999999999</c:v>
                </c:pt>
                <c:pt idx="4249" formatCode="0.0000">
                  <c:v>2.4433333333333334</c:v>
                </c:pt>
                <c:pt idx="4250" formatCode="0.0000">
                  <c:v>2.4441666666666668</c:v>
                </c:pt>
                <c:pt idx="4251" formatCode="0.0000">
                  <c:v>2.4449999999999998</c:v>
                </c:pt>
                <c:pt idx="4252" formatCode="0.0000">
                  <c:v>2.4458333333333333</c:v>
                </c:pt>
                <c:pt idx="4253" formatCode="0.0000">
                  <c:v>2.4466666666666663</c:v>
                </c:pt>
                <c:pt idx="4254" formatCode="0.0000">
                  <c:v>2.4474999999999998</c:v>
                </c:pt>
                <c:pt idx="4255" formatCode="0.0000">
                  <c:v>2.4483333333333337</c:v>
                </c:pt>
                <c:pt idx="4256" formatCode="0.0000">
                  <c:v>2.4491666666666667</c:v>
                </c:pt>
                <c:pt idx="4257" formatCode="0.0000">
                  <c:v>2.4500000000000002</c:v>
                </c:pt>
                <c:pt idx="4258" formatCode="0.0000">
                  <c:v>2.4508333333333332</c:v>
                </c:pt>
                <c:pt idx="4259" formatCode="0.0000">
                  <c:v>2.4516666666666667</c:v>
                </c:pt>
                <c:pt idx="4260" formatCode="0.0000">
                  <c:v>2.4525000000000001</c:v>
                </c:pt>
                <c:pt idx="4261" formatCode="0.0000">
                  <c:v>2.4533333333333331</c:v>
                </c:pt>
                <c:pt idx="4262" formatCode="0.0000">
                  <c:v>2.4541666666666666</c:v>
                </c:pt>
                <c:pt idx="4263" formatCode="0.0000">
                  <c:v>2.4549999999999996</c:v>
                </c:pt>
                <c:pt idx="4264" formatCode="0.0000">
                  <c:v>2.4558333333333331</c:v>
                </c:pt>
                <c:pt idx="4265" formatCode="0.0000">
                  <c:v>2.456666666666667</c:v>
                </c:pt>
                <c:pt idx="4266" formatCode="0.0000">
                  <c:v>2.4575</c:v>
                </c:pt>
                <c:pt idx="4267" formatCode="0.0000">
                  <c:v>2.4583333333333335</c:v>
                </c:pt>
                <c:pt idx="4268" formatCode="0.0000">
                  <c:v>2.4591666666666665</c:v>
                </c:pt>
                <c:pt idx="4269" formatCode="0.0000">
                  <c:v>2.46</c:v>
                </c:pt>
                <c:pt idx="4270" formatCode="0.0000">
                  <c:v>2.4608333333333334</c:v>
                </c:pt>
                <c:pt idx="4271" formatCode="0.0000">
                  <c:v>2.4616666666666664</c:v>
                </c:pt>
                <c:pt idx="4272" formatCode="0.0000">
                  <c:v>2.4624999999999999</c:v>
                </c:pt>
                <c:pt idx="4273" formatCode="0.0000">
                  <c:v>2.4633333333333329</c:v>
                </c:pt>
                <c:pt idx="4274" formatCode="0.0000">
                  <c:v>2.4641666666666668</c:v>
                </c:pt>
                <c:pt idx="4275" formatCode="0.0000">
                  <c:v>2.4650000000000003</c:v>
                </c:pt>
                <c:pt idx="4276" formatCode="0.0000">
                  <c:v>2.4658333333333333</c:v>
                </c:pt>
                <c:pt idx="4277" formatCode="0.0000">
                  <c:v>2.4666666666666668</c:v>
                </c:pt>
                <c:pt idx="4278" formatCode="0.0000">
                  <c:v>2.4674999999999998</c:v>
                </c:pt>
                <c:pt idx="4279" formatCode="0.0000">
                  <c:v>2.4683333333333333</c:v>
                </c:pt>
                <c:pt idx="4280" formatCode="0.0000">
                  <c:v>2.4691666666666667</c:v>
                </c:pt>
                <c:pt idx="4281" formatCode="0.0000">
                  <c:v>2.4699999999999998</c:v>
                </c:pt>
                <c:pt idx="4282" formatCode="0.0000">
                  <c:v>2.4708333333333332</c:v>
                </c:pt>
                <c:pt idx="4283" formatCode="0.0000">
                  <c:v>2.4716666666666662</c:v>
                </c:pt>
                <c:pt idx="4284" formatCode="0.0000">
                  <c:v>2.4725000000000001</c:v>
                </c:pt>
                <c:pt idx="4285" formatCode="0.0000">
                  <c:v>2.4733333333333336</c:v>
                </c:pt>
                <c:pt idx="4286" formatCode="0.0000">
                  <c:v>2.4741666666666666</c:v>
                </c:pt>
                <c:pt idx="4287" formatCode="0.0000">
                  <c:v>2.4750000000000001</c:v>
                </c:pt>
                <c:pt idx="4288" formatCode="0.0000">
                  <c:v>2.4758333333333331</c:v>
                </c:pt>
                <c:pt idx="4289" formatCode="0.0000">
                  <c:v>2.4766666666666666</c:v>
                </c:pt>
                <c:pt idx="4290" formatCode="0.0000">
                  <c:v>2.4775</c:v>
                </c:pt>
                <c:pt idx="4291" formatCode="0.0000">
                  <c:v>2.4783333333333331</c:v>
                </c:pt>
                <c:pt idx="4292" formatCode="0.0000">
                  <c:v>2.4791666666666665</c:v>
                </c:pt>
                <c:pt idx="4293" formatCode="0.0000">
                  <c:v>2.48</c:v>
                </c:pt>
                <c:pt idx="4294" formatCode="0.0000">
                  <c:v>2.4808333333333334</c:v>
                </c:pt>
                <c:pt idx="4295" formatCode="0.0000">
                  <c:v>2.4816666666666669</c:v>
                </c:pt>
                <c:pt idx="4296" formatCode="0.0000">
                  <c:v>2.4824999999999999</c:v>
                </c:pt>
                <c:pt idx="4297" formatCode="0.0000">
                  <c:v>2.4833333333333334</c:v>
                </c:pt>
                <c:pt idx="4298" formatCode="0.0000">
                  <c:v>2.4841666666666664</c:v>
                </c:pt>
                <c:pt idx="4299" formatCode="0.0000">
                  <c:v>2.4849999999999999</c:v>
                </c:pt>
                <c:pt idx="4300" formatCode="0.0000">
                  <c:v>2.4858333333333333</c:v>
                </c:pt>
                <c:pt idx="4301" formatCode="0.0000">
                  <c:v>2.4866666666666664</c:v>
                </c:pt>
                <c:pt idx="4302" formatCode="0.0000">
                  <c:v>2.4875000000000003</c:v>
                </c:pt>
                <c:pt idx="4303" formatCode="0.0000">
                  <c:v>2.4883333333333333</c:v>
                </c:pt>
                <c:pt idx="4304" formatCode="0.0000">
                  <c:v>2.4891666666666667</c:v>
                </c:pt>
                <c:pt idx="4305" formatCode="0.0000">
                  <c:v>2.4900000000000002</c:v>
                </c:pt>
                <c:pt idx="4306" formatCode="0.0000">
                  <c:v>2.4908333333333332</c:v>
                </c:pt>
                <c:pt idx="4307" formatCode="0.0000">
                  <c:v>2.4916666666666667</c:v>
                </c:pt>
                <c:pt idx="4308" formatCode="0.0000">
                  <c:v>2.4924999999999997</c:v>
                </c:pt>
                <c:pt idx="4309" formatCode="0.0000">
                  <c:v>2.4933333333333332</c:v>
                </c:pt>
                <c:pt idx="4310" formatCode="0.0000">
                  <c:v>2.4941666666666666</c:v>
                </c:pt>
                <c:pt idx="4311" formatCode="0.0000">
                  <c:v>2.4949999999999997</c:v>
                </c:pt>
                <c:pt idx="4312" formatCode="0.0000">
                  <c:v>2.4958333333333336</c:v>
                </c:pt>
                <c:pt idx="4313" formatCode="0.0000">
                  <c:v>2.4966666666666666</c:v>
                </c:pt>
                <c:pt idx="4314" formatCode="0.0000">
                  <c:v>2.4975000000000001</c:v>
                </c:pt>
                <c:pt idx="4315" formatCode="0.0000">
                  <c:v>2.4983333333333335</c:v>
                </c:pt>
                <c:pt idx="4316" formatCode="0.0000">
                  <c:v>2.4991666666666665</c:v>
                </c:pt>
                <c:pt idx="4317" formatCode="0.0000">
                  <c:v>2.5</c:v>
                </c:pt>
                <c:pt idx="4318" formatCode="0.0000">
                  <c:v>2.500833333333333</c:v>
                </c:pt>
                <c:pt idx="4319" formatCode="0.0000">
                  <c:v>2.5016666666666665</c:v>
                </c:pt>
                <c:pt idx="4320" formatCode="0.0000">
                  <c:v>2.5024999999999999</c:v>
                </c:pt>
                <c:pt idx="4321" formatCode="0.0000">
                  <c:v>2.5033333333333334</c:v>
                </c:pt>
                <c:pt idx="4322" formatCode="0.0000">
                  <c:v>2.5041666666666669</c:v>
                </c:pt>
                <c:pt idx="4323" formatCode="0.0000">
                  <c:v>2.5049999999999999</c:v>
                </c:pt>
                <c:pt idx="4324" formatCode="0.0000">
                  <c:v>2.5058333333333334</c:v>
                </c:pt>
                <c:pt idx="4325" formatCode="0.0000">
                  <c:v>2.5066666666666668</c:v>
                </c:pt>
                <c:pt idx="4326" formatCode="0.0000">
                  <c:v>2.5074999999999998</c:v>
                </c:pt>
                <c:pt idx="4327" formatCode="0.0000">
                  <c:v>2.5083333333333333</c:v>
                </c:pt>
                <c:pt idx="4328" formatCode="0.0000">
                  <c:v>2.5091666666666663</c:v>
                </c:pt>
                <c:pt idx="4329" formatCode="0.0000">
                  <c:v>2.5099999999999998</c:v>
                </c:pt>
                <c:pt idx="4330" formatCode="0.0000">
                  <c:v>2.5108333333333337</c:v>
                </c:pt>
                <c:pt idx="4331" formatCode="0.0000">
                  <c:v>2.5116666666666667</c:v>
                </c:pt>
                <c:pt idx="4332" formatCode="0.0000">
                  <c:v>2.5125000000000002</c:v>
                </c:pt>
                <c:pt idx="4333" formatCode="0.0000">
                  <c:v>2.5133333333333332</c:v>
                </c:pt>
                <c:pt idx="4334" formatCode="0.0000">
                  <c:v>2.5141666666666667</c:v>
                </c:pt>
                <c:pt idx="4335" formatCode="0.0000">
                  <c:v>2.5150000000000001</c:v>
                </c:pt>
                <c:pt idx="4336" formatCode="0.0000">
                  <c:v>2.5158333333333331</c:v>
                </c:pt>
                <c:pt idx="4337" formatCode="0.0000">
                  <c:v>2.5166666666666666</c:v>
                </c:pt>
                <c:pt idx="4338" formatCode="0.0000">
                  <c:v>2.5174999999999996</c:v>
                </c:pt>
                <c:pt idx="4339" formatCode="0.0000">
                  <c:v>2.5183333333333331</c:v>
                </c:pt>
                <c:pt idx="4340" formatCode="0.0000">
                  <c:v>2.519166666666667</c:v>
                </c:pt>
                <c:pt idx="4341" formatCode="0.0000">
                  <c:v>2.52</c:v>
                </c:pt>
                <c:pt idx="4342" formatCode="0.0000">
                  <c:v>2.5208333333333335</c:v>
                </c:pt>
                <c:pt idx="4343" formatCode="0.0000">
                  <c:v>2.5216666666666665</c:v>
                </c:pt>
                <c:pt idx="4344" formatCode="0.0000">
                  <c:v>2.5225</c:v>
                </c:pt>
                <c:pt idx="4345" formatCode="0.0000">
                  <c:v>2.5233333333333334</c:v>
                </c:pt>
                <c:pt idx="4346" formatCode="0.0000">
                  <c:v>2.5241666666666664</c:v>
                </c:pt>
                <c:pt idx="4347" formatCode="0.0000">
                  <c:v>2.5249999999999999</c:v>
                </c:pt>
                <c:pt idx="4348" formatCode="0.0000">
                  <c:v>2.5258333333333329</c:v>
                </c:pt>
                <c:pt idx="4349" formatCode="0.0000">
                  <c:v>2.5266666666666668</c:v>
                </c:pt>
                <c:pt idx="4350" formatCode="0.0000">
                  <c:v>2.5275000000000003</c:v>
                </c:pt>
                <c:pt idx="4351" formatCode="0.0000">
                  <c:v>2.5283333333333333</c:v>
                </c:pt>
                <c:pt idx="4352" formatCode="0.0000">
                  <c:v>2.5291666666666668</c:v>
                </c:pt>
                <c:pt idx="4353" formatCode="0.0000">
                  <c:v>2.5299999999999998</c:v>
                </c:pt>
                <c:pt idx="4354" formatCode="0.0000">
                  <c:v>2.5308333333333333</c:v>
                </c:pt>
                <c:pt idx="4355" formatCode="0.0000">
                  <c:v>2.5316666666666667</c:v>
                </c:pt>
                <c:pt idx="4356" formatCode="0.0000">
                  <c:v>2.5324999999999998</c:v>
                </c:pt>
                <c:pt idx="4357" formatCode="0.0000">
                  <c:v>2.5333333333333332</c:v>
                </c:pt>
                <c:pt idx="4358" formatCode="0.0000">
                  <c:v>2.5341666666666662</c:v>
                </c:pt>
                <c:pt idx="4359" formatCode="0.0000">
                  <c:v>2.5350000000000001</c:v>
                </c:pt>
                <c:pt idx="4360" formatCode="0.0000">
                  <c:v>2.5358333333333336</c:v>
                </c:pt>
                <c:pt idx="4361" formatCode="0.0000">
                  <c:v>2.5366666666666666</c:v>
                </c:pt>
                <c:pt idx="4362" formatCode="0.0000">
                  <c:v>2.5375000000000001</c:v>
                </c:pt>
                <c:pt idx="4363" formatCode="0.0000">
                  <c:v>2.5383333333333331</c:v>
                </c:pt>
                <c:pt idx="4364" formatCode="0.0000">
                  <c:v>2.5391666666666666</c:v>
                </c:pt>
                <c:pt idx="4365" formatCode="0.0000">
                  <c:v>2.54</c:v>
                </c:pt>
                <c:pt idx="4366" formatCode="0.0000">
                  <c:v>2.5408333333333331</c:v>
                </c:pt>
                <c:pt idx="4367" formatCode="0.0000">
                  <c:v>2.5416666666666665</c:v>
                </c:pt>
                <c:pt idx="4368" formatCode="0.0000">
                  <c:v>2.5425</c:v>
                </c:pt>
                <c:pt idx="4369" formatCode="0.0000">
                  <c:v>2.5433333333333334</c:v>
                </c:pt>
                <c:pt idx="4370" formatCode="0.0000">
                  <c:v>2.5441666666666669</c:v>
                </c:pt>
                <c:pt idx="4371" formatCode="0.0000">
                  <c:v>2.5449999999999999</c:v>
                </c:pt>
                <c:pt idx="4372" formatCode="0.0000">
                  <c:v>2.5458333333333334</c:v>
                </c:pt>
                <c:pt idx="4373" formatCode="0.0000">
                  <c:v>2.5466666666666664</c:v>
                </c:pt>
                <c:pt idx="4374" formatCode="0.0000">
                  <c:v>2.5474999999999999</c:v>
                </c:pt>
                <c:pt idx="4375" formatCode="0.0000">
                  <c:v>2.5483333333333333</c:v>
                </c:pt>
                <c:pt idx="4376" formatCode="0.0000">
                  <c:v>2.5491666666666664</c:v>
                </c:pt>
                <c:pt idx="4377" formatCode="0.0000">
                  <c:v>2.5500000000000003</c:v>
                </c:pt>
                <c:pt idx="4378" formatCode="0.0000">
                  <c:v>2.5508333333333333</c:v>
                </c:pt>
                <c:pt idx="4379" formatCode="0.0000">
                  <c:v>2.5516666666666667</c:v>
                </c:pt>
                <c:pt idx="4380" formatCode="0.0000">
                  <c:v>2.5525000000000002</c:v>
                </c:pt>
                <c:pt idx="4381" formatCode="0.0000">
                  <c:v>2.5533333333333332</c:v>
                </c:pt>
                <c:pt idx="4382" formatCode="0.0000">
                  <c:v>2.5541666666666667</c:v>
                </c:pt>
                <c:pt idx="4383" formatCode="0.0000">
                  <c:v>2.5549999999999997</c:v>
                </c:pt>
                <c:pt idx="4384" formatCode="0.0000">
                  <c:v>2.5558333333333332</c:v>
                </c:pt>
                <c:pt idx="4385" formatCode="0.0000">
                  <c:v>2.5566666666666666</c:v>
                </c:pt>
                <c:pt idx="4386" formatCode="0.0000">
                  <c:v>2.5574999999999997</c:v>
                </c:pt>
                <c:pt idx="4387" formatCode="0.0000">
                  <c:v>2.5583333333333336</c:v>
                </c:pt>
                <c:pt idx="4388" formatCode="0.0000">
                  <c:v>2.5591666666666666</c:v>
                </c:pt>
                <c:pt idx="4389" formatCode="0.0000">
                  <c:v>2.56</c:v>
                </c:pt>
                <c:pt idx="4390" formatCode="0.0000">
                  <c:v>2.5608333333333335</c:v>
                </c:pt>
                <c:pt idx="4391" formatCode="0.0000">
                  <c:v>2.5616666666666665</c:v>
                </c:pt>
                <c:pt idx="4392" formatCode="0.0000">
                  <c:v>2.5625</c:v>
                </c:pt>
                <c:pt idx="4393" formatCode="0.0000">
                  <c:v>2.563333333333333</c:v>
                </c:pt>
                <c:pt idx="4394" formatCode="0.0000">
                  <c:v>2.5641666666666665</c:v>
                </c:pt>
                <c:pt idx="4395" formatCode="0.0000">
                  <c:v>2.5649999999999999</c:v>
                </c:pt>
                <c:pt idx="4396" formatCode="0.0000">
                  <c:v>2.5658333333333334</c:v>
                </c:pt>
                <c:pt idx="4397" formatCode="0.0000">
                  <c:v>2.5666666666666669</c:v>
                </c:pt>
                <c:pt idx="4398" formatCode="0.0000">
                  <c:v>2.5674999999999999</c:v>
                </c:pt>
                <c:pt idx="4399" formatCode="0.0000">
                  <c:v>2.5683333333333334</c:v>
                </c:pt>
                <c:pt idx="4400" formatCode="0.0000">
                  <c:v>2.5691666666666668</c:v>
                </c:pt>
                <c:pt idx="4401" formatCode="0.0000">
                  <c:v>2.57</c:v>
                </c:pt>
                <c:pt idx="4402" formatCode="0.0000">
                  <c:v>2.5708333333333333</c:v>
                </c:pt>
                <c:pt idx="4403" formatCode="0.0000">
                  <c:v>2.5716666666666663</c:v>
                </c:pt>
                <c:pt idx="4404" formatCode="0.0000">
                  <c:v>2.5724999999999998</c:v>
                </c:pt>
                <c:pt idx="4405" formatCode="0.0000">
                  <c:v>2.5733333333333337</c:v>
                </c:pt>
                <c:pt idx="4406" formatCode="0.0000">
                  <c:v>2.5741666666666667</c:v>
                </c:pt>
                <c:pt idx="4407" formatCode="0.0000">
                  <c:v>2.5750000000000002</c:v>
                </c:pt>
                <c:pt idx="4408" formatCode="0.0000">
                  <c:v>2.5758333333333332</c:v>
                </c:pt>
                <c:pt idx="4409" formatCode="0.0000">
                  <c:v>2.5766666666666667</c:v>
                </c:pt>
                <c:pt idx="4410" formatCode="0.0000">
                  <c:v>2.5775000000000001</c:v>
                </c:pt>
                <c:pt idx="4411" formatCode="0.0000">
                  <c:v>2.5783333333333331</c:v>
                </c:pt>
                <c:pt idx="4412" formatCode="0.0000">
                  <c:v>2.5791666666666666</c:v>
                </c:pt>
                <c:pt idx="4413" formatCode="0.0000">
                  <c:v>2.5799999999999996</c:v>
                </c:pt>
                <c:pt idx="4414" formatCode="0.0000">
                  <c:v>2.5808333333333331</c:v>
                </c:pt>
                <c:pt idx="4415" formatCode="0.0000">
                  <c:v>2.581666666666667</c:v>
                </c:pt>
                <c:pt idx="4416" formatCode="0.0000">
                  <c:v>2.5825</c:v>
                </c:pt>
                <c:pt idx="4417" formatCode="0.0000">
                  <c:v>2.5833333333333335</c:v>
                </c:pt>
                <c:pt idx="4418" formatCode="0.0000">
                  <c:v>2.5841666666666665</c:v>
                </c:pt>
                <c:pt idx="4419" formatCode="0.0000">
                  <c:v>2.585</c:v>
                </c:pt>
                <c:pt idx="4420" formatCode="0.0000">
                  <c:v>2.5858333333333334</c:v>
                </c:pt>
                <c:pt idx="4421" formatCode="0.0000">
                  <c:v>2.5866666666666664</c:v>
                </c:pt>
                <c:pt idx="4422" formatCode="0.0000">
                  <c:v>2.5874999999999999</c:v>
                </c:pt>
                <c:pt idx="4423" formatCode="0.0000">
                  <c:v>2.5883333333333329</c:v>
                </c:pt>
                <c:pt idx="4424" formatCode="0.0000">
                  <c:v>2.5891666666666668</c:v>
                </c:pt>
                <c:pt idx="4425" formatCode="0.0000">
                  <c:v>2.5900000000000003</c:v>
                </c:pt>
                <c:pt idx="4426" formatCode="0.0000">
                  <c:v>2.5908333333333333</c:v>
                </c:pt>
                <c:pt idx="4427" formatCode="0.0000">
                  <c:v>2.5916666666666668</c:v>
                </c:pt>
                <c:pt idx="4428" formatCode="0.0000">
                  <c:v>2.5924999999999998</c:v>
                </c:pt>
                <c:pt idx="4429" formatCode="0.0000">
                  <c:v>2.5933333333333333</c:v>
                </c:pt>
                <c:pt idx="4430" formatCode="0.0000">
                  <c:v>2.5941666666666667</c:v>
                </c:pt>
                <c:pt idx="4431" formatCode="0.0000">
                  <c:v>2.5949999999999998</c:v>
                </c:pt>
                <c:pt idx="4432" formatCode="0.0000">
                  <c:v>2.5958333333333332</c:v>
                </c:pt>
                <c:pt idx="4433" formatCode="0.0000">
                  <c:v>2.5966666666666662</c:v>
                </c:pt>
                <c:pt idx="4434" formatCode="0.0000">
                  <c:v>2.5975000000000001</c:v>
                </c:pt>
                <c:pt idx="4435" formatCode="0.0000">
                  <c:v>2.5983333333333336</c:v>
                </c:pt>
                <c:pt idx="4436" formatCode="0.0000">
                  <c:v>2.5991666666666666</c:v>
                </c:pt>
                <c:pt idx="4437" formatCode="0.0000">
                  <c:v>2.6</c:v>
                </c:pt>
                <c:pt idx="4438" formatCode="0.0000">
                  <c:v>2.6008333333333331</c:v>
                </c:pt>
                <c:pt idx="4439" formatCode="0.0000">
                  <c:v>2.6016666666666666</c:v>
                </c:pt>
                <c:pt idx="4440" formatCode="0.0000">
                  <c:v>2.6025</c:v>
                </c:pt>
                <c:pt idx="4441" formatCode="0.0000">
                  <c:v>2.6033333333333331</c:v>
                </c:pt>
                <c:pt idx="4442" formatCode="0.0000">
                  <c:v>2.6041666666666665</c:v>
                </c:pt>
                <c:pt idx="4443" formatCode="0.0000">
                  <c:v>2.605</c:v>
                </c:pt>
                <c:pt idx="4444" formatCode="0.0000">
                  <c:v>2.6058333333333334</c:v>
                </c:pt>
                <c:pt idx="4445" formatCode="0.0000">
                  <c:v>2.6066666666666669</c:v>
                </c:pt>
                <c:pt idx="4446" formatCode="0.0000">
                  <c:v>2.6074999999999999</c:v>
                </c:pt>
                <c:pt idx="4447" formatCode="0.0000">
                  <c:v>2.6083333333333334</c:v>
                </c:pt>
                <c:pt idx="4448" formatCode="0.0000">
                  <c:v>2.6091666666666664</c:v>
                </c:pt>
                <c:pt idx="4449" formatCode="0.0000">
                  <c:v>2.61</c:v>
                </c:pt>
                <c:pt idx="4450" formatCode="0.0000">
                  <c:v>2.6108333333333333</c:v>
                </c:pt>
                <c:pt idx="4451" formatCode="0.0000">
                  <c:v>2.6116666666666664</c:v>
                </c:pt>
                <c:pt idx="4452" formatCode="0.0000">
                  <c:v>2.6125000000000003</c:v>
                </c:pt>
                <c:pt idx="4453" formatCode="0.0000">
                  <c:v>2.6133333333333333</c:v>
                </c:pt>
                <c:pt idx="4454" formatCode="0.0000">
                  <c:v>2.6141666666666667</c:v>
                </c:pt>
                <c:pt idx="4455" formatCode="0.0000">
                  <c:v>2.6150000000000002</c:v>
                </c:pt>
                <c:pt idx="4456" formatCode="0.0000">
                  <c:v>2.6158333333333332</c:v>
                </c:pt>
                <c:pt idx="4457" formatCode="0.0000">
                  <c:v>2.6166666666666667</c:v>
                </c:pt>
                <c:pt idx="4458" formatCode="0.0000">
                  <c:v>2.6174999999999997</c:v>
                </c:pt>
                <c:pt idx="4459" formatCode="0.0000">
                  <c:v>2.6183333333333332</c:v>
                </c:pt>
                <c:pt idx="4460" formatCode="0.0000">
                  <c:v>2.6191666666666666</c:v>
                </c:pt>
                <c:pt idx="4461" formatCode="0.0000">
                  <c:v>2.6199999999999997</c:v>
                </c:pt>
                <c:pt idx="4462" formatCode="0.0000">
                  <c:v>2.6208333333333336</c:v>
                </c:pt>
                <c:pt idx="4463" formatCode="0.0000">
                  <c:v>2.6216666666666666</c:v>
                </c:pt>
                <c:pt idx="4464" formatCode="0.0000">
                  <c:v>2.6225000000000001</c:v>
                </c:pt>
                <c:pt idx="4465" formatCode="0.0000">
                  <c:v>2.6233333333333335</c:v>
                </c:pt>
                <c:pt idx="4466" formatCode="0.0000">
                  <c:v>2.6241666666666665</c:v>
                </c:pt>
                <c:pt idx="4467" formatCode="0.0000">
                  <c:v>2.625</c:v>
                </c:pt>
                <c:pt idx="4468" formatCode="0.0000">
                  <c:v>2.625833333333333</c:v>
                </c:pt>
                <c:pt idx="4469" formatCode="0.0000">
                  <c:v>2.6266666666666665</c:v>
                </c:pt>
                <c:pt idx="4470" formatCode="0.0000">
                  <c:v>2.6274999999999999</c:v>
                </c:pt>
                <c:pt idx="4471" formatCode="0.0000">
                  <c:v>2.6283333333333334</c:v>
                </c:pt>
                <c:pt idx="4472" formatCode="0.0000">
                  <c:v>2.6291666666666669</c:v>
                </c:pt>
                <c:pt idx="4473" formatCode="0.0000">
                  <c:v>2.63</c:v>
                </c:pt>
                <c:pt idx="4474" formatCode="0.0000">
                  <c:v>2.6308333333333334</c:v>
                </c:pt>
                <c:pt idx="4475" formatCode="0.0000">
                  <c:v>2.6316666666666668</c:v>
                </c:pt>
                <c:pt idx="4476" formatCode="0.0000">
                  <c:v>2.6324999999999998</c:v>
                </c:pt>
                <c:pt idx="4477" formatCode="0.0000">
                  <c:v>2.6333333333333333</c:v>
                </c:pt>
                <c:pt idx="4478" formatCode="0.0000">
                  <c:v>2.6341666666666663</c:v>
                </c:pt>
                <c:pt idx="4479" formatCode="0.0000">
                  <c:v>2.6349999999999998</c:v>
                </c:pt>
                <c:pt idx="4480" formatCode="0.0000">
                  <c:v>2.6358333333333337</c:v>
                </c:pt>
                <c:pt idx="4481" formatCode="0.0000">
                  <c:v>2.6366666666666667</c:v>
                </c:pt>
                <c:pt idx="4482" formatCode="0.0000">
                  <c:v>2.6375000000000002</c:v>
                </c:pt>
                <c:pt idx="4483" formatCode="0.0000">
                  <c:v>2.6383333333333332</c:v>
                </c:pt>
                <c:pt idx="4484" formatCode="0.0000">
                  <c:v>2.6391666666666667</c:v>
                </c:pt>
                <c:pt idx="4485" formatCode="0.0000">
                  <c:v>2.64</c:v>
                </c:pt>
                <c:pt idx="4486" formatCode="0.0000">
                  <c:v>2.6408333333333331</c:v>
                </c:pt>
                <c:pt idx="4487" formatCode="0.0000">
                  <c:v>2.6416666666666666</c:v>
                </c:pt>
                <c:pt idx="4488" formatCode="0.0000">
                  <c:v>2.6424999999999996</c:v>
                </c:pt>
                <c:pt idx="4489" formatCode="0.0000">
                  <c:v>2.6433333333333331</c:v>
                </c:pt>
                <c:pt idx="4490" formatCode="0.0000">
                  <c:v>2.644166666666667</c:v>
                </c:pt>
                <c:pt idx="4491" formatCode="0.0000">
                  <c:v>2.645</c:v>
                </c:pt>
                <c:pt idx="4492" formatCode="0.0000">
                  <c:v>2.6458333333333335</c:v>
                </c:pt>
                <c:pt idx="4493" formatCode="0.0000">
                  <c:v>2.6466666666666665</c:v>
                </c:pt>
                <c:pt idx="4494" formatCode="0.0000">
                  <c:v>2.6475</c:v>
                </c:pt>
                <c:pt idx="4495" formatCode="0.0000">
                  <c:v>2.6483333333333334</c:v>
                </c:pt>
                <c:pt idx="4496" formatCode="0.0000">
                  <c:v>2.6491666666666664</c:v>
                </c:pt>
                <c:pt idx="4497" formatCode="0.0000">
                  <c:v>2.65</c:v>
                </c:pt>
                <c:pt idx="4498" formatCode="0.0000">
                  <c:v>2.6508333333333329</c:v>
                </c:pt>
                <c:pt idx="4499" formatCode="0.0000">
                  <c:v>2.6516666666666668</c:v>
                </c:pt>
                <c:pt idx="4500" formatCode="0.0000">
                  <c:v>2.6525000000000003</c:v>
                </c:pt>
                <c:pt idx="4501" formatCode="0.0000">
                  <c:v>2.6533333333333333</c:v>
                </c:pt>
                <c:pt idx="4502" formatCode="0.0000">
                  <c:v>2.6541666666666668</c:v>
                </c:pt>
                <c:pt idx="4503" formatCode="0.0000">
                  <c:v>2.6549999999999998</c:v>
                </c:pt>
                <c:pt idx="4504" formatCode="0.0000">
                  <c:v>2.6558333333333333</c:v>
                </c:pt>
                <c:pt idx="4505" formatCode="0.0000">
                  <c:v>2.6566666666666667</c:v>
                </c:pt>
                <c:pt idx="4506" formatCode="0.0000">
                  <c:v>2.6574999999999998</c:v>
                </c:pt>
                <c:pt idx="4507" formatCode="0.0000">
                  <c:v>2.6583333333333332</c:v>
                </c:pt>
                <c:pt idx="4508" formatCode="0.0000">
                  <c:v>2.6591666666666662</c:v>
                </c:pt>
                <c:pt idx="4509" formatCode="0.0000">
                  <c:v>2.66</c:v>
                </c:pt>
                <c:pt idx="4510" formatCode="0.0000">
                  <c:v>2.6608333333333336</c:v>
                </c:pt>
                <c:pt idx="4511" formatCode="0.0000">
                  <c:v>2.6616666666666666</c:v>
                </c:pt>
                <c:pt idx="4512" formatCode="0.0000">
                  <c:v>2.6625000000000001</c:v>
                </c:pt>
                <c:pt idx="4513" formatCode="0.0000">
                  <c:v>2.6633333333333331</c:v>
                </c:pt>
                <c:pt idx="4514" formatCode="0.0000">
                  <c:v>2.6641666666666666</c:v>
                </c:pt>
                <c:pt idx="4515" formatCode="0.0000">
                  <c:v>2.665</c:v>
                </c:pt>
                <c:pt idx="4516" formatCode="0.0000">
                  <c:v>2.6658333333333331</c:v>
                </c:pt>
                <c:pt idx="4517" formatCode="0.0000">
                  <c:v>2.6666666666666665</c:v>
                </c:pt>
                <c:pt idx="4518" formatCode="0.0000">
                  <c:v>2.6675</c:v>
                </c:pt>
                <c:pt idx="4519" formatCode="0.0000">
                  <c:v>2.6683333333333334</c:v>
                </c:pt>
                <c:pt idx="4520" formatCode="0.0000">
                  <c:v>2.6691666666666669</c:v>
                </c:pt>
                <c:pt idx="4521" formatCode="0.0000">
                  <c:v>2.67</c:v>
                </c:pt>
                <c:pt idx="4522" formatCode="0.0000">
                  <c:v>2.6708333333333334</c:v>
                </c:pt>
                <c:pt idx="4523" formatCode="0.0000">
                  <c:v>2.6716666666666664</c:v>
                </c:pt>
                <c:pt idx="4524" formatCode="0.0000">
                  <c:v>2.6724999999999999</c:v>
                </c:pt>
                <c:pt idx="4525" formatCode="0.0000">
                  <c:v>2.6733333333333333</c:v>
                </c:pt>
                <c:pt idx="4526" formatCode="0.0000">
                  <c:v>2.6741666666666664</c:v>
                </c:pt>
                <c:pt idx="4527" formatCode="0.0000">
                  <c:v>2.6750000000000003</c:v>
                </c:pt>
                <c:pt idx="4528" formatCode="0.0000">
                  <c:v>2.6758333333333333</c:v>
                </c:pt>
                <c:pt idx="4529" formatCode="0.0000">
                  <c:v>2.6766666666666667</c:v>
                </c:pt>
                <c:pt idx="4530" formatCode="0.0000">
                  <c:v>2.6775000000000002</c:v>
                </c:pt>
                <c:pt idx="4531" formatCode="0.0000">
                  <c:v>2.6783333333333332</c:v>
                </c:pt>
                <c:pt idx="4532" formatCode="0.0000">
                  <c:v>2.6791666666666667</c:v>
                </c:pt>
                <c:pt idx="4533" formatCode="0.0000">
                  <c:v>2.6799999999999997</c:v>
                </c:pt>
                <c:pt idx="4534" formatCode="0.0000">
                  <c:v>2.6808333333333332</c:v>
                </c:pt>
                <c:pt idx="4535" formatCode="0.0000">
                  <c:v>2.6816666666666666</c:v>
                </c:pt>
                <c:pt idx="4536" formatCode="0.0000">
                  <c:v>2.6824999999999997</c:v>
                </c:pt>
                <c:pt idx="4537" formatCode="0.0000">
                  <c:v>2.6833333333333336</c:v>
                </c:pt>
                <c:pt idx="4538" formatCode="0.0000">
                  <c:v>2.6841666666666666</c:v>
                </c:pt>
                <c:pt idx="4539" formatCode="0.0000">
                  <c:v>2.6850000000000001</c:v>
                </c:pt>
                <c:pt idx="4540" formatCode="0.0000">
                  <c:v>2.6858333333333335</c:v>
                </c:pt>
                <c:pt idx="4541" formatCode="0.0000">
                  <c:v>2.6866666666666665</c:v>
                </c:pt>
                <c:pt idx="4542" formatCode="0.0000">
                  <c:v>2.6875</c:v>
                </c:pt>
                <c:pt idx="4543" formatCode="0.0000">
                  <c:v>2.688333333333333</c:v>
                </c:pt>
                <c:pt idx="4544" formatCode="0.0000">
                  <c:v>2.6891666666666665</c:v>
                </c:pt>
                <c:pt idx="4545" formatCode="0.0000">
                  <c:v>2.69</c:v>
                </c:pt>
                <c:pt idx="4546" formatCode="0.0000">
                  <c:v>2.6908333333333334</c:v>
                </c:pt>
                <c:pt idx="4547" formatCode="0.0000">
                  <c:v>2.6916666666666669</c:v>
                </c:pt>
                <c:pt idx="4548" formatCode="0.0000">
                  <c:v>2.6924999999999999</c:v>
                </c:pt>
                <c:pt idx="4549" formatCode="0.0000">
                  <c:v>2.6933333333333334</c:v>
                </c:pt>
                <c:pt idx="4550" formatCode="0.0000">
                  <c:v>2.6941666666666668</c:v>
                </c:pt>
                <c:pt idx="4551" formatCode="0.0000">
                  <c:v>2.6949999999999998</c:v>
                </c:pt>
                <c:pt idx="4552" formatCode="0.0000">
                  <c:v>2.6958333333333333</c:v>
                </c:pt>
                <c:pt idx="4553" formatCode="0.0000">
                  <c:v>2.6966666666666663</c:v>
                </c:pt>
                <c:pt idx="4554" formatCode="0.0000">
                  <c:v>2.6974999999999998</c:v>
                </c:pt>
                <c:pt idx="4555" formatCode="0.0000">
                  <c:v>2.6983333333333337</c:v>
                </c:pt>
                <c:pt idx="4556" formatCode="0.0000">
                  <c:v>2.6991666666666667</c:v>
                </c:pt>
                <c:pt idx="4557" formatCode="0.0000">
                  <c:v>2.7</c:v>
                </c:pt>
                <c:pt idx="4558" formatCode="0.0000">
                  <c:v>2.7008333333333332</c:v>
                </c:pt>
                <c:pt idx="4559" formatCode="0.0000">
                  <c:v>2.7016666666666667</c:v>
                </c:pt>
                <c:pt idx="4560" formatCode="0.0000">
                  <c:v>2.7025000000000001</c:v>
                </c:pt>
                <c:pt idx="4561" formatCode="0.0000">
                  <c:v>2.7033333333333331</c:v>
                </c:pt>
                <c:pt idx="4562" formatCode="0.0000">
                  <c:v>2.7041666666666666</c:v>
                </c:pt>
                <c:pt idx="4563" formatCode="0.0000">
                  <c:v>2.7049999999999996</c:v>
                </c:pt>
                <c:pt idx="4564" formatCode="0.0000">
                  <c:v>2.7058333333333331</c:v>
                </c:pt>
                <c:pt idx="4565" formatCode="0.0000">
                  <c:v>2.706666666666667</c:v>
                </c:pt>
                <c:pt idx="4566" formatCode="0.0000">
                  <c:v>2.7075</c:v>
                </c:pt>
                <c:pt idx="4567" formatCode="0.0000">
                  <c:v>2.7083333333333335</c:v>
                </c:pt>
                <c:pt idx="4568" formatCode="0.0000">
                  <c:v>2.7091666666666665</c:v>
                </c:pt>
                <c:pt idx="4569" formatCode="0.0000">
                  <c:v>2.71</c:v>
                </c:pt>
                <c:pt idx="4570" formatCode="0.0000">
                  <c:v>2.7108333333333334</c:v>
                </c:pt>
                <c:pt idx="4571" formatCode="0.0000">
                  <c:v>2.7116666666666664</c:v>
                </c:pt>
                <c:pt idx="4572" formatCode="0.0000">
                  <c:v>2.7124999999999999</c:v>
                </c:pt>
                <c:pt idx="4573" formatCode="0.0000">
                  <c:v>2.7133333333333329</c:v>
                </c:pt>
                <c:pt idx="4574" formatCode="0.0000">
                  <c:v>2.7141666666666668</c:v>
                </c:pt>
                <c:pt idx="4575" formatCode="0.0000">
                  <c:v>2.7150000000000003</c:v>
                </c:pt>
                <c:pt idx="4576" formatCode="0.0000">
                  <c:v>2.7158333333333333</c:v>
                </c:pt>
                <c:pt idx="4577" formatCode="0.0000">
                  <c:v>2.7166666666666668</c:v>
                </c:pt>
                <c:pt idx="4578" formatCode="0.0000">
                  <c:v>2.7174999999999998</c:v>
                </c:pt>
                <c:pt idx="4579" formatCode="0.0000">
                  <c:v>2.7183333333333333</c:v>
                </c:pt>
                <c:pt idx="4580" formatCode="0.0000">
                  <c:v>2.7191666666666667</c:v>
                </c:pt>
                <c:pt idx="4581" formatCode="0.0000">
                  <c:v>2.7199999999999998</c:v>
                </c:pt>
                <c:pt idx="4582" formatCode="0.0000">
                  <c:v>2.7208333333333332</c:v>
                </c:pt>
                <c:pt idx="4583" formatCode="0.0000">
                  <c:v>2.7216666666666662</c:v>
                </c:pt>
                <c:pt idx="4584" formatCode="0.0000">
                  <c:v>2.7225000000000001</c:v>
                </c:pt>
                <c:pt idx="4585" formatCode="0.0000">
                  <c:v>2.7233333333333336</c:v>
                </c:pt>
                <c:pt idx="4586" formatCode="0.0000">
                  <c:v>2.7241666666666666</c:v>
                </c:pt>
                <c:pt idx="4587" formatCode="0.0000">
                  <c:v>2.7250000000000001</c:v>
                </c:pt>
                <c:pt idx="4588" formatCode="0.0000">
                  <c:v>2.7258333333333331</c:v>
                </c:pt>
                <c:pt idx="4589" formatCode="0.0000">
                  <c:v>2.7266666666666666</c:v>
                </c:pt>
                <c:pt idx="4590" formatCode="0.0000">
                  <c:v>2.7275</c:v>
                </c:pt>
                <c:pt idx="4591" formatCode="0.0000">
                  <c:v>2.7283333333333331</c:v>
                </c:pt>
                <c:pt idx="4592" formatCode="0.0000">
                  <c:v>2.7291666666666665</c:v>
                </c:pt>
                <c:pt idx="4593" formatCode="0.0000">
                  <c:v>2.73</c:v>
                </c:pt>
                <c:pt idx="4594" formatCode="0.0000">
                  <c:v>2.7308333333333334</c:v>
                </c:pt>
                <c:pt idx="4595" formatCode="0.0000">
                  <c:v>2.7316666666666669</c:v>
                </c:pt>
                <c:pt idx="4596" formatCode="0.0000">
                  <c:v>2.7324999999999999</c:v>
                </c:pt>
                <c:pt idx="4597" formatCode="0.0000">
                  <c:v>2.7333333333333334</c:v>
                </c:pt>
                <c:pt idx="4598" formatCode="0.0000">
                  <c:v>2.7341666666666664</c:v>
                </c:pt>
                <c:pt idx="4599" formatCode="0.0000">
                  <c:v>2.7349999999999999</c:v>
                </c:pt>
                <c:pt idx="4600" formatCode="0.0000">
                  <c:v>2.7358333333333333</c:v>
                </c:pt>
                <c:pt idx="4601" formatCode="0.0000">
                  <c:v>2.7366666666666664</c:v>
                </c:pt>
                <c:pt idx="4602" formatCode="0.0000">
                  <c:v>2.7375000000000003</c:v>
                </c:pt>
                <c:pt idx="4603" formatCode="0.0000">
                  <c:v>2.7383333333333333</c:v>
                </c:pt>
                <c:pt idx="4604" formatCode="0.0000">
                  <c:v>2.7391666666666667</c:v>
                </c:pt>
                <c:pt idx="4605" formatCode="0.0000">
                  <c:v>2.74</c:v>
                </c:pt>
                <c:pt idx="4606" formatCode="0.0000">
                  <c:v>2.7408333333333332</c:v>
                </c:pt>
                <c:pt idx="4607" formatCode="0.0000">
                  <c:v>2.7416666666666667</c:v>
                </c:pt>
                <c:pt idx="4608" formatCode="0.0000">
                  <c:v>2.7424999999999997</c:v>
                </c:pt>
                <c:pt idx="4609" formatCode="0.0000">
                  <c:v>2.7433333333333332</c:v>
                </c:pt>
                <c:pt idx="4610" formatCode="0.0000">
                  <c:v>2.7441666666666666</c:v>
                </c:pt>
                <c:pt idx="4611" formatCode="0.0000">
                  <c:v>2.7449999999999997</c:v>
                </c:pt>
                <c:pt idx="4612" formatCode="0.0000">
                  <c:v>2.7458333333333336</c:v>
                </c:pt>
                <c:pt idx="4613" formatCode="0.0000">
                  <c:v>2.7466666666666666</c:v>
                </c:pt>
                <c:pt idx="4614" formatCode="0.0000">
                  <c:v>2.7475000000000001</c:v>
                </c:pt>
                <c:pt idx="4615" formatCode="0.0000">
                  <c:v>2.7483333333333335</c:v>
                </c:pt>
                <c:pt idx="4616" formatCode="0.0000">
                  <c:v>2.7491666666666665</c:v>
                </c:pt>
                <c:pt idx="4617" formatCode="0.0000">
                  <c:v>2.75</c:v>
                </c:pt>
                <c:pt idx="4618" formatCode="0.0000">
                  <c:v>2.750833333333333</c:v>
                </c:pt>
                <c:pt idx="4619" formatCode="0.0000">
                  <c:v>2.7516666666666665</c:v>
                </c:pt>
                <c:pt idx="4620" formatCode="0.0000">
                  <c:v>2.7524999999999999</c:v>
                </c:pt>
                <c:pt idx="4621" formatCode="0.0000">
                  <c:v>2.7533333333333334</c:v>
                </c:pt>
                <c:pt idx="4622" formatCode="0.0000">
                  <c:v>2.7541666666666669</c:v>
                </c:pt>
                <c:pt idx="4623" formatCode="0.0000">
                  <c:v>2.7549999999999999</c:v>
                </c:pt>
                <c:pt idx="4624" formatCode="0.0000">
                  <c:v>2.7558333333333334</c:v>
                </c:pt>
                <c:pt idx="4625" formatCode="0.0000">
                  <c:v>2.7566666666666668</c:v>
                </c:pt>
                <c:pt idx="4626" formatCode="0.0000">
                  <c:v>2.7574999999999998</c:v>
                </c:pt>
                <c:pt idx="4627" formatCode="0.0000">
                  <c:v>2.7583333333333333</c:v>
                </c:pt>
                <c:pt idx="4628" formatCode="0.0000">
                  <c:v>2.7591666666666663</c:v>
                </c:pt>
                <c:pt idx="4629" formatCode="0.0000">
                  <c:v>2.76</c:v>
                </c:pt>
                <c:pt idx="4630" formatCode="0.0000">
                  <c:v>2.7608333333333337</c:v>
                </c:pt>
                <c:pt idx="4631" formatCode="0.0000">
                  <c:v>2.7616666666666667</c:v>
                </c:pt>
                <c:pt idx="4632" formatCode="0.0000">
                  <c:v>2.7625000000000002</c:v>
                </c:pt>
                <c:pt idx="4633" formatCode="0.0000">
                  <c:v>2.7633333333333332</c:v>
                </c:pt>
                <c:pt idx="4634" formatCode="0.0000">
                  <c:v>2.7641666666666667</c:v>
                </c:pt>
                <c:pt idx="4635" formatCode="0.0000">
                  <c:v>2.7650000000000001</c:v>
                </c:pt>
                <c:pt idx="4636" formatCode="0.0000">
                  <c:v>2.7658333333333331</c:v>
                </c:pt>
                <c:pt idx="4637" formatCode="0.0000">
                  <c:v>2.7666666666666666</c:v>
                </c:pt>
                <c:pt idx="4638" formatCode="0.0000">
                  <c:v>2.7674999999999996</c:v>
                </c:pt>
                <c:pt idx="4639" formatCode="0.0000">
                  <c:v>2.7683333333333331</c:v>
                </c:pt>
                <c:pt idx="4640" formatCode="0.0000">
                  <c:v>2.769166666666667</c:v>
                </c:pt>
                <c:pt idx="4641" formatCode="0.0000">
                  <c:v>2.77</c:v>
                </c:pt>
                <c:pt idx="4642" formatCode="0.0000">
                  <c:v>2.7708333333333335</c:v>
                </c:pt>
                <c:pt idx="4643" formatCode="0.0000">
                  <c:v>2.7716666666666665</c:v>
                </c:pt>
                <c:pt idx="4644" formatCode="0.0000">
                  <c:v>2.7725</c:v>
                </c:pt>
                <c:pt idx="4645" formatCode="0.0000">
                  <c:v>2.7733333333333334</c:v>
                </c:pt>
                <c:pt idx="4646" formatCode="0.0000">
                  <c:v>2.7741666666666664</c:v>
                </c:pt>
                <c:pt idx="4647" formatCode="0.0000">
                  <c:v>2.7749999999999999</c:v>
                </c:pt>
                <c:pt idx="4648" formatCode="0.0000">
                  <c:v>2.7758333333333329</c:v>
                </c:pt>
                <c:pt idx="4649" formatCode="0.0000">
                  <c:v>2.7766666666666668</c:v>
                </c:pt>
                <c:pt idx="4650" formatCode="0.0000">
                  <c:v>2.7775000000000003</c:v>
                </c:pt>
                <c:pt idx="4651" formatCode="0.0000">
                  <c:v>2.7783333333333333</c:v>
                </c:pt>
                <c:pt idx="4652" formatCode="0.0000">
                  <c:v>2.7791666666666668</c:v>
                </c:pt>
                <c:pt idx="4653" formatCode="0.0000">
                  <c:v>2.78</c:v>
                </c:pt>
                <c:pt idx="4654" formatCode="0.0000">
                  <c:v>2.7808333333333333</c:v>
                </c:pt>
                <c:pt idx="4655" formatCode="0.0000">
                  <c:v>2.7816666666666667</c:v>
                </c:pt>
                <c:pt idx="4656" formatCode="0.0000">
                  <c:v>2.7824999999999998</c:v>
                </c:pt>
                <c:pt idx="4657" formatCode="0.0000">
                  <c:v>2.7833333333333332</c:v>
                </c:pt>
                <c:pt idx="4658" formatCode="0.0000">
                  <c:v>2.7841666666666662</c:v>
                </c:pt>
                <c:pt idx="4659" formatCode="0.0000">
                  <c:v>2.7850000000000001</c:v>
                </c:pt>
                <c:pt idx="4660" formatCode="0.0000">
                  <c:v>2.7858333333333336</c:v>
                </c:pt>
                <c:pt idx="4661" formatCode="0.0000">
                  <c:v>2.7866666666666666</c:v>
                </c:pt>
                <c:pt idx="4662" formatCode="0.0000">
                  <c:v>2.7875000000000001</c:v>
                </c:pt>
                <c:pt idx="4663" formatCode="0.0000">
                  <c:v>2.7883333333333331</c:v>
                </c:pt>
                <c:pt idx="4664" formatCode="0.0000">
                  <c:v>2.7891666666666666</c:v>
                </c:pt>
                <c:pt idx="4665" formatCode="0.0000">
                  <c:v>2.79</c:v>
                </c:pt>
                <c:pt idx="4666" formatCode="0.0000">
                  <c:v>2.7908333333333331</c:v>
                </c:pt>
                <c:pt idx="4667" formatCode="0.0000">
                  <c:v>2.7916666666666665</c:v>
                </c:pt>
                <c:pt idx="4668" formatCode="0.0000">
                  <c:v>2.7925</c:v>
                </c:pt>
                <c:pt idx="4669" formatCode="0.0000">
                  <c:v>2.7933333333333334</c:v>
                </c:pt>
                <c:pt idx="4670" formatCode="0.0000">
                  <c:v>2.7941666666666669</c:v>
                </c:pt>
                <c:pt idx="4671" formatCode="0.0000">
                  <c:v>2.7949999999999999</c:v>
                </c:pt>
                <c:pt idx="4672" formatCode="0.0000">
                  <c:v>2.7958333333333334</c:v>
                </c:pt>
                <c:pt idx="4673" formatCode="0.0000">
                  <c:v>2.7966666666666664</c:v>
                </c:pt>
                <c:pt idx="4674" formatCode="0.0000">
                  <c:v>2.7974999999999999</c:v>
                </c:pt>
                <c:pt idx="4675" formatCode="0.0000">
                  <c:v>2.7983333333333333</c:v>
                </c:pt>
                <c:pt idx="4676" formatCode="0.0000">
                  <c:v>2.7991666666666664</c:v>
                </c:pt>
                <c:pt idx="4677" formatCode="0.0000">
                  <c:v>2.8000000000000003</c:v>
                </c:pt>
                <c:pt idx="4678" formatCode="0.0000">
                  <c:v>2.8008333333333333</c:v>
                </c:pt>
                <c:pt idx="4679" formatCode="0.0000">
                  <c:v>2.8016666666666667</c:v>
                </c:pt>
                <c:pt idx="4680" formatCode="0.0000">
                  <c:v>2.8025000000000002</c:v>
                </c:pt>
                <c:pt idx="4681" formatCode="0.0000">
                  <c:v>2.8033333333333332</c:v>
                </c:pt>
                <c:pt idx="4682" formatCode="0.0000">
                  <c:v>2.8041666666666667</c:v>
                </c:pt>
                <c:pt idx="4683" formatCode="0.0000">
                  <c:v>2.8049999999999997</c:v>
                </c:pt>
                <c:pt idx="4684" formatCode="0.0000">
                  <c:v>2.8058333333333332</c:v>
                </c:pt>
                <c:pt idx="4685" formatCode="0.0000">
                  <c:v>2.8066666666666666</c:v>
                </c:pt>
                <c:pt idx="4686" formatCode="0.0000">
                  <c:v>2.8074999999999997</c:v>
                </c:pt>
                <c:pt idx="4687" formatCode="0.0000">
                  <c:v>2.8083333333333336</c:v>
                </c:pt>
                <c:pt idx="4688" formatCode="0.0000">
                  <c:v>2.8091666666666666</c:v>
                </c:pt>
                <c:pt idx="4689" formatCode="0.0000">
                  <c:v>2.81</c:v>
                </c:pt>
                <c:pt idx="4690" formatCode="0.0000">
                  <c:v>2.8108333333333335</c:v>
                </c:pt>
                <c:pt idx="4691" formatCode="0.0000">
                  <c:v>2.8116666666666665</c:v>
                </c:pt>
                <c:pt idx="4692" formatCode="0.0000">
                  <c:v>2.8125</c:v>
                </c:pt>
                <c:pt idx="4693" formatCode="0.0000">
                  <c:v>2.813333333333333</c:v>
                </c:pt>
                <c:pt idx="4694" formatCode="0.0000">
                  <c:v>2.8141666666666665</c:v>
                </c:pt>
                <c:pt idx="4695" formatCode="0.0000">
                  <c:v>2.8149999999999999</c:v>
                </c:pt>
                <c:pt idx="4696" formatCode="0.0000">
                  <c:v>2.8158333333333334</c:v>
                </c:pt>
                <c:pt idx="4697" formatCode="0.0000">
                  <c:v>2.8166666666666669</c:v>
                </c:pt>
                <c:pt idx="4698" formatCode="0.0000">
                  <c:v>2.8174999999999999</c:v>
                </c:pt>
                <c:pt idx="4699" formatCode="0.0000">
                  <c:v>2.8183333333333334</c:v>
                </c:pt>
                <c:pt idx="4700" formatCode="0.0000">
                  <c:v>2.8191666666666668</c:v>
                </c:pt>
                <c:pt idx="4701" formatCode="0.0000">
                  <c:v>2.82</c:v>
                </c:pt>
                <c:pt idx="4702" formatCode="0.0000">
                  <c:v>2.8208333333333333</c:v>
                </c:pt>
                <c:pt idx="4703" formatCode="0.0000">
                  <c:v>2.8216666666666663</c:v>
                </c:pt>
                <c:pt idx="4704" formatCode="0.0000">
                  <c:v>2.8224999999999998</c:v>
                </c:pt>
                <c:pt idx="4705" formatCode="0.0000">
                  <c:v>2.8233333333333337</c:v>
                </c:pt>
                <c:pt idx="4706" formatCode="0.0000">
                  <c:v>2.8241666666666667</c:v>
                </c:pt>
                <c:pt idx="4707" formatCode="0.0000">
                  <c:v>2.8250000000000002</c:v>
                </c:pt>
                <c:pt idx="4708" formatCode="0.0000">
                  <c:v>2.8258333333333332</c:v>
                </c:pt>
                <c:pt idx="4709" formatCode="0.0000">
                  <c:v>2.8266666666666667</c:v>
                </c:pt>
                <c:pt idx="4710" formatCode="0.0000">
                  <c:v>2.8275000000000001</c:v>
                </c:pt>
                <c:pt idx="4711" formatCode="0.0000">
                  <c:v>2.8283333333333331</c:v>
                </c:pt>
                <c:pt idx="4712" formatCode="0.0000">
                  <c:v>2.8291666666666666</c:v>
                </c:pt>
                <c:pt idx="4713" formatCode="0.0000">
                  <c:v>2.8299999999999996</c:v>
                </c:pt>
                <c:pt idx="4714" formatCode="0.0000">
                  <c:v>2.8308333333333331</c:v>
                </c:pt>
                <c:pt idx="4715" formatCode="0.0000">
                  <c:v>2.831666666666667</c:v>
                </c:pt>
                <c:pt idx="4716" formatCode="0.0000">
                  <c:v>2.8325</c:v>
                </c:pt>
                <c:pt idx="4717" formatCode="0.0000">
                  <c:v>2.8333333333333335</c:v>
                </c:pt>
                <c:pt idx="4718" formatCode="0.0000">
                  <c:v>2.8341666666666665</c:v>
                </c:pt>
                <c:pt idx="4719" formatCode="0.0000">
                  <c:v>2.835</c:v>
                </c:pt>
                <c:pt idx="4720" formatCode="0.0000">
                  <c:v>2.8358333333333334</c:v>
                </c:pt>
                <c:pt idx="4721" formatCode="0.0000">
                  <c:v>2.8366666666666664</c:v>
                </c:pt>
                <c:pt idx="4722" formatCode="0.0000">
                  <c:v>2.8374999999999999</c:v>
                </c:pt>
                <c:pt idx="4723" formatCode="0.0000">
                  <c:v>2.8383333333333329</c:v>
                </c:pt>
                <c:pt idx="4724" formatCode="0.0000">
                  <c:v>2.8391666666666668</c:v>
                </c:pt>
                <c:pt idx="4725" formatCode="0.0000">
                  <c:v>2.8400000000000003</c:v>
                </c:pt>
                <c:pt idx="4726" formatCode="0.0000">
                  <c:v>2.8408333333333333</c:v>
                </c:pt>
                <c:pt idx="4727" formatCode="0.0000">
                  <c:v>2.8416666666666668</c:v>
                </c:pt>
                <c:pt idx="4728" formatCode="0.0000">
                  <c:v>2.8424999999999998</c:v>
                </c:pt>
                <c:pt idx="4729" formatCode="0.0000">
                  <c:v>2.8433333333333333</c:v>
                </c:pt>
                <c:pt idx="4730" formatCode="0.0000">
                  <c:v>2.8441666666666667</c:v>
                </c:pt>
                <c:pt idx="4731" formatCode="0.0000">
                  <c:v>2.8449999999999998</c:v>
                </c:pt>
                <c:pt idx="4732" formatCode="0.0000">
                  <c:v>2.8458333333333332</c:v>
                </c:pt>
                <c:pt idx="4733" formatCode="0.0000">
                  <c:v>2.8466666666666662</c:v>
                </c:pt>
                <c:pt idx="4734" formatCode="0.0000">
                  <c:v>2.8475000000000001</c:v>
                </c:pt>
                <c:pt idx="4735" formatCode="0.0000">
                  <c:v>2.8483333333333336</c:v>
                </c:pt>
                <c:pt idx="4736" formatCode="0.0000">
                  <c:v>2.8491666666666666</c:v>
                </c:pt>
                <c:pt idx="4737" formatCode="0.0000">
                  <c:v>2.85</c:v>
                </c:pt>
                <c:pt idx="4738" formatCode="0.0000">
                  <c:v>2.8508333333333331</c:v>
                </c:pt>
                <c:pt idx="4739" formatCode="0.0000">
                  <c:v>2.8516666666666666</c:v>
                </c:pt>
                <c:pt idx="4740" formatCode="0.0000">
                  <c:v>2.8525</c:v>
                </c:pt>
                <c:pt idx="4741" formatCode="0.0000">
                  <c:v>2.8533333333333331</c:v>
                </c:pt>
                <c:pt idx="4742" formatCode="0.0000">
                  <c:v>2.8541666666666665</c:v>
                </c:pt>
                <c:pt idx="4743" formatCode="0.0000">
                  <c:v>2.855</c:v>
                </c:pt>
                <c:pt idx="4744" formatCode="0.0000">
                  <c:v>2.8558333333333334</c:v>
                </c:pt>
                <c:pt idx="4745" formatCode="0.0000">
                  <c:v>2.8566666666666669</c:v>
                </c:pt>
                <c:pt idx="4746" formatCode="0.0000">
                  <c:v>2.8574999999999999</c:v>
                </c:pt>
                <c:pt idx="4747" formatCode="0.0000">
                  <c:v>2.8583333333333334</c:v>
                </c:pt>
                <c:pt idx="4748" formatCode="0.0000">
                  <c:v>2.8591666666666664</c:v>
                </c:pt>
                <c:pt idx="4749" formatCode="0.0000">
                  <c:v>2.86</c:v>
                </c:pt>
                <c:pt idx="4750" formatCode="0.0000">
                  <c:v>2.8608333333333333</c:v>
                </c:pt>
                <c:pt idx="4751" formatCode="0.0000">
                  <c:v>2.8616666666666664</c:v>
                </c:pt>
                <c:pt idx="4752" formatCode="0.0000">
                  <c:v>2.8625000000000003</c:v>
                </c:pt>
                <c:pt idx="4753" formatCode="0.0000">
                  <c:v>2.8633333333333333</c:v>
                </c:pt>
                <c:pt idx="4754" formatCode="0.0000">
                  <c:v>2.8641666666666667</c:v>
                </c:pt>
                <c:pt idx="4755" formatCode="0.0000">
                  <c:v>2.8650000000000002</c:v>
                </c:pt>
                <c:pt idx="4756" formatCode="0.0000">
                  <c:v>2.8658333333333332</c:v>
                </c:pt>
                <c:pt idx="4757" formatCode="0.0000">
                  <c:v>2.8666666666666667</c:v>
                </c:pt>
                <c:pt idx="4758" formatCode="0.0000">
                  <c:v>2.8674999999999997</c:v>
                </c:pt>
                <c:pt idx="4759" formatCode="0.0000">
                  <c:v>2.8683333333333332</c:v>
                </c:pt>
                <c:pt idx="4760" formatCode="0.0000">
                  <c:v>2.8691666666666666</c:v>
                </c:pt>
                <c:pt idx="4761" formatCode="0.0000">
                  <c:v>2.8699999999999997</c:v>
                </c:pt>
                <c:pt idx="4762" formatCode="0.0000">
                  <c:v>2.8708333333333336</c:v>
                </c:pt>
                <c:pt idx="4763" formatCode="0.0000">
                  <c:v>2.8716666666666666</c:v>
                </c:pt>
                <c:pt idx="4764" formatCode="0.0000">
                  <c:v>2.8725000000000001</c:v>
                </c:pt>
                <c:pt idx="4765" formatCode="0.0000">
                  <c:v>2.8733333333333335</c:v>
                </c:pt>
                <c:pt idx="4766" formatCode="0.0000">
                  <c:v>2.8741666666666665</c:v>
                </c:pt>
                <c:pt idx="4767" formatCode="0.0000">
                  <c:v>2.875</c:v>
                </c:pt>
                <c:pt idx="4768" formatCode="0.0000">
                  <c:v>2.875833333333333</c:v>
                </c:pt>
                <c:pt idx="4769" formatCode="0.0000">
                  <c:v>2.8766666666666665</c:v>
                </c:pt>
                <c:pt idx="4770" formatCode="0.0000">
                  <c:v>2.8774999999999999</c:v>
                </c:pt>
                <c:pt idx="4771" formatCode="0.0000">
                  <c:v>2.8783333333333334</c:v>
                </c:pt>
                <c:pt idx="4772" formatCode="0.0000">
                  <c:v>2.8791666666666669</c:v>
                </c:pt>
                <c:pt idx="4773" formatCode="0.0000">
                  <c:v>2.88</c:v>
                </c:pt>
                <c:pt idx="4774" formatCode="0.0000">
                  <c:v>2.8808333333333334</c:v>
                </c:pt>
                <c:pt idx="4775" formatCode="0.0000">
                  <c:v>2.8816666666666668</c:v>
                </c:pt>
                <c:pt idx="4776" formatCode="0.0000">
                  <c:v>2.8824999999999998</c:v>
                </c:pt>
                <c:pt idx="4777" formatCode="0.0000">
                  <c:v>2.8833333333333333</c:v>
                </c:pt>
                <c:pt idx="4778" formatCode="0.0000">
                  <c:v>2.8841666666666663</c:v>
                </c:pt>
                <c:pt idx="4779" formatCode="0.0000">
                  <c:v>2.8849999999999998</c:v>
                </c:pt>
                <c:pt idx="4780" formatCode="0.0000">
                  <c:v>2.8858333333333337</c:v>
                </c:pt>
                <c:pt idx="4781" formatCode="0.0000">
                  <c:v>2.8866666666666667</c:v>
                </c:pt>
                <c:pt idx="4782" formatCode="0.0000">
                  <c:v>2.8875000000000002</c:v>
                </c:pt>
                <c:pt idx="4783" formatCode="0.0000">
                  <c:v>2.8883333333333332</c:v>
                </c:pt>
                <c:pt idx="4784" formatCode="0.0000">
                  <c:v>2.8891666666666667</c:v>
                </c:pt>
                <c:pt idx="4785" formatCode="0.0000">
                  <c:v>2.89</c:v>
                </c:pt>
                <c:pt idx="4786" formatCode="0.0000">
                  <c:v>2.8908333333333331</c:v>
                </c:pt>
                <c:pt idx="4787" formatCode="0.0000">
                  <c:v>2.8916666666666666</c:v>
                </c:pt>
                <c:pt idx="4788" formatCode="0.0000">
                  <c:v>2.8924999999999996</c:v>
                </c:pt>
                <c:pt idx="4789" formatCode="0.0000">
                  <c:v>2.8933333333333331</c:v>
                </c:pt>
                <c:pt idx="4790" formatCode="0.0000">
                  <c:v>2.894166666666667</c:v>
                </c:pt>
                <c:pt idx="4791" formatCode="0.0000">
                  <c:v>2.895</c:v>
                </c:pt>
                <c:pt idx="4792" formatCode="0.0000">
                  <c:v>2.8958333333333335</c:v>
                </c:pt>
                <c:pt idx="4793" formatCode="0.0000">
                  <c:v>2.8966666666666665</c:v>
                </c:pt>
                <c:pt idx="4794" formatCode="0.0000">
                  <c:v>2.8975</c:v>
                </c:pt>
                <c:pt idx="4795" formatCode="0.0000">
                  <c:v>2.8983333333333334</c:v>
                </c:pt>
                <c:pt idx="4796" formatCode="0.0000">
                  <c:v>2.8991666666666664</c:v>
                </c:pt>
                <c:pt idx="4797" formatCode="0.0000">
                  <c:v>2.9</c:v>
                </c:pt>
                <c:pt idx="4798" formatCode="0.0000">
                  <c:v>2.9008333333333329</c:v>
                </c:pt>
                <c:pt idx="4799" formatCode="0.0000">
                  <c:v>2.9016666666666668</c:v>
                </c:pt>
                <c:pt idx="4800" formatCode="0.0000">
                  <c:v>2.9025000000000003</c:v>
                </c:pt>
                <c:pt idx="4801" formatCode="0.0000">
                  <c:v>2.9033333333333333</c:v>
                </c:pt>
                <c:pt idx="4802" formatCode="0.0000">
                  <c:v>2.9041666666666668</c:v>
                </c:pt>
                <c:pt idx="4803" formatCode="0.0000">
                  <c:v>2.9049999999999998</c:v>
                </c:pt>
                <c:pt idx="4804" formatCode="0.0000">
                  <c:v>2.9058333333333333</c:v>
                </c:pt>
                <c:pt idx="4805" formatCode="0.0000">
                  <c:v>2.9066666666666667</c:v>
                </c:pt>
                <c:pt idx="4806" formatCode="0.0000">
                  <c:v>2.9074999999999998</c:v>
                </c:pt>
                <c:pt idx="4807" formatCode="0.0000">
                  <c:v>2.9083333333333332</c:v>
                </c:pt>
                <c:pt idx="4808" formatCode="0.0000">
                  <c:v>2.9091666666666662</c:v>
                </c:pt>
                <c:pt idx="4809" formatCode="0.0000">
                  <c:v>2.91</c:v>
                </c:pt>
                <c:pt idx="4810" formatCode="0.0000">
                  <c:v>2.9108333333333336</c:v>
                </c:pt>
                <c:pt idx="4811" formatCode="0.0000">
                  <c:v>2.9116666666666666</c:v>
                </c:pt>
                <c:pt idx="4812" formatCode="0.0000">
                  <c:v>2.9125000000000001</c:v>
                </c:pt>
                <c:pt idx="4813" formatCode="0.0000">
                  <c:v>2.9133333333333331</c:v>
                </c:pt>
                <c:pt idx="4814" formatCode="0.0000">
                  <c:v>2.9141666666666666</c:v>
                </c:pt>
                <c:pt idx="4815" formatCode="0.0000">
                  <c:v>2.915</c:v>
                </c:pt>
                <c:pt idx="4816" formatCode="0.0000">
                  <c:v>2.9158333333333331</c:v>
                </c:pt>
                <c:pt idx="4817" formatCode="0.0000">
                  <c:v>2.9166666666666665</c:v>
                </c:pt>
                <c:pt idx="4818" formatCode="0.0000">
                  <c:v>2.9175</c:v>
                </c:pt>
                <c:pt idx="4819" formatCode="0.0000">
                  <c:v>2.9183333333333334</c:v>
                </c:pt>
                <c:pt idx="4820" formatCode="0.0000">
                  <c:v>2.9191666666666669</c:v>
                </c:pt>
                <c:pt idx="4821" formatCode="0.0000">
                  <c:v>2.92</c:v>
                </c:pt>
                <c:pt idx="4822" formatCode="0.0000">
                  <c:v>2.9208333333333334</c:v>
                </c:pt>
                <c:pt idx="4823" formatCode="0.0000">
                  <c:v>2.9216666666666664</c:v>
                </c:pt>
                <c:pt idx="4824" formatCode="0.0000">
                  <c:v>2.9224999999999999</c:v>
                </c:pt>
                <c:pt idx="4825" formatCode="0.0000">
                  <c:v>2.9233333333333333</c:v>
                </c:pt>
                <c:pt idx="4826" formatCode="0.0000">
                  <c:v>2.9241666666666664</c:v>
                </c:pt>
                <c:pt idx="4827" formatCode="0.0000">
                  <c:v>2.9250000000000003</c:v>
                </c:pt>
                <c:pt idx="4828" formatCode="0.0000">
                  <c:v>2.9258333333333333</c:v>
                </c:pt>
                <c:pt idx="4829" formatCode="0.0000">
                  <c:v>2.9266666666666667</c:v>
                </c:pt>
                <c:pt idx="4830" formatCode="0.0000">
                  <c:v>2.9275000000000002</c:v>
                </c:pt>
                <c:pt idx="4831" formatCode="0.0000">
                  <c:v>2.9283333333333332</c:v>
                </c:pt>
                <c:pt idx="4832" formatCode="0.0000">
                  <c:v>2.9291666666666667</c:v>
                </c:pt>
                <c:pt idx="4833" formatCode="0.0000">
                  <c:v>2.9299999999999997</c:v>
                </c:pt>
                <c:pt idx="4834" formatCode="0.0000">
                  <c:v>2.9308333333333332</c:v>
                </c:pt>
                <c:pt idx="4835" formatCode="0.0000">
                  <c:v>2.9316666666666666</c:v>
                </c:pt>
                <c:pt idx="4836" formatCode="0.0000">
                  <c:v>2.9324999999999997</c:v>
                </c:pt>
                <c:pt idx="4837" formatCode="0.0000">
                  <c:v>2.9333333333333336</c:v>
                </c:pt>
                <c:pt idx="4838" formatCode="0.0000">
                  <c:v>2.9341666666666666</c:v>
                </c:pt>
                <c:pt idx="4839" formatCode="0.0000">
                  <c:v>2.9350000000000001</c:v>
                </c:pt>
                <c:pt idx="4840" formatCode="0.0000">
                  <c:v>2.9358333333333335</c:v>
                </c:pt>
                <c:pt idx="4841" formatCode="0.0000">
                  <c:v>2.9366666666666665</c:v>
                </c:pt>
                <c:pt idx="4842" formatCode="0.0000">
                  <c:v>2.9375</c:v>
                </c:pt>
                <c:pt idx="4843" formatCode="0.0000">
                  <c:v>2.938333333333333</c:v>
                </c:pt>
                <c:pt idx="4844" formatCode="0.0000">
                  <c:v>2.9391666666666665</c:v>
                </c:pt>
                <c:pt idx="4845" formatCode="0.0000">
                  <c:v>2.94</c:v>
                </c:pt>
                <c:pt idx="4846" formatCode="0.0000">
                  <c:v>2.9408333333333334</c:v>
                </c:pt>
                <c:pt idx="4847" formatCode="0.0000">
                  <c:v>2.9416666666666669</c:v>
                </c:pt>
                <c:pt idx="4848" formatCode="0.0000">
                  <c:v>2.9424999999999999</c:v>
                </c:pt>
                <c:pt idx="4849" formatCode="0.0000">
                  <c:v>2.9433333333333334</c:v>
                </c:pt>
                <c:pt idx="4850" formatCode="0.0000">
                  <c:v>2.9441666666666668</c:v>
                </c:pt>
                <c:pt idx="4851" formatCode="0.0000">
                  <c:v>2.9449999999999998</c:v>
                </c:pt>
                <c:pt idx="4852" formatCode="0.0000">
                  <c:v>2.9458333333333333</c:v>
                </c:pt>
                <c:pt idx="4853" formatCode="0.0000">
                  <c:v>2.9466666666666663</c:v>
                </c:pt>
                <c:pt idx="4854" formatCode="0.0000">
                  <c:v>2.9474999999999998</c:v>
                </c:pt>
                <c:pt idx="4855" formatCode="0.0000">
                  <c:v>2.9483333333333337</c:v>
                </c:pt>
                <c:pt idx="4856" formatCode="0.0000">
                  <c:v>2.9491666666666667</c:v>
                </c:pt>
                <c:pt idx="4857" formatCode="0.0000">
                  <c:v>2.95</c:v>
                </c:pt>
                <c:pt idx="4858" formatCode="0.0000">
                  <c:v>2.9508333333333332</c:v>
                </c:pt>
                <c:pt idx="4859" formatCode="0.0000">
                  <c:v>2.9516666666666667</c:v>
                </c:pt>
                <c:pt idx="4860" formatCode="0.0000">
                  <c:v>2.9525000000000001</c:v>
                </c:pt>
                <c:pt idx="4861" formatCode="0.0000">
                  <c:v>2.9533333333333331</c:v>
                </c:pt>
                <c:pt idx="4862" formatCode="0.0000">
                  <c:v>2.9541666666666666</c:v>
                </c:pt>
                <c:pt idx="4863" formatCode="0.0000">
                  <c:v>2.9549999999999996</c:v>
                </c:pt>
                <c:pt idx="4864" formatCode="0.0000">
                  <c:v>2.9558333333333331</c:v>
                </c:pt>
                <c:pt idx="4865" formatCode="0.0000">
                  <c:v>2.956666666666667</c:v>
                </c:pt>
                <c:pt idx="4866" formatCode="0.0000">
                  <c:v>2.9575</c:v>
                </c:pt>
                <c:pt idx="4867" formatCode="0.0000">
                  <c:v>2.9583333333333335</c:v>
                </c:pt>
                <c:pt idx="4868" formatCode="0.0000">
                  <c:v>2.9591666666666665</c:v>
                </c:pt>
                <c:pt idx="4869" formatCode="0.0000">
                  <c:v>2.96</c:v>
                </c:pt>
                <c:pt idx="4870" formatCode="0.0000">
                  <c:v>2.9608333333333334</c:v>
                </c:pt>
                <c:pt idx="4871" formatCode="0.0000">
                  <c:v>2.9616666666666664</c:v>
                </c:pt>
                <c:pt idx="4872" formatCode="0.0000">
                  <c:v>2.9624999999999999</c:v>
                </c:pt>
                <c:pt idx="4873" formatCode="0.0000">
                  <c:v>2.9633333333333329</c:v>
                </c:pt>
                <c:pt idx="4874" formatCode="0.0000">
                  <c:v>2.9641666666666668</c:v>
                </c:pt>
                <c:pt idx="4875" formatCode="0.0000">
                  <c:v>2.9650000000000003</c:v>
                </c:pt>
                <c:pt idx="4876" formatCode="0.0000">
                  <c:v>2.9658333333333333</c:v>
                </c:pt>
                <c:pt idx="4877" formatCode="0.0000">
                  <c:v>2.9666666666666668</c:v>
                </c:pt>
                <c:pt idx="4878" formatCode="0.0000">
                  <c:v>2.9674999999999998</c:v>
                </c:pt>
                <c:pt idx="4879" formatCode="0.0000">
                  <c:v>2.9683333333333333</c:v>
                </c:pt>
                <c:pt idx="4880" formatCode="0.0000">
                  <c:v>2.9691666666666667</c:v>
                </c:pt>
                <c:pt idx="4881" formatCode="0.0000">
                  <c:v>2.9699999999999998</c:v>
                </c:pt>
                <c:pt idx="4882" formatCode="0.0000">
                  <c:v>2.9708333333333332</c:v>
                </c:pt>
                <c:pt idx="4883" formatCode="0.0000">
                  <c:v>2.9716666666666662</c:v>
                </c:pt>
                <c:pt idx="4884" formatCode="0.0000">
                  <c:v>2.9725000000000001</c:v>
                </c:pt>
                <c:pt idx="4885" formatCode="0.0000">
                  <c:v>2.9733333333333336</c:v>
                </c:pt>
                <c:pt idx="4886" formatCode="0.0000">
                  <c:v>2.9741666666666666</c:v>
                </c:pt>
                <c:pt idx="4887" formatCode="0.0000">
                  <c:v>2.9750000000000001</c:v>
                </c:pt>
                <c:pt idx="4888" formatCode="0.0000">
                  <c:v>2.9758333333333331</c:v>
                </c:pt>
                <c:pt idx="4889" formatCode="0.0000">
                  <c:v>2.9766666666666666</c:v>
                </c:pt>
                <c:pt idx="4890" formatCode="0.0000">
                  <c:v>2.9775</c:v>
                </c:pt>
                <c:pt idx="4891" formatCode="0.0000">
                  <c:v>2.9783333333333331</c:v>
                </c:pt>
                <c:pt idx="4892" formatCode="0.0000">
                  <c:v>2.9791666666666665</c:v>
                </c:pt>
                <c:pt idx="4893" formatCode="0.0000">
                  <c:v>2.98</c:v>
                </c:pt>
                <c:pt idx="4894" formatCode="0.0000">
                  <c:v>2.9808333333333334</c:v>
                </c:pt>
                <c:pt idx="4895" formatCode="0.0000">
                  <c:v>2.9816666666666669</c:v>
                </c:pt>
                <c:pt idx="4896" formatCode="0.0000">
                  <c:v>2.9824999999999999</c:v>
                </c:pt>
                <c:pt idx="4897" formatCode="0.0000">
                  <c:v>2.9833333333333334</c:v>
                </c:pt>
                <c:pt idx="4898" formatCode="0.0000">
                  <c:v>2.9841666666666664</c:v>
                </c:pt>
                <c:pt idx="4899" formatCode="0.0000">
                  <c:v>2.9849999999999999</c:v>
                </c:pt>
                <c:pt idx="4900" formatCode="0.0000">
                  <c:v>2.9858333333333333</c:v>
                </c:pt>
                <c:pt idx="4901" formatCode="0.0000">
                  <c:v>2.9866666666666664</c:v>
                </c:pt>
                <c:pt idx="4902" formatCode="0.0000">
                  <c:v>2.9875000000000003</c:v>
                </c:pt>
                <c:pt idx="4903" formatCode="0.0000">
                  <c:v>2.9883333333333333</c:v>
                </c:pt>
                <c:pt idx="4904" formatCode="0.0000">
                  <c:v>2.9891666666666667</c:v>
                </c:pt>
                <c:pt idx="4905" formatCode="0.0000">
                  <c:v>2.99</c:v>
                </c:pt>
                <c:pt idx="4906" formatCode="0.0000">
                  <c:v>2.9908333333333332</c:v>
                </c:pt>
                <c:pt idx="4907" formatCode="0.0000">
                  <c:v>2.9916666666666667</c:v>
                </c:pt>
                <c:pt idx="4908" formatCode="0.0000">
                  <c:v>2.9924999999999997</c:v>
                </c:pt>
                <c:pt idx="4909" formatCode="0.0000">
                  <c:v>2.9933333333333332</c:v>
                </c:pt>
                <c:pt idx="4910" formatCode="0.0000">
                  <c:v>2.9941666666666666</c:v>
                </c:pt>
                <c:pt idx="4911" formatCode="0.0000">
                  <c:v>2.9949999999999997</c:v>
                </c:pt>
                <c:pt idx="4912" formatCode="0.0000">
                  <c:v>2.9958333333333336</c:v>
                </c:pt>
                <c:pt idx="4913" formatCode="0.0000">
                  <c:v>2.9966666666666666</c:v>
                </c:pt>
                <c:pt idx="4914" formatCode="0.0000">
                  <c:v>2.9975000000000001</c:v>
                </c:pt>
                <c:pt idx="4915" formatCode="0.0000">
                  <c:v>2.9983333333333335</c:v>
                </c:pt>
                <c:pt idx="4916" formatCode="0.0000">
                  <c:v>2.9991666666666665</c:v>
                </c:pt>
                <c:pt idx="4917" formatCode="0.0000">
                  <c:v>3</c:v>
                </c:pt>
                <c:pt idx="4918" formatCode="0.0000">
                  <c:v>3.000833333333333</c:v>
                </c:pt>
                <c:pt idx="4919" formatCode="0.0000">
                  <c:v>3.0016666666666665</c:v>
                </c:pt>
                <c:pt idx="4920" formatCode="0.0000">
                  <c:v>3.0024999999999999</c:v>
                </c:pt>
                <c:pt idx="4921" formatCode="0.0000">
                  <c:v>3.0033333333333334</c:v>
                </c:pt>
                <c:pt idx="4922" formatCode="0.0000">
                  <c:v>3.0041666666666669</c:v>
                </c:pt>
                <c:pt idx="4923" formatCode="0.0000">
                  <c:v>3.0049999999999999</c:v>
                </c:pt>
                <c:pt idx="4924" formatCode="0.0000">
                  <c:v>3.0058333333333334</c:v>
                </c:pt>
                <c:pt idx="4925" formatCode="0.0000">
                  <c:v>3.0066666666666668</c:v>
                </c:pt>
                <c:pt idx="4926" formatCode="0.0000">
                  <c:v>3.0074999999999998</c:v>
                </c:pt>
                <c:pt idx="4927" formatCode="0.0000">
                  <c:v>3.0083333333333333</c:v>
                </c:pt>
                <c:pt idx="4928" formatCode="0.0000">
                  <c:v>3.0091666666666663</c:v>
                </c:pt>
                <c:pt idx="4929" formatCode="0.0000">
                  <c:v>3.01</c:v>
                </c:pt>
                <c:pt idx="4930" formatCode="0.0000">
                  <c:v>3.0108333333333337</c:v>
                </c:pt>
                <c:pt idx="4931" formatCode="0.0000">
                  <c:v>3.0116666666666667</c:v>
                </c:pt>
                <c:pt idx="4932" formatCode="0.0000">
                  <c:v>3.0125000000000002</c:v>
                </c:pt>
                <c:pt idx="4933" formatCode="0.0000">
                  <c:v>3.0133333333333332</c:v>
                </c:pt>
                <c:pt idx="4934" formatCode="0.0000">
                  <c:v>3.0141666666666667</c:v>
                </c:pt>
                <c:pt idx="4935" formatCode="0.0000">
                  <c:v>3.0150000000000001</c:v>
                </c:pt>
                <c:pt idx="4936" formatCode="0.0000">
                  <c:v>3.0158333333333331</c:v>
                </c:pt>
                <c:pt idx="4937" formatCode="0.0000">
                  <c:v>3.0166666666666666</c:v>
                </c:pt>
                <c:pt idx="4938" formatCode="0.0000">
                  <c:v>3.0174999999999996</c:v>
                </c:pt>
                <c:pt idx="4939" formatCode="0.0000">
                  <c:v>3.0183333333333331</c:v>
                </c:pt>
                <c:pt idx="4940" formatCode="0.0000">
                  <c:v>3.019166666666667</c:v>
                </c:pt>
                <c:pt idx="4941" formatCode="0.0000">
                  <c:v>3.02</c:v>
                </c:pt>
                <c:pt idx="4942" formatCode="0.0000">
                  <c:v>3.0208333333333335</c:v>
                </c:pt>
                <c:pt idx="4943" formatCode="0.0000">
                  <c:v>3.0216666666666665</c:v>
                </c:pt>
                <c:pt idx="4944" formatCode="0.0000">
                  <c:v>3.0225</c:v>
                </c:pt>
                <c:pt idx="4945" formatCode="0.0000">
                  <c:v>3.0233333333333334</c:v>
                </c:pt>
                <c:pt idx="4946" formatCode="0.0000">
                  <c:v>3.0241666666666664</c:v>
                </c:pt>
                <c:pt idx="4947" formatCode="0.0000">
                  <c:v>3.0249999999999999</c:v>
                </c:pt>
                <c:pt idx="4948" formatCode="0.0000">
                  <c:v>3.0258333333333329</c:v>
                </c:pt>
                <c:pt idx="4949" formatCode="0.0000">
                  <c:v>3.0266666666666668</c:v>
                </c:pt>
                <c:pt idx="4950" formatCode="0.0000">
                  <c:v>3.0275000000000003</c:v>
                </c:pt>
                <c:pt idx="4951" formatCode="0.0000">
                  <c:v>3.0283333333333333</c:v>
                </c:pt>
                <c:pt idx="4952" formatCode="0.0000">
                  <c:v>3.0291666666666668</c:v>
                </c:pt>
                <c:pt idx="4953" formatCode="0.0000">
                  <c:v>3.03</c:v>
                </c:pt>
                <c:pt idx="4954" formatCode="0.0000">
                  <c:v>3.0308333333333333</c:v>
                </c:pt>
                <c:pt idx="4955" formatCode="0.0000">
                  <c:v>3.0316666666666667</c:v>
                </c:pt>
                <c:pt idx="4956" formatCode="0.0000">
                  <c:v>3.0324999999999998</c:v>
                </c:pt>
                <c:pt idx="4957" formatCode="0.0000">
                  <c:v>3.0333333333333332</c:v>
                </c:pt>
                <c:pt idx="4958" formatCode="0.0000">
                  <c:v>3.0341666666666662</c:v>
                </c:pt>
                <c:pt idx="4959" formatCode="0.0000">
                  <c:v>3.0350000000000001</c:v>
                </c:pt>
                <c:pt idx="4960" formatCode="0.0000">
                  <c:v>3.0358333333333336</c:v>
                </c:pt>
                <c:pt idx="4961" formatCode="0.0000">
                  <c:v>3.0366666666666666</c:v>
                </c:pt>
                <c:pt idx="4962" formatCode="0.0000">
                  <c:v>3.0375000000000001</c:v>
                </c:pt>
                <c:pt idx="4963" formatCode="0.0000">
                  <c:v>3.0383333333333331</c:v>
                </c:pt>
                <c:pt idx="4964" formatCode="0.0000">
                  <c:v>3.0391666666666666</c:v>
                </c:pt>
                <c:pt idx="4965" formatCode="0.0000">
                  <c:v>3.04</c:v>
                </c:pt>
                <c:pt idx="4966" formatCode="0.0000">
                  <c:v>3.0408333333333331</c:v>
                </c:pt>
                <c:pt idx="4967" formatCode="0.0000">
                  <c:v>3.0416666666666665</c:v>
                </c:pt>
                <c:pt idx="4968" formatCode="0.0000">
                  <c:v>3.0425</c:v>
                </c:pt>
                <c:pt idx="4969" formatCode="0.0000">
                  <c:v>3.0433333333333334</c:v>
                </c:pt>
                <c:pt idx="4970" formatCode="0.0000">
                  <c:v>3.0441666666666669</c:v>
                </c:pt>
                <c:pt idx="4971" formatCode="0.0000">
                  <c:v>3.0449999999999999</c:v>
                </c:pt>
                <c:pt idx="4972" formatCode="0.0000">
                  <c:v>3.0458333333333334</c:v>
                </c:pt>
                <c:pt idx="4973" formatCode="0.0000">
                  <c:v>3.0466666666666664</c:v>
                </c:pt>
                <c:pt idx="4974" formatCode="0.0000">
                  <c:v>3.0474999999999999</c:v>
                </c:pt>
                <c:pt idx="4975" formatCode="0.0000">
                  <c:v>3.0483333333333333</c:v>
                </c:pt>
                <c:pt idx="4976" formatCode="0.0000">
                  <c:v>3.0491666666666664</c:v>
                </c:pt>
                <c:pt idx="4977" formatCode="0.0000">
                  <c:v>3.0500000000000003</c:v>
                </c:pt>
                <c:pt idx="4978" formatCode="0.0000">
                  <c:v>3.0508333333333333</c:v>
                </c:pt>
                <c:pt idx="4979" formatCode="0.0000">
                  <c:v>3.0516666666666667</c:v>
                </c:pt>
                <c:pt idx="4980" formatCode="0.0000">
                  <c:v>3.0525000000000002</c:v>
                </c:pt>
                <c:pt idx="4981" formatCode="0.0000">
                  <c:v>3.0533333333333332</c:v>
                </c:pt>
                <c:pt idx="4982" formatCode="0.0000">
                  <c:v>3.0541666666666667</c:v>
                </c:pt>
                <c:pt idx="4983" formatCode="0.0000">
                  <c:v>3.0549999999999997</c:v>
                </c:pt>
                <c:pt idx="4984" formatCode="0.0000">
                  <c:v>3.0558333333333332</c:v>
                </c:pt>
                <c:pt idx="4985" formatCode="0.0000">
                  <c:v>3.0566666666666666</c:v>
                </c:pt>
                <c:pt idx="4986" formatCode="0.0000">
                  <c:v>3.0574999999999997</c:v>
                </c:pt>
                <c:pt idx="4987" formatCode="0.0000">
                  <c:v>3.0583333333333336</c:v>
                </c:pt>
                <c:pt idx="4988" formatCode="0.0000">
                  <c:v>3.0591666666666666</c:v>
                </c:pt>
                <c:pt idx="4989" formatCode="0.0000">
                  <c:v>3.06</c:v>
                </c:pt>
                <c:pt idx="4990" formatCode="0.0000">
                  <c:v>3.0608333333333335</c:v>
                </c:pt>
                <c:pt idx="4991" formatCode="0.0000">
                  <c:v>3.0616666666666665</c:v>
                </c:pt>
                <c:pt idx="4992" formatCode="0.0000">
                  <c:v>3.0625</c:v>
                </c:pt>
                <c:pt idx="4993" formatCode="0.0000">
                  <c:v>3.063333333333333</c:v>
                </c:pt>
                <c:pt idx="4994" formatCode="0.0000">
                  <c:v>3.0641666666666665</c:v>
                </c:pt>
                <c:pt idx="4995" formatCode="0.0000">
                  <c:v>3.0649999999999999</c:v>
                </c:pt>
                <c:pt idx="4996" formatCode="0.0000">
                  <c:v>3.0658333333333334</c:v>
                </c:pt>
                <c:pt idx="4997" formatCode="0.0000">
                  <c:v>3.0666666666666669</c:v>
                </c:pt>
                <c:pt idx="4998" formatCode="0.0000">
                  <c:v>3.0674999999999999</c:v>
                </c:pt>
                <c:pt idx="4999" formatCode="0.0000">
                  <c:v>3.0683333333333334</c:v>
                </c:pt>
                <c:pt idx="5000" formatCode="0.0000">
                  <c:v>3.0691666666666668</c:v>
                </c:pt>
                <c:pt idx="5001" formatCode="0.0000">
                  <c:v>3.07</c:v>
                </c:pt>
                <c:pt idx="5002" formatCode="0.0000">
                  <c:v>3.0708333333333333</c:v>
                </c:pt>
                <c:pt idx="5003" formatCode="0.0000">
                  <c:v>3.0716666666666663</c:v>
                </c:pt>
                <c:pt idx="5004" formatCode="0.0000">
                  <c:v>3.0724999999999998</c:v>
                </c:pt>
                <c:pt idx="5005" formatCode="0.0000">
                  <c:v>3.0733333333333337</c:v>
                </c:pt>
                <c:pt idx="5006" formatCode="0.0000">
                  <c:v>3.0741666666666667</c:v>
                </c:pt>
                <c:pt idx="5007" formatCode="0.0000">
                  <c:v>3.0750000000000002</c:v>
                </c:pt>
                <c:pt idx="5008" formatCode="0.0000">
                  <c:v>3.0758333333333332</c:v>
                </c:pt>
                <c:pt idx="5009" formatCode="0.0000">
                  <c:v>3.0766666666666667</c:v>
                </c:pt>
                <c:pt idx="5010" formatCode="0.0000">
                  <c:v>3.0775000000000001</c:v>
                </c:pt>
                <c:pt idx="5011" formatCode="0.0000">
                  <c:v>3.0783333333333331</c:v>
                </c:pt>
                <c:pt idx="5012" formatCode="0.0000">
                  <c:v>3.0791666666666666</c:v>
                </c:pt>
                <c:pt idx="5013" formatCode="0.0000">
                  <c:v>3.0799999999999996</c:v>
                </c:pt>
                <c:pt idx="5014" formatCode="0.0000">
                  <c:v>3.0808333333333331</c:v>
                </c:pt>
                <c:pt idx="5015" formatCode="0.0000">
                  <c:v>3.081666666666667</c:v>
                </c:pt>
                <c:pt idx="5016" formatCode="0.0000">
                  <c:v>3.0825</c:v>
                </c:pt>
                <c:pt idx="5017" formatCode="0.0000">
                  <c:v>3.0833333333333335</c:v>
                </c:pt>
                <c:pt idx="5018" formatCode="0.0000">
                  <c:v>3.0841666666666665</c:v>
                </c:pt>
                <c:pt idx="5019" formatCode="0.0000">
                  <c:v>3.085</c:v>
                </c:pt>
                <c:pt idx="5020" formatCode="0.0000">
                  <c:v>3.0858333333333334</c:v>
                </c:pt>
                <c:pt idx="5021" formatCode="0.0000">
                  <c:v>3.0866666666666664</c:v>
                </c:pt>
                <c:pt idx="5022" formatCode="0.0000">
                  <c:v>3.0874999999999999</c:v>
                </c:pt>
                <c:pt idx="5023" formatCode="0.0000">
                  <c:v>3.0883333333333329</c:v>
                </c:pt>
                <c:pt idx="5024" formatCode="0.0000">
                  <c:v>3.0891666666666668</c:v>
                </c:pt>
                <c:pt idx="5025" formatCode="0.0000">
                  <c:v>3.0900000000000003</c:v>
                </c:pt>
                <c:pt idx="5026" formatCode="0.0000">
                  <c:v>3.0908333333333333</c:v>
                </c:pt>
                <c:pt idx="5027" formatCode="0.0000">
                  <c:v>3.0916666666666668</c:v>
                </c:pt>
                <c:pt idx="5028" formatCode="0.0000">
                  <c:v>3.0924999999999998</c:v>
                </c:pt>
                <c:pt idx="5029" formatCode="0.0000">
                  <c:v>3.0933333333333333</c:v>
                </c:pt>
                <c:pt idx="5030" formatCode="0.0000">
                  <c:v>3.0941666666666667</c:v>
                </c:pt>
                <c:pt idx="5031" formatCode="0.0000">
                  <c:v>3.0949999999999998</c:v>
                </c:pt>
                <c:pt idx="5032" formatCode="0.0000">
                  <c:v>3.0958333333333332</c:v>
                </c:pt>
                <c:pt idx="5033" formatCode="0.0000">
                  <c:v>3.0966666666666662</c:v>
                </c:pt>
                <c:pt idx="5034" formatCode="0.0000">
                  <c:v>3.0975000000000001</c:v>
                </c:pt>
                <c:pt idx="5035" formatCode="0.0000">
                  <c:v>3.0983333333333336</c:v>
                </c:pt>
                <c:pt idx="5036" formatCode="0.0000">
                  <c:v>3.0991666666666666</c:v>
                </c:pt>
                <c:pt idx="5037" formatCode="0.0000">
                  <c:v>3.1</c:v>
                </c:pt>
                <c:pt idx="5038" formatCode="0.0000">
                  <c:v>3.1008333333333331</c:v>
                </c:pt>
                <c:pt idx="5039" formatCode="0.0000">
                  <c:v>3.1016666666666666</c:v>
                </c:pt>
                <c:pt idx="5040" formatCode="0.0000">
                  <c:v>3.1025</c:v>
                </c:pt>
                <c:pt idx="5041" formatCode="0.0000">
                  <c:v>3.1033333333333331</c:v>
                </c:pt>
                <c:pt idx="5042" formatCode="0.0000">
                  <c:v>3.1041666666666665</c:v>
                </c:pt>
                <c:pt idx="5043" formatCode="0.0000">
                  <c:v>3.105</c:v>
                </c:pt>
                <c:pt idx="5044" formatCode="0.0000">
                  <c:v>3.1058333333333334</c:v>
                </c:pt>
                <c:pt idx="5045" formatCode="0.0000">
                  <c:v>3.1066666666666669</c:v>
                </c:pt>
                <c:pt idx="5046" formatCode="0.0000">
                  <c:v>3.1074999999999999</c:v>
                </c:pt>
                <c:pt idx="5047" formatCode="0.0000">
                  <c:v>3.1083333333333334</c:v>
                </c:pt>
                <c:pt idx="5048" formatCode="0.0000">
                  <c:v>3.1091666666666664</c:v>
                </c:pt>
                <c:pt idx="5049" formatCode="0.0000">
                  <c:v>3.11</c:v>
                </c:pt>
                <c:pt idx="5050" formatCode="0.0000">
                  <c:v>3.1108333333333333</c:v>
                </c:pt>
                <c:pt idx="5051" formatCode="0.0000">
                  <c:v>3.1116666666666664</c:v>
                </c:pt>
                <c:pt idx="5052" formatCode="0.0000">
                  <c:v>3.1125000000000003</c:v>
                </c:pt>
                <c:pt idx="5053" formatCode="0.0000">
                  <c:v>3.1133333333333333</c:v>
                </c:pt>
                <c:pt idx="5054" formatCode="0.0000">
                  <c:v>3.1141666666666667</c:v>
                </c:pt>
                <c:pt idx="5055" formatCode="0.0000">
                  <c:v>3.1150000000000002</c:v>
                </c:pt>
                <c:pt idx="5056" formatCode="0.0000">
                  <c:v>3.1158333333333332</c:v>
                </c:pt>
                <c:pt idx="5057" formatCode="0.0000">
                  <c:v>3.1166666666666667</c:v>
                </c:pt>
                <c:pt idx="5058" formatCode="0.0000">
                  <c:v>3.1174999999999997</c:v>
                </c:pt>
                <c:pt idx="5059" formatCode="0.0000">
                  <c:v>3.1183333333333332</c:v>
                </c:pt>
                <c:pt idx="5060" formatCode="0.0000">
                  <c:v>3.1191666666666666</c:v>
                </c:pt>
                <c:pt idx="5061" formatCode="0.0000">
                  <c:v>3.1199999999999997</c:v>
                </c:pt>
                <c:pt idx="5062" formatCode="0.0000">
                  <c:v>3.1208333333333336</c:v>
                </c:pt>
                <c:pt idx="5063" formatCode="0.0000">
                  <c:v>3.1216666666666666</c:v>
                </c:pt>
                <c:pt idx="5064" formatCode="0.0000">
                  <c:v>3.1225000000000001</c:v>
                </c:pt>
                <c:pt idx="5065" formatCode="0.0000">
                  <c:v>3.1233333333333335</c:v>
                </c:pt>
                <c:pt idx="5066" formatCode="0.0000">
                  <c:v>3.1241666666666665</c:v>
                </c:pt>
                <c:pt idx="5067" formatCode="0.0000">
                  <c:v>3.125</c:v>
                </c:pt>
                <c:pt idx="5068" formatCode="0.0000">
                  <c:v>3.125833333333333</c:v>
                </c:pt>
                <c:pt idx="5069" formatCode="0.0000">
                  <c:v>3.1266666666666665</c:v>
                </c:pt>
                <c:pt idx="5070" formatCode="0.0000">
                  <c:v>3.1274999999999999</c:v>
                </c:pt>
                <c:pt idx="5071" formatCode="0.0000">
                  <c:v>3.1283333333333334</c:v>
                </c:pt>
                <c:pt idx="5072" formatCode="0.0000">
                  <c:v>3.1291666666666669</c:v>
                </c:pt>
                <c:pt idx="5073" formatCode="0.0000">
                  <c:v>3.13</c:v>
                </c:pt>
                <c:pt idx="5074" formatCode="0.0000">
                  <c:v>3.1308333333333334</c:v>
                </c:pt>
                <c:pt idx="5075" formatCode="0.0000">
                  <c:v>3.1316666666666668</c:v>
                </c:pt>
                <c:pt idx="5076" formatCode="0.0000">
                  <c:v>3.1324999999999998</c:v>
                </c:pt>
                <c:pt idx="5077" formatCode="0.0000">
                  <c:v>3.1333333333333333</c:v>
                </c:pt>
                <c:pt idx="5078" formatCode="0.0000">
                  <c:v>3.1341666666666663</c:v>
                </c:pt>
                <c:pt idx="5079" formatCode="0.0000">
                  <c:v>3.1349999999999998</c:v>
                </c:pt>
                <c:pt idx="5080" formatCode="0.0000">
                  <c:v>3.1358333333333337</c:v>
                </c:pt>
                <c:pt idx="5081" formatCode="0.0000">
                  <c:v>3.1366666666666667</c:v>
                </c:pt>
                <c:pt idx="5082" formatCode="0.0000">
                  <c:v>3.1375000000000002</c:v>
                </c:pt>
                <c:pt idx="5083" formatCode="0.0000">
                  <c:v>3.1383333333333332</c:v>
                </c:pt>
                <c:pt idx="5084" formatCode="0.0000">
                  <c:v>3.1391666666666667</c:v>
                </c:pt>
                <c:pt idx="5085" formatCode="0.0000">
                  <c:v>3.14</c:v>
                </c:pt>
                <c:pt idx="5086" formatCode="0.0000">
                  <c:v>3.1408333333333331</c:v>
                </c:pt>
                <c:pt idx="5087" formatCode="0.0000">
                  <c:v>3.1416666666666666</c:v>
                </c:pt>
                <c:pt idx="5088" formatCode="0.0000">
                  <c:v>3.1424999999999996</c:v>
                </c:pt>
                <c:pt idx="5089" formatCode="0.0000">
                  <c:v>3.1433333333333331</c:v>
                </c:pt>
                <c:pt idx="5090" formatCode="0.0000">
                  <c:v>3.144166666666667</c:v>
                </c:pt>
                <c:pt idx="5091" formatCode="0.0000">
                  <c:v>3.145</c:v>
                </c:pt>
                <c:pt idx="5092" formatCode="0.0000">
                  <c:v>3.1458333333333335</c:v>
                </c:pt>
                <c:pt idx="5093" formatCode="0.0000">
                  <c:v>3.1466666666666665</c:v>
                </c:pt>
                <c:pt idx="5094" formatCode="0.0000">
                  <c:v>3.1475</c:v>
                </c:pt>
                <c:pt idx="5095" formatCode="0.0000">
                  <c:v>3.1483333333333334</c:v>
                </c:pt>
                <c:pt idx="5096" formatCode="0.0000">
                  <c:v>3.1491666666666664</c:v>
                </c:pt>
                <c:pt idx="5097" formatCode="0.0000">
                  <c:v>3.15</c:v>
                </c:pt>
                <c:pt idx="5098" formatCode="0.0000">
                  <c:v>3.1508333333333329</c:v>
                </c:pt>
                <c:pt idx="5099" formatCode="0.0000">
                  <c:v>3.1516666666666668</c:v>
                </c:pt>
                <c:pt idx="5100" formatCode="0.0000">
                  <c:v>3.1525000000000003</c:v>
                </c:pt>
                <c:pt idx="5101" formatCode="0.0000">
                  <c:v>3.1533333333333333</c:v>
                </c:pt>
                <c:pt idx="5102" formatCode="0.0000">
                  <c:v>3.1541666666666668</c:v>
                </c:pt>
                <c:pt idx="5103" formatCode="0.0000">
                  <c:v>3.1549999999999998</c:v>
                </c:pt>
                <c:pt idx="5104" formatCode="0.0000">
                  <c:v>3.1558333333333333</c:v>
                </c:pt>
                <c:pt idx="5105" formatCode="0.0000">
                  <c:v>3.1566666666666667</c:v>
                </c:pt>
                <c:pt idx="5106" formatCode="0.0000">
                  <c:v>3.1574999999999998</c:v>
                </c:pt>
                <c:pt idx="5107" formatCode="0.0000">
                  <c:v>3.1583333333333332</c:v>
                </c:pt>
                <c:pt idx="5108" formatCode="0.0000">
                  <c:v>3.1591666666666662</c:v>
                </c:pt>
                <c:pt idx="5109" formatCode="0.0000">
                  <c:v>3.16</c:v>
                </c:pt>
                <c:pt idx="5110" formatCode="0.0000">
                  <c:v>3.1608333333333336</c:v>
                </c:pt>
                <c:pt idx="5111" formatCode="0.0000">
                  <c:v>3.1616666666666666</c:v>
                </c:pt>
                <c:pt idx="5112" formatCode="0.0000">
                  <c:v>3.1625000000000001</c:v>
                </c:pt>
                <c:pt idx="5113" formatCode="0.0000">
                  <c:v>3.1633333333333331</c:v>
                </c:pt>
                <c:pt idx="5114" formatCode="0.0000">
                  <c:v>3.1641666666666666</c:v>
                </c:pt>
                <c:pt idx="5115" formatCode="0.0000">
                  <c:v>3.165</c:v>
                </c:pt>
                <c:pt idx="5116" formatCode="0.0000">
                  <c:v>3.1658333333333331</c:v>
                </c:pt>
                <c:pt idx="5117" formatCode="0.0000">
                  <c:v>3.1666666666666665</c:v>
                </c:pt>
                <c:pt idx="5118" formatCode="0.0000">
                  <c:v>3.1675</c:v>
                </c:pt>
                <c:pt idx="5119" formatCode="0.0000">
                  <c:v>3.1683333333333334</c:v>
                </c:pt>
                <c:pt idx="5120" formatCode="0.0000">
                  <c:v>3.1691666666666669</c:v>
                </c:pt>
                <c:pt idx="5121" formatCode="0.0000">
                  <c:v>3.17</c:v>
                </c:pt>
                <c:pt idx="5122" formatCode="0.0000">
                  <c:v>3.1708333333333334</c:v>
                </c:pt>
                <c:pt idx="5123" formatCode="0.0000">
                  <c:v>3.1716666666666664</c:v>
                </c:pt>
                <c:pt idx="5124" formatCode="0.0000">
                  <c:v>3.1724999999999999</c:v>
                </c:pt>
                <c:pt idx="5125" formatCode="0.0000">
                  <c:v>3.1733333333333333</c:v>
                </c:pt>
                <c:pt idx="5126" formatCode="0.0000">
                  <c:v>3.1741666666666664</c:v>
                </c:pt>
                <c:pt idx="5127" formatCode="0.0000">
                  <c:v>3.1750000000000003</c:v>
                </c:pt>
                <c:pt idx="5128" formatCode="0.0000">
                  <c:v>3.1758333333333333</c:v>
                </c:pt>
                <c:pt idx="5129" formatCode="0.0000">
                  <c:v>3.1766666666666667</c:v>
                </c:pt>
                <c:pt idx="5130" formatCode="0.0000">
                  <c:v>3.1775000000000002</c:v>
                </c:pt>
                <c:pt idx="5131" formatCode="0.0000">
                  <c:v>3.1783333333333332</c:v>
                </c:pt>
                <c:pt idx="5132" formatCode="0.0000">
                  <c:v>3.1791666666666667</c:v>
                </c:pt>
                <c:pt idx="5133" formatCode="0.0000">
                  <c:v>3.1799999999999997</c:v>
                </c:pt>
                <c:pt idx="5134" formatCode="0.0000">
                  <c:v>3.1808333333333332</c:v>
                </c:pt>
                <c:pt idx="5135" formatCode="0.0000">
                  <c:v>3.1816666666666666</c:v>
                </c:pt>
                <c:pt idx="5136" formatCode="0.0000">
                  <c:v>3.1824999999999997</c:v>
                </c:pt>
                <c:pt idx="5137" formatCode="0.0000">
                  <c:v>3.1833333333333336</c:v>
                </c:pt>
                <c:pt idx="5138" formatCode="0.0000">
                  <c:v>3.1841666666666666</c:v>
                </c:pt>
                <c:pt idx="5139" formatCode="0.0000">
                  <c:v>3.1850000000000001</c:v>
                </c:pt>
                <c:pt idx="5140" formatCode="0.0000">
                  <c:v>3.1858333333333335</c:v>
                </c:pt>
                <c:pt idx="5141" formatCode="0.0000">
                  <c:v>3.1866666666666665</c:v>
                </c:pt>
                <c:pt idx="5142" formatCode="0.0000">
                  <c:v>3.1875</c:v>
                </c:pt>
                <c:pt idx="5143" formatCode="0.0000">
                  <c:v>3.188333333333333</c:v>
                </c:pt>
                <c:pt idx="5144" formatCode="0.0000">
                  <c:v>3.1891666666666665</c:v>
                </c:pt>
                <c:pt idx="5145" formatCode="0.0000">
                  <c:v>3.19</c:v>
                </c:pt>
                <c:pt idx="5146" formatCode="0.0000">
                  <c:v>3.1908333333333334</c:v>
                </c:pt>
                <c:pt idx="5147" formatCode="0.0000">
                  <c:v>3.1916666666666669</c:v>
                </c:pt>
                <c:pt idx="5148" formatCode="0.0000">
                  <c:v>3.1924999999999999</c:v>
                </c:pt>
                <c:pt idx="5149" formatCode="0.0000">
                  <c:v>3.1933333333333334</c:v>
                </c:pt>
                <c:pt idx="5150" formatCode="0.0000">
                  <c:v>3.1941666666666668</c:v>
                </c:pt>
                <c:pt idx="5151" formatCode="0.0000">
                  <c:v>3.1949999999999998</c:v>
                </c:pt>
                <c:pt idx="5152" formatCode="0.0000">
                  <c:v>3.1958333333333333</c:v>
                </c:pt>
                <c:pt idx="5153" formatCode="0.0000">
                  <c:v>3.1966666666666663</c:v>
                </c:pt>
                <c:pt idx="5154" formatCode="0.0000">
                  <c:v>3.1974999999999998</c:v>
                </c:pt>
                <c:pt idx="5155" formatCode="0.0000">
                  <c:v>3.1983333333333337</c:v>
                </c:pt>
                <c:pt idx="5156" formatCode="0.0000">
                  <c:v>3.1991666666666667</c:v>
                </c:pt>
                <c:pt idx="5157" formatCode="0.0000">
                  <c:v>3.2</c:v>
                </c:pt>
                <c:pt idx="5158" formatCode="0.0000">
                  <c:v>3.2008333333333332</c:v>
                </c:pt>
                <c:pt idx="5159" formatCode="0.0000">
                  <c:v>3.2016666666666667</c:v>
                </c:pt>
                <c:pt idx="5160" formatCode="0.0000">
                  <c:v>3.2025000000000001</c:v>
                </c:pt>
                <c:pt idx="5161" formatCode="0.0000">
                  <c:v>3.2033333333333331</c:v>
                </c:pt>
                <c:pt idx="5162" formatCode="0.0000">
                  <c:v>3.2041666666666666</c:v>
                </c:pt>
                <c:pt idx="5163" formatCode="0.0000">
                  <c:v>3.2049999999999996</c:v>
                </c:pt>
                <c:pt idx="5164" formatCode="0.0000">
                  <c:v>3.2058333333333331</c:v>
                </c:pt>
                <c:pt idx="5165" formatCode="0.0000">
                  <c:v>3.206666666666667</c:v>
                </c:pt>
                <c:pt idx="5166" formatCode="0.0000">
                  <c:v>3.2075</c:v>
                </c:pt>
                <c:pt idx="5167" formatCode="0.0000">
                  <c:v>3.2083333333333335</c:v>
                </c:pt>
                <c:pt idx="5168" formatCode="0.0000">
                  <c:v>3.2091666666666665</c:v>
                </c:pt>
                <c:pt idx="5169" formatCode="0.0000">
                  <c:v>3.21</c:v>
                </c:pt>
                <c:pt idx="5170" formatCode="0.0000">
                  <c:v>3.2108333333333334</c:v>
                </c:pt>
                <c:pt idx="5171" formatCode="0.0000">
                  <c:v>3.2116666666666664</c:v>
                </c:pt>
                <c:pt idx="5172" formatCode="0.0000">
                  <c:v>3.2124999999999999</c:v>
                </c:pt>
                <c:pt idx="5173" formatCode="0.0000">
                  <c:v>3.2133333333333329</c:v>
                </c:pt>
                <c:pt idx="5174" formatCode="0.0000">
                  <c:v>3.2141666666666668</c:v>
                </c:pt>
                <c:pt idx="5175" formatCode="0.0000">
                  <c:v>3.2150000000000003</c:v>
                </c:pt>
                <c:pt idx="5176" formatCode="0.0000">
                  <c:v>3.2158333333333333</c:v>
                </c:pt>
                <c:pt idx="5177" formatCode="0.0000">
                  <c:v>3.2166666666666668</c:v>
                </c:pt>
                <c:pt idx="5178" formatCode="0.0000">
                  <c:v>3.2174999999999998</c:v>
                </c:pt>
                <c:pt idx="5179" formatCode="0.0000">
                  <c:v>3.2183333333333333</c:v>
                </c:pt>
                <c:pt idx="5180" formatCode="0.0000">
                  <c:v>3.2191666666666667</c:v>
                </c:pt>
                <c:pt idx="5181" formatCode="0.0000">
                  <c:v>3.2199999999999998</c:v>
                </c:pt>
                <c:pt idx="5182" formatCode="0.0000">
                  <c:v>3.2208333333333332</c:v>
                </c:pt>
                <c:pt idx="5183" formatCode="0.0000">
                  <c:v>3.2216666666666662</c:v>
                </c:pt>
                <c:pt idx="5184" formatCode="0.0000">
                  <c:v>3.2225000000000001</c:v>
                </c:pt>
                <c:pt idx="5185" formatCode="0.0000">
                  <c:v>3.2233333333333336</c:v>
                </c:pt>
                <c:pt idx="5186" formatCode="0.0000">
                  <c:v>3.2241666666666666</c:v>
                </c:pt>
                <c:pt idx="5187" formatCode="0.0000">
                  <c:v>3.2250000000000001</c:v>
                </c:pt>
                <c:pt idx="5188" formatCode="0.0000">
                  <c:v>3.2258333333333331</c:v>
                </c:pt>
                <c:pt idx="5189" formatCode="0.0000">
                  <c:v>3.2266666666666666</c:v>
                </c:pt>
                <c:pt idx="5190" formatCode="0.0000">
                  <c:v>3.2275</c:v>
                </c:pt>
                <c:pt idx="5191" formatCode="0.0000">
                  <c:v>3.2283333333333331</c:v>
                </c:pt>
                <c:pt idx="5192" formatCode="0.0000">
                  <c:v>3.2291666666666665</c:v>
                </c:pt>
                <c:pt idx="5193" formatCode="0.0000">
                  <c:v>3.23</c:v>
                </c:pt>
                <c:pt idx="5194" formatCode="0.0000">
                  <c:v>3.2308333333333334</c:v>
                </c:pt>
                <c:pt idx="5195" formatCode="0.0000">
                  <c:v>3.2316666666666669</c:v>
                </c:pt>
                <c:pt idx="5196" formatCode="0.0000">
                  <c:v>3.2324999999999999</c:v>
                </c:pt>
                <c:pt idx="5197" formatCode="0.0000">
                  <c:v>3.2333333333333334</c:v>
                </c:pt>
                <c:pt idx="5198" formatCode="0.0000">
                  <c:v>3.2341666666666664</c:v>
                </c:pt>
                <c:pt idx="5199" formatCode="0.0000">
                  <c:v>3.2349999999999999</c:v>
                </c:pt>
                <c:pt idx="5200" formatCode="0.0000">
                  <c:v>3.2358333333333333</c:v>
                </c:pt>
                <c:pt idx="5201" formatCode="0.0000">
                  <c:v>3.2366666666666664</c:v>
                </c:pt>
                <c:pt idx="5202" formatCode="0.0000">
                  <c:v>3.2375000000000003</c:v>
                </c:pt>
                <c:pt idx="5203" formatCode="0.0000">
                  <c:v>3.2383333333333333</c:v>
                </c:pt>
                <c:pt idx="5204" formatCode="0.0000">
                  <c:v>3.2391666666666667</c:v>
                </c:pt>
                <c:pt idx="5205" formatCode="0.0000">
                  <c:v>3.24</c:v>
                </c:pt>
                <c:pt idx="5206" formatCode="0.0000">
                  <c:v>3.2408333333333332</c:v>
                </c:pt>
                <c:pt idx="5207" formatCode="0.0000">
                  <c:v>3.2416666666666667</c:v>
                </c:pt>
                <c:pt idx="5208" formatCode="0.0000">
                  <c:v>3.2424999999999997</c:v>
                </c:pt>
                <c:pt idx="5209" formatCode="0.0000">
                  <c:v>3.2433333333333332</c:v>
                </c:pt>
                <c:pt idx="5210" formatCode="0.0000">
                  <c:v>3.2441666666666666</c:v>
                </c:pt>
                <c:pt idx="5211" formatCode="0.0000">
                  <c:v>3.2449999999999997</c:v>
                </c:pt>
                <c:pt idx="5212" formatCode="0.0000">
                  <c:v>3.2458333333333336</c:v>
                </c:pt>
                <c:pt idx="5213" formatCode="0.0000">
                  <c:v>3.2466666666666666</c:v>
                </c:pt>
                <c:pt idx="5214" formatCode="0.0000">
                  <c:v>3.2475000000000001</c:v>
                </c:pt>
                <c:pt idx="5215" formatCode="0.0000">
                  <c:v>3.2483333333333335</c:v>
                </c:pt>
                <c:pt idx="5216" formatCode="0.0000">
                  <c:v>3.2491666666666665</c:v>
                </c:pt>
                <c:pt idx="5217" formatCode="0.0000">
                  <c:v>3.25</c:v>
                </c:pt>
                <c:pt idx="5218" formatCode="0.0000">
                  <c:v>3.250833333333333</c:v>
                </c:pt>
                <c:pt idx="5219" formatCode="0.0000">
                  <c:v>3.2516666666666665</c:v>
                </c:pt>
                <c:pt idx="5220" formatCode="0.0000">
                  <c:v>3.2524999999999999</c:v>
                </c:pt>
                <c:pt idx="5221" formatCode="0.0000">
                  <c:v>3.2533333333333334</c:v>
                </c:pt>
                <c:pt idx="5222" formatCode="0.0000">
                  <c:v>3.2541666666666669</c:v>
                </c:pt>
                <c:pt idx="5223" formatCode="0.0000">
                  <c:v>3.2549999999999999</c:v>
                </c:pt>
                <c:pt idx="5224" formatCode="0.0000">
                  <c:v>3.2558333333333334</c:v>
                </c:pt>
                <c:pt idx="5225" formatCode="0.0000">
                  <c:v>3.2566666666666668</c:v>
                </c:pt>
                <c:pt idx="5226" formatCode="0.0000">
                  <c:v>3.2574999999999998</c:v>
                </c:pt>
                <c:pt idx="5227" formatCode="0.0000">
                  <c:v>3.2583333333333333</c:v>
                </c:pt>
                <c:pt idx="5228" formatCode="0.0000">
                  <c:v>3.2591666666666663</c:v>
                </c:pt>
                <c:pt idx="5229" formatCode="0.0000">
                  <c:v>3.26</c:v>
                </c:pt>
                <c:pt idx="5230" formatCode="0.0000">
                  <c:v>3.2608333333333337</c:v>
                </c:pt>
                <c:pt idx="5231" formatCode="0.0000">
                  <c:v>3.2616666666666667</c:v>
                </c:pt>
                <c:pt idx="5232" formatCode="0.0000">
                  <c:v>3.2625000000000002</c:v>
                </c:pt>
                <c:pt idx="5233" formatCode="0.0000">
                  <c:v>3.2633333333333332</c:v>
                </c:pt>
                <c:pt idx="5234" formatCode="0.0000">
                  <c:v>3.2641666666666667</c:v>
                </c:pt>
                <c:pt idx="5235" formatCode="0.0000">
                  <c:v>3.2650000000000001</c:v>
                </c:pt>
                <c:pt idx="5236" formatCode="0.0000">
                  <c:v>3.2658333333333331</c:v>
                </c:pt>
                <c:pt idx="5237" formatCode="0.0000">
                  <c:v>3.2666666666666666</c:v>
                </c:pt>
                <c:pt idx="5238" formatCode="0.0000">
                  <c:v>3.2674999999999996</c:v>
                </c:pt>
                <c:pt idx="5239" formatCode="0.0000">
                  <c:v>3.2683333333333331</c:v>
                </c:pt>
                <c:pt idx="5240" formatCode="0.0000">
                  <c:v>3.269166666666667</c:v>
                </c:pt>
                <c:pt idx="5241" formatCode="0.0000">
                  <c:v>3.27</c:v>
                </c:pt>
                <c:pt idx="5242" formatCode="0.0000">
                  <c:v>3.2708333333333335</c:v>
                </c:pt>
                <c:pt idx="5243" formatCode="0.0000">
                  <c:v>3.2716666666666665</c:v>
                </c:pt>
                <c:pt idx="5244" formatCode="0.0000">
                  <c:v>3.2725</c:v>
                </c:pt>
                <c:pt idx="5245" formatCode="0.0000">
                  <c:v>3.2733333333333334</c:v>
                </c:pt>
                <c:pt idx="5246" formatCode="0.0000">
                  <c:v>3.2741666666666664</c:v>
                </c:pt>
                <c:pt idx="5247" formatCode="0.0000">
                  <c:v>3.2749999999999999</c:v>
                </c:pt>
                <c:pt idx="5248" formatCode="0.0000">
                  <c:v>3.2758333333333329</c:v>
                </c:pt>
                <c:pt idx="5249" formatCode="0.0000">
                  <c:v>3.2766666666666668</c:v>
                </c:pt>
                <c:pt idx="5250" formatCode="0.0000">
                  <c:v>3.2775000000000003</c:v>
                </c:pt>
                <c:pt idx="5251" formatCode="0.0000">
                  <c:v>3.2783333333333333</c:v>
                </c:pt>
                <c:pt idx="5252" formatCode="0.0000">
                  <c:v>3.2791666666666668</c:v>
                </c:pt>
                <c:pt idx="5253" formatCode="0.0000">
                  <c:v>3.28</c:v>
                </c:pt>
                <c:pt idx="5254" formatCode="0.0000">
                  <c:v>3.2808333333333333</c:v>
                </c:pt>
                <c:pt idx="5255" formatCode="0.0000">
                  <c:v>3.2816666666666667</c:v>
                </c:pt>
                <c:pt idx="5256" formatCode="0.0000">
                  <c:v>3.2824999999999998</c:v>
                </c:pt>
                <c:pt idx="5257" formatCode="0.0000">
                  <c:v>3.2833333333333332</c:v>
                </c:pt>
                <c:pt idx="5258" formatCode="0.0000">
                  <c:v>3.2841666666666662</c:v>
                </c:pt>
                <c:pt idx="5259" formatCode="0.0000">
                  <c:v>3.2850000000000001</c:v>
                </c:pt>
                <c:pt idx="5260" formatCode="0.0000">
                  <c:v>3.2858333333333336</c:v>
                </c:pt>
                <c:pt idx="5261" formatCode="0.0000">
                  <c:v>3.2866666666666666</c:v>
                </c:pt>
                <c:pt idx="5262" formatCode="0.0000">
                  <c:v>3.2875000000000001</c:v>
                </c:pt>
                <c:pt idx="5263" formatCode="0.0000">
                  <c:v>3.2883333333333331</c:v>
                </c:pt>
                <c:pt idx="5264" formatCode="0.0000">
                  <c:v>3.2891666666666666</c:v>
                </c:pt>
                <c:pt idx="5265" formatCode="0.0000">
                  <c:v>3.29</c:v>
                </c:pt>
                <c:pt idx="5266" formatCode="0.0000">
                  <c:v>3.2908333333333331</c:v>
                </c:pt>
                <c:pt idx="5267" formatCode="0.0000">
                  <c:v>3.2916666666666665</c:v>
                </c:pt>
                <c:pt idx="5268" formatCode="0.0000">
                  <c:v>3.2925</c:v>
                </c:pt>
                <c:pt idx="5269" formatCode="0.0000">
                  <c:v>3.2933333333333334</c:v>
                </c:pt>
                <c:pt idx="5270" formatCode="0.0000">
                  <c:v>3.2941666666666669</c:v>
                </c:pt>
                <c:pt idx="5271" formatCode="0.0000">
                  <c:v>3.2949999999999999</c:v>
                </c:pt>
                <c:pt idx="5272" formatCode="0.0000">
                  <c:v>3.2958333333333334</c:v>
                </c:pt>
                <c:pt idx="5273" formatCode="0.0000">
                  <c:v>3.2966666666666664</c:v>
                </c:pt>
                <c:pt idx="5274" formatCode="0.0000">
                  <c:v>3.2974999999999999</c:v>
                </c:pt>
                <c:pt idx="5275" formatCode="0.0000">
                  <c:v>3.2983333333333333</c:v>
                </c:pt>
                <c:pt idx="5276" formatCode="0.0000">
                  <c:v>3.2991666666666664</c:v>
                </c:pt>
                <c:pt idx="5277" formatCode="0.0000">
                  <c:v>3.3000000000000003</c:v>
                </c:pt>
                <c:pt idx="5278" formatCode="0.0000">
                  <c:v>3.3008333333333333</c:v>
                </c:pt>
                <c:pt idx="5279" formatCode="0.0000">
                  <c:v>3.3016666666666667</c:v>
                </c:pt>
                <c:pt idx="5280" formatCode="0.0000">
                  <c:v>3.3025000000000002</c:v>
                </c:pt>
                <c:pt idx="5281" formatCode="0.0000">
                  <c:v>3.3033333333333332</c:v>
                </c:pt>
                <c:pt idx="5282" formatCode="0.0000">
                  <c:v>3.3041666666666667</c:v>
                </c:pt>
                <c:pt idx="5283" formatCode="0.0000">
                  <c:v>3.3049999999999997</c:v>
                </c:pt>
                <c:pt idx="5284" formatCode="0.0000">
                  <c:v>3.3058333333333332</c:v>
                </c:pt>
                <c:pt idx="5285" formatCode="0.0000">
                  <c:v>3.3066666666666666</c:v>
                </c:pt>
                <c:pt idx="5286" formatCode="0.0000">
                  <c:v>3.3074999999999997</c:v>
                </c:pt>
                <c:pt idx="5287" formatCode="0.0000">
                  <c:v>3.3083333333333336</c:v>
                </c:pt>
                <c:pt idx="5288" formatCode="0.0000">
                  <c:v>3.3091666666666666</c:v>
                </c:pt>
                <c:pt idx="5289" formatCode="0.0000">
                  <c:v>3.31</c:v>
                </c:pt>
                <c:pt idx="5290" formatCode="0.0000">
                  <c:v>3.3108333333333335</c:v>
                </c:pt>
                <c:pt idx="5291" formatCode="0.0000">
                  <c:v>3.3116666666666665</c:v>
                </c:pt>
                <c:pt idx="5292" formatCode="0.0000">
                  <c:v>3.3125</c:v>
                </c:pt>
                <c:pt idx="5293" formatCode="0.0000">
                  <c:v>3.313333333333333</c:v>
                </c:pt>
                <c:pt idx="5294" formatCode="0.0000">
                  <c:v>3.3141666666666665</c:v>
                </c:pt>
                <c:pt idx="5295" formatCode="0.0000">
                  <c:v>3.3149999999999999</c:v>
                </c:pt>
                <c:pt idx="5296" formatCode="0.0000">
                  <c:v>3.3158333333333334</c:v>
                </c:pt>
                <c:pt idx="5297" formatCode="0.0000">
                  <c:v>3.3166666666666669</c:v>
                </c:pt>
                <c:pt idx="5298" formatCode="0.0000">
                  <c:v>3.3174999999999999</c:v>
                </c:pt>
                <c:pt idx="5299" formatCode="0.0000">
                  <c:v>3.3183333333333334</c:v>
                </c:pt>
                <c:pt idx="5300" formatCode="0.0000">
                  <c:v>3.3191666666666668</c:v>
                </c:pt>
                <c:pt idx="5301" formatCode="0.0000">
                  <c:v>3.32</c:v>
                </c:pt>
                <c:pt idx="5302" formatCode="0.0000">
                  <c:v>3.3208333333333333</c:v>
                </c:pt>
                <c:pt idx="5303" formatCode="0.0000">
                  <c:v>3.3216666666666663</c:v>
                </c:pt>
                <c:pt idx="5304" formatCode="0.0000">
                  <c:v>3.3224999999999998</c:v>
                </c:pt>
                <c:pt idx="5305" formatCode="0.0000">
                  <c:v>3.3233333333333337</c:v>
                </c:pt>
                <c:pt idx="5306" formatCode="0.0000">
                  <c:v>3.3241666666666667</c:v>
                </c:pt>
                <c:pt idx="5307" formatCode="0.0000">
                  <c:v>3.3250000000000002</c:v>
                </c:pt>
                <c:pt idx="5308" formatCode="0.0000">
                  <c:v>3.3258333333333332</c:v>
                </c:pt>
                <c:pt idx="5309" formatCode="0.0000">
                  <c:v>3.3266666666666667</c:v>
                </c:pt>
                <c:pt idx="5310" formatCode="0.0000">
                  <c:v>3.3275000000000001</c:v>
                </c:pt>
                <c:pt idx="5311" formatCode="0.0000">
                  <c:v>3.3283333333333331</c:v>
                </c:pt>
                <c:pt idx="5312" formatCode="0.0000">
                  <c:v>3.3291666666666666</c:v>
                </c:pt>
                <c:pt idx="5313" formatCode="0.0000">
                  <c:v>3.3299999999999996</c:v>
                </c:pt>
                <c:pt idx="5314" formatCode="0.0000">
                  <c:v>3.3308333333333331</c:v>
                </c:pt>
                <c:pt idx="5315" formatCode="0.0000">
                  <c:v>3.331666666666667</c:v>
                </c:pt>
                <c:pt idx="5316" formatCode="0.0000">
                  <c:v>3.3325</c:v>
                </c:pt>
                <c:pt idx="5317" formatCode="0.0000">
                  <c:v>3.3333333333333335</c:v>
                </c:pt>
                <c:pt idx="5318" formatCode="0.0000">
                  <c:v>3.3341666666666665</c:v>
                </c:pt>
                <c:pt idx="5319" formatCode="0.0000">
                  <c:v>3.335</c:v>
                </c:pt>
                <c:pt idx="5320" formatCode="0.0000">
                  <c:v>3.3358333333333334</c:v>
                </c:pt>
                <c:pt idx="5321" formatCode="0.0000">
                  <c:v>3.3366666666666664</c:v>
                </c:pt>
                <c:pt idx="5322" formatCode="0.0000">
                  <c:v>3.3374999999999999</c:v>
                </c:pt>
                <c:pt idx="5323" formatCode="0.0000">
                  <c:v>3.3383333333333329</c:v>
                </c:pt>
                <c:pt idx="5324" formatCode="0.0000">
                  <c:v>3.3391666666666668</c:v>
                </c:pt>
                <c:pt idx="5325" formatCode="0.0000">
                  <c:v>3.3400000000000003</c:v>
                </c:pt>
                <c:pt idx="5326" formatCode="0.0000">
                  <c:v>3.3408333333333333</c:v>
                </c:pt>
                <c:pt idx="5327" formatCode="0.0000">
                  <c:v>3.3416666666666668</c:v>
                </c:pt>
                <c:pt idx="5328" formatCode="0.0000">
                  <c:v>3.3424999999999998</c:v>
                </c:pt>
                <c:pt idx="5329" formatCode="0.0000">
                  <c:v>3.3433333333333333</c:v>
                </c:pt>
                <c:pt idx="5330" formatCode="0.0000">
                  <c:v>3.3441666666666667</c:v>
                </c:pt>
                <c:pt idx="5331" formatCode="0.0000">
                  <c:v>3.3449999999999998</c:v>
                </c:pt>
                <c:pt idx="5332" formatCode="0.0000">
                  <c:v>3.3458333333333332</c:v>
                </c:pt>
                <c:pt idx="5333" formatCode="0.0000">
                  <c:v>3.3466666666666662</c:v>
                </c:pt>
                <c:pt idx="5334" formatCode="0.0000">
                  <c:v>3.3475000000000001</c:v>
                </c:pt>
                <c:pt idx="5335" formatCode="0.0000">
                  <c:v>3.3483333333333336</c:v>
                </c:pt>
                <c:pt idx="5336" formatCode="0.0000">
                  <c:v>3.3491666666666666</c:v>
                </c:pt>
                <c:pt idx="5337" formatCode="0.0000">
                  <c:v>3.35</c:v>
                </c:pt>
                <c:pt idx="5338" formatCode="0.0000">
                  <c:v>3.3508333333333331</c:v>
                </c:pt>
                <c:pt idx="5339" formatCode="0.0000">
                  <c:v>3.3516666666666666</c:v>
                </c:pt>
                <c:pt idx="5340" formatCode="0.0000">
                  <c:v>3.3525</c:v>
                </c:pt>
                <c:pt idx="5341" formatCode="0.0000">
                  <c:v>3.3533333333333331</c:v>
                </c:pt>
                <c:pt idx="5342" formatCode="0.0000">
                  <c:v>3.3541666666666665</c:v>
                </c:pt>
                <c:pt idx="5343" formatCode="0.0000">
                  <c:v>3.355</c:v>
                </c:pt>
                <c:pt idx="5344" formatCode="0.0000">
                  <c:v>3.3558333333333334</c:v>
                </c:pt>
                <c:pt idx="5345" formatCode="0.0000">
                  <c:v>3.3566666666666669</c:v>
                </c:pt>
                <c:pt idx="5346" formatCode="0.0000">
                  <c:v>3.3574999999999999</c:v>
                </c:pt>
                <c:pt idx="5347" formatCode="0.0000">
                  <c:v>3.3583333333333334</c:v>
                </c:pt>
                <c:pt idx="5348" formatCode="0.0000">
                  <c:v>3.3591666666666664</c:v>
                </c:pt>
                <c:pt idx="5349" formatCode="0.0000">
                  <c:v>3.36</c:v>
                </c:pt>
                <c:pt idx="5350" formatCode="0.0000">
                  <c:v>3.3608333333333333</c:v>
                </c:pt>
                <c:pt idx="5351" formatCode="0.0000">
                  <c:v>3.3616666666666664</c:v>
                </c:pt>
                <c:pt idx="5352" formatCode="0.0000">
                  <c:v>3.3625000000000003</c:v>
                </c:pt>
                <c:pt idx="5353" formatCode="0.0000">
                  <c:v>3.3633333333333333</c:v>
                </c:pt>
                <c:pt idx="5354" formatCode="0.0000">
                  <c:v>3.3641666666666667</c:v>
                </c:pt>
                <c:pt idx="5355" formatCode="0.0000">
                  <c:v>3.3650000000000002</c:v>
                </c:pt>
                <c:pt idx="5356" formatCode="0.0000">
                  <c:v>3.3658333333333332</c:v>
                </c:pt>
                <c:pt idx="5357" formatCode="0.0000">
                  <c:v>3.3666666666666667</c:v>
                </c:pt>
                <c:pt idx="5358" formatCode="0.0000">
                  <c:v>3.3674999999999997</c:v>
                </c:pt>
                <c:pt idx="5359" formatCode="0.0000">
                  <c:v>3.3683333333333332</c:v>
                </c:pt>
                <c:pt idx="5360" formatCode="0.0000">
                  <c:v>3.3691666666666666</c:v>
                </c:pt>
                <c:pt idx="5361" formatCode="0.0000">
                  <c:v>3.3699999999999997</c:v>
                </c:pt>
                <c:pt idx="5362" formatCode="0.0000">
                  <c:v>3.3708333333333336</c:v>
                </c:pt>
                <c:pt idx="5363" formatCode="0.0000">
                  <c:v>3.3716666666666666</c:v>
                </c:pt>
                <c:pt idx="5364" formatCode="0.0000">
                  <c:v>3.3725000000000001</c:v>
                </c:pt>
                <c:pt idx="5365" formatCode="0.0000">
                  <c:v>3.3733333333333335</c:v>
                </c:pt>
                <c:pt idx="5366" formatCode="0.0000">
                  <c:v>3.3741666666666665</c:v>
                </c:pt>
                <c:pt idx="5367" formatCode="0.0000">
                  <c:v>3.375</c:v>
                </c:pt>
                <c:pt idx="5368" formatCode="0.0000">
                  <c:v>3.375833333333333</c:v>
                </c:pt>
                <c:pt idx="5369" formatCode="0.0000">
                  <c:v>3.3766666666666665</c:v>
                </c:pt>
                <c:pt idx="5370" formatCode="0.0000">
                  <c:v>3.3774999999999999</c:v>
                </c:pt>
                <c:pt idx="5371" formatCode="0.0000">
                  <c:v>3.3783333333333334</c:v>
                </c:pt>
                <c:pt idx="5372" formatCode="0.0000">
                  <c:v>3.3791666666666669</c:v>
                </c:pt>
                <c:pt idx="5373" formatCode="0.0000">
                  <c:v>3.38</c:v>
                </c:pt>
                <c:pt idx="5374" formatCode="0.0000">
                  <c:v>3.3808333333333334</c:v>
                </c:pt>
                <c:pt idx="5375" formatCode="0.0000">
                  <c:v>3.3816666666666668</c:v>
                </c:pt>
                <c:pt idx="5376" formatCode="0.0000">
                  <c:v>3.3824999999999998</c:v>
                </c:pt>
                <c:pt idx="5377" formatCode="0.0000">
                  <c:v>3.3833333333333333</c:v>
                </c:pt>
                <c:pt idx="5378" formatCode="0.0000">
                  <c:v>3.3841666666666663</c:v>
                </c:pt>
                <c:pt idx="5379" formatCode="0.0000">
                  <c:v>3.3849999999999998</c:v>
                </c:pt>
                <c:pt idx="5380" formatCode="0.0000">
                  <c:v>3.3858333333333337</c:v>
                </c:pt>
                <c:pt idx="5381" formatCode="0.0000">
                  <c:v>3.3866666666666667</c:v>
                </c:pt>
                <c:pt idx="5382" formatCode="0.0000">
                  <c:v>3.3875000000000002</c:v>
                </c:pt>
                <c:pt idx="5383" formatCode="0.0000">
                  <c:v>3.3883333333333332</c:v>
                </c:pt>
                <c:pt idx="5384" formatCode="0.0000">
                  <c:v>3.3891666666666667</c:v>
                </c:pt>
                <c:pt idx="5385" formatCode="0.0000">
                  <c:v>3.39</c:v>
                </c:pt>
                <c:pt idx="5386" formatCode="0.0000">
                  <c:v>3.3908333333333331</c:v>
                </c:pt>
                <c:pt idx="5387" formatCode="0.0000">
                  <c:v>3.3916666666666666</c:v>
                </c:pt>
                <c:pt idx="5388" formatCode="0.0000">
                  <c:v>3.3924999999999996</c:v>
                </c:pt>
                <c:pt idx="5389" formatCode="0.0000">
                  <c:v>3.3933333333333331</c:v>
                </c:pt>
                <c:pt idx="5390" formatCode="0.0000">
                  <c:v>3.394166666666667</c:v>
                </c:pt>
                <c:pt idx="5391" formatCode="0.0000">
                  <c:v>3.395</c:v>
                </c:pt>
                <c:pt idx="5392" formatCode="0.0000">
                  <c:v>3.3958333333333335</c:v>
                </c:pt>
                <c:pt idx="5393" formatCode="0.0000">
                  <c:v>3.3966666666666665</c:v>
                </c:pt>
                <c:pt idx="5394" formatCode="0.0000">
                  <c:v>3.3975</c:v>
                </c:pt>
                <c:pt idx="5395" formatCode="0.0000">
                  <c:v>3.3983333333333334</c:v>
                </c:pt>
                <c:pt idx="5396" formatCode="0.0000">
                  <c:v>3.3991666666666664</c:v>
                </c:pt>
                <c:pt idx="5397" formatCode="0.0000">
                  <c:v>3.4</c:v>
                </c:pt>
                <c:pt idx="5398" formatCode="0.0000">
                  <c:v>3.4008333333333329</c:v>
                </c:pt>
                <c:pt idx="5399" formatCode="0.0000">
                  <c:v>3.4016666666666668</c:v>
                </c:pt>
                <c:pt idx="5400" formatCode="0.0000">
                  <c:v>3.4025000000000003</c:v>
                </c:pt>
                <c:pt idx="5401" formatCode="0.0000">
                  <c:v>3.4033333333333333</c:v>
                </c:pt>
                <c:pt idx="5402" formatCode="0.0000">
                  <c:v>3.4041666666666668</c:v>
                </c:pt>
                <c:pt idx="5403" formatCode="0.0000">
                  <c:v>3.4049999999999998</c:v>
                </c:pt>
                <c:pt idx="5404" formatCode="0.0000">
                  <c:v>3.4058333333333333</c:v>
                </c:pt>
                <c:pt idx="5405" formatCode="0.0000">
                  <c:v>3.4066666666666667</c:v>
                </c:pt>
                <c:pt idx="5406" formatCode="0.0000">
                  <c:v>3.4074999999999998</c:v>
                </c:pt>
                <c:pt idx="5407" formatCode="0.0000">
                  <c:v>3.4083333333333332</c:v>
                </c:pt>
                <c:pt idx="5408" formatCode="0.0000">
                  <c:v>3.4091666666666662</c:v>
                </c:pt>
                <c:pt idx="5409" formatCode="0.0000">
                  <c:v>3.41</c:v>
                </c:pt>
                <c:pt idx="5410" formatCode="0.0000">
                  <c:v>3.4108333333333336</c:v>
                </c:pt>
                <c:pt idx="5411" formatCode="0.0000">
                  <c:v>3.4116666666666666</c:v>
                </c:pt>
                <c:pt idx="5412" formatCode="0.0000">
                  <c:v>3.4125000000000001</c:v>
                </c:pt>
                <c:pt idx="5413" formatCode="0.0000">
                  <c:v>3.4133333333333331</c:v>
                </c:pt>
                <c:pt idx="5414" formatCode="0.0000">
                  <c:v>3.4141666666666666</c:v>
                </c:pt>
                <c:pt idx="5415" formatCode="0.0000">
                  <c:v>3.415</c:v>
                </c:pt>
                <c:pt idx="5416" formatCode="0.0000">
                  <c:v>3.4158333333333331</c:v>
                </c:pt>
                <c:pt idx="5417" formatCode="0.0000">
                  <c:v>3.4166666666666665</c:v>
                </c:pt>
                <c:pt idx="5418" formatCode="0.0000">
                  <c:v>3.4175</c:v>
                </c:pt>
                <c:pt idx="5419" formatCode="0.0000">
                  <c:v>3.4183333333333334</c:v>
                </c:pt>
                <c:pt idx="5420" formatCode="0.0000">
                  <c:v>3.4191666666666669</c:v>
                </c:pt>
                <c:pt idx="5421" formatCode="0.0000">
                  <c:v>3.42</c:v>
                </c:pt>
                <c:pt idx="5422" formatCode="0.0000">
                  <c:v>3.4208333333333334</c:v>
                </c:pt>
                <c:pt idx="5423" formatCode="0.0000">
                  <c:v>3.4216666666666664</c:v>
                </c:pt>
                <c:pt idx="5424" formatCode="0.0000">
                  <c:v>3.4224999999999999</c:v>
                </c:pt>
                <c:pt idx="5425" formatCode="0.0000">
                  <c:v>3.4233333333333333</c:v>
                </c:pt>
                <c:pt idx="5426" formatCode="0.0000">
                  <c:v>3.4241666666666664</c:v>
                </c:pt>
                <c:pt idx="5427" formatCode="0.0000">
                  <c:v>3.4250000000000003</c:v>
                </c:pt>
                <c:pt idx="5428" formatCode="0.0000">
                  <c:v>3.4258333333333333</c:v>
                </c:pt>
                <c:pt idx="5429" formatCode="0.0000">
                  <c:v>3.4266666666666667</c:v>
                </c:pt>
                <c:pt idx="5430" formatCode="0.0000">
                  <c:v>3.4275000000000002</c:v>
                </c:pt>
                <c:pt idx="5431" formatCode="0.0000">
                  <c:v>3.4283333333333332</c:v>
                </c:pt>
                <c:pt idx="5432" formatCode="0.0000">
                  <c:v>3.4291666666666667</c:v>
                </c:pt>
                <c:pt idx="5433" formatCode="0.0000">
                  <c:v>3.4299999999999997</c:v>
                </c:pt>
                <c:pt idx="5434" formatCode="0.0000">
                  <c:v>3.4308333333333332</c:v>
                </c:pt>
                <c:pt idx="5435" formatCode="0.0000">
                  <c:v>3.4316666666666666</c:v>
                </c:pt>
                <c:pt idx="5436" formatCode="0.0000">
                  <c:v>3.4324999999999997</c:v>
                </c:pt>
                <c:pt idx="5437" formatCode="0.0000">
                  <c:v>3.4333333333333336</c:v>
                </c:pt>
                <c:pt idx="5438" formatCode="0.0000">
                  <c:v>3.4341666666666666</c:v>
                </c:pt>
                <c:pt idx="5439" formatCode="0.0000">
                  <c:v>3.4350000000000001</c:v>
                </c:pt>
                <c:pt idx="5440" formatCode="0.0000">
                  <c:v>3.4358333333333335</c:v>
                </c:pt>
                <c:pt idx="5441" formatCode="0.0000">
                  <c:v>3.4366666666666665</c:v>
                </c:pt>
                <c:pt idx="5442" formatCode="0.0000">
                  <c:v>3.4375</c:v>
                </c:pt>
                <c:pt idx="5443" formatCode="0.0000">
                  <c:v>3.438333333333333</c:v>
                </c:pt>
                <c:pt idx="5444" formatCode="0.0000">
                  <c:v>3.4391666666666665</c:v>
                </c:pt>
                <c:pt idx="5445" formatCode="0.0000">
                  <c:v>3.44</c:v>
                </c:pt>
                <c:pt idx="5446" formatCode="0.0000">
                  <c:v>3.4408333333333334</c:v>
                </c:pt>
                <c:pt idx="5447" formatCode="0.0000">
                  <c:v>3.4416666666666669</c:v>
                </c:pt>
                <c:pt idx="5448" formatCode="0.0000">
                  <c:v>3.4424999999999999</c:v>
                </c:pt>
                <c:pt idx="5449" formatCode="0.0000">
                  <c:v>3.4433333333333334</c:v>
                </c:pt>
                <c:pt idx="5450" formatCode="0.0000">
                  <c:v>3.4441666666666668</c:v>
                </c:pt>
                <c:pt idx="5451" formatCode="0.0000">
                  <c:v>3.4449999999999998</c:v>
                </c:pt>
                <c:pt idx="5452" formatCode="0.0000">
                  <c:v>3.4458333333333333</c:v>
                </c:pt>
                <c:pt idx="5453" formatCode="0.0000">
                  <c:v>3.4466666666666663</c:v>
                </c:pt>
                <c:pt idx="5454" formatCode="0.0000">
                  <c:v>3.4474999999999998</c:v>
                </c:pt>
                <c:pt idx="5455" formatCode="0.0000">
                  <c:v>3.4483333333333337</c:v>
                </c:pt>
                <c:pt idx="5456" formatCode="0.0000">
                  <c:v>3.4491666666666667</c:v>
                </c:pt>
                <c:pt idx="5457" formatCode="0.0000">
                  <c:v>3.45</c:v>
                </c:pt>
                <c:pt idx="5458" formatCode="0.0000">
                  <c:v>3.4508333333333332</c:v>
                </c:pt>
                <c:pt idx="5459" formatCode="0.0000">
                  <c:v>3.4516666666666667</c:v>
                </c:pt>
                <c:pt idx="5460" formatCode="0.0000">
                  <c:v>3.4525000000000001</c:v>
                </c:pt>
                <c:pt idx="5461" formatCode="0.0000">
                  <c:v>3.4533333333333331</c:v>
                </c:pt>
                <c:pt idx="5462" formatCode="0.0000">
                  <c:v>3.4541666666666666</c:v>
                </c:pt>
                <c:pt idx="5463" formatCode="0.0000">
                  <c:v>3.4549999999999996</c:v>
                </c:pt>
                <c:pt idx="5464" formatCode="0.0000">
                  <c:v>3.4558333333333331</c:v>
                </c:pt>
                <c:pt idx="5465" formatCode="0.0000">
                  <c:v>3.456666666666667</c:v>
                </c:pt>
                <c:pt idx="5466" formatCode="0.0000">
                  <c:v>3.4575</c:v>
                </c:pt>
                <c:pt idx="5467" formatCode="0.0000">
                  <c:v>3.4583333333333335</c:v>
                </c:pt>
                <c:pt idx="5468" formatCode="0.0000">
                  <c:v>3.4591666666666665</c:v>
                </c:pt>
                <c:pt idx="5469" formatCode="0.0000">
                  <c:v>3.46</c:v>
                </c:pt>
                <c:pt idx="5470" formatCode="0.0000">
                  <c:v>3.4608333333333334</c:v>
                </c:pt>
                <c:pt idx="5471" formatCode="0.0000">
                  <c:v>3.4616666666666664</c:v>
                </c:pt>
                <c:pt idx="5472" formatCode="0.0000">
                  <c:v>3.4624999999999999</c:v>
                </c:pt>
                <c:pt idx="5473" formatCode="0.0000">
                  <c:v>3.4633333333333329</c:v>
                </c:pt>
                <c:pt idx="5474" formatCode="0.0000">
                  <c:v>3.4641666666666668</c:v>
                </c:pt>
                <c:pt idx="5475" formatCode="0.0000">
                  <c:v>3.4650000000000003</c:v>
                </c:pt>
                <c:pt idx="5476" formatCode="0.0000">
                  <c:v>3.4658333333333333</c:v>
                </c:pt>
                <c:pt idx="5477" formatCode="0.0000">
                  <c:v>3.4666666666666668</c:v>
                </c:pt>
                <c:pt idx="5478" formatCode="0.0000">
                  <c:v>3.4674999999999998</c:v>
                </c:pt>
                <c:pt idx="5479" formatCode="0.0000">
                  <c:v>3.4683333333333333</c:v>
                </c:pt>
                <c:pt idx="5480" formatCode="0.0000">
                  <c:v>3.4691666666666667</c:v>
                </c:pt>
                <c:pt idx="5481" formatCode="0.0000">
                  <c:v>3.4699999999999998</c:v>
                </c:pt>
                <c:pt idx="5482" formatCode="0.0000">
                  <c:v>3.4708333333333332</c:v>
                </c:pt>
                <c:pt idx="5483" formatCode="0.0000">
                  <c:v>3.4716666666666662</c:v>
                </c:pt>
                <c:pt idx="5484" formatCode="0.0000">
                  <c:v>3.4725000000000001</c:v>
                </c:pt>
                <c:pt idx="5485" formatCode="0.0000">
                  <c:v>3.4733333333333336</c:v>
                </c:pt>
                <c:pt idx="5486" formatCode="0.0000">
                  <c:v>3.4741666666666666</c:v>
                </c:pt>
                <c:pt idx="5487" formatCode="0.0000">
                  <c:v>3.4750000000000001</c:v>
                </c:pt>
                <c:pt idx="5488" formatCode="0.0000">
                  <c:v>3.4758333333333331</c:v>
                </c:pt>
                <c:pt idx="5489" formatCode="0.0000">
                  <c:v>3.4766666666666666</c:v>
                </c:pt>
                <c:pt idx="5490" formatCode="0.0000">
                  <c:v>3.4775</c:v>
                </c:pt>
                <c:pt idx="5491" formatCode="0.0000">
                  <c:v>3.4783333333333331</c:v>
                </c:pt>
                <c:pt idx="5492" formatCode="0.0000">
                  <c:v>3.4791666666666665</c:v>
                </c:pt>
                <c:pt idx="5493" formatCode="0.0000">
                  <c:v>3.48</c:v>
                </c:pt>
                <c:pt idx="5494" formatCode="0.0000">
                  <c:v>3.4808333333333334</c:v>
                </c:pt>
                <c:pt idx="5495" formatCode="0.0000">
                  <c:v>3.4816666666666669</c:v>
                </c:pt>
                <c:pt idx="5496" formatCode="0.0000">
                  <c:v>3.4824999999999999</c:v>
                </c:pt>
                <c:pt idx="5497" formatCode="0.0000">
                  <c:v>3.4833333333333334</c:v>
                </c:pt>
                <c:pt idx="5498" formatCode="0.0000">
                  <c:v>3.4841666666666664</c:v>
                </c:pt>
                <c:pt idx="5499" formatCode="0.0000">
                  <c:v>3.4849999999999999</c:v>
                </c:pt>
                <c:pt idx="5500" formatCode="0.0000">
                  <c:v>3.4858333333333333</c:v>
                </c:pt>
                <c:pt idx="5501" formatCode="0.0000">
                  <c:v>3.4866666666666664</c:v>
                </c:pt>
                <c:pt idx="5502" formatCode="0.0000">
                  <c:v>3.4875000000000003</c:v>
                </c:pt>
                <c:pt idx="5503" formatCode="0.0000">
                  <c:v>3.4883333333333333</c:v>
                </c:pt>
                <c:pt idx="5504" formatCode="0.0000">
                  <c:v>3.4891666666666667</c:v>
                </c:pt>
                <c:pt idx="5505" formatCode="0.0000">
                  <c:v>3.49</c:v>
                </c:pt>
                <c:pt idx="5506" formatCode="0.0000">
                  <c:v>3.4908333333333332</c:v>
                </c:pt>
                <c:pt idx="5507" formatCode="0.0000">
                  <c:v>3.4916666666666667</c:v>
                </c:pt>
                <c:pt idx="5508" formatCode="0.0000">
                  <c:v>3.4924999999999997</c:v>
                </c:pt>
                <c:pt idx="5509" formatCode="0.0000">
                  <c:v>3.4933333333333332</c:v>
                </c:pt>
                <c:pt idx="5510" formatCode="0.0000">
                  <c:v>3.4941666666666666</c:v>
                </c:pt>
                <c:pt idx="5511" formatCode="0.0000">
                  <c:v>3.4949999999999997</c:v>
                </c:pt>
                <c:pt idx="5512" formatCode="0.0000">
                  <c:v>3.4958333333333336</c:v>
                </c:pt>
                <c:pt idx="5513" formatCode="0.0000">
                  <c:v>3.4966666666666666</c:v>
                </c:pt>
                <c:pt idx="5514" formatCode="0.0000">
                  <c:v>3.4975000000000001</c:v>
                </c:pt>
                <c:pt idx="5515" formatCode="0.0000">
                  <c:v>3.4983333333333335</c:v>
                </c:pt>
                <c:pt idx="5516" formatCode="0.0000">
                  <c:v>3.4991666666666665</c:v>
                </c:pt>
                <c:pt idx="5517" formatCode="0.0000">
                  <c:v>3.5</c:v>
                </c:pt>
                <c:pt idx="5518" formatCode="0.0000">
                  <c:v>3.500833333333333</c:v>
                </c:pt>
                <c:pt idx="5519" formatCode="0.0000">
                  <c:v>3.5016666666666665</c:v>
                </c:pt>
                <c:pt idx="5520" formatCode="0.0000">
                  <c:v>3.5024999999999999</c:v>
                </c:pt>
                <c:pt idx="5521" formatCode="0.0000">
                  <c:v>3.5033333333333334</c:v>
                </c:pt>
                <c:pt idx="5522" formatCode="0.0000">
                  <c:v>3.5041666666666669</c:v>
                </c:pt>
                <c:pt idx="5523" formatCode="0.0000">
                  <c:v>3.5049999999999999</c:v>
                </c:pt>
                <c:pt idx="5524" formatCode="0.0000">
                  <c:v>3.5058333333333334</c:v>
                </c:pt>
                <c:pt idx="5525" formatCode="0.0000">
                  <c:v>3.5066666666666668</c:v>
                </c:pt>
                <c:pt idx="5526" formatCode="0.0000">
                  <c:v>3.5074999999999998</c:v>
                </c:pt>
                <c:pt idx="5527" formatCode="0.0000">
                  <c:v>3.5083333333333333</c:v>
                </c:pt>
                <c:pt idx="5528" formatCode="0.0000">
                  <c:v>3.5091666666666663</c:v>
                </c:pt>
                <c:pt idx="5529" formatCode="0.0000">
                  <c:v>3.51</c:v>
                </c:pt>
                <c:pt idx="5530" formatCode="0.0000">
                  <c:v>3.5108333333333337</c:v>
                </c:pt>
                <c:pt idx="5531" formatCode="0.0000">
                  <c:v>3.5116666666666667</c:v>
                </c:pt>
                <c:pt idx="5532" formatCode="0.0000">
                  <c:v>3.5125000000000002</c:v>
                </c:pt>
                <c:pt idx="5533" formatCode="0.0000">
                  <c:v>3.5133333333333332</c:v>
                </c:pt>
                <c:pt idx="5534" formatCode="0.0000">
                  <c:v>3.5141666666666667</c:v>
                </c:pt>
                <c:pt idx="5535" formatCode="0.0000">
                  <c:v>3.5150000000000001</c:v>
                </c:pt>
                <c:pt idx="5536" formatCode="0.0000">
                  <c:v>3.5158333333333331</c:v>
                </c:pt>
                <c:pt idx="5537" formatCode="0.0000">
                  <c:v>3.5166666666666666</c:v>
                </c:pt>
                <c:pt idx="5538" formatCode="0.0000">
                  <c:v>3.5174999999999996</c:v>
                </c:pt>
                <c:pt idx="5539" formatCode="0.0000">
                  <c:v>3.5183333333333331</c:v>
                </c:pt>
                <c:pt idx="5540" formatCode="0.0000">
                  <c:v>3.519166666666667</c:v>
                </c:pt>
                <c:pt idx="5541" formatCode="0.0000">
                  <c:v>3.52</c:v>
                </c:pt>
                <c:pt idx="5542" formatCode="0.0000">
                  <c:v>3.5208333333333335</c:v>
                </c:pt>
                <c:pt idx="5543" formatCode="0.0000">
                  <c:v>3.5216666666666665</c:v>
                </c:pt>
                <c:pt idx="5544" formatCode="0.0000">
                  <c:v>3.5225</c:v>
                </c:pt>
                <c:pt idx="5545" formatCode="0.0000">
                  <c:v>3.5233333333333334</c:v>
                </c:pt>
                <c:pt idx="5546" formatCode="0.0000">
                  <c:v>3.5241666666666664</c:v>
                </c:pt>
                <c:pt idx="5547" formatCode="0.0000">
                  <c:v>3.5249999999999999</c:v>
                </c:pt>
                <c:pt idx="5548" formatCode="0.0000">
                  <c:v>3.5258333333333329</c:v>
                </c:pt>
                <c:pt idx="5549" formatCode="0.0000">
                  <c:v>3.5266666666666668</c:v>
                </c:pt>
                <c:pt idx="5550" formatCode="0.0000">
                  <c:v>3.5275000000000003</c:v>
                </c:pt>
                <c:pt idx="5551" formatCode="0.0000">
                  <c:v>3.5283333333333333</c:v>
                </c:pt>
                <c:pt idx="5552" formatCode="0.0000">
                  <c:v>3.5291666666666668</c:v>
                </c:pt>
                <c:pt idx="5553" formatCode="0.0000">
                  <c:v>3.53</c:v>
                </c:pt>
                <c:pt idx="5554" formatCode="0.0000">
                  <c:v>3.5308333333333333</c:v>
                </c:pt>
                <c:pt idx="5555" formatCode="0.0000">
                  <c:v>3.5316666666666667</c:v>
                </c:pt>
                <c:pt idx="5556" formatCode="0.0000">
                  <c:v>3.5324999999999998</c:v>
                </c:pt>
                <c:pt idx="5557" formatCode="0.0000">
                  <c:v>3.5333333333333332</c:v>
                </c:pt>
                <c:pt idx="5558" formatCode="0.0000">
                  <c:v>3.5341666666666662</c:v>
                </c:pt>
                <c:pt idx="5559" formatCode="0.0000">
                  <c:v>3.5350000000000001</c:v>
                </c:pt>
                <c:pt idx="5560" formatCode="0.0000">
                  <c:v>3.5358333333333336</c:v>
                </c:pt>
                <c:pt idx="5561" formatCode="0.0000">
                  <c:v>3.5366666666666666</c:v>
                </c:pt>
                <c:pt idx="5562" formatCode="0.0000">
                  <c:v>3.5375000000000001</c:v>
                </c:pt>
                <c:pt idx="5563" formatCode="0.0000">
                  <c:v>3.5383333333333331</c:v>
                </c:pt>
                <c:pt idx="5564" formatCode="0.0000">
                  <c:v>3.5391666666666666</c:v>
                </c:pt>
                <c:pt idx="5565" formatCode="0.0000">
                  <c:v>3.54</c:v>
                </c:pt>
                <c:pt idx="5566" formatCode="0.0000">
                  <c:v>3.5408333333333331</c:v>
                </c:pt>
                <c:pt idx="5567" formatCode="0.0000">
                  <c:v>3.5416666666666665</c:v>
                </c:pt>
                <c:pt idx="5568" formatCode="0.0000">
                  <c:v>3.5425</c:v>
                </c:pt>
                <c:pt idx="5569" formatCode="0.0000">
                  <c:v>3.5433333333333334</c:v>
                </c:pt>
                <c:pt idx="5570" formatCode="0.0000">
                  <c:v>3.5441666666666669</c:v>
                </c:pt>
                <c:pt idx="5571" formatCode="0.0000">
                  <c:v>3.5449999999999999</c:v>
                </c:pt>
                <c:pt idx="5572" formatCode="0.0000">
                  <c:v>3.5458333333333334</c:v>
                </c:pt>
                <c:pt idx="5573" formatCode="0.0000">
                  <c:v>3.5466666666666664</c:v>
                </c:pt>
                <c:pt idx="5574" formatCode="0.0000">
                  <c:v>3.5474999999999999</c:v>
                </c:pt>
                <c:pt idx="5575" formatCode="0.0000">
                  <c:v>3.5483333333333333</c:v>
                </c:pt>
                <c:pt idx="5576" formatCode="0.0000">
                  <c:v>3.5491666666666664</c:v>
                </c:pt>
                <c:pt idx="5577" formatCode="0.0000">
                  <c:v>3.5500000000000003</c:v>
                </c:pt>
                <c:pt idx="5578" formatCode="0.0000">
                  <c:v>3.5508333333333333</c:v>
                </c:pt>
                <c:pt idx="5579" formatCode="0.0000">
                  <c:v>3.5516666666666667</c:v>
                </c:pt>
                <c:pt idx="5580" formatCode="0.0000">
                  <c:v>3.5525000000000002</c:v>
                </c:pt>
                <c:pt idx="5581" formatCode="0.0000">
                  <c:v>3.5533333333333332</c:v>
                </c:pt>
                <c:pt idx="5582" formatCode="0.0000">
                  <c:v>3.5541666666666667</c:v>
                </c:pt>
                <c:pt idx="5583" formatCode="0.0000">
                  <c:v>3.5549999999999997</c:v>
                </c:pt>
                <c:pt idx="5584" formatCode="0.0000">
                  <c:v>3.5558333333333332</c:v>
                </c:pt>
                <c:pt idx="5585" formatCode="0.0000">
                  <c:v>3.5566666666666666</c:v>
                </c:pt>
                <c:pt idx="5586" formatCode="0.0000">
                  <c:v>3.5574999999999997</c:v>
                </c:pt>
                <c:pt idx="5587" formatCode="0.0000">
                  <c:v>3.5583333333333336</c:v>
                </c:pt>
                <c:pt idx="5588" formatCode="0.0000">
                  <c:v>3.5591666666666666</c:v>
                </c:pt>
                <c:pt idx="5589" formatCode="0.0000">
                  <c:v>3.56</c:v>
                </c:pt>
                <c:pt idx="5590" formatCode="0.0000">
                  <c:v>3.5608333333333335</c:v>
                </c:pt>
                <c:pt idx="5591" formatCode="0.0000">
                  <c:v>3.5616666666666665</c:v>
                </c:pt>
                <c:pt idx="5592" formatCode="0.0000">
                  <c:v>3.5625</c:v>
                </c:pt>
                <c:pt idx="5593" formatCode="0.0000">
                  <c:v>3.563333333333333</c:v>
                </c:pt>
                <c:pt idx="5594" formatCode="0.0000">
                  <c:v>3.5641666666666665</c:v>
                </c:pt>
                <c:pt idx="5595" formatCode="0.0000">
                  <c:v>3.5649999999999999</c:v>
                </c:pt>
                <c:pt idx="5596" formatCode="0.0000">
                  <c:v>3.5658333333333334</c:v>
                </c:pt>
                <c:pt idx="5597" formatCode="0.0000">
                  <c:v>3.5666666666666669</c:v>
                </c:pt>
                <c:pt idx="5598" formatCode="0.0000">
                  <c:v>3.5674999999999999</c:v>
                </c:pt>
                <c:pt idx="5599" formatCode="0.0000">
                  <c:v>3.5683333333333334</c:v>
                </c:pt>
                <c:pt idx="5600" formatCode="0.0000">
                  <c:v>3.5691666666666668</c:v>
                </c:pt>
                <c:pt idx="5601" formatCode="0.0000">
                  <c:v>3.57</c:v>
                </c:pt>
                <c:pt idx="5602" formatCode="0.0000">
                  <c:v>3.5708333333333333</c:v>
                </c:pt>
                <c:pt idx="5603" formatCode="0.0000">
                  <c:v>3.5716666666666663</c:v>
                </c:pt>
                <c:pt idx="5604" formatCode="0.0000">
                  <c:v>3.5724999999999998</c:v>
                </c:pt>
                <c:pt idx="5605" formatCode="0.0000">
                  <c:v>3.5733333333333337</c:v>
                </c:pt>
                <c:pt idx="5606" formatCode="0.0000">
                  <c:v>3.5741666666666667</c:v>
                </c:pt>
                <c:pt idx="5607" formatCode="0.0000">
                  <c:v>3.5750000000000002</c:v>
                </c:pt>
                <c:pt idx="5608" formatCode="0.0000">
                  <c:v>3.5758333333333332</c:v>
                </c:pt>
                <c:pt idx="5609" formatCode="0.0000">
                  <c:v>3.5766666666666667</c:v>
                </c:pt>
                <c:pt idx="5610" formatCode="0.0000">
                  <c:v>3.5775000000000001</c:v>
                </c:pt>
                <c:pt idx="5611" formatCode="0.0000">
                  <c:v>3.5783333333333331</c:v>
                </c:pt>
                <c:pt idx="5612" formatCode="0.0000">
                  <c:v>3.5791666666666666</c:v>
                </c:pt>
                <c:pt idx="5613" formatCode="0.0000">
                  <c:v>3.5799999999999996</c:v>
                </c:pt>
                <c:pt idx="5614" formatCode="0.0000">
                  <c:v>3.5808333333333331</c:v>
                </c:pt>
                <c:pt idx="5615" formatCode="0.0000">
                  <c:v>3.581666666666667</c:v>
                </c:pt>
                <c:pt idx="5616" formatCode="0.0000">
                  <c:v>3.5825</c:v>
                </c:pt>
                <c:pt idx="5617" formatCode="0.0000">
                  <c:v>3.5833333333333335</c:v>
                </c:pt>
                <c:pt idx="5618" formatCode="0.0000">
                  <c:v>3.5841666666666665</c:v>
                </c:pt>
                <c:pt idx="5619" formatCode="0.0000">
                  <c:v>3.585</c:v>
                </c:pt>
                <c:pt idx="5620" formatCode="0.0000">
                  <c:v>3.5858333333333334</c:v>
                </c:pt>
                <c:pt idx="5621" formatCode="0.0000">
                  <c:v>3.5866666666666664</c:v>
                </c:pt>
                <c:pt idx="5622" formatCode="0.0000">
                  <c:v>3.5874999999999999</c:v>
                </c:pt>
                <c:pt idx="5623" formatCode="0.0000">
                  <c:v>3.5883333333333329</c:v>
                </c:pt>
                <c:pt idx="5624" formatCode="0.0000">
                  <c:v>3.5891666666666668</c:v>
                </c:pt>
                <c:pt idx="5625" formatCode="0.0000">
                  <c:v>3.5900000000000003</c:v>
                </c:pt>
                <c:pt idx="5626" formatCode="0.0000">
                  <c:v>3.5908333333333333</c:v>
                </c:pt>
                <c:pt idx="5627" formatCode="0.0000">
                  <c:v>3.5916666666666668</c:v>
                </c:pt>
                <c:pt idx="5628" formatCode="0.0000">
                  <c:v>3.5924999999999998</c:v>
                </c:pt>
                <c:pt idx="5629" formatCode="0.0000">
                  <c:v>3.5933333333333333</c:v>
                </c:pt>
                <c:pt idx="5630" formatCode="0.0000">
                  <c:v>3.5941666666666667</c:v>
                </c:pt>
                <c:pt idx="5631" formatCode="0.0000">
                  <c:v>3.5949999999999998</c:v>
                </c:pt>
                <c:pt idx="5632" formatCode="0.0000">
                  <c:v>3.5958333333333332</c:v>
                </c:pt>
                <c:pt idx="5633" formatCode="0.0000">
                  <c:v>3.5966666666666662</c:v>
                </c:pt>
                <c:pt idx="5634" formatCode="0.0000">
                  <c:v>3.5975000000000001</c:v>
                </c:pt>
                <c:pt idx="5635" formatCode="0.0000">
                  <c:v>3.5983333333333336</c:v>
                </c:pt>
                <c:pt idx="5636" formatCode="0.0000">
                  <c:v>3.5991666666666666</c:v>
                </c:pt>
                <c:pt idx="5637" formatCode="0.0000">
                  <c:v>3.6</c:v>
                </c:pt>
                <c:pt idx="5638" formatCode="0.0000">
                  <c:v>3.6008333333333331</c:v>
                </c:pt>
                <c:pt idx="5639" formatCode="0.0000">
                  <c:v>3.6016666666666666</c:v>
                </c:pt>
                <c:pt idx="5640" formatCode="0.0000">
                  <c:v>3.6025</c:v>
                </c:pt>
                <c:pt idx="5641" formatCode="0.0000">
                  <c:v>3.6033333333333331</c:v>
                </c:pt>
                <c:pt idx="5642" formatCode="0.0000">
                  <c:v>3.6041666666666665</c:v>
                </c:pt>
                <c:pt idx="5643" formatCode="0.0000">
                  <c:v>3.605</c:v>
                </c:pt>
                <c:pt idx="5644" formatCode="0.0000">
                  <c:v>3.6058333333333334</c:v>
                </c:pt>
                <c:pt idx="5645" formatCode="0.0000">
                  <c:v>3.6066666666666669</c:v>
                </c:pt>
                <c:pt idx="5646" formatCode="0.0000">
                  <c:v>3.6074999999999999</c:v>
                </c:pt>
                <c:pt idx="5647" formatCode="0.0000">
                  <c:v>3.6083333333333334</c:v>
                </c:pt>
                <c:pt idx="5648" formatCode="0.0000">
                  <c:v>3.6091666666666664</c:v>
                </c:pt>
                <c:pt idx="5649" formatCode="0.0000">
                  <c:v>3.61</c:v>
                </c:pt>
                <c:pt idx="5650" formatCode="0.0000">
                  <c:v>3.6108333333333333</c:v>
                </c:pt>
                <c:pt idx="5651" formatCode="0.0000">
                  <c:v>3.6116666666666664</c:v>
                </c:pt>
                <c:pt idx="5652" formatCode="0.0000">
                  <c:v>3.6125000000000003</c:v>
                </c:pt>
                <c:pt idx="5653" formatCode="0.0000">
                  <c:v>3.6133333333333333</c:v>
                </c:pt>
                <c:pt idx="5654" formatCode="0.0000">
                  <c:v>3.6141666666666667</c:v>
                </c:pt>
                <c:pt idx="5655" formatCode="0.0000">
                  <c:v>3.6150000000000002</c:v>
                </c:pt>
                <c:pt idx="5656" formatCode="0.0000">
                  <c:v>3.6158333333333332</c:v>
                </c:pt>
                <c:pt idx="5657" formatCode="0.0000">
                  <c:v>3.6166666666666667</c:v>
                </c:pt>
                <c:pt idx="5658" formatCode="0.0000">
                  <c:v>3.6174999999999997</c:v>
                </c:pt>
                <c:pt idx="5659" formatCode="0.0000">
                  <c:v>3.6183333333333332</c:v>
                </c:pt>
                <c:pt idx="5660" formatCode="0.0000">
                  <c:v>3.6191666666666666</c:v>
                </c:pt>
                <c:pt idx="5661" formatCode="0.0000">
                  <c:v>3.6199999999999997</c:v>
                </c:pt>
                <c:pt idx="5662" formatCode="0.0000">
                  <c:v>3.6208333333333336</c:v>
                </c:pt>
                <c:pt idx="5663" formatCode="0.0000">
                  <c:v>3.6216666666666666</c:v>
                </c:pt>
                <c:pt idx="5664" formatCode="0.0000">
                  <c:v>3.6225000000000001</c:v>
                </c:pt>
                <c:pt idx="5665" formatCode="0.0000">
                  <c:v>3.6233333333333335</c:v>
                </c:pt>
                <c:pt idx="5666" formatCode="0.0000">
                  <c:v>3.6241666666666665</c:v>
                </c:pt>
                <c:pt idx="5667" formatCode="0.0000">
                  <c:v>3.625</c:v>
                </c:pt>
                <c:pt idx="5668" formatCode="0.0000">
                  <c:v>3.625833333333333</c:v>
                </c:pt>
                <c:pt idx="5669" formatCode="0.0000">
                  <c:v>3.6266666666666665</c:v>
                </c:pt>
                <c:pt idx="5670" formatCode="0.0000">
                  <c:v>3.6274999999999999</c:v>
                </c:pt>
                <c:pt idx="5671" formatCode="0.0000">
                  <c:v>3.6283333333333334</c:v>
                </c:pt>
                <c:pt idx="5672" formatCode="0.0000">
                  <c:v>3.6291666666666669</c:v>
                </c:pt>
                <c:pt idx="5673" formatCode="0.0000">
                  <c:v>3.63</c:v>
                </c:pt>
                <c:pt idx="5674" formatCode="0.0000">
                  <c:v>3.6308333333333334</c:v>
                </c:pt>
                <c:pt idx="5675" formatCode="0.0000">
                  <c:v>3.6316666666666668</c:v>
                </c:pt>
                <c:pt idx="5676" formatCode="0.0000">
                  <c:v>3.6324999999999998</c:v>
                </c:pt>
                <c:pt idx="5677" formatCode="0.0000">
                  <c:v>3.6333333333333333</c:v>
                </c:pt>
                <c:pt idx="5678" formatCode="0.0000">
                  <c:v>3.6341666666666663</c:v>
                </c:pt>
                <c:pt idx="5679" formatCode="0.0000">
                  <c:v>3.6349999999999998</c:v>
                </c:pt>
                <c:pt idx="5680" formatCode="0.0000">
                  <c:v>3.6358333333333337</c:v>
                </c:pt>
                <c:pt idx="5681" formatCode="0.0000">
                  <c:v>3.6366666666666667</c:v>
                </c:pt>
                <c:pt idx="5682" formatCode="0.0000">
                  <c:v>3.6375000000000002</c:v>
                </c:pt>
                <c:pt idx="5683" formatCode="0.0000">
                  <c:v>3.6383333333333332</c:v>
                </c:pt>
                <c:pt idx="5684" formatCode="0.0000">
                  <c:v>3.6391666666666667</c:v>
                </c:pt>
                <c:pt idx="5685" formatCode="0.0000">
                  <c:v>3.64</c:v>
                </c:pt>
                <c:pt idx="5686" formatCode="0.0000">
                  <c:v>3.6408333333333331</c:v>
                </c:pt>
                <c:pt idx="5687" formatCode="0.0000">
                  <c:v>3.6416666666666666</c:v>
                </c:pt>
                <c:pt idx="5688" formatCode="0.0000">
                  <c:v>3.6424999999999996</c:v>
                </c:pt>
                <c:pt idx="5689" formatCode="0.0000">
                  <c:v>3.6433333333333331</c:v>
                </c:pt>
                <c:pt idx="5690" formatCode="0.0000">
                  <c:v>3.644166666666667</c:v>
                </c:pt>
                <c:pt idx="5691" formatCode="0.0000">
                  <c:v>3.645</c:v>
                </c:pt>
                <c:pt idx="5692" formatCode="0.0000">
                  <c:v>3.6458333333333335</c:v>
                </c:pt>
                <c:pt idx="5693" formatCode="0.0000">
                  <c:v>3.6466666666666665</c:v>
                </c:pt>
                <c:pt idx="5694" formatCode="0.0000">
                  <c:v>3.6475</c:v>
                </c:pt>
                <c:pt idx="5695" formatCode="0.0000">
                  <c:v>3.6483333333333334</c:v>
                </c:pt>
                <c:pt idx="5696" formatCode="0.0000">
                  <c:v>3.6491666666666664</c:v>
                </c:pt>
                <c:pt idx="5697" formatCode="0.0000">
                  <c:v>3.65</c:v>
                </c:pt>
                <c:pt idx="5698" formatCode="0.0000">
                  <c:v>3.6508333333333329</c:v>
                </c:pt>
                <c:pt idx="5699" formatCode="0.0000">
                  <c:v>3.6516666666666668</c:v>
                </c:pt>
                <c:pt idx="5700" formatCode="0.0000">
                  <c:v>3.6525000000000003</c:v>
                </c:pt>
                <c:pt idx="5701" formatCode="0.0000">
                  <c:v>3.6533333333333333</c:v>
                </c:pt>
                <c:pt idx="5702" formatCode="0.0000">
                  <c:v>3.6541666666666668</c:v>
                </c:pt>
                <c:pt idx="5703" formatCode="0.0000">
                  <c:v>3.6549999999999998</c:v>
                </c:pt>
                <c:pt idx="5704" formatCode="0.0000">
                  <c:v>3.6558333333333333</c:v>
                </c:pt>
                <c:pt idx="5705" formatCode="0.0000">
                  <c:v>3.6566666666666667</c:v>
                </c:pt>
                <c:pt idx="5706" formatCode="0.0000">
                  <c:v>3.6574999999999998</c:v>
                </c:pt>
                <c:pt idx="5707" formatCode="0.0000">
                  <c:v>3.6583333333333332</c:v>
                </c:pt>
                <c:pt idx="5708" formatCode="0.0000">
                  <c:v>3.6591666666666662</c:v>
                </c:pt>
                <c:pt idx="5709" formatCode="0.0000">
                  <c:v>3.66</c:v>
                </c:pt>
                <c:pt idx="5710" formatCode="0.0000">
                  <c:v>3.6608333333333336</c:v>
                </c:pt>
                <c:pt idx="5711" formatCode="0.0000">
                  <c:v>3.6616666666666666</c:v>
                </c:pt>
                <c:pt idx="5712" formatCode="0.0000">
                  <c:v>3.6625000000000001</c:v>
                </c:pt>
                <c:pt idx="5713" formatCode="0.0000">
                  <c:v>3.6633333333333331</c:v>
                </c:pt>
                <c:pt idx="5714" formatCode="0.0000">
                  <c:v>3.6641666666666666</c:v>
                </c:pt>
                <c:pt idx="5715" formatCode="0.0000">
                  <c:v>3.665</c:v>
                </c:pt>
                <c:pt idx="5716" formatCode="0.0000">
                  <c:v>3.6658333333333331</c:v>
                </c:pt>
                <c:pt idx="5717" formatCode="0.0000">
                  <c:v>3.6666666666666665</c:v>
                </c:pt>
                <c:pt idx="5718" formatCode="0.0000">
                  <c:v>3.6675</c:v>
                </c:pt>
                <c:pt idx="5719" formatCode="0.0000">
                  <c:v>3.6683333333333334</c:v>
                </c:pt>
                <c:pt idx="5720" formatCode="0.0000">
                  <c:v>3.6691666666666669</c:v>
                </c:pt>
                <c:pt idx="5721" formatCode="0.0000">
                  <c:v>3.67</c:v>
                </c:pt>
                <c:pt idx="5722" formatCode="0.0000">
                  <c:v>3.6708333333333334</c:v>
                </c:pt>
                <c:pt idx="5723" formatCode="0.0000">
                  <c:v>3.6716666666666664</c:v>
                </c:pt>
                <c:pt idx="5724" formatCode="0.0000">
                  <c:v>3.6724999999999999</c:v>
                </c:pt>
                <c:pt idx="5725" formatCode="0.0000">
                  <c:v>3.6733333333333333</c:v>
                </c:pt>
                <c:pt idx="5726" formatCode="0.0000">
                  <c:v>3.6741666666666664</c:v>
                </c:pt>
                <c:pt idx="5727" formatCode="0.0000">
                  <c:v>3.6750000000000003</c:v>
                </c:pt>
                <c:pt idx="5728" formatCode="0.0000">
                  <c:v>3.6758333333333333</c:v>
                </c:pt>
                <c:pt idx="5729" formatCode="0.0000">
                  <c:v>3.6766666666666667</c:v>
                </c:pt>
                <c:pt idx="5730" formatCode="0.0000">
                  <c:v>3.6775000000000002</c:v>
                </c:pt>
                <c:pt idx="5731" formatCode="0.0000">
                  <c:v>3.6783333333333332</c:v>
                </c:pt>
                <c:pt idx="5732" formatCode="0.0000">
                  <c:v>3.6791666666666667</c:v>
                </c:pt>
                <c:pt idx="5733" formatCode="0.0000">
                  <c:v>3.6799999999999997</c:v>
                </c:pt>
                <c:pt idx="5734" formatCode="0.0000">
                  <c:v>3.6808333333333332</c:v>
                </c:pt>
                <c:pt idx="5735" formatCode="0.0000">
                  <c:v>3.6816666666666666</c:v>
                </c:pt>
                <c:pt idx="5736" formatCode="0.0000">
                  <c:v>3.6824999999999997</c:v>
                </c:pt>
                <c:pt idx="5737" formatCode="0.0000">
                  <c:v>3.6833333333333336</c:v>
                </c:pt>
                <c:pt idx="5738" formatCode="0.0000">
                  <c:v>3.6841666666666666</c:v>
                </c:pt>
                <c:pt idx="5739" formatCode="0.0000">
                  <c:v>3.6850000000000001</c:v>
                </c:pt>
                <c:pt idx="5740" formatCode="0.0000">
                  <c:v>3.6858333333333335</c:v>
                </c:pt>
                <c:pt idx="5741" formatCode="0.0000">
                  <c:v>3.6866666666666665</c:v>
                </c:pt>
                <c:pt idx="5742" formatCode="0.0000">
                  <c:v>3.6875</c:v>
                </c:pt>
                <c:pt idx="5743" formatCode="0.0000">
                  <c:v>3.688333333333333</c:v>
                </c:pt>
                <c:pt idx="5744" formatCode="0.0000">
                  <c:v>3.6891666666666665</c:v>
                </c:pt>
                <c:pt idx="5745" formatCode="0.0000">
                  <c:v>3.69</c:v>
                </c:pt>
                <c:pt idx="5746" formatCode="0.0000">
                  <c:v>3.6908333333333334</c:v>
                </c:pt>
                <c:pt idx="5747" formatCode="0.0000">
                  <c:v>3.6916666666666669</c:v>
                </c:pt>
                <c:pt idx="5748" formatCode="0.0000">
                  <c:v>3.6924999999999999</c:v>
                </c:pt>
                <c:pt idx="5749" formatCode="0.0000">
                  <c:v>3.6933333333333334</c:v>
                </c:pt>
                <c:pt idx="5750" formatCode="0.0000">
                  <c:v>3.6941666666666668</c:v>
                </c:pt>
                <c:pt idx="5751" formatCode="0.0000">
                  <c:v>3.6949999999999998</c:v>
                </c:pt>
                <c:pt idx="5752" formatCode="0.0000">
                  <c:v>3.6958333333333333</c:v>
                </c:pt>
                <c:pt idx="5753" formatCode="0.0000">
                  <c:v>3.6966666666666663</c:v>
                </c:pt>
                <c:pt idx="5754" formatCode="0.0000">
                  <c:v>3.6974999999999998</c:v>
                </c:pt>
                <c:pt idx="5755" formatCode="0.0000">
                  <c:v>3.6983333333333337</c:v>
                </c:pt>
                <c:pt idx="5756" formatCode="0.0000">
                  <c:v>3.6991666666666667</c:v>
                </c:pt>
                <c:pt idx="5757" formatCode="0.0000">
                  <c:v>3.7</c:v>
                </c:pt>
                <c:pt idx="5758" formatCode="0.0000">
                  <c:v>3.7008333333333332</c:v>
                </c:pt>
                <c:pt idx="5759" formatCode="0.0000">
                  <c:v>3.7016666666666667</c:v>
                </c:pt>
                <c:pt idx="5760" formatCode="0.0000">
                  <c:v>3.7025000000000001</c:v>
                </c:pt>
                <c:pt idx="5761" formatCode="0.0000">
                  <c:v>3.7033333333333331</c:v>
                </c:pt>
                <c:pt idx="5762" formatCode="0.0000">
                  <c:v>3.7041666666666666</c:v>
                </c:pt>
                <c:pt idx="5763" formatCode="0.0000">
                  <c:v>3.7049999999999996</c:v>
                </c:pt>
                <c:pt idx="5764" formatCode="0.0000">
                  <c:v>3.7058333333333331</c:v>
                </c:pt>
                <c:pt idx="5765" formatCode="0.0000">
                  <c:v>3.706666666666667</c:v>
                </c:pt>
                <c:pt idx="5766" formatCode="0.0000">
                  <c:v>3.7075</c:v>
                </c:pt>
                <c:pt idx="5767" formatCode="0.0000">
                  <c:v>3.7083333333333335</c:v>
                </c:pt>
                <c:pt idx="5768" formatCode="0.0000">
                  <c:v>3.7091666666666665</c:v>
                </c:pt>
                <c:pt idx="5769" formatCode="0.0000">
                  <c:v>3.71</c:v>
                </c:pt>
                <c:pt idx="5770" formatCode="0.0000">
                  <c:v>3.7108333333333334</c:v>
                </c:pt>
                <c:pt idx="5771" formatCode="0.0000">
                  <c:v>3.7116666666666669</c:v>
                </c:pt>
                <c:pt idx="5772" formatCode="0.0000">
                  <c:v>3.7125000000000004</c:v>
                </c:pt>
                <c:pt idx="5773" formatCode="0.0000">
                  <c:v>3.7133333333333329</c:v>
                </c:pt>
                <c:pt idx="5774" formatCode="0.0000">
                  <c:v>3.7141666666666664</c:v>
                </c:pt>
                <c:pt idx="5775" formatCode="0.0000">
                  <c:v>3.7149999999999999</c:v>
                </c:pt>
                <c:pt idx="5776" formatCode="0.0000">
                  <c:v>3.7158333333333333</c:v>
                </c:pt>
                <c:pt idx="5777" formatCode="0.0000">
                  <c:v>3.7166666666666668</c:v>
                </c:pt>
                <c:pt idx="5778" formatCode="0.0000">
                  <c:v>3.7174999999999994</c:v>
                </c:pt>
                <c:pt idx="5779" formatCode="0.0000">
                  <c:v>3.7183333333333337</c:v>
                </c:pt>
                <c:pt idx="5780" formatCode="0.0000">
                  <c:v>3.7191666666666672</c:v>
                </c:pt>
                <c:pt idx="5781" formatCode="0.0000">
                  <c:v>3.7199999999999998</c:v>
                </c:pt>
                <c:pt idx="5782" formatCode="0.0000">
                  <c:v>3.7208333333333332</c:v>
                </c:pt>
                <c:pt idx="5783" formatCode="0.0000">
                  <c:v>3.7216666666666667</c:v>
                </c:pt>
                <c:pt idx="5784" formatCode="0.0000">
                  <c:v>3.7225000000000001</c:v>
                </c:pt>
                <c:pt idx="5785" formatCode="0.0000">
                  <c:v>3.7233333333333336</c:v>
                </c:pt>
                <c:pt idx="5786" formatCode="0.0000">
                  <c:v>3.7241666666666662</c:v>
                </c:pt>
                <c:pt idx="5787" formatCode="0.0000">
                  <c:v>3.7249999999999996</c:v>
                </c:pt>
                <c:pt idx="5788" formatCode="0.0000">
                  <c:v>3.7258333333333331</c:v>
                </c:pt>
                <c:pt idx="5789" formatCode="0.0000">
                  <c:v>3.7266666666666666</c:v>
                </c:pt>
                <c:pt idx="5790" formatCode="0.0000">
                  <c:v>3.7275</c:v>
                </c:pt>
                <c:pt idx="5791" formatCode="0.0000">
                  <c:v>3.7283333333333335</c:v>
                </c:pt>
                <c:pt idx="5792" formatCode="0.0000">
                  <c:v>3.729166666666667</c:v>
                </c:pt>
                <c:pt idx="5793" formatCode="0.0000">
                  <c:v>3.7299999999999995</c:v>
                </c:pt>
                <c:pt idx="5794" formatCode="0.0000">
                  <c:v>3.730833333333333</c:v>
                </c:pt>
                <c:pt idx="5795" formatCode="0.0000">
                  <c:v>3.7316666666666665</c:v>
                </c:pt>
                <c:pt idx="5796" formatCode="0.0000">
                  <c:v>3.7324999999999999</c:v>
                </c:pt>
                <c:pt idx="5797" formatCode="0.0000">
                  <c:v>3.7333333333333334</c:v>
                </c:pt>
                <c:pt idx="5798" formatCode="0.0000">
                  <c:v>3.7341666666666669</c:v>
                </c:pt>
                <c:pt idx="5799" formatCode="0.0000">
                  <c:v>3.7350000000000003</c:v>
                </c:pt>
                <c:pt idx="5800" formatCode="0.0000">
                  <c:v>3.7358333333333338</c:v>
                </c:pt>
                <c:pt idx="5801" formatCode="0.0000">
                  <c:v>3.7366666666666664</c:v>
                </c:pt>
                <c:pt idx="5802" formatCode="0.0000">
                  <c:v>3.7374999999999998</c:v>
                </c:pt>
                <c:pt idx="5803" formatCode="0.0000">
                  <c:v>3.7383333333333333</c:v>
                </c:pt>
                <c:pt idx="5804" formatCode="0.0000">
                  <c:v>3.7391666666666667</c:v>
                </c:pt>
                <c:pt idx="5805" formatCode="0.0000">
                  <c:v>3.74</c:v>
                </c:pt>
                <c:pt idx="5806" formatCode="0.0000">
                  <c:v>3.7408333333333328</c:v>
                </c:pt>
                <c:pt idx="5807" formatCode="0.0000">
                  <c:v>3.7416666666666671</c:v>
                </c:pt>
                <c:pt idx="5808" formatCode="0.0000">
                  <c:v>3.7424999999999997</c:v>
                </c:pt>
                <c:pt idx="5809" formatCode="0.0000">
                  <c:v>3.7433333333333332</c:v>
                </c:pt>
                <c:pt idx="5810" formatCode="0.0000">
                  <c:v>3.7441666666666666</c:v>
                </c:pt>
                <c:pt idx="5811" formatCode="0.0000">
                  <c:v>3.7450000000000001</c:v>
                </c:pt>
                <c:pt idx="5812" formatCode="0.0000">
                  <c:v>3.7458333333333336</c:v>
                </c:pt>
                <c:pt idx="5813" formatCode="0.0000">
                  <c:v>3.7466666666666661</c:v>
                </c:pt>
                <c:pt idx="5814" formatCode="0.0000">
                  <c:v>3.7474999999999996</c:v>
                </c:pt>
                <c:pt idx="5815" formatCode="0.0000">
                  <c:v>3.7483333333333331</c:v>
                </c:pt>
                <c:pt idx="5816" formatCode="0.0000">
                  <c:v>3.7491666666666665</c:v>
                </c:pt>
                <c:pt idx="5817" formatCode="0.0000">
                  <c:v>3.75</c:v>
                </c:pt>
                <c:pt idx="5818" formatCode="0.0000">
                  <c:v>3.7508333333333335</c:v>
                </c:pt>
                <c:pt idx="5819" formatCode="0.0000">
                  <c:v>3.7516666666666669</c:v>
                </c:pt>
                <c:pt idx="5820" formatCode="0.0000">
                  <c:v>3.7525000000000004</c:v>
                </c:pt>
                <c:pt idx="5821" formatCode="0.0000">
                  <c:v>3.753333333333333</c:v>
                </c:pt>
                <c:pt idx="5822" formatCode="0.0000">
                  <c:v>3.7541666666666664</c:v>
                </c:pt>
                <c:pt idx="5823" formatCode="0.0000">
                  <c:v>3.7549999999999999</c:v>
                </c:pt>
                <c:pt idx="5824" formatCode="0.0000">
                  <c:v>3.7558333333333334</c:v>
                </c:pt>
                <c:pt idx="5825" formatCode="0.0000">
                  <c:v>3.7566666666666668</c:v>
                </c:pt>
                <c:pt idx="5826" formatCode="0.0000">
                  <c:v>3.7575000000000003</c:v>
                </c:pt>
                <c:pt idx="5827" formatCode="0.0000">
                  <c:v>3.7583333333333337</c:v>
                </c:pt>
                <c:pt idx="5828" formatCode="0.0000">
                  <c:v>3.7591666666666663</c:v>
                </c:pt>
                <c:pt idx="5829" formatCode="0.0000">
                  <c:v>3.76</c:v>
                </c:pt>
                <c:pt idx="5830" formatCode="0.0000">
                  <c:v>3.7608333333333333</c:v>
                </c:pt>
                <c:pt idx="5831" formatCode="0.0000">
                  <c:v>3.7616666666666667</c:v>
                </c:pt>
                <c:pt idx="5832" formatCode="0.0000">
                  <c:v>3.7625000000000002</c:v>
                </c:pt>
                <c:pt idx="5833" formatCode="0.0000">
                  <c:v>3.7633333333333328</c:v>
                </c:pt>
                <c:pt idx="5834" formatCode="0.0000">
                  <c:v>3.7641666666666662</c:v>
                </c:pt>
                <c:pt idx="5835" formatCode="0.0000">
                  <c:v>3.7650000000000006</c:v>
                </c:pt>
                <c:pt idx="5836" formatCode="0.0000">
                  <c:v>3.7658333333333331</c:v>
                </c:pt>
                <c:pt idx="5837" formatCode="0.0000">
                  <c:v>3.7666666666666666</c:v>
                </c:pt>
                <c:pt idx="5838" formatCode="0.0000">
                  <c:v>3.7675000000000001</c:v>
                </c:pt>
                <c:pt idx="5839" formatCode="0.0000">
                  <c:v>3.7683333333333335</c:v>
                </c:pt>
                <c:pt idx="5840" formatCode="0.0000">
                  <c:v>3.769166666666667</c:v>
                </c:pt>
                <c:pt idx="5841" formatCode="0.0000">
                  <c:v>3.7699999999999996</c:v>
                </c:pt>
                <c:pt idx="5842" formatCode="0.0000">
                  <c:v>3.770833333333333</c:v>
                </c:pt>
                <c:pt idx="5843" formatCode="0.0000">
                  <c:v>3.7716666666666665</c:v>
                </c:pt>
                <c:pt idx="5844" formatCode="0.0000">
                  <c:v>3.7725</c:v>
                </c:pt>
                <c:pt idx="5845" formatCode="0.0000">
                  <c:v>3.7733333333333334</c:v>
                </c:pt>
                <c:pt idx="5846" formatCode="0.0000">
                  <c:v>3.7741666666666669</c:v>
                </c:pt>
                <c:pt idx="5847" formatCode="0.0000">
                  <c:v>3.7750000000000004</c:v>
                </c:pt>
                <c:pt idx="5848" formatCode="0.0000">
                  <c:v>3.7758333333333329</c:v>
                </c:pt>
                <c:pt idx="5849" formatCode="0.0000">
                  <c:v>3.7766666666666664</c:v>
                </c:pt>
                <c:pt idx="5850" formatCode="0.0000">
                  <c:v>3.7774999999999999</c:v>
                </c:pt>
                <c:pt idx="5851" formatCode="0.0000">
                  <c:v>3.7783333333333333</c:v>
                </c:pt>
                <c:pt idx="5852" formatCode="0.0000">
                  <c:v>3.7791666666666668</c:v>
                </c:pt>
                <c:pt idx="5853" formatCode="0.0000">
                  <c:v>3.7799999999999994</c:v>
                </c:pt>
                <c:pt idx="5854" formatCode="0.0000">
                  <c:v>3.7808333333333337</c:v>
                </c:pt>
                <c:pt idx="5855" formatCode="0.0000">
                  <c:v>3.7816666666666672</c:v>
                </c:pt>
                <c:pt idx="5856" formatCode="0.0000">
                  <c:v>3.7824999999999998</c:v>
                </c:pt>
                <c:pt idx="5857" formatCode="0.0000">
                  <c:v>3.7833333333333332</c:v>
                </c:pt>
                <c:pt idx="5858" formatCode="0.0000">
                  <c:v>3.7841666666666667</c:v>
                </c:pt>
                <c:pt idx="5859" formatCode="0.0000">
                  <c:v>3.7850000000000001</c:v>
                </c:pt>
                <c:pt idx="5860" formatCode="0.0000">
                  <c:v>3.7858333333333336</c:v>
                </c:pt>
                <c:pt idx="5861" formatCode="0.0000">
                  <c:v>3.7866666666666662</c:v>
                </c:pt>
                <c:pt idx="5862" formatCode="0.0000">
                  <c:v>3.7874999999999996</c:v>
                </c:pt>
                <c:pt idx="5863" formatCode="0.0000">
                  <c:v>3.7883333333333331</c:v>
                </c:pt>
                <c:pt idx="5864" formatCode="0.0000">
                  <c:v>3.7891666666666666</c:v>
                </c:pt>
                <c:pt idx="5865" formatCode="0.0000">
                  <c:v>3.79</c:v>
                </c:pt>
                <c:pt idx="5866" formatCode="0.0000">
                  <c:v>3.7908333333333335</c:v>
                </c:pt>
                <c:pt idx="5867" formatCode="0.0000">
                  <c:v>3.791666666666667</c:v>
                </c:pt>
                <c:pt idx="5868" formatCode="0.0000">
                  <c:v>3.7924999999999995</c:v>
                </c:pt>
                <c:pt idx="5869" formatCode="0.0000">
                  <c:v>3.793333333333333</c:v>
                </c:pt>
                <c:pt idx="5870" formatCode="0.0000">
                  <c:v>3.7941666666666665</c:v>
                </c:pt>
                <c:pt idx="5871" formatCode="0.0000">
                  <c:v>3.7949999999999999</c:v>
                </c:pt>
                <c:pt idx="5872" formatCode="0.0000">
                  <c:v>3.7958333333333334</c:v>
                </c:pt>
                <c:pt idx="5873" formatCode="0.0000">
                  <c:v>3.7966666666666669</c:v>
                </c:pt>
                <c:pt idx="5874" formatCode="0.0000">
                  <c:v>3.7975000000000003</c:v>
                </c:pt>
                <c:pt idx="5875" formatCode="0.0000">
                  <c:v>3.7983333333333338</c:v>
                </c:pt>
                <c:pt idx="5876" formatCode="0.0000">
                  <c:v>3.7991666666666664</c:v>
                </c:pt>
                <c:pt idx="5877" formatCode="0.0000">
                  <c:v>3.8</c:v>
                </c:pt>
                <c:pt idx="5878" formatCode="0.0000">
                  <c:v>3.8008333333333333</c:v>
                </c:pt>
                <c:pt idx="5879" formatCode="0.0000">
                  <c:v>3.8016666666666667</c:v>
                </c:pt>
                <c:pt idx="5880" formatCode="0.0000">
                  <c:v>3.8025000000000002</c:v>
                </c:pt>
                <c:pt idx="5881" formatCode="0.0000">
                  <c:v>3.8033333333333328</c:v>
                </c:pt>
                <c:pt idx="5882" formatCode="0.0000">
                  <c:v>3.8041666666666671</c:v>
                </c:pt>
                <c:pt idx="5883" formatCode="0.0000">
                  <c:v>3.8049999999999997</c:v>
                </c:pt>
                <c:pt idx="5884" formatCode="0.0000">
                  <c:v>3.8058333333333332</c:v>
                </c:pt>
                <c:pt idx="5885" formatCode="0.0000">
                  <c:v>3.8066666666666666</c:v>
                </c:pt>
                <c:pt idx="5886" formatCode="0.0000">
                  <c:v>3.8075000000000001</c:v>
                </c:pt>
                <c:pt idx="5887" formatCode="0.0000">
                  <c:v>3.8083333333333336</c:v>
                </c:pt>
                <c:pt idx="5888" formatCode="0.0000">
                  <c:v>3.8091666666666661</c:v>
                </c:pt>
                <c:pt idx="5889" formatCode="0.0000">
                  <c:v>3.8099999999999996</c:v>
                </c:pt>
                <c:pt idx="5890" formatCode="0.0000">
                  <c:v>3.8108333333333331</c:v>
                </c:pt>
                <c:pt idx="5891" formatCode="0.0000">
                  <c:v>3.8116666666666665</c:v>
                </c:pt>
                <c:pt idx="5892" formatCode="0.0000">
                  <c:v>3.8125</c:v>
                </c:pt>
                <c:pt idx="5893" formatCode="0.0000">
                  <c:v>3.8133333333333335</c:v>
                </c:pt>
                <c:pt idx="5894" formatCode="0.0000">
                  <c:v>3.8141666666666669</c:v>
                </c:pt>
                <c:pt idx="5895" formatCode="0.0000">
                  <c:v>3.8150000000000004</c:v>
                </c:pt>
                <c:pt idx="5896" formatCode="0.0000">
                  <c:v>3.815833333333333</c:v>
                </c:pt>
                <c:pt idx="5897" formatCode="0.0000">
                  <c:v>3.8166666666666664</c:v>
                </c:pt>
                <c:pt idx="5898" formatCode="0.0000">
                  <c:v>3.8174999999999999</c:v>
                </c:pt>
                <c:pt idx="5899" formatCode="0.0000">
                  <c:v>3.8183333333333334</c:v>
                </c:pt>
                <c:pt idx="5900" formatCode="0.0000">
                  <c:v>3.8191666666666668</c:v>
                </c:pt>
                <c:pt idx="5901" formatCode="0.0000">
                  <c:v>3.8200000000000003</c:v>
                </c:pt>
                <c:pt idx="5902" formatCode="0.0000">
                  <c:v>3.8208333333333337</c:v>
                </c:pt>
                <c:pt idx="5903" formatCode="0.0000">
                  <c:v>3.8216666666666663</c:v>
                </c:pt>
                <c:pt idx="5904" formatCode="0.0000">
                  <c:v>3.8224999999999998</c:v>
                </c:pt>
                <c:pt idx="5905" formatCode="0.0000">
                  <c:v>3.8233333333333333</c:v>
                </c:pt>
                <c:pt idx="5906" formatCode="0.0000">
                  <c:v>3.8241666666666667</c:v>
                </c:pt>
                <c:pt idx="5907" formatCode="0.0000">
                  <c:v>3.8250000000000002</c:v>
                </c:pt>
                <c:pt idx="5908" formatCode="0.0000">
                  <c:v>3.8258333333333328</c:v>
                </c:pt>
                <c:pt idx="5909" formatCode="0.0000">
                  <c:v>3.8266666666666662</c:v>
                </c:pt>
                <c:pt idx="5910" formatCode="0.0000">
                  <c:v>3.8275000000000006</c:v>
                </c:pt>
                <c:pt idx="5911" formatCode="0.0000">
                  <c:v>3.8283333333333331</c:v>
                </c:pt>
                <c:pt idx="5912" formatCode="0.0000">
                  <c:v>3.8291666666666666</c:v>
                </c:pt>
                <c:pt idx="5913" formatCode="0.0000">
                  <c:v>3.83</c:v>
                </c:pt>
                <c:pt idx="5914" formatCode="0.0000">
                  <c:v>3.8308333333333335</c:v>
                </c:pt>
                <c:pt idx="5915" formatCode="0.0000">
                  <c:v>3.831666666666667</c:v>
                </c:pt>
                <c:pt idx="5916" formatCode="0.0000">
                  <c:v>3.8324999999999996</c:v>
                </c:pt>
                <c:pt idx="5917" formatCode="0.0000">
                  <c:v>3.833333333333333</c:v>
                </c:pt>
                <c:pt idx="5918" formatCode="0.0000">
                  <c:v>3.8341666666666665</c:v>
                </c:pt>
                <c:pt idx="5919" formatCode="0.0000">
                  <c:v>3.835</c:v>
                </c:pt>
                <c:pt idx="5920" formatCode="0.0000">
                  <c:v>3.8358333333333334</c:v>
                </c:pt>
                <c:pt idx="5921" formatCode="0.0000">
                  <c:v>3.8366666666666669</c:v>
                </c:pt>
                <c:pt idx="5922" formatCode="0.0000">
                  <c:v>3.8375000000000004</c:v>
                </c:pt>
                <c:pt idx="5923" formatCode="0.0000">
                  <c:v>3.8383333333333329</c:v>
                </c:pt>
                <c:pt idx="5924" formatCode="0.0000">
                  <c:v>3.8391666666666664</c:v>
                </c:pt>
                <c:pt idx="5925" formatCode="0.0000">
                  <c:v>3.84</c:v>
                </c:pt>
                <c:pt idx="5926" formatCode="0.0000">
                  <c:v>3.8408333333333333</c:v>
                </c:pt>
                <c:pt idx="5927" formatCode="0.0000">
                  <c:v>3.8416666666666668</c:v>
                </c:pt>
                <c:pt idx="5928" formatCode="0.0000">
                  <c:v>3.8424999999999994</c:v>
                </c:pt>
                <c:pt idx="5929" formatCode="0.0000">
                  <c:v>3.8433333333333337</c:v>
                </c:pt>
                <c:pt idx="5930" formatCode="0.0000">
                  <c:v>3.8441666666666672</c:v>
                </c:pt>
                <c:pt idx="5931" formatCode="0.0000">
                  <c:v>3.8449999999999998</c:v>
                </c:pt>
                <c:pt idx="5932" formatCode="0.0000">
                  <c:v>3.8458333333333332</c:v>
                </c:pt>
                <c:pt idx="5933" formatCode="0.0000">
                  <c:v>3.8466666666666667</c:v>
                </c:pt>
                <c:pt idx="5934" formatCode="0.0000">
                  <c:v>3.8475000000000001</c:v>
                </c:pt>
                <c:pt idx="5935" formatCode="0.0000">
                  <c:v>3.8483333333333336</c:v>
                </c:pt>
                <c:pt idx="5936" formatCode="0.0000">
                  <c:v>3.8491666666666662</c:v>
                </c:pt>
                <c:pt idx="5937" formatCode="0.0000">
                  <c:v>3.8499999999999996</c:v>
                </c:pt>
                <c:pt idx="5938" formatCode="0.0000">
                  <c:v>3.8508333333333331</c:v>
                </c:pt>
                <c:pt idx="5939" formatCode="0.0000">
                  <c:v>3.8516666666666666</c:v>
                </c:pt>
                <c:pt idx="5940" formatCode="0.0000">
                  <c:v>3.8525</c:v>
                </c:pt>
                <c:pt idx="5941" formatCode="0.0000">
                  <c:v>3.8533333333333335</c:v>
                </c:pt>
                <c:pt idx="5942" formatCode="0.0000">
                  <c:v>3.854166666666667</c:v>
                </c:pt>
                <c:pt idx="5943" formatCode="0.0000">
                  <c:v>3.8549999999999995</c:v>
                </c:pt>
                <c:pt idx="5944" formatCode="0.0000">
                  <c:v>3.855833333333333</c:v>
                </c:pt>
                <c:pt idx="5945" formatCode="0.0000">
                  <c:v>3.8566666666666665</c:v>
                </c:pt>
                <c:pt idx="5946" formatCode="0.0000">
                  <c:v>3.8574999999999999</c:v>
                </c:pt>
                <c:pt idx="5947" formatCode="0.0000">
                  <c:v>3.8583333333333334</c:v>
                </c:pt>
                <c:pt idx="5948" formatCode="0.0000">
                  <c:v>3.8591666666666669</c:v>
                </c:pt>
                <c:pt idx="5949" formatCode="0.0000">
                  <c:v>3.8600000000000003</c:v>
                </c:pt>
                <c:pt idx="5950" formatCode="0.0000">
                  <c:v>3.8608333333333338</c:v>
                </c:pt>
                <c:pt idx="5951" formatCode="0.0000">
                  <c:v>3.8616666666666664</c:v>
                </c:pt>
                <c:pt idx="5952" formatCode="0.0000">
                  <c:v>3.8624999999999998</c:v>
                </c:pt>
                <c:pt idx="5953" formatCode="0.0000">
                  <c:v>3.8633333333333333</c:v>
                </c:pt>
                <c:pt idx="5954" formatCode="0.0000">
                  <c:v>3.8641666666666667</c:v>
                </c:pt>
                <c:pt idx="5955" formatCode="0.0000">
                  <c:v>3.8650000000000002</c:v>
                </c:pt>
                <c:pt idx="5956" formatCode="0.0000">
                  <c:v>3.8658333333333328</c:v>
                </c:pt>
                <c:pt idx="5957" formatCode="0.0000">
                  <c:v>3.8666666666666671</c:v>
                </c:pt>
                <c:pt idx="5958" formatCode="0.0000">
                  <c:v>3.8674999999999997</c:v>
                </c:pt>
                <c:pt idx="5959" formatCode="0.0000">
                  <c:v>3.8683333333333332</c:v>
                </c:pt>
                <c:pt idx="5960" formatCode="0.0000">
                  <c:v>3.8691666666666666</c:v>
                </c:pt>
                <c:pt idx="5961" formatCode="0.0000">
                  <c:v>3.87</c:v>
                </c:pt>
                <c:pt idx="5962" formatCode="0.0000">
                  <c:v>3.8708333333333336</c:v>
                </c:pt>
                <c:pt idx="5963" formatCode="0.0000">
                  <c:v>3.8716666666666661</c:v>
                </c:pt>
                <c:pt idx="5964" formatCode="0.0000">
                  <c:v>3.8724999999999996</c:v>
                </c:pt>
                <c:pt idx="5965" formatCode="0.0000">
                  <c:v>3.8733333333333331</c:v>
                </c:pt>
                <c:pt idx="5966" formatCode="0.0000">
                  <c:v>3.8741666666666665</c:v>
                </c:pt>
                <c:pt idx="5967" formatCode="0.0000">
                  <c:v>3.875</c:v>
                </c:pt>
                <c:pt idx="5968" formatCode="0.0000">
                  <c:v>3.8758333333333335</c:v>
                </c:pt>
                <c:pt idx="5969" formatCode="0.0000">
                  <c:v>3.8766666666666669</c:v>
                </c:pt>
                <c:pt idx="5970" formatCode="0.0000">
                  <c:v>3.8775000000000004</c:v>
                </c:pt>
                <c:pt idx="5971" formatCode="0.0000">
                  <c:v>3.878333333333333</c:v>
                </c:pt>
                <c:pt idx="5972" formatCode="0.0000">
                  <c:v>3.8791666666666664</c:v>
                </c:pt>
                <c:pt idx="5973" formatCode="0.0000">
                  <c:v>3.88</c:v>
                </c:pt>
                <c:pt idx="5974" formatCode="0.0000">
                  <c:v>3.8808333333333334</c:v>
                </c:pt>
                <c:pt idx="5975" formatCode="0.0000">
                  <c:v>3.8816666666666668</c:v>
                </c:pt>
                <c:pt idx="5976" formatCode="0.0000">
                  <c:v>3.8825000000000003</c:v>
                </c:pt>
                <c:pt idx="5977" formatCode="0.0000">
                  <c:v>3.8833333333333337</c:v>
                </c:pt>
                <c:pt idx="5978" formatCode="0.0000">
                  <c:v>3.8841666666666663</c:v>
                </c:pt>
                <c:pt idx="5979" formatCode="0.0000">
                  <c:v>3.8849999999999998</c:v>
                </c:pt>
                <c:pt idx="5980" formatCode="0.0000">
                  <c:v>3.8858333333333333</c:v>
                </c:pt>
                <c:pt idx="5981" formatCode="0.0000">
                  <c:v>3.8866666666666667</c:v>
                </c:pt>
                <c:pt idx="5982" formatCode="0.0000">
                  <c:v>3.8875000000000002</c:v>
                </c:pt>
                <c:pt idx="5983" formatCode="0.0000">
                  <c:v>3.8883333333333328</c:v>
                </c:pt>
                <c:pt idx="5984" formatCode="0.0000">
                  <c:v>3.8891666666666662</c:v>
                </c:pt>
                <c:pt idx="5985" formatCode="0.0000">
                  <c:v>3.8900000000000006</c:v>
                </c:pt>
                <c:pt idx="5986" formatCode="0.0000">
                  <c:v>3.8908333333333331</c:v>
                </c:pt>
                <c:pt idx="5987" formatCode="0.0000">
                  <c:v>3.8916666666666666</c:v>
                </c:pt>
                <c:pt idx="5988" formatCode="0.0000">
                  <c:v>3.8925000000000001</c:v>
                </c:pt>
                <c:pt idx="5989" formatCode="0.0000">
                  <c:v>3.8933333333333335</c:v>
                </c:pt>
                <c:pt idx="5990" formatCode="0.0000">
                  <c:v>3.894166666666667</c:v>
                </c:pt>
                <c:pt idx="5991" formatCode="0.0000">
                  <c:v>3.8949999999999996</c:v>
                </c:pt>
                <c:pt idx="5992" formatCode="0.0000">
                  <c:v>3.895833333333333</c:v>
                </c:pt>
                <c:pt idx="5993" formatCode="0.0000">
                  <c:v>3.8966666666666665</c:v>
                </c:pt>
                <c:pt idx="5994" formatCode="0.0000">
                  <c:v>3.8975</c:v>
                </c:pt>
                <c:pt idx="5995" formatCode="0.0000">
                  <c:v>3.8983333333333334</c:v>
                </c:pt>
                <c:pt idx="5996" formatCode="0.0000">
                  <c:v>3.8991666666666669</c:v>
                </c:pt>
                <c:pt idx="5997" formatCode="0.0000">
                  <c:v>3.9000000000000004</c:v>
                </c:pt>
                <c:pt idx="5998" formatCode="0.0000">
                  <c:v>3.9008333333333329</c:v>
                </c:pt>
                <c:pt idx="5999" formatCode="0.0000">
                  <c:v>3.9016666666666664</c:v>
                </c:pt>
                <c:pt idx="6000" formatCode="0.0000">
                  <c:v>3.9024999999999999</c:v>
                </c:pt>
                <c:pt idx="6001" formatCode="0.0000">
                  <c:v>3.9033333333333333</c:v>
                </c:pt>
                <c:pt idx="6002" formatCode="0.0000">
                  <c:v>3.9041666666666668</c:v>
                </c:pt>
                <c:pt idx="6003" formatCode="0.0000">
                  <c:v>3.9049999999999994</c:v>
                </c:pt>
                <c:pt idx="6004" formatCode="0.0000">
                  <c:v>3.9058333333333337</c:v>
                </c:pt>
                <c:pt idx="6005" formatCode="0.0000">
                  <c:v>3.9066666666666672</c:v>
                </c:pt>
                <c:pt idx="6006" formatCode="0.0000">
                  <c:v>3.9074999999999998</c:v>
                </c:pt>
                <c:pt idx="6007" formatCode="0.0000">
                  <c:v>3.9083333333333332</c:v>
                </c:pt>
                <c:pt idx="6008" formatCode="0.0000">
                  <c:v>3.9091666666666667</c:v>
                </c:pt>
                <c:pt idx="6009" formatCode="0.0000">
                  <c:v>3.91</c:v>
                </c:pt>
                <c:pt idx="6010" formatCode="0.0000">
                  <c:v>3.9108333333333336</c:v>
                </c:pt>
                <c:pt idx="6011" formatCode="0.0000">
                  <c:v>3.9116666666666662</c:v>
                </c:pt>
                <c:pt idx="6012" formatCode="0.0000">
                  <c:v>3.9124999999999996</c:v>
                </c:pt>
                <c:pt idx="6013" formatCode="0.0000">
                  <c:v>3.9133333333333331</c:v>
                </c:pt>
                <c:pt idx="6014" formatCode="0.0000">
                  <c:v>3.9141666666666666</c:v>
                </c:pt>
                <c:pt idx="6015" formatCode="0.0000">
                  <c:v>3.915</c:v>
                </c:pt>
                <c:pt idx="6016" formatCode="0.0000">
                  <c:v>3.9158333333333335</c:v>
                </c:pt>
                <c:pt idx="6017" formatCode="0.0000">
                  <c:v>3.916666666666667</c:v>
                </c:pt>
                <c:pt idx="6018" formatCode="0.0000">
                  <c:v>3.9174999999999995</c:v>
                </c:pt>
                <c:pt idx="6019" formatCode="0.0000">
                  <c:v>3.918333333333333</c:v>
                </c:pt>
                <c:pt idx="6020" formatCode="0.0000">
                  <c:v>3.9191666666666665</c:v>
                </c:pt>
                <c:pt idx="6021" formatCode="0.0000">
                  <c:v>3.92</c:v>
                </c:pt>
                <c:pt idx="6022" formatCode="0.0000">
                  <c:v>3.9208333333333334</c:v>
                </c:pt>
                <c:pt idx="6023" formatCode="0.0000">
                  <c:v>3.9216666666666669</c:v>
                </c:pt>
                <c:pt idx="6024" formatCode="0.0000">
                  <c:v>3.9225000000000003</c:v>
                </c:pt>
                <c:pt idx="6025" formatCode="0.0000">
                  <c:v>3.9233333333333338</c:v>
                </c:pt>
                <c:pt idx="6026" formatCode="0.0000">
                  <c:v>3.9241666666666664</c:v>
                </c:pt>
                <c:pt idx="6027" formatCode="0.0000">
                  <c:v>3.9249999999999998</c:v>
                </c:pt>
                <c:pt idx="6028" formatCode="0.0000">
                  <c:v>3.9258333333333333</c:v>
                </c:pt>
                <c:pt idx="6029" formatCode="0.0000">
                  <c:v>3.9266666666666667</c:v>
                </c:pt>
                <c:pt idx="6030" formatCode="0.0000">
                  <c:v>3.9275000000000002</c:v>
                </c:pt>
                <c:pt idx="6031" formatCode="0.0000">
                  <c:v>3.9283333333333328</c:v>
                </c:pt>
                <c:pt idx="6032" formatCode="0.0000">
                  <c:v>3.9291666666666671</c:v>
                </c:pt>
                <c:pt idx="6033" formatCode="0.0000">
                  <c:v>3.9299999999999997</c:v>
                </c:pt>
                <c:pt idx="6034" formatCode="0.0000">
                  <c:v>3.9308333333333332</c:v>
                </c:pt>
                <c:pt idx="6035" formatCode="0.0000">
                  <c:v>3.9316666666666666</c:v>
                </c:pt>
                <c:pt idx="6036" formatCode="0.0000">
                  <c:v>3.9325000000000001</c:v>
                </c:pt>
                <c:pt idx="6037" formatCode="0.0000">
                  <c:v>3.9333333333333336</c:v>
                </c:pt>
                <c:pt idx="6038" formatCode="0.0000">
                  <c:v>3.9341666666666661</c:v>
                </c:pt>
                <c:pt idx="6039" formatCode="0.0000">
                  <c:v>3.9349999999999996</c:v>
                </c:pt>
                <c:pt idx="6040" formatCode="0.0000">
                  <c:v>3.9358333333333331</c:v>
                </c:pt>
                <c:pt idx="6041" formatCode="0.0000">
                  <c:v>3.9366666666666665</c:v>
                </c:pt>
                <c:pt idx="6042" formatCode="0.0000">
                  <c:v>3.9375</c:v>
                </c:pt>
                <c:pt idx="6043" formatCode="0.0000">
                  <c:v>3.9383333333333335</c:v>
                </c:pt>
                <c:pt idx="6044" formatCode="0.0000">
                  <c:v>3.9391666666666669</c:v>
                </c:pt>
                <c:pt idx="6045" formatCode="0.0000">
                  <c:v>3.9400000000000004</c:v>
                </c:pt>
                <c:pt idx="6046" formatCode="0.0000">
                  <c:v>3.940833333333333</c:v>
                </c:pt>
                <c:pt idx="6047" formatCode="0.0000">
                  <c:v>3.9416666666666664</c:v>
                </c:pt>
                <c:pt idx="6048" formatCode="0.0000">
                  <c:v>3.9424999999999999</c:v>
                </c:pt>
                <c:pt idx="6049" formatCode="0.0000">
                  <c:v>3.9433333333333334</c:v>
                </c:pt>
                <c:pt idx="6050" formatCode="0.0000">
                  <c:v>3.9441666666666668</c:v>
                </c:pt>
                <c:pt idx="6051" formatCode="0.0000">
                  <c:v>3.9450000000000003</c:v>
                </c:pt>
                <c:pt idx="6052" formatCode="0.0000">
                  <c:v>3.9458333333333337</c:v>
                </c:pt>
                <c:pt idx="6053" formatCode="0.0000">
                  <c:v>3.9466666666666663</c:v>
                </c:pt>
                <c:pt idx="6054" formatCode="0.0000">
                  <c:v>3.9474999999999998</c:v>
                </c:pt>
                <c:pt idx="6055" formatCode="0.0000">
                  <c:v>3.9483333333333333</c:v>
                </c:pt>
                <c:pt idx="6056" formatCode="0.0000">
                  <c:v>3.9491666666666667</c:v>
                </c:pt>
                <c:pt idx="6057" formatCode="0.0000">
                  <c:v>3.95</c:v>
                </c:pt>
                <c:pt idx="6058" formatCode="0.0000">
                  <c:v>3.9508333333333328</c:v>
                </c:pt>
                <c:pt idx="6059" formatCode="0.0000">
                  <c:v>3.9516666666666662</c:v>
                </c:pt>
                <c:pt idx="6060" formatCode="0.0000">
                  <c:v>3.9525000000000006</c:v>
                </c:pt>
                <c:pt idx="6061" formatCode="0.0000">
                  <c:v>3.9533333333333331</c:v>
                </c:pt>
                <c:pt idx="6062" formatCode="0.0000">
                  <c:v>3.9541666666666666</c:v>
                </c:pt>
                <c:pt idx="6063" formatCode="0.0000">
                  <c:v>3.9550000000000001</c:v>
                </c:pt>
                <c:pt idx="6064" formatCode="0.0000">
                  <c:v>3.9558333333333335</c:v>
                </c:pt>
                <c:pt idx="6065" formatCode="0.0000">
                  <c:v>3.956666666666667</c:v>
                </c:pt>
                <c:pt idx="6066" formatCode="0.0000">
                  <c:v>3.9574999999999996</c:v>
                </c:pt>
                <c:pt idx="6067" formatCode="0.0000">
                  <c:v>3.958333333333333</c:v>
                </c:pt>
                <c:pt idx="6068" formatCode="0.0000">
                  <c:v>3.9591666666666665</c:v>
                </c:pt>
                <c:pt idx="6069" formatCode="0.0000">
                  <c:v>3.96</c:v>
                </c:pt>
                <c:pt idx="6070" formatCode="0.0000">
                  <c:v>3.9608333333333334</c:v>
                </c:pt>
                <c:pt idx="6071" formatCode="0.0000">
                  <c:v>3.9616666666666669</c:v>
                </c:pt>
                <c:pt idx="6072" formatCode="0.0000">
                  <c:v>3.9625000000000004</c:v>
                </c:pt>
                <c:pt idx="6073" formatCode="0.0000">
                  <c:v>3.9633333333333329</c:v>
                </c:pt>
                <c:pt idx="6074" formatCode="0.0000">
                  <c:v>3.9641666666666664</c:v>
                </c:pt>
                <c:pt idx="6075" formatCode="0.0000">
                  <c:v>3.9649999999999999</c:v>
                </c:pt>
                <c:pt idx="6076" formatCode="0.0000">
                  <c:v>3.9658333333333333</c:v>
                </c:pt>
                <c:pt idx="6077" formatCode="0.0000">
                  <c:v>3.9666666666666668</c:v>
                </c:pt>
                <c:pt idx="6078" formatCode="0.0000">
                  <c:v>3.9674999999999994</c:v>
                </c:pt>
                <c:pt idx="6079" formatCode="0.0000">
                  <c:v>3.9683333333333337</c:v>
                </c:pt>
                <c:pt idx="6080" formatCode="0.0000">
                  <c:v>3.9691666666666672</c:v>
                </c:pt>
                <c:pt idx="6081" formatCode="0.0000">
                  <c:v>3.9699999999999998</c:v>
                </c:pt>
                <c:pt idx="6082" formatCode="0.0000">
                  <c:v>3.9708333333333332</c:v>
                </c:pt>
                <c:pt idx="6083" formatCode="0.0000">
                  <c:v>3.9716666666666667</c:v>
                </c:pt>
                <c:pt idx="6084" formatCode="0.0000">
                  <c:v>3.9725000000000001</c:v>
                </c:pt>
                <c:pt idx="6085" formatCode="0.0000">
                  <c:v>3.9733333333333336</c:v>
                </c:pt>
                <c:pt idx="6086" formatCode="0.0000">
                  <c:v>3.9741666666666662</c:v>
                </c:pt>
                <c:pt idx="6087" formatCode="0.0000">
                  <c:v>3.9749999999999996</c:v>
                </c:pt>
                <c:pt idx="6088" formatCode="0.0000">
                  <c:v>3.9758333333333331</c:v>
                </c:pt>
                <c:pt idx="6089" formatCode="0.0000">
                  <c:v>3.9766666666666666</c:v>
                </c:pt>
                <c:pt idx="6090" formatCode="0.0000">
                  <c:v>3.9775</c:v>
                </c:pt>
                <c:pt idx="6091" formatCode="0.0000">
                  <c:v>3.9783333333333335</c:v>
                </c:pt>
                <c:pt idx="6092" formatCode="0.0000">
                  <c:v>3.9791666666666661</c:v>
                </c:pt>
                <c:pt idx="6093" formatCode="0.0000">
                  <c:v>3.9799999999999995</c:v>
                </c:pt>
                <c:pt idx="6094" formatCode="0.0000">
                  <c:v>3.980833333333333</c:v>
                </c:pt>
                <c:pt idx="6095" formatCode="0.0000">
                  <c:v>3.9816666666666665</c:v>
                </c:pt>
                <c:pt idx="6096" formatCode="0.0000">
                  <c:v>3.9824999999999999</c:v>
                </c:pt>
                <c:pt idx="6097" formatCode="0.0000">
                  <c:v>3.9833333333333325</c:v>
                </c:pt>
                <c:pt idx="6098" formatCode="0.0000">
                  <c:v>3.9841666666666669</c:v>
                </c:pt>
                <c:pt idx="6099" formatCode="0.0000">
                  <c:v>3.9850000000000003</c:v>
                </c:pt>
                <c:pt idx="6100" formatCode="0.0000">
                  <c:v>3.9858333333333338</c:v>
                </c:pt>
                <c:pt idx="6101" formatCode="0.0000">
                  <c:v>3.9866666666666672</c:v>
                </c:pt>
                <c:pt idx="6102" formatCode="0.0000">
                  <c:v>3.9874999999999998</c:v>
                </c:pt>
                <c:pt idx="6103" formatCode="0.0000">
                  <c:v>3.9883333333333333</c:v>
                </c:pt>
                <c:pt idx="6104" formatCode="0.0000">
                  <c:v>3.9891666666666667</c:v>
                </c:pt>
                <c:pt idx="6105" formatCode="0.0000">
                  <c:v>3.99</c:v>
                </c:pt>
                <c:pt idx="6106" formatCode="0.0000">
                  <c:v>3.9908333333333337</c:v>
                </c:pt>
                <c:pt idx="6107" formatCode="0.0000">
                  <c:v>3.9916666666666663</c:v>
                </c:pt>
                <c:pt idx="6108" formatCode="0.0000">
                  <c:v>3.9924999999999997</c:v>
                </c:pt>
                <c:pt idx="6109" formatCode="0.0000">
                  <c:v>3.9933333333333332</c:v>
                </c:pt>
                <c:pt idx="6110" formatCode="0.0000">
                  <c:v>3.9941666666666666</c:v>
                </c:pt>
                <c:pt idx="6111" formatCode="0.0000">
                  <c:v>3.9950000000000001</c:v>
                </c:pt>
                <c:pt idx="6112" formatCode="0.0000">
                  <c:v>3.9958333333333327</c:v>
                </c:pt>
                <c:pt idx="6113" formatCode="0.0000">
                  <c:v>3.9966666666666661</c:v>
                </c:pt>
                <c:pt idx="6114" formatCode="0.0000">
                  <c:v>3.9974999999999996</c:v>
                </c:pt>
                <c:pt idx="6115" formatCode="0.0000">
                  <c:v>3.9983333333333331</c:v>
                </c:pt>
                <c:pt idx="6116" formatCode="0.0000">
                  <c:v>3.9991666666666674</c:v>
                </c:pt>
                <c:pt idx="6117" formatCode="0.0000">
                  <c:v>4</c:v>
                </c:pt>
                <c:pt idx="6118" formatCode="0.0000">
                  <c:v>4.0008333333333335</c:v>
                </c:pt>
                <c:pt idx="6119" formatCode="0.0000">
                  <c:v>4.0016666666666669</c:v>
                </c:pt>
                <c:pt idx="6120" formatCode="0.0000">
                  <c:v>4.0025000000000004</c:v>
                </c:pt>
                <c:pt idx="6121" formatCode="0.0000">
                  <c:v>4.0033333333333339</c:v>
                </c:pt>
                <c:pt idx="6122" formatCode="0.0000">
                  <c:v>4.0041666666666664</c:v>
                </c:pt>
                <c:pt idx="6123" formatCode="0.0000">
                  <c:v>4.0049999999999999</c:v>
                </c:pt>
                <c:pt idx="6124" formatCode="0.0000">
                  <c:v>4.0058333333333334</c:v>
                </c:pt>
                <c:pt idx="6125" formatCode="0.0000">
                  <c:v>4.0066666666666668</c:v>
                </c:pt>
                <c:pt idx="6126" formatCode="0.0000">
                  <c:v>4.0075000000000003</c:v>
                </c:pt>
                <c:pt idx="6127" formatCode="0.0000">
                  <c:v>4.0083333333333329</c:v>
                </c:pt>
                <c:pt idx="6128" formatCode="0.0000">
                  <c:v>4.0091666666666663</c:v>
                </c:pt>
                <c:pt idx="6129" formatCode="0.0000">
                  <c:v>4.01</c:v>
                </c:pt>
                <c:pt idx="6130" formatCode="0.0000">
                  <c:v>4.0108333333333333</c:v>
                </c:pt>
                <c:pt idx="6131" formatCode="0.0000">
                  <c:v>4.0116666666666667</c:v>
                </c:pt>
                <c:pt idx="6132" formatCode="0.0000">
                  <c:v>4.0124999999999993</c:v>
                </c:pt>
                <c:pt idx="6133" formatCode="0.0000">
                  <c:v>4.0133333333333328</c:v>
                </c:pt>
                <c:pt idx="6134" formatCode="0.0000">
                  <c:v>4.0141666666666662</c:v>
                </c:pt>
                <c:pt idx="6135" formatCode="0.0000">
                  <c:v>4.0150000000000006</c:v>
                </c:pt>
                <c:pt idx="6136" formatCode="0.0000">
                  <c:v>4.015833333333334</c:v>
                </c:pt>
                <c:pt idx="6137" formatCode="0.0000">
                  <c:v>4.0166666666666666</c:v>
                </c:pt>
                <c:pt idx="6138" formatCode="0.0000">
                  <c:v>4.0175000000000001</c:v>
                </c:pt>
                <c:pt idx="6139" formatCode="0.0000">
                  <c:v>4.0183333333333335</c:v>
                </c:pt>
                <c:pt idx="6140" formatCode="0.0000">
                  <c:v>4.019166666666667</c:v>
                </c:pt>
                <c:pt idx="6141" formatCode="0.0000">
                  <c:v>4.0200000000000005</c:v>
                </c:pt>
                <c:pt idx="6142" formatCode="0.0000">
                  <c:v>4.020833333333333</c:v>
                </c:pt>
                <c:pt idx="6143" formatCode="0.0000">
                  <c:v>4.0216666666666665</c:v>
                </c:pt>
                <c:pt idx="6144" formatCode="0.0000">
                  <c:v>4.0225</c:v>
                </c:pt>
                <c:pt idx="6145" formatCode="0.0000">
                  <c:v>4.0233333333333334</c:v>
                </c:pt>
                <c:pt idx="6146" formatCode="0.0000">
                  <c:v>4.0241666666666669</c:v>
                </c:pt>
                <c:pt idx="6147" formatCode="0.0000">
                  <c:v>4.0249999999999995</c:v>
                </c:pt>
                <c:pt idx="6148" formatCode="0.0000">
                  <c:v>4.0258333333333329</c:v>
                </c:pt>
                <c:pt idx="6149" formatCode="0.0000">
                  <c:v>4.0266666666666664</c:v>
                </c:pt>
                <c:pt idx="6150" formatCode="0.0000">
                  <c:v>4.0274999999999999</c:v>
                </c:pt>
                <c:pt idx="6151" formatCode="0.0000">
                  <c:v>4.0283333333333333</c:v>
                </c:pt>
                <c:pt idx="6152" formatCode="0.0000">
                  <c:v>4.0291666666666659</c:v>
                </c:pt>
                <c:pt idx="6153" formatCode="0.0000">
                  <c:v>4.0299999999999994</c:v>
                </c:pt>
                <c:pt idx="6154" formatCode="0.0000">
                  <c:v>4.0308333333333337</c:v>
                </c:pt>
                <c:pt idx="6155" formatCode="0.0000">
                  <c:v>4.0316666666666672</c:v>
                </c:pt>
                <c:pt idx="6156" formatCode="0.0000">
                  <c:v>4.0325000000000006</c:v>
                </c:pt>
                <c:pt idx="6157" formatCode="0.0000">
                  <c:v>4.0333333333333332</c:v>
                </c:pt>
                <c:pt idx="6158" formatCode="0.0000">
                  <c:v>4.0341666666666667</c:v>
                </c:pt>
                <c:pt idx="6159" formatCode="0.0000">
                  <c:v>4.0350000000000001</c:v>
                </c:pt>
                <c:pt idx="6160" formatCode="0.0000">
                  <c:v>4.0358333333333336</c:v>
                </c:pt>
                <c:pt idx="6161" formatCode="0.0000">
                  <c:v>4.0366666666666671</c:v>
                </c:pt>
                <c:pt idx="6162" formatCode="0.0000">
                  <c:v>4.0374999999999996</c:v>
                </c:pt>
                <c:pt idx="6163" formatCode="0.0000">
                  <c:v>4.0383333333333331</c:v>
                </c:pt>
                <c:pt idx="6164" formatCode="0.0000">
                  <c:v>4.0391666666666666</c:v>
                </c:pt>
                <c:pt idx="6165" formatCode="0.0000">
                  <c:v>4.04</c:v>
                </c:pt>
                <c:pt idx="6166" formatCode="0.0000">
                  <c:v>4.0408333333333335</c:v>
                </c:pt>
                <c:pt idx="6167" formatCode="0.0000">
                  <c:v>4.0416666666666661</c:v>
                </c:pt>
                <c:pt idx="6168" formatCode="0.0000">
                  <c:v>4.0424999999999995</c:v>
                </c:pt>
                <c:pt idx="6169" formatCode="0.0000">
                  <c:v>4.043333333333333</c:v>
                </c:pt>
                <c:pt idx="6170" formatCode="0.0000">
                  <c:v>4.0441666666666665</c:v>
                </c:pt>
                <c:pt idx="6171" formatCode="0.0000">
                  <c:v>4.0449999999999999</c:v>
                </c:pt>
                <c:pt idx="6172" formatCode="0.0000">
                  <c:v>4.0458333333333325</c:v>
                </c:pt>
                <c:pt idx="6173" formatCode="0.0000">
                  <c:v>4.0466666666666669</c:v>
                </c:pt>
                <c:pt idx="6174" formatCode="0.0000">
                  <c:v>4.0475000000000003</c:v>
                </c:pt>
                <c:pt idx="6175" formatCode="0.0000">
                  <c:v>4.0483333333333338</c:v>
                </c:pt>
                <c:pt idx="6176" formatCode="0.0000">
                  <c:v>4.0491666666666672</c:v>
                </c:pt>
                <c:pt idx="6177" formatCode="0.0000">
                  <c:v>4.05</c:v>
                </c:pt>
                <c:pt idx="6178" formatCode="0.0000">
                  <c:v>4.0508333333333333</c:v>
                </c:pt>
                <c:pt idx="6179" formatCode="0.0000">
                  <c:v>4.0516666666666667</c:v>
                </c:pt>
                <c:pt idx="6180" formatCode="0.0000">
                  <c:v>4.0525000000000002</c:v>
                </c:pt>
                <c:pt idx="6181" formatCode="0.0000">
                  <c:v>4.0533333333333337</c:v>
                </c:pt>
                <c:pt idx="6182" formatCode="0.0000">
                  <c:v>4.0541666666666663</c:v>
                </c:pt>
                <c:pt idx="6183" formatCode="0.0000">
                  <c:v>4.0549999999999997</c:v>
                </c:pt>
                <c:pt idx="6184" formatCode="0.0000">
                  <c:v>4.0558333333333332</c:v>
                </c:pt>
                <c:pt idx="6185" formatCode="0.0000">
                  <c:v>4.0566666666666666</c:v>
                </c:pt>
                <c:pt idx="6186" formatCode="0.0000">
                  <c:v>4.0575000000000001</c:v>
                </c:pt>
                <c:pt idx="6187" formatCode="0.0000">
                  <c:v>4.0583333333333327</c:v>
                </c:pt>
                <c:pt idx="6188" formatCode="0.0000">
                  <c:v>4.0591666666666661</c:v>
                </c:pt>
                <c:pt idx="6189" formatCode="0.0000">
                  <c:v>4.0599999999999996</c:v>
                </c:pt>
                <c:pt idx="6190" formatCode="0.0000">
                  <c:v>4.0608333333333331</c:v>
                </c:pt>
                <c:pt idx="6191" formatCode="0.0000">
                  <c:v>4.0616666666666674</c:v>
                </c:pt>
                <c:pt idx="6192" formatCode="0.0000">
                  <c:v>4.0625</c:v>
                </c:pt>
                <c:pt idx="6193" formatCode="0.0000">
                  <c:v>4.0633333333333335</c:v>
                </c:pt>
                <c:pt idx="6194" formatCode="0.0000">
                  <c:v>4.0641666666666669</c:v>
                </c:pt>
                <c:pt idx="6195" formatCode="0.0000">
                  <c:v>4.0650000000000004</c:v>
                </c:pt>
                <c:pt idx="6196" formatCode="0.0000">
                  <c:v>4.0658333333333339</c:v>
                </c:pt>
                <c:pt idx="6197" formatCode="0.0000">
                  <c:v>4.0666666666666664</c:v>
                </c:pt>
                <c:pt idx="6198" formatCode="0.0000">
                  <c:v>4.0674999999999999</c:v>
                </c:pt>
                <c:pt idx="6199" formatCode="0.0000">
                  <c:v>4.0683333333333334</c:v>
                </c:pt>
                <c:pt idx="6200" formatCode="0.0000">
                  <c:v>4.0691666666666668</c:v>
                </c:pt>
                <c:pt idx="6201" formatCode="0.0000">
                  <c:v>4.07</c:v>
                </c:pt>
                <c:pt idx="6202" formatCode="0.0000">
                  <c:v>4.0708333333333329</c:v>
                </c:pt>
                <c:pt idx="6203" formatCode="0.0000">
                  <c:v>4.0716666666666663</c:v>
                </c:pt>
                <c:pt idx="6204" formatCode="0.0000">
                  <c:v>4.0724999999999998</c:v>
                </c:pt>
                <c:pt idx="6205" formatCode="0.0000">
                  <c:v>4.0733333333333333</c:v>
                </c:pt>
                <c:pt idx="6206" formatCode="0.0000">
                  <c:v>4.0741666666666667</c:v>
                </c:pt>
                <c:pt idx="6207" formatCode="0.0000">
                  <c:v>4.0749999999999993</c:v>
                </c:pt>
                <c:pt idx="6208" formatCode="0.0000">
                  <c:v>4.0758333333333328</c:v>
                </c:pt>
                <c:pt idx="6209" formatCode="0.0000">
                  <c:v>4.0766666666666662</c:v>
                </c:pt>
                <c:pt idx="6210" formatCode="0.0000">
                  <c:v>4.0775000000000006</c:v>
                </c:pt>
                <c:pt idx="6211" formatCode="0.0000">
                  <c:v>4.078333333333334</c:v>
                </c:pt>
                <c:pt idx="6212" formatCode="0.0000">
                  <c:v>4.0791666666666666</c:v>
                </c:pt>
                <c:pt idx="6213" formatCode="0.0000">
                  <c:v>4.08</c:v>
                </c:pt>
                <c:pt idx="6214" formatCode="0.0000">
                  <c:v>4.0808333333333335</c:v>
                </c:pt>
                <c:pt idx="6215" formatCode="0.0000">
                  <c:v>4.081666666666667</c:v>
                </c:pt>
                <c:pt idx="6216" formatCode="0.0000">
                  <c:v>4.0825000000000005</c:v>
                </c:pt>
                <c:pt idx="6217" formatCode="0.0000">
                  <c:v>4.083333333333333</c:v>
                </c:pt>
                <c:pt idx="6218" formatCode="0.0000">
                  <c:v>4.0841666666666665</c:v>
                </c:pt>
                <c:pt idx="6219" formatCode="0.0000">
                  <c:v>4.085</c:v>
                </c:pt>
                <c:pt idx="6220" formatCode="0.0000">
                  <c:v>4.0858333333333334</c:v>
                </c:pt>
                <c:pt idx="6221" formatCode="0.0000">
                  <c:v>4.0866666666666669</c:v>
                </c:pt>
                <c:pt idx="6222" formatCode="0.0000">
                  <c:v>4.0874999999999995</c:v>
                </c:pt>
                <c:pt idx="6223" formatCode="0.0000">
                  <c:v>4.0883333333333329</c:v>
                </c:pt>
                <c:pt idx="6224" formatCode="0.0000">
                  <c:v>4.0891666666666664</c:v>
                </c:pt>
                <c:pt idx="6225" formatCode="0.0000">
                  <c:v>4.09</c:v>
                </c:pt>
                <c:pt idx="6226" formatCode="0.0000">
                  <c:v>4.0908333333333333</c:v>
                </c:pt>
                <c:pt idx="6227" formatCode="0.0000">
                  <c:v>4.0916666666666659</c:v>
                </c:pt>
                <c:pt idx="6228" formatCode="0.0000">
                  <c:v>4.0924999999999994</c:v>
                </c:pt>
                <c:pt idx="6229" formatCode="0.0000">
                  <c:v>4.0933333333333337</c:v>
                </c:pt>
                <c:pt idx="6230" formatCode="0.0000">
                  <c:v>4.0941666666666672</c:v>
                </c:pt>
                <c:pt idx="6231" formatCode="0.0000">
                  <c:v>4.0950000000000006</c:v>
                </c:pt>
                <c:pt idx="6232" formatCode="0.0000">
                  <c:v>4.0958333333333332</c:v>
                </c:pt>
                <c:pt idx="6233" formatCode="0.0000">
                  <c:v>4.0966666666666667</c:v>
                </c:pt>
                <c:pt idx="6234" formatCode="0.0000">
                  <c:v>4.0975000000000001</c:v>
                </c:pt>
                <c:pt idx="6235" formatCode="0.0000">
                  <c:v>4.0983333333333336</c:v>
                </c:pt>
                <c:pt idx="6236" formatCode="0.0000">
                  <c:v>4.0991666666666671</c:v>
                </c:pt>
                <c:pt idx="6237" formatCode="0.0000">
                  <c:v>4.0999999999999996</c:v>
                </c:pt>
                <c:pt idx="6238" formatCode="0.0000">
                  <c:v>4.1008333333333331</c:v>
                </c:pt>
                <c:pt idx="6239" formatCode="0.0000">
                  <c:v>4.1016666666666666</c:v>
                </c:pt>
                <c:pt idx="6240" formatCode="0.0000">
                  <c:v>4.1025</c:v>
                </c:pt>
                <c:pt idx="6241" formatCode="0.0000">
                  <c:v>4.1033333333333335</c:v>
                </c:pt>
                <c:pt idx="6242" formatCode="0.0000">
                  <c:v>4.1041666666666661</c:v>
                </c:pt>
                <c:pt idx="6243" formatCode="0.0000">
                  <c:v>4.1049999999999995</c:v>
                </c:pt>
                <c:pt idx="6244" formatCode="0.0000">
                  <c:v>4.105833333333333</c:v>
                </c:pt>
                <c:pt idx="6245" formatCode="0.0000">
                  <c:v>4.1066666666666665</c:v>
                </c:pt>
                <c:pt idx="6246" formatCode="0.0000">
                  <c:v>4.1074999999999999</c:v>
                </c:pt>
                <c:pt idx="6247" formatCode="0.0000">
                  <c:v>4.1083333333333325</c:v>
                </c:pt>
                <c:pt idx="6248" formatCode="0.0000">
                  <c:v>4.1091666666666669</c:v>
                </c:pt>
                <c:pt idx="6249" formatCode="0.0000">
                  <c:v>4.1100000000000003</c:v>
                </c:pt>
                <c:pt idx="6250" formatCode="0.0000">
                  <c:v>4.1108333333333338</c:v>
                </c:pt>
                <c:pt idx="6251" formatCode="0.0000">
                  <c:v>4.1116666666666672</c:v>
                </c:pt>
                <c:pt idx="6252" formatCode="0.0000">
                  <c:v>4.1124999999999998</c:v>
                </c:pt>
                <c:pt idx="6253" formatCode="0.0000">
                  <c:v>4.1133333333333333</c:v>
                </c:pt>
                <c:pt idx="6254" formatCode="0.0000">
                  <c:v>4.1141666666666667</c:v>
                </c:pt>
                <c:pt idx="6255" formatCode="0.0000">
                  <c:v>4.1150000000000002</c:v>
                </c:pt>
                <c:pt idx="6256" formatCode="0.0000">
                  <c:v>4.1158333333333337</c:v>
                </c:pt>
                <c:pt idx="6257" formatCode="0.0000">
                  <c:v>4.1166666666666663</c:v>
                </c:pt>
                <c:pt idx="6258" formatCode="0.0000">
                  <c:v>4.1174999999999997</c:v>
                </c:pt>
                <c:pt idx="6259" formatCode="0.0000">
                  <c:v>4.1183333333333332</c:v>
                </c:pt>
                <c:pt idx="6260" formatCode="0.0000">
                  <c:v>4.1191666666666666</c:v>
                </c:pt>
                <c:pt idx="6261" formatCode="0.0000">
                  <c:v>4.12</c:v>
                </c:pt>
                <c:pt idx="6262" formatCode="0.0000">
                  <c:v>4.1208333333333327</c:v>
                </c:pt>
                <c:pt idx="6263" formatCode="0.0000">
                  <c:v>4.1216666666666661</c:v>
                </c:pt>
                <c:pt idx="6264" formatCode="0.0000">
                  <c:v>4.1224999999999996</c:v>
                </c:pt>
                <c:pt idx="6265" formatCode="0.0000">
                  <c:v>4.1233333333333331</c:v>
                </c:pt>
                <c:pt idx="6266" formatCode="0.0000">
                  <c:v>4.1241666666666674</c:v>
                </c:pt>
                <c:pt idx="6267" formatCode="0.0000">
                  <c:v>4.125</c:v>
                </c:pt>
                <c:pt idx="6268" formatCode="0.0000">
                  <c:v>4.1258333333333335</c:v>
                </c:pt>
                <c:pt idx="6269" formatCode="0.0000">
                  <c:v>4.1266666666666669</c:v>
                </c:pt>
                <c:pt idx="6270" formatCode="0.0000">
                  <c:v>4.1275000000000004</c:v>
                </c:pt>
                <c:pt idx="6271" formatCode="0.0000">
                  <c:v>4.1283333333333339</c:v>
                </c:pt>
                <c:pt idx="6272" formatCode="0.0000">
                  <c:v>4.1291666666666664</c:v>
                </c:pt>
                <c:pt idx="6273" formatCode="0.0000">
                  <c:v>4.13</c:v>
                </c:pt>
                <c:pt idx="6274" formatCode="0.0000">
                  <c:v>4.1308333333333334</c:v>
                </c:pt>
                <c:pt idx="6275" formatCode="0.0000">
                  <c:v>4.1316666666666668</c:v>
                </c:pt>
                <c:pt idx="6276" formatCode="0.0000">
                  <c:v>4.1325000000000003</c:v>
                </c:pt>
                <c:pt idx="6277" formatCode="0.0000">
                  <c:v>4.1333333333333329</c:v>
                </c:pt>
                <c:pt idx="6278" formatCode="0.0000">
                  <c:v>4.1341666666666663</c:v>
                </c:pt>
                <c:pt idx="6279" formatCode="0.0000">
                  <c:v>4.1349999999999998</c:v>
                </c:pt>
                <c:pt idx="6280" formatCode="0.0000">
                  <c:v>4.1358333333333333</c:v>
                </c:pt>
                <c:pt idx="6281" formatCode="0.0000">
                  <c:v>4.1366666666666667</c:v>
                </c:pt>
                <c:pt idx="6282" formatCode="0.0000">
                  <c:v>4.1374999999999993</c:v>
                </c:pt>
                <c:pt idx="6283" formatCode="0.0000">
                  <c:v>4.1383333333333328</c:v>
                </c:pt>
                <c:pt idx="6284" formatCode="0.0000">
                  <c:v>4.1391666666666662</c:v>
                </c:pt>
                <c:pt idx="6285" formatCode="0.0000">
                  <c:v>4.1400000000000006</c:v>
                </c:pt>
                <c:pt idx="6286" formatCode="0.0000">
                  <c:v>4.140833333333334</c:v>
                </c:pt>
                <c:pt idx="6287" formatCode="0.0000">
                  <c:v>4.1416666666666666</c:v>
                </c:pt>
                <c:pt idx="6288" formatCode="0.0000">
                  <c:v>4.1425000000000001</c:v>
                </c:pt>
                <c:pt idx="6289" formatCode="0.0000">
                  <c:v>4.1433333333333335</c:v>
                </c:pt>
                <c:pt idx="6290" formatCode="0.0000">
                  <c:v>4.144166666666667</c:v>
                </c:pt>
                <c:pt idx="6291" formatCode="0.0000">
                  <c:v>4.1450000000000005</c:v>
                </c:pt>
                <c:pt idx="6292" formatCode="0.0000">
                  <c:v>4.145833333333333</c:v>
                </c:pt>
                <c:pt idx="6293" formatCode="0.0000">
                  <c:v>4.1466666666666665</c:v>
                </c:pt>
                <c:pt idx="6294" formatCode="0.0000">
                  <c:v>4.1475</c:v>
                </c:pt>
                <c:pt idx="6295" formatCode="0.0000">
                  <c:v>4.1483333333333334</c:v>
                </c:pt>
                <c:pt idx="6296" formatCode="0.0000">
                  <c:v>4.1491666666666669</c:v>
                </c:pt>
                <c:pt idx="6297" formatCode="0.0000">
                  <c:v>4.1499999999999995</c:v>
                </c:pt>
                <c:pt idx="6298" formatCode="0.0000">
                  <c:v>4.1508333333333329</c:v>
                </c:pt>
                <c:pt idx="6299" formatCode="0.0000">
                  <c:v>4.1516666666666664</c:v>
                </c:pt>
                <c:pt idx="6300" formatCode="0.0000">
                  <c:v>4.1524999999999999</c:v>
                </c:pt>
                <c:pt idx="6301" formatCode="0.0000">
                  <c:v>4.1533333333333333</c:v>
                </c:pt>
                <c:pt idx="6302" formatCode="0.0000">
                  <c:v>4.1541666666666659</c:v>
                </c:pt>
                <c:pt idx="6303" formatCode="0.0000">
                  <c:v>4.1549999999999994</c:v>
                </c:pt>
                <c:pt idx="6304" formatCode="0.0000">
                  <c:v>4.1558333333333337</c:v>
                </c:pt>
                <c:pt idx="6305" formatCode="0.0000">
                  <c:v>4.1566666666666672</c:v>
                </c:pt>
                <c:pt idx="6306" formatCode="0.0000">
                  <c:v>4.1575000000000006</c:v>
                </c:pt>
                <c:pt idx="6307" formatCode="0.0000">
                  <c:v>4.1583333333333332</c:v>
                </c:pt>
                <c:pt idx="6308" formatCode="0.0000">
                  <c:v>4.1591666666666667</c:v>
                </c:pt>
                <c:pt idx="6309" formatCode="0.0000">
                  <c:v>4.16</c:v>
                </c:pt>
                <c:pt idx="6310" formatCode="0.0000">
                  <c:v>4.1608333333333336</c:v>
                </c:pt>
                <c:pt idx="6311" formatCode="0.0000">
                  <c:v>4.1616666666666671</c:v>
                </c:pt>
                <c:pt idx="6312" formatCode="0.0000">
                  <c:v>4.1624999999999996</c:v>
                </c:pt>
                <c:pt idx="6313" formatCode="0.0000">
                  <c:v>4.1633333333333331</c:v>
                </c:pt>
                <c:pt idx="6314" formatCode="0.0000">
                  <c:v>4.1641666666666666</c:v>
                </c:pt>
                <c:pt idx="6315" formatCode="0.0000">
                  <c:v>4.165</c:v>
                </c:pt>
                <c:pt idx="6316" formatCode="0.0000">
                  <c:v>4.1658333333333335</c:v>
                </c:pt>
                <c:pt idx="6317" formatCode="0.0000">
                  <c:v>4.1666666666666661</c:v>
                </c:pt>
                <c:pt idx="6318" formatCode="0.0000">
                  <c:v>4.1674999999999995</c:v>
                </c:pt>
                <c:pt idx="6319" formatCode="0.0000">
                  <c:v>4.168333333333333</c:v>
                </c:pt>
                <c:pt idx="6320" formatCode="0.0000">
                  <c:v>4.1691666666666665</c:v>
                </c:pt>
                <c:pt idx="6321" formatCode="0.0000">
                  <c:v>4.17</c:v>
                </c:pt>
                <c:pt idx="6322" formatCode="0.0000">
                  <c:v>4.1708333333333325</c:v>
                </c:pt>
                <c:pt idx="6323" formatCode="0.0000">
                  <c:v>4.1716666666666669</c:v>
                </c:pt>
                <c:pt idx="6324" formatCode="0.0000">
                  <c:v>4.1725000000000003</c:v>
                </c:pt>
                <c:pt idx="6325" formatCode="0.0000">
                  <c:v>4.1733333333333338</c:v>
                </c:pt>
                <c:pt idx="6326" formatCode="0.0000">
                  <c:v>4.1741666666666672</c:v>
                </c:pt>
                <c:pt idx="6327" formatCode="0.0000">
                  <c:v>4.1749999999999998</c:v>
                </c:pt>
                <c:pt idx="6328" formatCode="0.0000">
                  <c:v>4.1758333333333333</c:v>
                </c:pt>
                <c:pt idx="6329" formatCode="0.0000">
                  <c:v>4.1766666666666667</c:v>
                </c:pt>
                <c:pt idx="6330" formatCode="0.0000">
                  <c:v>4.1775000000000002</c:v>
                </c:pt>
                <c:pt idx="6331" formatCode="0.0000">
                  <c:v>4.1783333333333337</c:v>
                </c:pt>
                <c:pt idx="6332" formatCode="0.0000">
                  <c:v>4.1791666666666663</c:v>
                </c:pt>
                <c:pt idx="6333" formatCode="0.0000">
                  <c:v>4.18</c:v>
                </c:pt>
                <c:pt idx="6334" formatCode="0.0000">
                  <c:v>4.1808333333333332</c:v>
                </c:pt>
                <c:pt idx="6335" formatCode="0.0000">
                  <c:v>4.1816666666666666</c:v>
                </c:pt>
                <c:pt idx="6336" formatCode="0.0000">
                  <c:v>4.1825000000000001</c:v>
                </c:pt>
                <c:pt idx="6337" formatCode="0.0000">
                  <c:v>4.1833333333333327</c:v>
                </c:pt>
                <c:pt idx="6338" formatCode="0.0000">
                  <c:v>4.1841666666666661</c:v>
                </c:pt>
                <c:pt idx="6339" formatCode="0.0000">
                  <c:v>4.1849999999999996</c:v>
                </c:pt>
                <c:pt idx="6340" formatCode="0.0000">
                  <c:v>4.1858333333333331</c:v>
                </c:pt>
                <c:pt idx="6341" formatCode="0.0000">
                  <c:v>4.1866666666666674</c:v>
                </c:pt>
                <c:pt idx="6342" formatCode="0.0000">
                  <c:v>4.1875</c:v>
                </c:pt>
                <c:pt idx="6343" formatCode="0.0000">
                  <c:v>4.1883333333333335</c:v>
                </c:pt>
                <c:pt idx="6344" formatCode="0.0000">
                  <c:v>4.1891666666666669</c:v>
                </c:pt>
                <c:pt idx="6345" formatCode="0.0000">
                  <c:v>4.1900000000000004</c:v>
                </c:pt>
                <c:pt idx="6346" formatCode="0.0000">
                  <c:v>4.1908333333333339</c:v>
                </c:pt>
                <c:pt idx="6347" formatCode="0.0000">
                  <c:v>4.1916666666666664</c:v>
                </c:pt>
                <c:pt idx="6348" formatCode="0.0000">
                  <c:v>4.1924999999999999</c:v>
                </c:pt>
                <c:pt idx="6349" formatCode="0.0000">
                  <c:v>4.1933333333333334</c:v>
                </c:pt>
                <c:pt idx="6350" formatCode="0.0000">
                  <c:v>4.1941666666666668</c:v>
                </c:pt>
                <c:pt idx="6351" formatCode="0.0000">
                  <c:v>4.1950000000000003</c:v>
                </c:pt>
                <c:pt idx="6352" formatCode="0.0000">
                  <c:v>4.1958333333333329</c:v>
                </c:pt>
                <c:pt idx="6353" formatCode="0.0000">
                  <c:v>4.1966666666666663</c:v>
                </c:pt>
                <c:pt idx="6354" formatCode="0.0000">
                  <c:v>4.1974999999999998</c:v>
                </c:pt>
                <c:pt idx="6355" formatCode="0.0000">
                  <c:v>4.1983333333333333</c:v>
                </c:pt>
                <c:pt idx="6356" formatCode="0.0000">
                  <c:v>4.1991666666666667</c:v>
                </c:pt>
                <c:pt idx="6357" formatCode="0.0000">
                  <c:v>4.1999999999999993</c:v>
                </c:pt>
                <c:pt idx="6358" formatCode="0.0000">
                  <c:v>4.2008333333333328</c:v>
                </c:pt>
                <c:pt idx="6359" formatCode="0.0000">
                  <c:v>4.2016666666666662</c:v>
                </c:pt>
                <c:pt idx="6360" formatCode="0.0000">
                  <c:v>4.2025000000000006</c:v>
                </c:pt>
                <c:pt idx="6361" formatCode="0.0000">
                  <c:v>4.203333333333334</c:v>
                </c:pt>
                <c:pt idx="6362" formatCode="0.0000">
                  <c:v>4.2041666666666666</c:v>
                </c:pt>
                <c:pt idx="6363" formatCode="0.0000">
                  <c:v>4.2050000000000001</c:v>
                </c:pt>
                <c:pt idx="6364" formatCode="0.0000">
                  <c:v>4.2058333333333335</c:v>
                </c:pt>
                <c:pt idx="6365" formatCode="0.0000">
                  <c:v>4.206666666666667</c:v>
                </c:pt>
                <c:pt idx="6366" formatCode="0.0000">
                  <c:v>4.2075000000000005</c:v>
                </c:pt>
                <c:pt idx="6367" formatCode="0.0000">
                  <c:v>4.208333333333333</c:v>
                </c:pt>
                <c:pt idx="6368" formatCode="0.0000">
                  <c:v>4.2091666666666665</c:v>
                </c:pt>
                <c:pt idx="6369" formatCode="0.0000">
                  <c:v>4.21</c:v>
                </c:pt>
                <c:pt idx="6370" formatCode="0.0000">
                  <c:v>4.2108333333333334</c:v>
                </c:pt>
                <c:pt idx="6371" formatCode="0.0000">
                  <c:v>4.2116666666666669</c:v>
                </c:pt>
                <c:pt idx="6372" formatCode="0.0000">
                  <c:v>4.2124999999999995</c:v>
                </c:pt>
                <c:pt idx="6373" formatCode="0.0000">
                  <c:v>4.2133333333333329</c:v>
                </c:pt>
                <c:pt idx="6374" formatCode="0.0000">
                  <c:v>4.2141666666666664</c:v>
                </c:pt>
                <c:pt idx="6375" formatCode="0.0000">
                  <c:v>4.2149999999999999</c:v>
                </c:pt>
                <c:pt idx="6376" formatCode="0.0000">
                  <c:v>4.2158333333333333</c:v>
                </c:pt>
                <c:pt idx="6377" formatCode="0.0000">
                  <c:v>4.2166666666666659</c:v>
                </c:pt>
                <c:pt idx="6378" formatCode="0.0000">
                  <c:v>4.2174999999999994</c:v>
                </c:pt>
                <c:pt idx="6379" formatCode="0.0000">
                  <c:v>4.2183333333333337</c:v>
                </c:pt>
                <c:pt idx="6380" formatCode="0.0000">
                  <c:v>4.2191666666666672</c:v>
                </c:pt>
                <c:pt idx="6381" formatCode="0.0000">
                  <c:v>4.2200000000000006</c:v>
                </c:pt>
                <c:pt idx="6382" formatCode="0.0000">
                  <c:v>4.2208333333333332</c:v>
                </c:pt>
                <c:pt idx="6383" formatCode="0.0000">
                  <c:v>4.2216666666666667</c:v>
                </c:pt>
                <c:pt idx="6384" formatCode="0.0000">
                  <c:v>4.2225000000000001</c:v>
                </c:pt>
                <c:pt idx="6385" formatCode="0.0000">
                  <c:v>4.2233333333333336</c:v>
                </c:pt>
                <c:pt idx="6386" formatCode="0.0000">
                  <c:v>4.2241666666666671</c:v>
                </c:pt>
                <c:pt idx="6387" formatCode="0.0000">
                  <c:v>4.2249999999999996</c:v>
                </c:pt>
                <c:pt idx="6388" formatCode="0.0000">
                  <c:v>4.2258333333333331</c:v>
                </c:pt>
                <c:pt idx="6389" formatCode="0.0000">
                  <c:v>4.2266666666666666</c:v>
                </c:pt>
                <c:pt idx="6390" formatCode="0.0000">
                  <c:v>4.2275</c:v>
                </c:pt>
                <c:pt idx="6391" formatCode="0.0000">
                  <c:v>4.2283333333333335</c:v>
                </c:pt>
                <c:pt idx="6392" formatCode="0.0000">
                  <c:v>4.2291666666666661</c:v>
                </c:pt>
                <c:pt idx="6393" formatCode="0.0000">
                  <c:v>4.2299999999999995</c:v>
                </c:pt>
                <c:pt idx="6394" formatCode="0.0000">
                  <c:v>4.230833333333333</c:v>
                </c:pt>
                <c:pt idx="6395" formatCode="0.0000">
                  <c:v>4.2316666666666665</c:v>
                </c:pt>
                <c:pt idx="6396" formatCode="0.0000">
                  <c:v>4.2324999999999999</c:v>
                </c:pt>
                <c:pt idx="6397" formatCode="0.0000">
                  <c:v>4.2333333333333325</c:v>
                </c:pt>
                <c:pt idx="6398" formatCode="0.0000">
                  <c:v>4.2341666666666669</c:v>
                </c:pt>
                <c:pt idx="6399" formatCode="0.0000">
                  <c:v>4.2350000000000003</c:v>
                </c:pt>
                <c:pt idx="6400" formatCode="0.0000">
                  <c:v>4.2358333333333338</c:v>
                </c:pt>
                <c:pt idx="6401" formatCode="0.0000">
                  <c:v>4.2366666666666672</c:v>
                </c:pt>
                <c:pt idx="6402" formatCode="0.0000">
                  <c:v>4.2374999999999998</c:v>
                </c:pt>
                <c:pt idx="6403" formatCode="0.0000">
                  <c:v>4.2383333333333333</c:v>
                </c:pt>
                <c:pt idx="6404" formatCode="0.0000">
                  <c:v>4.2391666666666667</c:v>
                </c:pt>
                <c:pt idx="6405" formatCode="0.0000">
                  <c:v>4.24</c:v>
                </c:pt>
                <c:pt idx="6406" formatCode="0.0000">
                  <c:v>4.2408333333333337</c:v>
                </c:pt>
                <c:pt idx="6407" formatCode="0.0000">
                  <c:v>4.2416666666666663</c:v>
                </c:pt>
                <c:pt idx="6408" formatCode="0.0000">
                  <c:v>4.2424999999999997</c:v>
                </c:pt>
                <c:pt idx="6409" formatCode="0.0000">
                  <c:v>4.2433333333333332</c:v>
                </c:pt>
                <c:pt idx="6410" formatCode="0.0000">
                  <c:v>4.2441666666666666</c:v>
                </c:pt>
                <c:pt idx="6411" formatCode="0.0000">
                  <c:v>4.2450000000000001</c:v>
                </c:pt>
                <c:pt idx="6412" formatCode="0.0000">
                  <c:v>4.2458333333333327</c:v>
                </c:pt>
                <c:pt idx="6413" formatCode="0.0000">
                  <c:v>4.2466666666666661</c:v>
                </c:pt>
                <c:pt idx="6414" formatCode="0.0000">
                  <c:v>4.2474999999999996</c:v>
                </c:pt>
                <c:pt idx="6415" formatCode="0.0000">
                  <c:v>4.2483333333333331</c:v>
                </c:pt>
                <c:pt idx="6416" formatCode="0.0000">
                  <c:v>4.2491666666666674</c:v>
                </c:pt>
                <c:pt idx="6417" formatCode="0.0000">
                  <c:v>4.25</c:v>
                </c:pt>
                <c:pt idx="6418" formatCode="0.0000">
                  <c:v>4.2508333333333335</c:v>
                </c:pt>
                <c:pt idx="6419" formatCode="0.0000">
                  <c:v>4.2516666666666669</c:v>
                </c:pt>
                <c:pt idx="6420" formatCode="0.0000">
                  <c:v>4.2525000000000004</c:v>
                </c:pt>
                <c:pt idx="6421" formatCode="0.0000">
                  <c:v>4.2533333333333339</c:v>
                </c:pt>
                <c:pt idx="6422" formatCode="0.0000">
                  <c:v>4.2541666666666664</c:v>
                </c:pt>
                <c:pt idx="6423" formatCode="0.0000">
                  <c:v>4.2549999999999999</c:v>
                </c:pt>
                <c:pt idx="6424" formatCode="0.0000">
                  <c:v>4.2558333333333334</c:v>
                </c:pt>
                <c:pt idx="6425" formatCode="0.0000">
                  <c:v>4.2566666666666668</c:v>
                </c:pt>
                <c:pt idx="6426" formatCode="0.0000">
                  <c:v>4.2575000000000003</c:v>
                </c:pt>
                <c:pt idx="6427" formatCode="0.0000">
                  <c:v>4.2583333333333329</c:v>
                </c:pt>
                <c:pt idx="6428" formatCode="0.0000">
                  <c:v>4.2591666666666663</c:v>
                </c:pt>
                <c:pt idx="6429" formatCode="0.0000">
                  <c:v>4.26</c:v>
                </c:pt>
                <c:pt idx="6430" formatCode="0.0000">
                  <c:v>4.2608333333333333</c:v>
                </c:pt>
                <c:pt idx="6431" formatCode="0.0000">
                  <c:v>4.2616666666666667</c:v>
                </c:pt>
                <c:pt idx="6432" formatCode="0.0000">
                  <c:v>4.2624999999999993</c:v>
                </c:pt>
                <c:pt idx="6433" formatCode="0.0000">
                  <c:v>4.2633333333333328</c:v>
                </c:pt>
                <c:pt idx="6434" formatCode="0.0000">
                  <c:v>4.2641666666666662</c:v>
                </c:pt>
                <c:pt idx="6435" formatCode="0.0000">
                  <c:v>4.2650000000000006</c:v>
                </c:pt>
                <c:pt idx="6436" formatCode="0.0000">
                  <c:v>4.265833333333334</c:v>
                </c:pt>
                <c:pt idx="6437" formatCode="0.0000">
                  <c:v>4.2666666666666666</c:v>
                </c:pt>
                <c:pt idx="6438" formatCode="0.0000">
                  <c:v>4.2675000000000001</c:v>
                </c:pt>
                <c:pt idx="6439" formatCode="0.0000">
                  <c:v>4.2683333333333335</c:v>
                </c:pt>
                <c:pt idx="6440" formatCode="0.0000">
                  <c:v>4.269166666666667</c:v>
                </c:pt>
                <c:pt idx="6441" formatCode="0.0000">
                  <c:v>4.2700000000000005</c:v>
                </c:pt>
                <c:pt idx="6442" formatCode="0.0000">
                  <c:v>4.270833333333333</c:v>
                </c:pt>
                <c:pt idx="6443" formatCode="0.0000">
                  <c:v>4.2716666666666665</c:v>
                </c:pt>
                <c:pt idx="6444" formatCode="0.0000">
                  <c:v>4.2725</c:v>
                </c:pt>
                <c:pt idx="6445" formatCode="0.0000">
                  <c:v>4.2733333333333334</c:v>
                </c:pt>
                <c:pt idx="6446" formatCode="0.0000">
                  <c:v>4.2741666666666669</c:v>
                </c:pt>
                <c:pt idx="6447" formatCode="0.0000">
                  <c:v>4.2749999999999995</c:v>
                </c:pt>
                <c:pt idx="6448" formatCode="0.0000">
                  <c:v>4.2758333333333329</c:v>
                </c:pt>
                <c:pt idx="6449" formatCode="0.0000">
                  <c:v>4.2766666666666664</c:v>
                </c:pt>
                <c:pt idx="6450" formatCode="0.0000">
                  <c:v>4.2774999999999999</c:v>
                </c:pt>
                <c:pt idx="6451" formatCode="0.0000">
                  <c:v>4.2783333333333333</c:v>
                </c:pt>
                <c:pt idx="6452" formatCode="0.0000">
                  <c:v>4.2791666666666659</c:v>
                </c:pt>
                <c:pt idx="6453" formatCode="0.0000">
                  <c:v>4.2799999999999994</c:v>
                </c:pt>
                <c:pt idx="6454" formatCode="0.0000">
                  <c:v>4.2808333333333337</c:v>
                </c:pt>
                <c:pt idx="6455" formatCode="0.0000">
                  <c:v>4.2816666666666672</c:v>
                </c:pt>
                <c:pt idx="6456" formatCode="0.0000">
                  <c:v>4.2825000000000006</c:v>
                </c:pt>
                <c:pt idx="6457" formatCode="0.0000">
                  <c:v>4.2833333333333332</c:v>
                </c:pt>
                <c:pt idx="6458" formatCode="0.0000">
                  <c:v>4.2841666666666667</c:v>
                </c:pt>
                <c:pt idx="6459" formatCode="0.0000">
                  <c:v>4.2850000000000001</c:v>
                </c:pt>
                <c:pt idx="6460" formatCode="0.0000">
                  <c:v>4.2858333333333336</c:v>
                </c:pt>
                <c:pt idx="6461" formatCode="0.0000">
                  <c:v>4.2866666666666671</c:v>
                </c:pt>
                <c:pt idx="6462" formatCode="0.0000">
                  <c:v>4.2874999999999996</c:v>
                </c:pt>
                <c:pt idx="6463" formatCode="0.0000">
                  <c:v>4.2883333333333331</c:v>
                </c:pt>
                <c:pt idx="6464" formatCode="0.0000">
                  <c:v>4.2891666666666666</c:v>
                </c:pt>
                <c:pt idx="6465" formatCode="0.0000">
                  <c:v>4.29</c:v>
                </c:pt>
                <c:pt idx="6466" formatCode="0.0000">
                  <c:v>4.2908333333333335</c:v>
                </c:pt>
                <c:pt idx="6467" formatCode="0.0000">
                  <c:v>4.2916666666666661</c:v>
                </c:pt>
                <c:pt idx="6468" formatCode="0.0000">
                  <c:v>4.2924999999999995</c:v>
                </c:pt>
                <c:pt idx="6469" formatCode="0.0000">
                  <c:v>4.293333333333333</c:v>
                </c:pt>
                <c:pt idx="6470" formatCode="0.0000">
                  <c:v>4.2941666666666665</c:v>
                </c:pt>
                <c:pt idx="6471" formatCode="0.0000">
                  <c:v>4.2949999999999999</c:v>
                </c:pt>
                <c:pt idx="6472" formatCode="0.0000">
                  <c:v>4.2958333333333325</c:v>
                </c:pt>
                <c:pt idx="6473" formatCode="0.0000">
                  <c:v>4.2966666666666669</c:v>
                </c:pt>
                <c:pt idx="6474" formatCode="0.0000">
                  <c:v>4.2975000000000003</c:v>
                </c:pt>
                <c:pt idx="6475" formatCode="0.0000">
                  <c:v>4.2983333333333338</c:v>
                </c:pt>
                <c:pt idx="6476" formatCode="0.0000">
                  <c:v>4.2991666666666672</c:v>
                </c:pt>
                <c:pt idx="6477" formatCode="0.0000">
                  <c:v>4.3</c:v>
                </c:pt>
                <c:pt idx="6478" formatCode="0.0000">
                  <c:v>4.3008333333333333</c:v>
                </c:pt>
                <c:pt idx="6479" formatCode="0.0000">
                  <c:v>4.3016666666666667</c:v>
                </c:pt>
                <c:pt idx="6480" formatCode="0.0000">
                  <c:v>4.3025000000000002</c:v>
                </c:pt>
                <c:pt idx="6481" formatCode="0.0000">
                  <c:v>4.3033333333333337</c:v>
                </c:pt>
                <c:pt idx="6482" formatCode="0.0000">
                  <c:v>4.3041666666666663</c:v>
                </c:pt>
                <c:pt idx="6483" formatCode="0.0000">
                  <c:v>4.3049999999999997</c:v>
                </c:pt>
                <c:pt idx="6484" formatCode="0.0000">
                  <c:v>4.3058333333333332</c:v>
                </c:pt>
                <c:pt idx="6485" formatCode="0.0000">
                  <c:v>4.3066666666666666</c:v>
                </c:pt>
                <c:pt idx="6486" formatCode="0.0000">
                  <c:v>4.3075000000000001</c:v>
                </c:pt>
                <c:pt idx="6487" formatCode="0.0000">
                  <c:v>4.3083333333333327</c:v>
                </c:pt>
                <c:pt idx="6488" formatCode="0.0000">
                  <c:v>4.3091666666666661</c:v>
                </c:pt>
                <c:pt idx="6489" formatCode="0.0000">
                  <c:v>4.3099999999999996</c:v>
                </c:pt>
                <c:pt idx="6490" formatCode="0.0000">
                  <c:v>4.3108333333333331</c:v>
                </c:pt>
                <c:pt idx="6491" formatCode="0.0000">
                  <c:v>4.3116666666666674</c:v>
                </c:pt>
                <c:pt idx="6492" formatCode="0.0000">
                  <c:v>4.3125</c:v>
                </c:pt>
                <c:pt idx="6493" formatCode="0.0000">
                  <c:v>4.3133333333333335</c:v>
                </c:pt>
                <c:pt idx="6494" formatCode="0.0000">
                  <c:v>4.3141666666666669</c:v>
                </c:pt>
                <c:pt idx="6495" formatCode="0.0000">
                  <c:v>4.3150000000000004</c:v>
                </c:pt>
                <c:pt idx="6496" formatCode="0.0000">
                  <c:v>4.3158333333333339</c:v>
                </c:pt>
                <c:pt idx="6497" formatCode="0.0000">
                  <c:v>4.3166666666666664</c:v>
                </c:pt>
                <c:pt idx="6498" formatCode="0.0000">
                  <c:v>4.3174999999999999</c:v>
                </c:pt>
                <c:pt idx="6499" formatCode="0.0000">
                  <c:v>4.3183333333333334</c:v>
                </c:pt>
                <c:pt idx="6500" formatCode="0.0000">
                  <c:v>4.3191666666666668</c:v>
                </c:pt>
                <c:pt idx="6501" formatCode="0.0000">
                  <c:v>4.32</c:v>
                </c:pt>
                <c:pt idx="6502" formatCode="0.0000">
                  <c:v>4.3208333333333329</c:v>
                </c:pt>
                <c:pt idx="6503" formatCode="0.0000">
                  <c:v>4.3216666666666663</c:v>
                </c:pt>
                <c:pt idx="6504" formatCode="0.0000">
                  <c:v>4.3224999999999998</c:v>
                </c:pt>
                <c:pt idx="6505" formatCode="0.0000">
                  <c:v>4.3233333333333333</c:v>
                </c:pt>
                <c:pt idx="6506" formatCode="0.0000">
                  <c:v>4.3241666666666667</c:v>
                </c:pt>
                <c:pt idx="6507" formatCode="0.0000">
                  <c:v>4.3249999999999993</c:v>
                </c:pt>
                <c:pt idx="6508" formatCode="0.0000">
                  <c:v>4.3258333333333328</c:v>
                </c:pt>
                <c:pt idx="6509" formatCode="0.0000">
                  <c:v>4.3266666666666662</c:v>
                </c:pt>
                <c:pt idx="6510" formatCode="0.0000">
                  <c:v>4.3275000000000006</c:v>
                </c:pt>
                <c:pt idx="6511" formatCode="0.0000">
                  <c:v>4.328333333333334</c:v>
                </c:pt>
                <c:pt idx="6512" formatCode="0.0000">
                  <c:v>4.3291666666666666</c:v>
                </c:pt>
                <c:pt idx="6513" formatCode="0.0000">
                  <c:v>4.33</c:v>
                </c:pt>
                <c:pt idx="6514" formatCode="0.0000">
                  <c:v>4.3308333333333335</c:v>
                </c:pt>
                <c:pt idx="6515" formatCode="0.0000">
                  <c:v>4.331666666666667</c:v>
                </c:pt>
                <c:pt idx="6516" formatCode="0.0000">
                  <c:v>4.3325000000000005</c:v>
                </c:pt>
                <c:pt idx="6517" formatCode="0.0000">
                  <c:v>4.333333333333333</c:v>
                </c:pt>
                <c:pt idx="6518" formatCode="0.0000">
                  <c:v>4.3341666666666665</c:v>
                </c:pt>
                <c:pt idx="6519" formatCode="0.0000">
                  <c:v>4.335</c:v>
                </c:pt>
                <c:pt idx="6520" formatCode="0.0000">
                  <c:v>4.3358333333333334</c:v>
                </c:pt>
                <c:pt idx="6521" formatCode="0.0000">
                  <c:v>4.3366666666666669</c:v>
                </c:pt>
                <c:pt idx="6522" formatCode="0.0000">
                  <c:v>4.3374999999999995</c:v>
                </c:pt>
                <c:pt idx="6523" formatCode="0.0000">
                  <c:v>4.3383333333333329</c:v>
                </c:pt>
                <c:pt idx="6524" formatCode="0.0000">
                  <c:v>4.3391666666666664</c:v>
                </c:pt>
                <c:pt idx="6525" formatCode="0.0000">
                  <c:v>4.34</c:v>
                </c:pt>
                <c:pt idx="6526" formatCode="0.0000">
                  <c:v>4.3408333333333333</c:v>
                </c:pt>
                <c:pt idx="6527" formatCode="0.0000">
                  <c:v>4.3416666666666659</c:v>
                </c:pt>
                <c:pt idx="6528" formatCode="0.0000">
                  <c:v>4.3424999999999994</c:v>
                </c:pt>
                <c:pt idx="6529" formatCode="0.0000">
                  <c:v>4.3433333333333337</c:v>
                </c:pt>
                <c:pt idx="6530" formatCode="0.0000">
                  <c:v>4.3441666666666672</c:v>
                </c:pt>
                <c:pt idx="6531" formatCode="0.0000">
                  <c:v>4.3450000000000006</c:v>
                </c:pt>
                <c:pt idx="6532" formatCode="0.0000">
                  <c:v>4.3458333333333332</c:v>
                </c:pt>
                <c:pt idx="6533" formatCode="0.0000">
                  <c:v>4.3466666666666667</c:v>
                </c:pt>
                <c:pt idx="6534" formatCode="0.0000">
                  <c:v>4.3475000000000001</c:v>
                </c:pt>
                <c:pt idx="6535" formatCode="0.0000">
                  <c:v>4.3483333333333336</c:v>
                </c:pt>
                <c:pt idx="6536" formatCode="0.0000">
                  <c:v>4.3491666666666671</c:v>
                </c:pt>
                <c:pt idx="6537" formatCode="0.0000">
                  <c:v>4.3499999999999996</c:v>
                </c:pt>
                <c:pt idx="6538" formatCode="0.0000">
                  <c:v>4.3508333333333331</c:v>
                </c:pt>
                <c:pt idx="6539" formatCode="0.0000">
                  <c:v>4.3516666666666666</c:v>
                </c:pt>
                <c:pt idx="6540" formatCode="0.0000">
                  <c:v>4.3525</c:v>
                </c:pt>
                <c:pt idx="6541" formatCode="0.0000">
                  <c:v>4.3533333333333335</c:v>
                </c:pt>
                <c:pt idx="6542" formatCode="0.0000">
                  <c:v>4.3541666666666661</c:v>
                </c:pt>
                <c:pt idx="6543" formatCode="0.0000">
                  <c:v>4.3549999999999995</c:v>
                </c:pt>
                <c:pt idx="6544" formatCode="0.0000">
                  <c:v>4.355833333333333</c:v>
                </c:pt>
                <c:pt idx="6545" formatCode="0.0000">
                  <c:v>4.3566666666666665</c:v>
                </c:pt>
                <c:pt idx="6546" formatCode="0.0000">
                  <c:v>4.3574999999999999</c:v>
                </c:pt>
                <c:pt idx="6547" formatCode="0.0000">
                  <c:v>4.3583333333333325</c:v>
                </c:pt>
                <c:pt idx="6548" formatCode="0.0000">
                  <c:v>4.3591666666666669</c:v>
                </c:pt>
                <c:pt idx="6549" formatCode="0.0000">
                  <c:v>4.3600000000000003</c:v>
                </c:pt>
                <c:pt idx="6550" formatCode="0.0000">
                  <c:v>4.3608333333333338</c:v>
                </c:pt>
                <c:pt idx="6551" formatCode="0.0000">
                  <c:v>4.3616666666666672</c:v>
                </c:pt>
                <c:pt idx="6552" formatCode="0.0000">
                  <c:v>4.3624999999999998</c:v>
                </c:pt>
                <c:pt idx="6553" formatCode="0.0000">
                  <c:v>4.3633333333333333</c:v>
                </c:pt>
                <c:pt idx="6554" formatCode="0.0000">
                  <c:v>4.3641666666666667</c:v>
                </c:pt>
                <c:pt idx="6555" formatCode="0.0000">
                  <c:v>4.3650000000000002</c:v>
                </c:pt>
                <c:pt idx="6556" formatCode="0.0000">
                  <c:v>4.3658333333333337</c:v>
                </c:pt>
                <c:pt idx="6557" formatCode="0.0000">
                  <c:v>4.3666666666666663</c:v>
                </c:pt>
                <c:pt idx="6558" formatCode="0.0000">
                  <c:v>4.3674999999999997</c:v>
                </c:pt>
                <c:pt idx="6559" formatCode="0.0000">
                  <c:v>4.3683333333333332</c:v>
                </c:pt>
                <c:pt idx="6560" formatCode="0.0000">
                  <c:v>4.3691666666666666</c:v>
                </c:pt>
                <c:pt idx="6561" formatCode="0.0000">
                  <c:v>4.37</c:v>
                </c:pt>
                <c:pt idx="6562" formatCode="0.0000">
                  <c:v>4.3708333333333327</c:v>
                </c:pt>
                <c:pt idx="6563" formatCode="0.0000">
                  <c:v>4.3716666666666661</c:v>
                </c:pt>
                <c:pt idx="6564" formatCode="0.0000">
                  <c:v>4.3724999999999996</c:v>
                </c:pt>
                <c:pt idx="6565" formatCode="0.0000">
                  <c:v>4.3733333333333331</c:v>
                </c:pt>
                <c:pt idx="6566" formatCode="0.0000">
                  <c:v>4.3741666666666674</c:v>
                </c:pt>
                <c:pt idx="6567" formatCode="0.0000">
                  <c:v>4.375</c:v>
                </c:pt>
                <c:pt idx="6568" formatCode="0.0000">
                  <c:v>4.3758333333333335</c:v>
                </c:pt>
                <c:pt idx="6569" formatCode="0.0000">
                  <c:v>4.3766666666666669</c:v>
                </c:pt>
                <c:pt idx="6570" formatCode="0.0000">
                  <c:v>4.3775000000000004</c:v>
                </c:pt>
                <c:pt idx="6571" formatCode="0.0000">
                  <c:v>4.3783333333333339</c:v>
                </c:pt>
                <c:pt idx="6572" formatCode="0.0000">
                  <c:v>4.3791666666666664</c:v>
                </c:pt>
                <c:pt idx="6573" formatCode="0.0000">
                  <c:v>4.38</c:v>
                </c:pt>
                <c:pt idx="6574" formatCode="0.0000">
                  <c:v>4.3808333333333334</c:v>
                </c:pt>
                <c:pt idx="6575" formatCode="0.0000">
                  <c:v>4.3816666666666668</c:v>
                </c:pt>
                <c:pt idx="6576" formatCode="0.0000">
                  <c:v>4.3825000000000003</c:v>
                </c:pt>
                <c:pt idx="6577" formatCode="0.0000">
                  <c:v>4.3833333333333329</c:v>
                </c:pt>
                <c:pt idx="6578" formatCode="0.0000">
                  <c:v>4.3841666666666663</c:v>
                </c:pt>
                <c:pt idx="6579" formatCode="0.0000">
                  <c:v>4.3849999999999998</c:v>
                </c:pt>
                <c:pt idx="6580" formatCode="0.0000">
                  <c:v>4.3858333333333333</c:v>
                </c:pt>
                <c:pt idx="6581" formatCode="0.0000">
                  <c:v>4.3866666666666667</c:v>
                </c:pt>
                <c:pt idx="6582" formatCode="0.0000">
                  <c:v>4.3874999999999993</c:v>
                </c:pt>
                <c:pt idx="6583" formatCode="0.0000">
                  <c:v>4.3883333333333328</c:v>
                </c:pt>
                <c:pt idx="6584" formatCode="0.0000">
                  <c:v>4.3891666666666662</c:v>
                </c:pt>
                <c:pt idx="6585" formatCode="0.0000">
                  <c:v>4.3900000000000006</c:v>
                </c:pt>
                <c:pt idx="6586" formatCode="0.0000">
                  <c:v>4.390833333333334</c:v>
                </c:pt>
                <c:pt idx="6587" formatCode="0.0000">
                  <c:v>4.3916666666666666</c:v>
                </c:pt>
                <c:pt idx="6588" formatCode="0.0000">
                  <c:v>4.3925000000000001</c:v>
                </c:pt>
                <c:pt idx="6589" formatCode="0.0000">
                  <c:v>4.3933333333333335</c:v>
                </c:pt>
                <c:pt idx="6590" formatCode="0.0000">
                  <c:v>4.394166666666667</c:v>
                </c:pt>
                <c:pt idx="6591" formatCode="0.0000">
                  <c:v>4.3950000000000005</c:v>
                </c:pt>
                <c:pt idx="6592" formatCode="0.0000">
                  <c:v>4.395833333333333</c:v>
                </c:pt>
                <c:pt idx="6593" formatCode="0.0000">
                  <c:v>4.3966666666666665</c:v>
                </c:pt>
                <c:pt idx="6594" formatCode="0.0000">
                  <c:v>4.3975</c:v>
                </c:pt>
                <c:pt idx="6595" formatCode="0.0000">
                  <c:v>4.3983333333333334</c:v>
                </c:pt>
                <c:pt idx="6596" formatCode="0.0000">
                  <c:v>4.3991666666666669</c:v>
                </c:pt>
                <c:pt idx="6597" formatCode="0.0000">
                  <c:v>4.3999999999999995</c:v>
                </c:pt>
                <c:pt idx="6598" formatCode="0.0000">
                  <c:v>4.4008333333333329</c:v>
                </c:pt>
                <c:pt idx="6599" formatCode="0.0000">
                  <c:v>4.4016666666666664</c:v>
                </c:pt>
                <c:pt idx="6600" formatCode="0.0000">
                  <c:v>4.4024999999999999</c:v>
                </c:pt>
                <c:pt idx="6601" formatCode="0.0000">
                  <c:v>4.4033333333333333</c:v>
                </c:pt>
                <c:pt idx="6602" formatCode="0.0000">
                  <c:v>4.4041666666666659</c:v>
                </c:pt>
                <c:pt idx="6603" formatCode="0.0000">
                  <c:v>4.4049999999999994</c:v>
                </c:pt>
                <c:pt idx="6604" formatCode="0.0000">
                  <c:v>4.4058333333333337</c:v>
                </c:pt>
                <c:pt idx="6605" formatCode="0.0000">
                  <c:v>4.4066666666666672</c:v>
                </c:pt>
                <c:pt idx="6606" formatCode="0.0000">
                  <c:v>4.4075000000000006</c:v>
                </c:pt>
                <c:pt idx="6607" formatCode="0.0000">
                  <c:v>4.4083333333333332</c:v>
                </c:pt>
                <c:pt idx="6608" formatCode="0.0000">
                  <c:v>4.4091666666666667</c:v>
                </c:pt>
                <c:pt idx="6609" formatCode="0.0000">
                  <c:v>4.41</c:v>
                </c:pt>
                <c:pt idx="6610" formatCode="0.0000">
                  <c:v>4.4108333333333336</c:v>
                </c:pt>
                <c:pt idx="6611" formatCode="0.0000">
                  <c:v>4.4116666666666671</c:v>
                </c:pt>
                <c:pt idx="6612" formatCode="0.0000">
                  <c:v>4.4124999999999996</c:v>
                </c:pt>
                <c:pt idx="6613" formatCode="0.0000">
                  <c:v>4.4133333333333331</c:v>
                </c:pt>
                <c:pt idx="6614" formatCode="0.0000">
                  <c:v>4.4141666666666666</c:v>
                </c:pt>
                <c:pt idx="6615" formatCode="0.0000">
                  <c:v>4.415</c:v>
                </c:pt>
                <c:pt idx="6616" formatCode="0.0000">
                  <c:v>4.4158333333333335</c:v>
                </c:pt>
                <c:pt idx="6617" formatCode="0.0000">
                  <c:v>4.4166666666666661</c:v>
                </c:pt>
                <c:pt idx="6618" formatCode="0.0000">
                  <c:v>4.4174999999999995</c:v>
                </c:pt>
                <c:pt idx="6619" formatCode="0.0000">
                  <c:v>4.418333333333333</c:v>
                </c:pt>
                <c:pt idx="6620" formatCode="0.0000">
                  <c:v>4.4191666666666665</c:v>
                </c:pt>
                <c:pt idx="6621" formatCode="0.0000">
                  <c:v>4.42</c:v>
                </c:pt>
                <c:pt idx="6622" formatCode="0.0000">
                  <c:v>4.4208333333333325</c:v>
                </c:pt>
                <c:pt idx="6623" formatCode="0.0000">
                  <c:v>4.4216666666666669</c:v>
                </c:pt>
                <c:pt idx="6624" formatCode="0.0000">
                  <c:v>4.4225000000000003</c:v>
                </c:pt>
                <c:pt idx="6625" formatCode="0.0000">
                  <c:v>4.4233333333333338</c:v>
                </c:pt>
                <c:pt idx="6626" formatCode="0.0000">
                  <c:v>4.4241666666666672</c:v>
                </c:pt>
                <c:pt idx="6627" formatCode="0.0000">
                  <c:v>4.4249999999999998</c:v>
                </c:pt>
                <c:pt idx="6628" formatCode="0.0000">
                  <c:v>4.4258333333333333</c:v>
                </c:pt>
                <c:pt idx="6629" formatCode="0.0000">
                  <c:v>4.4266666666666667</c:v>
                </c:pt>
                <c:pt idx="6630" formatCode="0.0000">
                  <c:v>4.4275000000000002</c:v>
                </c:pt>
                <c:pt idx="6631" formatCode="0.0000">
                  <c:v>4.4283333333333337</c:v>
                </c:pt>
                <c:pt idx="6632" formatCode="0.0000">
                  <c:v>4.4291666666666663</c:v>
                </c:pt>
                <c:pt idx="6633" formatCode="0.0000">
                  <c:v>4.43</c:v>
                </c:pt>
                <c:pt idx="6634" formatCode="0.0000">
                  <c:v>4.4308333333333332</c:v>
                </c:pt>
                <c:pt idx="6635" formatCode="0.0000">
                  <c:v>4.4316666666666666</c:v>
                </c:pt>
                <c:pt idx="6636" formatCode="0.0000">
                  <c:v>4.4325000000000001</c:v>
                </c:pt>
                <c:pt idx="6637" formatCode="0.0000">
                  <c:v>4.4333333333333327</c:v>
                </c:pt>
                <c:pt idx="6638" formatCode="0.0000">
                  <c:v>4.4341666666666661</c:v>
                </c:pt>
                <c:pt idx="6639" formatCode="0.0000">
                  <c:v>4.4349999999999996</c:v>
                </c:pt>
                <c:pt idx="6640" formatCode="0.0000">
                  <c:v>4.4358333333333331</c:v>
                </c:pt>
                <c:pt idx="6641" formatCode="0.0000">
                  <c:v>4.4366666666666674</c:v>
                </c:pt>
                <c:pt idx="6642" formatCode="0.0000">
                  <c:v>4.4375</c:v>
                </c:pt>
                <c:pt idx="6643" formatCode="0.0000">
                  <c:v>4.4383333333333335</c:v>
                </c:pt>
                <c:pt idx="6644" formatCode="0.0000">
                  <c:v>4.4391666666666669</c:v>
                </c:pt>
                <c:pt idx="6645" formatCode="0.0000">
                  <c:v>4.4400000000000004</c:v>
                </c:pt>
                <c:pt idx="6646" formatCode="0.0000">
                  <c:v>4.4408333333333339</c:v>
                </c:pt>
                <c:pt idx="6647" formatCode="0.0000">
                  <c:v>4.4416666666666664</c:v>
                </c:pt>
                <c:pt idx="6648" formatCode="0.0000">
                  <c:v>4.4424999999999999</c:v>
                </c:pt>
                <c:pt idx="6649" formatCode="0.0000">
                  <c:v>4.4433333333333334</c:v>
                </c:pt>
                <c:pt idx="6650" formatCode="0.0000">
                  <c:v>4.4441666666666668</c:v>
                </c:pt>
                <c:pt idx="6651" formatCode="0.0000">
                  <c:v>4.4450000000000003</c:v>
                </c:pt>
                <c:pt idx="6652" formatCode="0.0000">
                  <c:v>4.4458333333333329</c:v>
                </c:pt>
                <c:pt idx="6653" formatCode="0.0000">
                  <c:v>4.4466666666666663</c:v>
                </c:pt>
                <c:pt idx="6654" formatCode="0.0000">
                  <c:v>4.4474999999999998</c:v>
                </c:pt>
                <c:pt idx="6655" formatCode="0.0000">
                  <c:v>4.4483333333333333</c:v>
                </c:pt>
                <c:pt idx="6656" formatCode="0.0000">
                  <c:v>4.4491666666666667</c:v>
                </c:pt>
                <c:pt idx="6657" formatCode="0.0000">
                  <c:v>4.4499999999999993</c:v>
                </c:pt>
                <c:pt idx="6658" formatCode="0.0000">
                  <c:v>4.4508333333333328</c:v>
                </c:pt>
                <c:pt idx="6659" formatCode="0.0000">
                  <c:v>4.4516666666666662</c:v>
                </c:pt>
                <c:pt idx="6660" formatCode="0.0000">
                  <c:v>4.4525000000000006</c:v>
                </c:pt>
                <c:pt idx="6661" formatCode="0.0000">
                  <c:v>4.453333333333334</c:v>
                </c:pt>
                <c:pt idx="6662" formatCode="0.0000">
                  <c:v>4.4541666666666666</c:v>
                </c:pt>
                <c:pt idx="6663" formatCode="0.0000">
                  <c:v>4.4550000000000001</c:v>
                </c:pt>
                <c:pt idx="6664" formatCode="0.0000">
                  <c:v>4.4558333333333335</c:v>
                </c:pt>
                <c:pt idx="6665" formatCode="0.0000">
                  <c:v>4.456666666666667</c:v>
                </c:pt>
                <c:pt idx="6666" formatCode="0.0000">
                  <c:v>4.4575000000000005</c:v>
                </c:pt>
                <c:pt idx="6667" formatCode="0.0000">
                  <c:v>4.458333333333333</c:v>
                </c:pt>
                <c:pt idx="6668" formatCode="0.0000">
                  <c:v>4.4591666666666665</c:v>
                </c:pt>
                <c:pt idx="6669" formatCode="0.0000">
                  <c:v>4.46</c:v>
                </c:pt>
                <c:pt idx="6670" formatCode="0.0000">
                  <c:v>4.4608333333333334</c:v>
                </c:pt>
                <c:pt idx="6671" formatCode="0.0000">
                  <c:v>4.4616666666666669</c:v>
                </c:pt>
                <c:pt idx="6672" formatCode="0.0000">
                  <c:v>4.4624999999999995</c:v>
                </c:pt>
                <c:pt idx="6673" formatCode="0.0000">
                  <c:v>4.4633333333333329</c:v>
                </c:pt>
                <c:pt idx="6674" formatCode="0.0000">
                  <c:v>4.4641666666666664</c:v>
                </c:pt>
                <c:pt idx="6675" formatCode="0.0000">
                  <c:v>4.4649999999999999</c:v>
                </c:pt>
                <c:pt idx="6676" formatCode="0.0000">
                  <c:v>4.4658333333333333</c:v>
                </c:pt>
                <c:pt idx="6677" formatCode="0.0000">
                  <c:v>4.4666666666666659</c:v>
                </c:pt>
                <c:pt idx="6678" formatCode="0.0000">
                  <c:v>4.4674999999999994</c:v>
                </c:pt>
                <c:pt idx="6679" formatCode="0.0000">
                  <c:v>4.4683333333333337</c:v>
                </c:pt>
                <c:pt idx="6680" formatCode="0.0000">
                  <c:v>4.4691666666666672</c:v>
                </c:pt>
                <c:pt idx="6681" formatCode="0.0000">
                  <c:v>4.4700000000000006</c:v>
                </c:pt>
                <c:pt idx="6682" formatCode="0.0000">
                  <c:v>4.4708333333333332</c:v>
                </c:pt>
                <c:pt idx="6683" formatCode="0.0000">
                  <c:v>4.4716666666666667</c:v>
                </c:pt>
                <c:pt idx="6684" formatCode="0.0000">
                  <c:v>4.4725000000000001</c:v>
                </c:pt>
                <c:pt idx="6685" formatCode="0.0000">
                  <c:v>4.4733333333333336</c:v>
                </c:pt>
                <c:pt idx="6686" formatCode="0.0000">
                  <c:v>4.4741666666666671</c:v>
                </c:pt>
                <c:pt idx="6687" formatCode="0.0000">
                  <c:v>4.4749999999999996</c:v>
                </c:pt>
                <c:pt idx="6688" formatCode="0.0000">
                  <c:v>4.4758333333333331</c:v>
                </c:pt>
                <c:pt idx="6689" formatCode="0.0000">
                  <c:v>4.4766666666666666</c:v>
                </c:pt>
                <c:pt idx="6690" formatCode="0.0000">
                  <c:v>4.4775</c:v>
                </c:pt>
                <c:pt idx="6691" formatCode="0.0000">
                  <c:v>4.4783333333333335</c:v>
                </c:pt>
                <c:pt idx="6692" formatCode="0.0000">
                  <c:v>4.4791666666666661</c:v>
                </c:pt>
                <c:pt idx="6693" formatCode="0.0000">
                  <c:v>4.4799999999999995</c:v>
                </c:pt>
                <c:pt idx="6694" formatCode="0.0000">
                  <c:v>4.480833333333333</c:v>
                </c:pt>
                <c:pt idx="6695" formatCode="0.0000">
                  <c:v>4.4816666666666665</c:v>
                </c:pt>
                <c:pt idx="6696" formatCode="0.0000">
                  <c:v>4.4824999999999999</c:v>
                </c:pt>
                <c:pt idx="6697" formatCode="0.0000">
                  <c:v>4.4833333333333325</c:v>
                </c:pt>
                <c:pt idx="6698" formatCode="0.0000">
                  <c:v>4.4841666666666669</c:v>
                </c:pt>
                <c:pt idx="6699" formatCode="0.0000">
                  <c:v>4.4850000000000003</c:v>
                </c:pt>
                <c:pt idx="6700" formatCode="0.0000">
                  <c:v>4.4858333333333338</c:v>
                </c:pt>
                <c:pt idx="6701" formatCode="0.0000">
                  <c:v>4.4866666666666672</c:v>
                </c:pt>
                <c:pt idx="6702" formatCode="0.0000">
                  <c:v>4.4874999999999998</c:v>
                </c:pt>
                <c:pt idx="6703" formatCode="0.0000">
                  <c:v>4.4883333333333333</c:v>
                </c:pt>
                <c:pt idx="6704" formatCode="0.0000">
                  <c:v>4.4891666666666667</c:v>
                </c:pt>
                <c:pt idx="6705" formatCode="0.0000">
                  <c:v>4.49</c:v>
                </c:pt>
                <c:pt idx="6706" formatCode="0.0000">
                  <c:v>4.4908333333333337</c:v>
                </c:pt>
                <c:pt idx="6707" formatCode="0.0000">
                  <c:v>4.4916666666666663</c:v>
                </c:pt>
                <c:pt idx="6708" formatCode="0.0000">
                  <c:v>4.4924999999999997</c:v>
                </c:pt>
                <c:pt idx="6709" formatCode="0.0000">
                  <c:v>4.4933333333333332</c:v>
                </c:pt>
                <c:pt idx="6710" formatCode="0.0000">
                  <c:v>4.4941666666666666</c:v>
                </c:pt>
                <c:pt idx="6711" formatCode="0.0000">
                  <c:v>4.4950000000000001</c:v>
                </c:pt>
                <c:pt idx="6712" formatCode="0.0000">
                  <c:v>4.4958333333333327</c:v>
                </c:pt>
                <c:pt idx="6713" formatCode="0.0000">
                  <c:v>4.4966666666666661</c:v>
                </c:pt>
                <c:pt idx="6714" formatCode="0.0000">
                  <c:v>4.4974999999999996</c:v>
                </c:pt>
                <c:pt idx="6715" formatCode="0.0000">
                  <c:v>4.4983333333333331</c:v>
                </c:pt>
                <c:pt idx="6716" formatCode="0.0000">
                  <c:v>4.4991666666666674</c:v>
                </c:pt>
                <c:pt idx="6717" formatCode="0.0000">
                  <c:v>4.5</c:v>
                </c:pt>
                <c:pt idx="6718" formatCode="0.0000">
                  <c:v>4.5008333333333335</c:v>
                </c:pt>
                <c:pt idx="6719" formatCode="0.0000">
                  <c:v>4.5016666666666669</c:v>
                </c:pt>
                <c:pt idx="6720" formatCode="0.0000">
                  <c:v>4.5025000000000004</c:v>
                </c:pt>
                <c:pt idx="6721" formatCode="0.0000">
                  <c:v>4.5033333333333339</c:v>
                </c:pt>
                <c:pt idx="6722" formatCode="0.0000">
                  <c:v>4.5041666666666664</c:v>
                </c:pt>
                <c:pt idx="6723" formatCode="0.0000">
                  <c:v>4.5049999999999999</c:v>
                </c:pt>
                <c:pt idx="6724" formatCode="0.0000">
                  <c:v>4.5058333333333334</c:v>
                </c:pt>
                <c:pt idx="6725" formatCode="0.0000">
                  <c:v>4.5066666666666668</c:v>
                </c:pt>
                <c:pt idx="6726" formatCode="0.0000">
                  <c:v>4.5075000000000003</c:v>
                </c:pt>
                <c:pt idx="6727" formatCode="0.0000">
                  <c:v>4.5083333333333329</c:v>
                </c:pt>
                <c:pt idx="6728" formatCode="0.0000">
                  <c:v>4.5091666666666663</c:v>
                </c:pt>
                <c:pt idx="6729" formatCode="0.0000">
                  <c:v>4.51</c:v>
                </c:pt>
                <c:pt idx="6730" formatCode="0.0000">
                  <c:v>4.5108333333333333</c:v>
                </c:pt>
                <c:pt idx="6731" formatCode="0.0000">
                  <c:v>4.5116666666666667</c:v>
                </c:pt>
                <c:pt idx="6732" formatCode="0.0000">
                  <c:v>4.5124999999999993</c:v>
                </c:pt>
                <c:pt idx="6733" formatCode="0.0000">
                  <c:v>4.5133333333333328</c:v>
                </c:pt>
                <c:pt idx="6734" formatCode="0.0000">
                  <c:v>4.5141666666666662</c:v>
                </c:pt>
                <c:pt idx="6735" formatCode="0.0000">
                  <c:v>4.5150000000000006</c:v>
                </c:pt>
                <c:pt idx="6736" formatCode="0.0000">
                  <c:v>4.515833333333334</c:v>
                </c:pt>
                <c:pt idx="6737" formatCode="0.0000">
                  <c:v>4.5166666666666666</c:v>
                </c:pt>
                <c:pt idx="6738" formatCode="0.0000">
                  <c:v>4.5175000000000001</c:v>
                </c:pt>
                <c:pt idx="6739" formatCode="0.0000">
                  <c:v>4.5183333333333335</c:v>
                </c:pt>
                <c:pt idx="6740" formatCode="0.0000">
                  <c:v>4.519166666666667</c:v>
                </c:pt>
                <c:pt idx="6741" formatCode="0.0000">
                  <c:v>4.5200000000000005</c:v>
                </c:pt>
                <c:pt idx="6742" formatCode="0.0000">
                  <c:v>4.520833333333333</c:v>
                </c:pt>
                <c:pt idx="6743" formatCode="0.0000">
                  <c:v>4.5216666666666665</c:v>
                </c:pt>
                <c:pt idx="6744" formatCode="0.0000">
                  <c:v>4.5225</c:v>
                </c:pt>
                <c:pt idx="6745" formatCode="0.0000">
                  <c:v>4.5233333333333334</c:v>
                </c:pt>
                <c:pt idx="6746" formatCode="0.0000">
                  <c:v>4.5241666666666669</c:v>
                </c:pt>
                <c:pt idx="6747" formatCode="0.0000">
                  <c:v>4.5249999999999995</c:v>
                </c:pt>
                <c:pt idx="6748" formatCode="0.0000">
                  <c:v>4.5258333333333329</c:v>
                </c:pt>
                <c:pt idx="6749" formatCode="0.0000">
                  <c:v>4.5266666666666664</c:v>
                </c:pt>
                <c:pt idx="6750" formatCode="0.0000">
                  <c:v>4.5274999999999999</c:v>
                </c:pt>
                <c:pt idx="6751" formatCode="0.0000">
                  <c:v>4.5283333333333333</c:v>
                </c:pt>
                <c:pt idx="6752" formatCode="0.0000">
                  <c:v>4.5291666666666659</c:v>
                </c:pt>
                <c:pt idx="6753" formatCode="0.0000">
                  <c:v>4.5299999999999994</c:v>
                </c:pt>
                <c:pt idx="6754" formatCode="0.0000">
                  <c:v>4.5308333333333337</c:v>
                </c:pt>
                <c:pt idx="6755" formatCode="0.0000">
                  <c:v>4.5316666666666672</c:v>
                </c:pt>
                <c:pt idx="6756" formatCode="0.0000">
                  <c:v>4.5325000000000006</c:v>
                </c:pt>
                <c:pt idx="6757" formatCode="0.0000">
                  <c:v>4.5333333333333332</c:v>
                </c:pt>
                <c:pt idx="6758" formatCode="0.0000">
                  <c:v>4.5341666666666667</c:v>
                </c:pt>
                <c:pt idx="6759" formatCode="0.0000">
                  <c:v>4.5350000000000001</c:v>
                </c:pt>
                <c:pt idx="6760" formatCode="0.0000">
                  <c:v>4.5358333333333336</c:v>
                </c:pt>
                <c:pt idx="6761" formatCode="0.0000">
                  <c:v>4.5366666666666671</c:v>
                </c:pt>
                <c:pt idx="6762" formatCode="0.0000">
                  <c:v>4.5374999999999996</c:v>
                </c:pt>
                <c:pt idx="6763" formatCode="0.0000">
                  <c:v>4.5383333333333331</c:v>
                </c:pt>
                <c:pt idx="6764" formatCode="0.0000">
                  <c:v>4.5391666666666666</c:v>
                </c:pt>
                <c:pt idx="6765" formatCode="0.0000">
                  <c:v>4.54</c:v>
                </c:pt>
                <c:pt idx="6766" formatCode="0.0000">
                  <c:v>4.5408333333333335</c:v>
                </c:pt>
                <c:pt idx="6767" formatCode="0.0000">
                  <c:v>4.5416666666666661</c:v>
                </c:pt>
                <c:pt idx="6768" formatCode="0.0000">
                  <c:v>4.5424999999999995</c:v>
                </c:pt>
                <c:pt idx="6769" formatCode="0.0000">
                  <c:v>4.543333333333333</c:v>
                </c:pt>
                <c:pt idx="6770" formatCode="0.0000">
                  <c:v>4.5441666666666665</c:v>
                </c:pt>
                <c:pt idx="6771" formatCode="0.0000">
                  <c:v>4.5449999999999999</c:v>
                </c:pt>
                <c:pt idx="6772" formatCode="0.0000">
                  <c:v>4.5458333333333325</c:v>
                </c:pt>
                <c:pt idx="6773" formatCode="0.0000">
                  <c:v>4.5466666666666669</c:v>
                </c:pt>
                <c:pt idx="6774" formatCode="0.0000">
                  <c:v>4.5475000000000003</c:v>
                </c:pt>
                <c:pt idx="6775" formatCode="0.0000">
                  <c:v>4.5483333333333338</c:v>
                </c:pt>
                <c:pt idx="6776" formatCode="0.0000">
                  <c:v>4.5491666666666672</c:v>
                </c:pt>
                <c:pt idx="6777" formatCode="0.0000">
                  <c:v>4.55</c:v>
                </c:pt>
                <c:pt idx="6778" formatCode="0.0000">
                  <c:v>4.5508333333333333</c:v>
                </c:pt>
                <c:pt idx="6779" formatCode="0.0000">
                  <c:v>4.5516666666666667</c:v>
                </c:pt>
                <c:pt idx="6780" formatCode="0.0000">
                  <c:v>4.5525000000000002</c:v>
                </c:pt>
                <c:pt idx="6781" formatCode="0.0000">
                  <c:v>4.5533333333333337</c:v>
                </c:pt>
                <c:pt idx="6782" formatCode="0.0000">
                  <c:v>4.5541666666666663</c:v>
                </c:pt>
                <c:pt idx="6783" formatCode="0.0000">
                  <c:v>4.5549999999999997</c:v>
                </c:pt>
                <c:pt idx="6784" formatCode="0.0000">
                  <c:v>4.5558333333333332</c:v>
                </c:pt>
                <c:pt idx="6785" formatCode="0.0000">
                  <c:v>4.5566666666666666</c:v>
                </c:pt>
                <c:pt idx="6786" formatCode="0.0000">
                  <c:v>4.5575000000000001</c:v>
                </c:pt>
                <c:pt idx="6787" formatCode="0.0000">
                  <c:v>4.5583333333333327</c:v>
                </c:pt>
                <c:pt idx="6788" formatCode="0.0000">
                  <c:v>4.5591666666666661</c:v>
                </c:pt>
                <c:pt idx="6789" formatCode="0.0000">
                  <c:v>4.5599999999999996</c:v>
                </c:pt>
                <c:pt idx="6790" formatCode="0.0000">
                  <c:v>4.5608333333333331</c:v>
                </c:pt>
                <c:pt idx="6791" formatCode="0.0000">
                  <c:v>4.5616666666666674</c:v>
                </c:pt>
                <c:pt idx="6792" formatCode="0.0000">
                  <c:v>4.5625</c:v>
                </c:pt>
                <c:pt idx="6793" formatCode="0.0000">
                  <c:v>4.5633333333333335</c:v>
                </c:pt>
                <c:pt idx="6794" formatCode="0.0000">
                  <c:v>4.5641666666666669</c:v>
                </c:pt>
                <c:pt idx="6795" formatCode="0.0000">
                  <c:v>4.5650000000000004</c:v>
                </c:pt>
                <c:pt idx="6796" formatCode="0.0000">
                  <c:v>4.5658333333333339</c:v>
                </c:pt>
                <c:pt idx="6797" formatCode="0.0000">
                  <c:v>4.5666666666666664</c:v>
                </c:pt>
                <c:pt idx="6798" formatCode="0.0000">
                  <c:v>4.5674999999999999</c:v>
                </c:pt>
                <c:pt idx="6799" formatCode="0.0000">
                  <c:v>4.5683333333333334</c:v>
                </c:pt>
                <c:pt idx="6800" formatCode="0.0000">
                  <c:v>4.5691666666666668</c:v>
                </c:pt>
                <c:pt idx="6801" formatCode="0.0000">
                  <c:v>4.57</c:v>
                </c:pt>
                <c:pt idx="6802" formatCode="0.0000">
                  <c:v>4.5708333333333329</c:v>
                </c:pt>
                <c:pt idx="6803" formatCode="0.0000">
                  <c:v>4.5716666666666663</c:v>
                </c:pt>
                <c:pt idx="6804" formatCode="0.0000">
                  <c:v>4.5724999999999998</c:v>
                </c:pt>
                <c:pt idx="6805" formatCode="0.0000">
                  <c:v>4.5733333333333333</c:v>
                </c:pt>
                <c:pt idx="6806" formatCode="0.0000">
                  <c:v>4.5741666666666667</c:v>
                </c:pt>
                <c:pt idx="6807" formatCode="0.0000">
                  <c:v>4.5749999999999993</c:v>
                </c:pt>
                <c:pt idx="6808" formatCode="0.0000">
                  <c:v>4.5758333333333328</c:v>
                </c:pt>
                <c:pt idx="6809" formatCode="0.0000">
                  <c:v>4.5766666666666662</c:v>
                </c:pt>
                <c:pt idx="6810" formatCode="0.0000">
                  <c:v>4.5775000000000006</c:v>
                </c:pt>
                <c:pt idx="6811" formatCode="0.0000">
                  <c:v>4.578333333333334</c:v>
                </c:pt>
                <c:pt idx="6812" formatCode="0.0000">
                  <c:v>4.5791666666666666</c:v>
                </c:pt>
                <c:pt idx="6813" formatCode="0.0000">
                  <c:v>4.58</c:v>
                </c:pt>
                <c:pt idx="6814" formatCode="0.0000">
                  <c:v>4.5808333333333335</c:v>
                </c:pt>
                <c:pt idx="6815" formatCode="0.0000">
                  <c:v>4.581666666666667</c:v>
                </c:pt>
                <c:pt idx="6816" formatCode="0.0000">
                  <c:v>4.5825000000000005</c:v>
                </c:pt>
                <c:pt idx="6817" formatCode="0.0000">
                  <c:v>4.583333333333333</c:v>
                </c:pt>
                <c:pt idx="6818" formatCode="0.0000">
                  <c:v>4.5841666666666665</c:v>
                </c:pt>
                <c:pt idx="6819" formatCode="0.0000">
                  <c:v>4.585</c:v>
                </c:pt>
                <c:pt idx="6820" formatCode="0.0000">
                  <c:v>4.5858333333333334</c:v>
                </c:pt>
                <c:pt idx="6821" formatCode="0.0000">
                  <c:v>4.5866666666666669</c:v>
                </c:pt>
                <c:pt idx="6822" formatCode="0.0000">
                  <c:v>4.5874999999999995</c:v>
                </c:pt>
                <c:pt idx="6823" formatCode="0.0000">
                  <c:v>4.5883333333333329</c:v>
                </c:pt>
                <c:pt idx="6824" formatCode="0.0000">
                  <c:v>4.5891666666666664</c:v>
                </c:pt>
                <c:pt idx="6825" formatCode="0.0000">
                  <c:v>4.59</c:v>
                </c:pt>
                <c:pt idx="6826" formatCode="0.0000">
                  <c:v>4.5908333333333333</c:v>
                </c:pt>
                <c:pt idx="6827" formatCode="0.0000">
                  <c:v>4.5916666666666659</c:v>
                </c:pt>
                <c:pt idx="6828" formatCode="0.0000">
                  <c:v>4.5924999999999994</c:v>
                </c:pt>
                <c:pt idx="6829" formatCode="0.0000">
                  <c:v>4.5933333333333337</c:v>
                </c:pt>
                <c:pt idx="6830" formatCode="0.0000">
                  <c:v>4.5941666666666672</c:v>
                </c:pt>
                <c:pt idx="6831" formatCode="0.0000">
                  <c:v>4.5950000000000006</c:v>
                </c:pt>
                <c:pt idx="6832" formatCode="0.0000">
                  <c:v>4.5958333333333332</c:v>
                </c:pt>
                <c:pt idx="6833" formatCode="0.0000">
                  <c:v>4.5966666666666667</c:v>
                </c:pt>
                <c:pt idx="6834" formatCode="0.0000">
                  <c:v>4.5975000000000001</c:v>
                </c:pt>
                <c:pt idx="6835" formatCode="0.0000">
                  <c:v>4.5983333333333336</c:v>
                </c:pt>
                <c:pt idx="6836" formatCode="0.0000">
                  <c:v>4.5991666666666671</c:v>
                </c:pt>
                <c:pt idx="6837" formatCode="0.0000">
                  <c:v>4.5999999999999996</c:v>
                </c:pt>
                <c:pt idx="6838" formatCode="0.0000">
                  <c:v>4.6008333333333331</c:v>
                </c:pt>
                <c:pt idx="6839" formatCode="0.0000">
                  <c:v>4.6016666666666666</c:v>
                </c:pt>
                <c:pt idx="6840" formatCode="0.0000">
                  <c:v>4.6025</c:v>
                </c:pt>
                <c:pt idx="6841" formatCode="0.0000">
                  <c:v>4.6033333333333335</c:v>
                </c:pt>
                <c:pt idx="6842" formatCode="0.0000">
                  <c:v>4.6041666666666661</c:v>
                </c:pt>
                <c:pt idx="6843" formatCode="0.0000">
                  <c:v>4.6049999999999995</c:v>
                </c:pt>
                <c:pt idx="6844" formatCode="0.0000">
                  <c:v>4.605833333333333</c:v>
                </c:pt>
                <c:pt idx="6845" formatCode="0.0000">
                  <c:v>4.6066666666666665</c:v>
                </c:pt>
                <c:pt idx="6846" formatCode="0.0000">
                  <c:v>4.6074999999999999</c:v>
                </c:pt>
                <c:pt idx="6847" formatCode="0.0000">
                  <c:v>4.6083333333333325</c:v>
                </c:pt>
                <c:pt idx="6848" formatCode="0.0000">
                  <c:v>4.6091666666666669</c:v>
                </c:pt>
                <c:pt idx="6849" formatCode="0.0000">
                  <c:v>4.6100000000000003</c:v>
                </c:pt>
                <c:pt idx="6850" formatCode="0.0000">
                  <c:v>4.6108333333333338</c:v>
                </c:pt>
                <c:pt idx="6851" formatCode="0.0000">
                  <c:v>4.6116666666666672</c:v>
                </c:pt>
                <c:pt idx="6852" formatCode="0.0000">
                  <c:v>4.6124999999999998</c:v>
                </c:pt>
                <c:pt idx="6853" formatCode="0.0000">
                  <c:v>4.6133333333333333</c:v>
                </c:pt>
                <c:pt idx="6854" formatCode="0.0000">
                  <c:v>4.6141666666666667</c:v>
                </c:pt>
                <c:pt idx="6855" formatCode="0.0000">
                  <c:v>4.6150000000000002</c:v>
                </c:pt>
                <c:pt idx="6856" formatCode="0.0000">
                  <c:v>4.6158333333333337</c:v>
                </c:pt>
                <c:pt idx="6857" formatCode="0.0000">
                  <c:v>4.6166666666666663</c:v>
                </c:pt>
                <c:pt idx="6858" formatCode="0.0000">
                  <c:v>4.6174999999999997</c:v>
                </c:pt>
                <c:pt idx="6859" formatCode="0.0000">
                  <c:v>4.6183333333333332</c:v>
                </c:pt>
                <c:pt idx="6860" formatCode="0.0000">
                  <c:v>4.6191666666666666</c:v>
                </c:pt>
                <c:pt idx="6861" formatCode="0.0000">
                  <c:v>4.62</c:v>
                </c:pt>
                <c:pt idx="6862" formatCode="0.0000">
                  <c:v>4.6208333333333327</c:v>
                </c:pt>
                <c:pt idx="6863" formatCode="0.0000">
                  <c:v>4.6216666666666661</c:v>
                </c:pt>
                <c:pt idx="6864" formatCode="0.0000">
                  <c:v>4.6224999999999996</c:v>
                </c:pt>
                <c:pt idx="6865" formatCode="0.0000">
                  <c:v>4.6233333333333331</c:v>
                </c:pt>
                <c:pt idx="6866" formatCode="0.0000">
                  <c:v>4.6241666666666674</c:v>
                </c:pt>
                <c:pt idx="6867" formatCode="0.0000">
                  <c:v>4.625</c:v>
                </c:pt>
                <c:pt idx="6868" formatCode="0.0000">
                  <c:v>4.6258333333333335</c:v>
                </c:pt>
                <c:pt idx="6869" formatCode="0.0000">
                  <c:v>4.6266666666666669</c:v>
                </c:pt>
                <c:pt idx="6870" formatCode="0.0000">
                  <c:v>4.6275000000000004</c:v>
                </c:pt>
                <c:pt idx="6871" formatCode="0.0000">
                  <c:v>4.6283333333333339</c:v>
                </c:pt>
                <c:pt idx="6872" formatCode="0.0000">
                  <c:v>4.6291666666666664</c:v>
                </c:pt>
                <c:pt idx="6873" formatCode="0.0000">
                  <c:v>4.63</c:v>
                </c:pt>
                <c:pt idx="6874" formatCode="0.0000">
                  <c:v>4.6308333333333334</c:v>
                </c:pt>
                <c:pt idx="6875" formatCode="0.0000">
                  <c:v>4.6316666666666668</c:v>
                </c:pt>
                <c:pt idx="6876" formatCode="0.0000">
                  <c:v>4.6325000000000003</c:v>
                </c:pt>
                <c:pt idx="6877" formatCode="0.0000">
                  <c:v>4.6333333333333329</c:v>
                </c:pt>
                <c:pt idx="6878" formatCode="0.0000">
                  <c:v>4.6341666666666663</c:v>
                </c:pt>
                <c:pt idx="6879" formatCode="0.0000">
                  <c:v>4.6349999999999998</c:v>
                </c:pt>
                <c:pt idx="6880" formatCode="0.0000">
                  <c:v>4.6358333333333333</c:v>
                </c:pt>
                <c:pt idx="6881" formatCode="0.0000">
                  <c:v>4.6366666666666667</c:v>
                </c:pt>
                <c:pt idx="6882" formatCode="0.0000">
                  <c:v>4.6374999999999993</c:v>
                </c:pt>
                <c:pt idx="6883" formatCode="0.0000">
                  <c:v>4.6383333333333328</c:v>
                </c:pt>
                <c:pt idx="6884" formatCode="0.0000">
                  <c:v>4.6391666666666662</c:v>
                </c:pt>
                <c:pt idx="6885" formatCode="0.0000">
                  <c:v>4.6400000000000006</c:v>
                </c:pt>
                <c:pt idx="6886" formatCode="0.0000">
                  <c:v>4.640833333333334</c:v>
                </c:pt>
                <c:pt idx="6887" formatCode="0.0000">
                  <c:v>4.6416666666666666</c:v>
                </c:pt>
                <c:pt idx="6888" formatCode="0.0000">
                  <c:v>4.6425000000000001</c:v>
                </c:pt>
                <c:pt idx="6889" formatCode="0.0000">
                  <c:v>4.6433333333333335</c:v>
                </c:pt>
                <c:pt idx="6890" formatCode="0.0000">
                  <c:v>4.644166666666667</c:v>
                </c:pt>
                <c:pt idx="6891" formatCode="0.0000">
                  <c:v>4.6450000000000005</c:v>
                </c:pt>
                <c:pt idx="6892" formatCode="0.0000">
                  <c:v>4.645833333333333</c:v>
                </c:pt>
                <c:pt idx="6893" formatCode="0.0000">
                  <c:v>4.6466666666666665</c:v>
                </c:pt>
                <c:pt idx="6894" formatCode="0.0000">
                  <c:v>4.6475</c:v>
                </c:pt>
                <c:pt idx="6895" formatCode="0.0000">
                  <c:v>4.6483333333333334</c:v>
                </c:pt>
                <c:pt idx="6896" formatCode="0.0000">
                  <c:v>4.6491666666666669</c:v>
                </c:pt>
                <c:pt idx="6897" formatCode="0.0000">
                  <c:v>4.6499999999999995</c:v>
                </c:pt>
                <c:pt idx="6898" formatCode="0.0000">
                  <c:v>4.6508333333333329</c:v>
                </c:pt>
                <c:pt idx="6899" formatCode="0.0000">
                  <c:v>4.6516666666666664</c:v>
                </c:pt>
                <c:pt idx="6900" formatCode="0.0000">
                  <c:v>4.6524999999999999</c:v>
                </c:pt>
                <c:pt idx="6901" formatCode="0.0000">
                  <c:v>4.6533333333333333</c:v>
                </c:pt>
                <c:pt idx="6902" formatCode="0.0000">
                  <c:v>4.6541666666666659</c:v>
                </c:pt>
                <c:pt idx="6903" formatCode="0.0000">
                  <c:v>4.6549999999999994</c:v>
                </c:pt>
                <c:pt idx="6904" formatCode="0.0000">
                  <c:v>4.6558333333333337</c:v>
                </c:pt>
                <c:pt idx="6905" formatCode="0.0000">
                  <c:v>4.6566666666666672</c:v>
                </c:pt>
                <c:pt idx="6906" formatCode="0.0000">
                  <c:v>4.6575000000000006</c:v>
                </c:pt>
                <c:pt idx="6907" formatCode="0.0000">
                  <c:v>4.6583333333333332</c:v>
                </c:pt>
                <c:pt idx="6908" formatCode="0.0000">
                  <c:v>4.6591666666666667</c:v>
                </c:pt>
                <c:pt idx="6909" formatCode="0.0000">
                  <c:v>4.66</c:v>
                </c:pt>
                <c:pt idx="6910" formatCode="0.0000">
                  <c:v>4.6608333333333336</c:v>
                </c:pt>
                <c:pt idx="6911" formatCode="0.0000">
                  <c:v>4.6616666666666671</c:v>
                </c:pt>
                <c:pt idx="6912" formatCode="0.0000">
                  <c:v>4.6624999999999996</c:v>
                </c:pt>
                <c:pt idx="6913" formatCode="0.0000">
                  <c:v>4.6633333333333331</c:v>
                </c:pt>
                <c:pt idx="6914" formatCode="0.0000">
                  <c:v>4.6641666666666666</c:v>
                </c:pt>
                <c:pt idx="6915" formatCode="0.0000">
                  <c:v>4.665</c:v>
                </c:pt>
                <c:pt idx="6916" formatCode="0.0000">
                  <c:v>4.6658333333333335</c:v>
                </c:pt>
                <c:pt idx="6917" formatCode="0.0000">
                  <c:v>4.6666666666666661</c:v>
                </c:pt>
                <c:pt idx="6918" formatCode="0.0000">
                  <c:v>4.6674999999999995</c:v>
                </c:pt>
                <c:pt idx="6919" formatCode="0.0000">
                  <c:v>4.668333333333333</c:v>
                </c:pt>
                <c:pt idx="6920" formatCode="0.0000">
                  <c:v>4.6691666666666665</c:v>
                </c:pt>
                <c:pt idx="6921" formatCode="0.0000">
                  <c:v>4.67</c:v>
                </c:pt>
                <c:pt idx="6922" formatCode="0.0000">
                  <c:v>4.6708333333333325</c:v>
                </c:pt>
                <c:pt idx="6923" formatCode="0.0000">
                  <c:v>4.6716666666666669</c:v>
                </c:pt>
                <c:pt idx="6924" formatCode="0.0000">
                  <c:v>4.6725000000000003</c:v>
                </c:pt>
                <c:pt idx="6925" formatCode="0.0000">
                  <c:v>4.6733333333333338</c:v>
                </c:pt>
                <c:pt idx="6926" formatCode="0.0000">
                  <c:v>4.6741666666666672</c:v>
                </c:pt>
                <c:pt idx="6927" formatCode="0.0000">
                  <c:v>4.6749999999999998</c:v>
                </c:pt>
                <c:pt idx="6928" formatCode="0.0000">
                  <c:v>4.6758333333333333</c:v>
                </c:pt>
                <c:pt idx="6929" formatCode="0.0000">
                  <c:v>4.6766666666666667</c:v>
                </c:pt>
                <c:pt idx="6930" formatCode="0.0000">
                  <c:v>4.6775000000000002</c:v>
                </c:pt>
                <c:pt idx="6931" formatCode="0.0000">
                  <c:v>4.6783333333333337</c:v>
                </c:pt>
                <c:pt idx="6932" formatCode="0.0000">
                  <c:v>4.6791666666666663</c:v>
                </c:pt>
                <c:pt idx="6933" formatCode="0.0000">
                  <c:v>4.68</c:v>
                </c:pt>
                <c:pt idx="6934" formatCode="0.0000">
                  <c:v>4.6808333333333332</c:v>
                </c:pt>
                <c:pt idx="6935" formatCode="0.0000">
                  <c:v>4.6816666666666666</c:v>
                </c:pt>
                <c:pt idx="6936" formatCode="0.0000">
                  <c:v>4.6825000000000001</c:v>
                </c:pt>
                <c:pt idx="6937" formatCode="0.0000">
                  <c:v>4.6833333333333327</c:v>
                </c:pt>
                <c:pt idx="6938" formatCode="0.0000">
                  <c:v>4.6841666666666661</c:v>
                </c:pt>
                <c:pt idx="6939" formatCode="0.0000">
                  <c:v>4.6849999999999996</c:v>
                </c:pt>
                <c:pt idx="6940" formatCode="0.0000">
                  <c:v>4.6858333333333331</c:v>
                </c:pt>
                <c:pt idx="6941" formatCode="0.0000">
                  <c:v>4.6866666666666674</c:v>
                </c:pt>
                <c:pt idx="6942" formatCode="0.0000">
                  <c:v>4.6875</c:v>
                </c:pt>
                <c:pt idx="6943" formatCode="0.0000">
                  <c:v>4.6883333333333335</c:v>
                </c:pt>
                <c:pt idx="6944" formatCode="0.0000">
                  <c:v>4.6891666666666669</c:v>
                </c:pt>
                <c:pt idx="6945" formatCode="0.0000">
                  <c:v>4.6900000000000004</c:v>
                </c:pt>
                <c:pt idx="6946" formatCode="0.0000">
                  <c:v>4.6908333333333339</c:v>
                </c:pt>
                <c:pt idx="6947" formatCode="0.0000">
                  <c:v>4.6916666666666664</c:v>
                </c:pt>
                <c:pt idx="6948" formatCode="0.0000">
                  <c:v>4.6924999999999999</c:v>
                </c:pt>
                <c:pt idx="6949" formatCode="0.0000">
                  <c:v>4.6933333333333334</c:v>
                </c:pt>
                <c:pt idx="6950" formatCode="0.0000">
                  <c:v>4.6941666666666668</c:v>
                </c:pt>
                <c:pt idx="6951" formatCode="0.0000">
                  <c:v>4.6950000000000003</c:v>
                </c:pt>
                <c:pt idx="6952" formatCode="0.0000">
                  <c:v>4.6958333333333329</c:v>
                </c:pt>
                <c:pt idx="6953" formatCode="0.0000">
                  <c:v>4.6966666666666663</c:v>
                </c:pt>
                <c:pt idx="6954" formatCode="0.0000">
                  <c:v>4.6974999999999998</c:v>
                </c:pt>
                <c:pt idx="6955" formatCode="0.0000">
                  <c:v>4.6983333333333333</c:v>
                </c:pt>
                <c:pt idx="6956" formatCode="0.0000">
                  <c:v>4.6991666666666667</c:v>
                </c:pt>
                <c:pt idx="6957" formatCode="0.0000">
                  <c:v>4.6999999999999993</c:v>
                </c:pt>
                <c:pt idx="6958" formatCode="0.0000">
                  <c:v>4.7008333333333328</c:v>
                </c:pt>
                <c:pt idx="6959" formatCode="0.0000">
                  <c:v>4.7016666666666662</c:v>
                </c:pt>
                <c:pt idx="6960" formatCode="0.0000">
                  <c:v>4.7025000000000006</c:v>
                </c:pt>
                <c:pt idx="6961" formatCode="0.0000">
                  <c:v>4.703333333333334</c:v>
                </c:pt>
                <c:pt idx="6962" formatCode="0.0000">
                  <c:v>4.7041666666666666</c:v>
                </c:pt>
                <c:pt idx="6963" formatCode="0.0000">
                  <c:v>4.7050000000000001</c:v>
                </c:pt>
                <c:pt idx="6964" formatCode="0.0000">
                  <c:v>4.7058333333333335</c:v>
                </c:pt>
                <c:pt idx="6965" formatCode="0.0000">
                  <c:v>4.706666666666667</c:v>
                </c:pt>
                <c:pt idx="6966" formatCode="0.0000">
                  <c:v>4.7075000000000005</c:v>
                </c:pt>
                <c:pt idx="6967" formatCode="0.0000">
                  <c:v>4.708333333333333</c:v>
                </c:pt>
                <c:pt idx="6968" formatCode="0.0000">
                  <c:v>4.7091666666666665</c:v>
                </c:pt>
                <c:pt idx="6969" formatCode="0.0000">
                  <c:v>4.71</c:v>
                </c:pt>
                <c:pt idx="6970" formatCode="0.0000">
                  <c:v>4.7108333333333334</c:v>
                </c:pt>
                <c:pt idx="6971" formatCode="0.0000">
                  <c:v>4.7116666666666669</c:v>
                </c:pt>
                <c:pt idx="6972" formatCode="0.0000">
                  <c:v>4.7124999999999995</c:v>
                </c:pt>
                <c:pt idx="6973" formatCode="0.0000">
                  <c:v>4.7133333333333329</c:v>
                </c:pt>
                <c:pt idx="6974" formatCode="0.0000">
                  <c:v>4.7141666666666664</c:v>
                </c:pt>
                <c:pt idx="6975" formatCode="0.0000">
                  <c:v>4.7149999999999999</c:v>
                </c:pt>
                <c:pt idx="6976" formatCode="0.0000">
                  <c:v>4.7158333333333333</c:v>
                </c:pt>
                <c:pt idx="6977" formatCode="0.0000">
                  <c:v>4.7166666666666659</c:v>
                </c:pt>
                <c:pt idx="6978" formatCode="0.0000">
                  <c:v>4.7174999999999994</c:v>
                </c:pt>
                <c:pt idx="6979" formatCode="0.0000">
                  <c:v>4.7183333333333337</c:v>
                </c:pt>
                <c:pt idx="6980" formatCode="0.0000">
                  <c:v>4.7191666666666672</c:v>
                </c:pt>
                <c:pt idx="6981" formatCode="0.0000">
                  <c:v>4.7200000000000006</c:v>
                </c:pt>
                <c:pt idx="6982" formatCode="0.0000">
                  <c:v>4.7208333333333332</c:v>
                </c:pt>
                <c:pt idx="6983" formatCode="0.0000">
                  <c:v>4.7216666666666667</c:v>
                </c:pt>
                <c:pt idx="6984" formatCode="0.0000">
                  <c:v>4.7225000000000001</c:v>
                </c:pt>
                <c:pt idx="6985" formatCode="0.0000">
                  <c:v>4.7233333333333336</c:v>
                </c:pt>
                <c:pt idx="6986" formatCode="0.0000">
                  <c:v>4.7241666666666671</c:v>
                </c:pt>
                <c:pt idx="6987" formatCode="0.0000">
                  <c:v>4.7249999999999996</c:v>
                </c:pt>
                <c:pt idx="6988" formatCode="0.0000">
                  <c:v>4.7258333333333331</c:v>
                </c:pt>
                <c:pt idx="6989" formatCode="0.0000">
                  <c:v>4.7266666666666666</c:v>
                </c:pt>
                <c:pt idx="6990" formatCode="0.0000">
                  <c:v>4.7275</c:v>
                </c:pt>
                <c:pt idx="6991" formatCode="0.0000">
                  <c:v>4.7283333333333335</c:v>
                </c:pt>
                <c:pt idx="6992" formatCode="0.0000">
                  <c:v>4.7291666666666661</c:v>
                </c:pt>
                <c:pt idx="6993" formatCode="0.0000">
                  <c:v>4.7299999999999995</c:v>
                </c:pt>
                <c:pt idx="6994" formatCode="0.0000">
                  <c:v>4.730833333333333</c:v>
                </c:pt>
                <c:pt idx="6995" formatCode="0.0000">
                  <c:v>4.7316666666666665</c:v>
                </c:pt>
                <c:pt idx="6996" formatCode="0.0000">
                  <c:v>4.7324999999999999</c:v>
                </c:pt>
                <c:pt idx="6997" formatCode="0.0000">
                  <c:v>4.7333333333333325</c:v>
                </c:pt>
                <c:pt idx="6998" formatCode="0.0000">
                  <c:v>4.7341666666666669</c:v>
                </c:pt>
                <c:pt idx="6999" formatCode="0.0000">
                  <c:v>4.7350000000000003</c:v>
                </c:pt>
                <c:pt idx="7000" formatCode="0.0000">
                  <c:v>4.7358333333333338</c:v>
                </c:pt>
                <c:pt idx="7001" formatCode="0.0000">
                  <c:v>4.7366666666666672</c:v>
                </c:pt>
                <c:pt idx="7002" formatCode="0.0000">
                  <c:v>4.7374999999999998</c:v>
                </c:pt>
                <c:pt idx="7003" formatCode="0.0000">
                  <c:v>4.7383333333333333</c:v>
                </c:pt>
                <c:pt idx="7004" formatCode="0.0000">
                  <c:v>4.7391666666666667</c:v>
                </c:pt>
                <c:pt idx="7005" formatCode="0.0000">
                  <c:v>4.74</c:v>
                </c:pt>
                <c:pt idx="7006" formatCode="0.0000">
                  <c:v>4.7408333333333337</c:v>
                </c:pt>
                <c:pt idx="7007" formatCode="0.0000">
                  <c:v>4.7416666666666663</c:v>
                </c:pt>
                <c:pt idx="7008" formatCode="0.0000">
                  <c:v>4.7424999999999997</c:v>
                </c:pt>
                <c:pt idx="7009" formatCode="0.0000">
                  <c:v>4.7433333333333332</c:v>
                </c:pt>
                <c:pt idx="7010" formatCode="0.0000">
                  <c:v>4.7441666666666666</c:v>
                </c:pt>
                <c:pt idx="7011" formatCode="0.0000">
                  <c:v>4.7450000000000001</c:v>
                </c:pt>
                <c:pt idx="7012" formatCode="0.0000">
                  <c:v>4.7458333333333327</c:v>
                </c:pt>
                <c:pt idx="7013" formatCode="0.0000">
                  <c:v>4.7466666666666661</c:v>
                </c:pt>
                <c:pt idx="7014" formatCode="0.0000">
                  <c:v>4.7474999999999996</c:v>
                </c:pt>
                <c:pt idx="7015" formatCode="0.0000">
                  <c:v>4.7483333333333331</c:v>
                </c:pt>
                <c:pt idx="7016" formatCode="0.0000">
                  <c:v>4.7491666666666674</c:v>
                </c:pt>
                <c:pt idx="7017" formatCode="0.0000">
                  <c:v>4.75</c:v>
                </c:pt>
                <c:pt idx="7018" formatCode="0.0000">
                  <c:v>4.7508333333333335</c:v>
                </c:pt>
                <c:pt idx="7019" formatCode="0.0000">
                  <c:v>4.7516666666666669</c:v>
                </c:pt>
                <c:pt idx="7020" formatCode="0.0000">
                  <c:v>4.7525000000000004</c:v>
                </c:pt>
                <c:pt idx="7021" formatCode="0.0000">
                  <c:v>4.7533333333333339</c:v>
                </c:pt>
                <c:pt idx="7022" formatCode="0.0000">
                  <c:v>4.7541666666666664</c:v>
                </c:pt>
                <c:pt idx="7023" formatCode="0.0000">
                  <c:v>4.7549999999999999</c:v>
                </c:pt>
                <c:pt idx="7024" formatCode="0.0000">
                  <c:v>4.7558333333333334</c:v>
                </c:pt>
                <c:pt idx="7025" formatCode="0.0000">
                  <c:v>4.7566666666666668</c:v>
                </c:pt>
                <c:pt idx="7026" formatCode="0.0000">
                  <c:v>4.7575000000000003</c:v>
                </c:pt>
                <c:pt idx="7027" formatCode="0.0000">
                  <c:v>4.7583333333333329</c:v>
                </c:pt>
                <c:pt idx="7028" formatCode="0.0000">
                  <c:v>4.7591666666666663</c:v>
                </c:pt>
                <c:pt idx="7029" formatCode="0.0000">
                  <c:v>4.76</c:v>
                </c:pt>
                <c:pt idx="7030" formatCode="0.0000">
                  <c:v>4.7608333333333333</c:v>
                </c:pt>
                <c:pt idx="7031" formatCode="0.0000">
                  <c:v>4.7616666666666667</c:v>
                </c:pt>
                <c:pt idx="7032" formatCode="0.0000">
                  <c:v>4.7624999999999993</c:v>
                </c:pt>
                <c:pt idx="7033" formatCode="0.0000">
                  <c:v>4.7633333333333328</c:v>
                </c:pt>
                <c:pt idx="7034" formatCode="0.0000">
                  <c:v>4.7641666666666662</c:v>
                </c:pt>
                <c:pt idx="7035" formatCode="0.0000">
                  <c:v>4.7650000000000006</c:v>
                </c:pt>
                <c:pt idx="7036" formatCode="0.0000">
                  <c:v>4.765833333333334</c:v>
                </c:pt>
                <c:pt idx="7037" formatCode="0.0000">
                  <c:v>4.7666666666666666</c:v>
                </c:pt>
                <c:pt idx="7038" formatCode="0.0000">
                  <c:v>4.7675000000000001</c:v>
                </c:pt>
                <c:pt idx="7039" formatCode="0.0000">
                  <c:v>4.7683333333333335</c:v>
                </c:pt>
                <c:pt idx="7040" formatCode="0.0000">
                  <c:v>4.769166666666667</c:v>
                </c:pt>
                <c:pt idx="7041" formatCode="0.0000">
                  <c:v>4.7700000000000005</c:v>
                </c:pt>
                <c:pt idx="7042" formatCode="0.0000">
                  <c:v>4.770833333333333</c:v>
                </c:pt>
                <c:pt idx="7043" formatCode="0.0000">
                  <c:v>4.7716666666666665</c:v>
                </c:pt>
                <c:pt idx="7044" formatCode="0.0000">
                  <c:v>4.7725</c:v>
                </c:pt>
                <c:pt idx="7045" formatCode="0.0000">
                  <c:v>4.7733333333333334</c:v>
                </c:pt>
                <c:pt idx="7046" formatCode="0.0000">
                  <c:v>4.7741666666666669</c:v>
                </c:pt>
                <c:pt idx="7047" formatCode="0.0000">
                  <c:v>4.7749999999999995</c:v>
                </c:pt>
                <c:pt idx="7048" formatCode="0.0000">
                  <c:v>4.7758333333333329</c:v>
                </c:pt>
                <c:pt idx="7049" formatCode="0.0000">
                  <c:v>4.7766666666666664</c:v>
                </c:pt>
                <c:pt idx="7050" formatCode="0.0000">
                  <c:v>4.7774999999999999</c:v>
                </c:pt>
                <c:pt idx="7051" formatCode="0.0000">
                  <c:v>4.7783333333333333</c:v>
                </c:pt>
                <c:pt idx="7052" formatCode="0.0000">
                  <c:v>4.7791666666666659</c:v>
                </c:pt>
                <c:pt idx="7053" formatCode="0.0000">
                  <c:v>4.7799999999999994</c:v>
                </c:pt>
                <c:pt idx="7054" formatCode="0.0000">
                  <c:v>4.7808333333333337</c:v>
                </c:pt>
                <c:pt idx="7055" formatCode="0.0000">
                  <c:v>4.7816666666666672</c:v>
                </c:pt>
                <c:pt idx="7056" formatCode="0.0000">
                  <c:v>4.7825000000000006</c:v>
                </c:pt>
                <c:pt idx="7057" formatCode="0.0000">
                  <c:v>4.7833333333333332</c:v>
                </c:pt>
                <c:pt idx="7058" formatCode="0.0000">
                  <c:v>4.7841666666666667</c:v>
                </c:pt>
                <c:pt idx="7059" formatCode="0.0000">
                  <c:v>4.7850000000000001</c:v>
                </c:pt>
                <c:pt idx="7060" formatCode="0.0000">
                  <c:v>4.7858333333333336</c:v>
                </c:pt>
                <c:pt idx="7061" formatCode="0.0000">
                  <c:v>4.7866666666666671</c:v>
                </c:pt>
                <c:pt idx="7062" formatCode="0.0000">
                  <c:v>4.7874999999999996</c:v>
                </c:pt>
                <c:pt idx="7063" formatCode="0.0000">
                  <c:v>4.7883333333333331</c:v>
                </c:pt>
                <c:pt idx="7064" formatCode="0.0000">
                  <c:v>4.7891666666666666</c:v>
                </c:pt>
                <c:pt idx="7065" formatCode="0.0000">
                  <c:v>4.79</c:v>
                </c:pt>
                <c:pt idx="7066" formatCode="0.0000">
                  <c:v>4.7908333333333335</c:v>
                </c:pt>
                <c:pt idx="7067" formatCode="0.0000">
                  <c:v>4.7916666666666661</c:v>
                </c:pt>
                <c:pt idx="7068" formatCode="0.0000">
                  <c:v>4.7924999999999995</c:v>
                </c:pt>
                <c:pt idx="7069" formatCode="0.0000">
                  <c:v>4.793333333333333</c:v>
                </c:pt>
                <c:pt idx="7070" formatCode="0.0000">
                  <c:v>4.7941666666666665</c:v>
                </c:pt>
                <c:pt idx="7071" formatCode="0.0000">
                  <c:v>4.7949999999999999</c:v>
                </c:pt>
                <c:pt idx="7072" formatCode="0.0000">
                  <c:v>4.7958333333333325</c:v>
                </c:pt>
                <c:pt idx="7073" formatCode="0.0000">
                  <c:v>4.7966666666666669</c:v>
                </c:pt>
                <c:pt idx="7074" formatCode="0.0000">
                  <c:v>4.7975000000000003</c:v>
                </c:pt>
                <c:pt idx="7075" formatCode="0.0000">
                  <c:v>4.7983333333333338</c:v>
                </c:pt>
                <c:pt idx="7076" formatCode="0.0000">
                  <c:v>4.7991666666666672</c:v>
                </c:pt>
                <c:pt idx="7077" formatCode="0.0000">
                  <c:v>4.8</c:v>
                </c:pt>
                <c:pt idx="7078" formatCode="0.0000">
                  <c:v>4.8008333333333333</c:v>
                </c:pt>
                <c:pt idx="7079" formatCode="0.0000">
                  <c:v>4.8016666666666667</c:v>
                </c:pt>
                <c:pt idx="7080" formatCode="0.0000">
                  <c:v>4.8025000000000002</c:v>
                </c:pt>
                <c:pt idx="7081" formatCode="0.0000">
                  <c:v>4.8033333333333337</c:v>
                </c:pt>
                <c:pt idx="7082" formatCode="0.0000">
                  <c:v>4.8041666666666663</c:v>
                </c:pt>
                <c:pt idx="7083" formatCode="0.0000">
                  <c:v>4.8049999999999997</c:v>
                </c:pt>
                <c:pt idx="7084" formatCode="0.0000">
                  <c:v>4.8058333333333332</c:v>
                </c:pt>
                <c:pt idx="7085" formatCode="0.0000">
                  <c:v>4.8066666666666666</c:v>
                </c:pt>
                <c:pt idx="7086" formatCode="0.0000">
                  <c:v>4.8075000000000001</c:v>
                </c:pt>
                <c:pt idx="7087" formatCode="0.0000">
                  <c:v>4.8083333333333327</c:v>
                </c:pt>
                <c:pt idx="7088" formatCode="0.0000">
                  <c:v>4.8091666666666661</c:v>
                </c:pt>
                <c:pt idx="7089" formatCode="0.0000">
                  <c:v>4.8099999999999996</c:v>
                </c:pt>
                <c:pt idx="7090" formatCode="0.0000">
                  <c:v>4.8108333333333331</c:v>
                </c:pt>
                <c:pt idx="7091" formatCode="0.0000">
                  <c:v>4.8116666666666674</c:v>
                </c:pt>
                <c:pt idx="7092" formatCode="0.0000">
                  <c:v>4.8125</c:v>
                </c:pt>
                <c:pt idx="7093" formatCode="0.0000">
                  <c:v>4.8133333333333335</c:v>
                </c:pt>
                <c:pt idx="7094" formatCode="0.0000">
                  <c:v>4.8141666666666669</c:v>
                </c:pt>
                <c:pt idx="7095" formatCode="0.0000">
                  <c:v>4.8150000000000004</c:v>
                </c:pt>
                <c:pt idx="7096" formatCode="0.0000">
                  <c:v>4.8158333333333339</c:v>
                </c:pt>
                <c:pt idx="7097" formatCode="0.0000">
                  <c:v>4.8166666666666664</c:v>
                </c:pt>
                <c:pt idx="7098" formatCode="0.0000">
                  <c:v>4.8174999999999999</c:v>
                </c:pt>
                <c:pt idx="7099" formatCode="0.0000">
                  <c:v>4.8183333333333334</c:v>
                </c:pt>
                <c:pt idx="7100" formatCode="0.0000">
                  <c:v>4.8191666666666668</c:v>
                </c:pt>
                <c:pt idx="7101" formatCode="0.0000">
                  <c:v>4.82</c:v>
                </c:pt>
                <c:pt idx="7102" formatCode="0.0000">
                  <c:v>4.8208333333333329</c:v>
                </c:pt>
                <c:pt idx="7103" formatCode="0.0000">
                  <c:v>4.8216666666666663</c:v>
                </c:pt>
                <c:pt idx="7104" formatCode="0.0000">
                  <c:v>4.8224999999999998</c:v>
                </c:pt>
                <c:pt idx="7105" formatCode="0.0000">
                  <c:v>4.8233333333333333</c:v>
                </c:pt>
                <c:pt idx="7106" formatCode="0.0000">
                  <c:v>4.8241666666666667</c:v>
                </c:pt>
                <c:pt idx="7107" formatCode="0.0000">
                  <c:v>4.8249999999999993</c:v>
                </c:pt>
                <c:pt idx="7108" formatCode="0.0000">
                  <c:v>4.8258333333333328</c:v>
                </c:pt>
                <c:pt idx="7109" formatCode="0.0000">
                  <c:v>4.8266666666666662</c:v>
                </c:pt>
                <c:pt idx="7110" formatCode="0.0000">
                  <c:v>4.8275000000000006</c:v>
                </c:pt>
                <c:pt idx="7111" formatCode="0.0000">
                  <c:v>4.828333333333334</c:v>
                </c:pt>
                <c:pt idx="7112" formatCode="0.0000">
                  <c:v>4.8291666666666666</c:v>
                </c:pt>
                <c:pt idx="7113" formatCode="0.0000">
                  <c:v>4.83</c:v>
                </c:pt>
                <c:pt idx="7114" formatCode="0.0000">
                  <c:v>4.8308333333333335</c:v>
                </c:pt>
                <c:pt idx="7115" formatCode="0.0000">
                  <c:v>4.831666666666667</c:v>
                </c:pt>
                <c:pt idx="7116" formatCode="0.0000">
                  <c:v>4.8325000000000005</c:v>
                </c:pt>
                <c:pt idx="7117" formatCode="0.0000">
                  <c:v>4.833333333333333</c:v>
                </c:pt>
                <c:pt idx="7118" formatCode="0.0000">
                  <c:v>4.8341666666666665</c:v>
                </c:pt>
                <c:pt idx="7119" formatCode="0.0000">
                  <c:v>4.835</c:v>
                </c:pt>
                <c:pt idx="7120" formatCode="0.0000">
                  <c:v>4.8358333333333334</c:v>
                </c:pt>
                <c:pt idx="7121" formatCode="0.0000">
                  <c:v>4.8366666666666669</c:v>
                </c:pt>
                <c:pt idx="7122" formatCode="0.0000">
                  <c:v>4.8374999999999995</c:v>
                </c:pt>
                <c:pt idx="7123" formatCode="0.0000">
                  <c:v>4.8383333333333329</c:v>
                </c:pt>
                <c:pt idx="7124" formatCode="0.0000">
                  <c:v>4.8391666666666664</c:v>
                </c:pt>
                <c:pt idx="7125" formatCode="0.0000">
                  <c:v>4.84</c:v>
                </c:pt>
                <c:pt idx="7126" formatCode="0.0000">
                  <c:v>4.8408333333333333</c:v>
                </c:pt>
                <c:pt idx="7127" formatCode="0.0000">
                  <c:v>4.8416666666666659</c:v>
                </c:pt>
                <c:pt idx="7128" formatCode="0.0000">
                  <c:v>4.8424999999999994</c:v>
                </c:pt>
                <c:pt idx="7129" formatCode="0.0000">
                  <c:v>4.8433333333333337</c:v>
                </c:pt>
                <c:pt idx="7130" formatCode="0.0000">
                  <c:v>4.8441666666666672</c:v>
                </c:pt>
                <c:pt idx="7131" formatCode="0.0000">
                  <c:v>4.8450000000000006</c:v>
                </c:pt>
                <c:pt idx="7132" formatCode="0.0000">
                  <c:v>4.8458333333333332</c:v>
                </c:pt>
                <c:pt idx="7133" formatCode="0.0000">
                  <c:v>4.8466666666666667</c:v>
                </c:pt>
                <c:pt idx="7134" formatCode="0.0000">
                  <c:v>4.8475000000000001</c:v>
                </c:pt>
                <c:pt idx="7135" formatCode="0.0000">
                  <c:v>4.8483333333333336</c:v>
                </c:pt>
                <c:pt idx="7136" formatCode="0.0000">
                  <c:v>4.8491666666666671</c:v>
                </c:pt>
                <c:pt idx="7137" formatCode="0.0000">
                  <c:v>4.8499999999999996</c:v>
                </c:pt>
                <c:pt idx="7138" formatCode="0.0000">
                  <c:v>4.8508333333333331</c:v>
                </c:pt>
                <c:pt idx="7139" formatCode="0.0000">
                  <c:v>4.8516666666666666</c:v>
                </c:pt>
                <c:pt idx="7140" formatCode="0.0000">
                  <c:v>4.8525</c:v>
                </c:pt>
                <c:pt idx="7141" formatCode="0.0000">
                  <c:v>4.8533333333333335</c:v>
                </c:pt>
                <c:pt idx="7142" formatCode="0.0000">
                  <c:v>4.8541666666666661</c:v>
                </c:pt>
                <c:pt idx="7143" formatCode="0.0000">
                  <c:v>4.8549999999999995</c:v>
                </c:pt>
                <c:pt idx="7144" formatCode="0.0000">
                  <c:v>4.855833333333333</c:v>
                </c:pt>
                <c:pt idx="7145" formatCode="0.0000">
                  <c:v>4.8566666666666665</c:v>
                </c:pt>
                <c:pt idx="7146" formatCode="0.0000">
                  <c:v>4.8574999999999999</c:v>
                </c:pt>
                <c:pt idx="7147" formatCode="0.0000">
                  <c:v>4.8583333333333325</c:v>
                </c:pt>
                <c:pt idx="7148" formatCode="0.0000">
                  <c:v>4.8591666666666669</c:v>
                </c:pt>
                <c:pt idx="7149" formatCode="0.0000">
                  <c:v>4.8600000000000003</c:v>
                </c:pt>
                <c:pt idx="7150" formatCode="0.0000">
                  <c:v>4.8608333333333338</c:v>
                </c:pt>
                <c:pt idx="7151" formatCode="0.0000">
                  <c:v>4.8616666666666672</c:v>
                </c:pt>
                <c:pt idx="7152" formatCode="0.0000">
                  <c:v>4.8624999999999998</c:v>
                </c:pt>
                <c:pt idx="7153" formatCode="0.0000">
                  <c:v>4.8633333333333333</c:v>
                </c:pt>
                <c:pt idx="7154" formatCode="0.0000">
                  <c:v>4.8641666666666667</c:v>
                </c:pt>
                <c:pt idx="7155" formatCode="0.0000">
                  <c:v>4.8650000000000002</c:v>
                </c:pt>
                <c:pt idx="7156" formatCode="0.0000">
                  <c:v>4.8658333333333337</c:v>
                </c:pt>
                <c:pt idx="7157" formatCode="0.0000">
                  <c:v>4.8666666666666663</c:v>
                </c:pt>
                <c:pt idx="7158" formatCode="0.0000">
                  <c:v>4.8674999999999997</c:v>
                </c:pt>
                <c:pt idx="7159" formatCode="0.0000">
                  <c:v>4.8683333333333332</c:v>
                </c:pt>
                <c:pt idx="7160" formatCode="0.0000">
                  <c:v>4.8691666666666666</c:v>
                </c:pt>
                <c:pt idx="7161" formatCode="0.0000">
                  <c:v>4.87</c:v>
                </c:pt>
                <c:pt idx="7162" formatCode="0.0000">
                  <c:v>4.8708333333333327</c:v>
                </c:pt>
                <c:pt idx="7163" formatCode="0.0000">
                  <c:v>4.8716666666666661</c:v>
                </c:pt>
                <c:pt idx="7164" formatCode="0.0000">
                  <c:v>4.8724999999999996</c:v>
                </c:pt>
                <c:pt idx="7165" formatCode="0.0000">
                  <c:v>4.8733333333333331</c:v>
                </c:pt>
                <c:pt idx="7166" formatCode="0.0000">
                  <c:v>4.8741666666666674</c:v>
                </c:pt>
                <c:pt idx="7167" formatCode="0.0000">
                  <c:v>4.875</c:v>
                </c:pt>
                <c:pt idx="7168" formatCode="0.0000">
                  <c:v>4.8758333333333335</c:v>
                </c:pt>
                <c:pt idx="7169" formatCode="0.0000">
                  <c:v>4.8766666666666669</c:v>
                </c:pt>
                <c:pt idx="7170" formatCode="0.0000">
                  <c:v>4.8775000000000004</c:v>
                </c:pt>
                <c:pt idx="7171" formatCode="0.0000">
                  <c:v>4.8783333333333339</c:v>
                </c:pt>
                <c:pt idx="7172" formatCode="0.0000">
                  <c:v>4.8791666666666664</c:v>
                </c:pt>
                <c:pt idx="7173" formatCode="0.0000">
                  <c:v>4.88</c:v>
                </c:pt>
                <c:pt idx="7174" formatCode="0.0000">
                  <c:v>4.8808333333333334</c:v>
                </c:pt>
                <c:pt idx="7175" formatCode="0.0000">
                  <c:v>4.8816666666666668</c:v>
                </c:pt>
                <c:pt idx="7176" formatCode="0.0000">
                  <c:v>4.8825000000000003</c:v>
                </c:pt>
                <c:pt idx="7177" formatCode="0.0000">
                  <c:v>4.8833333333333329</c:v>
                </c:pt>
                <c:pt idx="7178" formatCode="0.0000">
                  <c:v>4.8841666666666663</c:v>
                </c:pt>
                <c:pt idx="7179" formatCode="0.0000">
                  <c:v>4.8849999999999998</c:v>
                </c:pt>
                <c:pt idx="7180" formatCode="0.0000">
                  <c:v>4.8858333333333333</c:v>
                </c:pt>
                <c:pt idx="7181" formatCode="0.0000">
                  <c:v>4.8866666666666667</c:v>
                </c:pt>
                <c:pt idx="7182" formatCode="0.0000">
                  <c:v>4.8874999999999993</c:v>
                </c:pt>
                <c:pt idx="7183" formatCode="0.0000">
                  <c:v>4.8883333333333328</c:v>
                </c:pt>
                <c:pt idx="7184" formatCode="0.0000">
                  <c:v>4.8891666666666662</c:v>
                </c:pt>
                <c:pt idx="7185" formatCode="0.0000">
                  <c:v>4.8900000000000006</c:v>
                </c:pt>
                <c:pt idx="7186" formatCode="0.0000">
                  <c:v>4.890833333333334</c:v>
                </c:pt>
                <c:pt idx="7187" formatCode="0.0000">
                  <c:v>4.8916666666666666</c:v>
                </c:pt>
                <c:pt idx="7188" formatCode="0.0000">
                  <c:v>4.8925000000000001</c:v>
                </c:pt>
                <c:pt idx="7189" formatCode="0.0000">
                  <c:v>4.8933333333333335</c:v>
                </c:pt>
                <c:pt idx="7190" formatCode="0.0000">
                  <c:v>4.894166666666667</c:v>
                </c:pt>
                <c:pt idx="7191" formatCode="0.0000">
                  <c:v>4.8950000000000005</c:v>
                </c:pt>
                <c:pt idx="7192" formatCode="0.0000">
                  <c:v>4.895833333333333</c:v>
                </c:pt>
                <c:pt idx="7193" formatCode="0.0000">
                  <c:v>4.8966666666666665</c:v>
                </c:pt>
                <c:pt idx="7194" formatCode="0.0000">
                  <c:v>4.8975</c:v>
                </c:pt>
                <c:pt idx="7195" formatCode="0.0000">
                  <c:v>4.8983333333333334</c:v>
                </c:pt>
                <c:pt idx="7196" formatCode="0.0000">
                  <c:v>4.8991666666666669</c:v>
                </c:pt>
                <c:pt idx="7197" formatCode="0.0000">
                  <c:v>4.8999999999999995</c:v>
                </c:pt>
                <c:pt idx="7198" formatCode="0.0000">
                  <c:v>4.9008333333333329</c:v>
                </c:pt>
                <c:pt idx="7199" formatCode="0.0000">
                  <c:v>4.9016666666666664</c:v>
                </c:pt>
                <c:pt idx="7200" formatCode="0.0000">
                  <c:v>4.9024999999999999</c:v>
                </c:pt>
                <c:pt idx="7201" formatCode="0.0000">
                  <c:v>4.9033333333333333</c:v>
                </c:pt>
                <c:pt idx="7202" formatCode="0.0000">
                  <c:v>4.9041666666666659</c:v>
                </c:pt>
                <c:pt idx="7203" formatCode="0.0000">
                  <c:v>4.9049999999999994</c:v>
                </c:pt>
                <c:pt idx="7204" formatCode="0.0000">
                  <c:v>4.9058333333333337</c:v>
                </c:pt>
                <c:pt idx="7205" formatCode="0.0000">
                  <c:v>4.9066666666666672</c:v>
                </c:pt>
                <c:pt idx="7206" formatCode="0.0000">
                  <c:v>4.9075000000000006</c:v>
                </c:pt>
                <c:pt idx="7207" formatCode="0.0000">
                  <c:v>4.9083333333333332</c:v>
                </c:pt>
                <c:pt idx="7208" formatCode="0.0000">
                  <c:v>4.9091666666666667</c:v>
                </c:pt>
                <c:pt idx="7209" formatCode="0.0000">
                  <c:v>4.91</c:v>
                </c:pt>
                <c:pt idx="7210" formatCode="0.0000">
                  <c:v>4.9108333333333336</c:v>
                </c:pt>
                <c:pt idx="7211" formatCode="0.0000">
                  <c:v>4.9116666666666671</c:v>
                </c:pt>
                <c:pt idx="7212" formatCode="0.0000">
                  <c:v>4.9124999999999996</c:v>
                </c:pt>
                <c:pt idx="7213" formatCode="0.0000">
                  <c:v>4.9133333333333331</c:v>
                </c:pt>
                <c:pt idx="7214" formatCode="0.0000">
                  <c:v>4.9141666666666666</c:v>
                </c:pt>
                <c:pt idx="7215" formatCode="0.0000">
                  <c:v>4.915</c:v>
                </c:pt>
                <c:pt idx="7216" formatCode="0.0000">
                  <c:v>4.9158333333333335</c:v>
                </c:pt>
                <c:pt idx="7217" formatCode="0.0000">
                  <c:v>4.9166666666666661</c:v>
                </c:pt>
                <c:pt idx="7218" formatCode="0.0000">
                  <c:v>4.9174999999999995</c:v>
                </c:pt>
                <c:pt idx="7219" formatCode="0.0000">
                  <c:v>4.918333333333333</c:v>
                </c:pt>
                <c:pt idx="7220" formatCode="0.0000">
                  <c:v>4.9191666666666665</c:v>
                </c:pt>
                <c:pt idx="7221" formatCode="0.0000">
                  <c:v>4.92</c:v>
                </c:pt>
                <c:pt idx="7222" formatCode="0.0000">
                  <c:v>4.9208333333333325</c:v>
                </c:pt>
                <c:pt idx="7223" formatCode="0.0000">
                  <c:v>4.9216666666666669</c:v>
                </c:pt>
                <c:pt idx="7224" formatCode="0.0000">
                  <c:v>4.9225000000000003</c:v>
                </c:pt>
                <c:pt idx="7225" formatCode="0.0000">
                  <c:v>4.9233333333333338</c:v>
                </c:pt>
                <c:pt idx="7226" formatCode="0.0000">
                  <c:v>4.9241666666666672</c:v>
                </c:pt>
                <c:pt idx="7227" formatCode="0.0000">
                  <c:v>4.9249999999999998</c:v>
                </c:pt>
                <c:pt idx="7228" formatCode="0.0000">
                  <c:v>4.9258333333333333</c:v>
                </c:pt>
                <c:pt idx="7229" formatCode="0.0000">
                  <c:v>4.9266666666666667</c:v>
                </c:pt>
                <c:pt idx="7230" formatCode="0.0000">
                  <c:v>4.9275000000000002</c:v>
                </c:pt>
                <c:pt idx="7231" formatCode="0.0000">
                  <c:v>4.9283333333333337</c:v>
                </c:pt>
                <c:pt idx="7232" formatCode="0.0000">
                  <c:v>4.9291666666666663</c:v>
                </c:pt>
                <c:pt idx="7233" formatCode="0.0000">
                  <c:v>4.93</c:v>
                </c:pt>
                <c:pt idx="7234" formatCode="0.0000">
                  <c:v>4.9308333333333332</c:v>
                </c:pt>
                <c:pt idx="7235" formatCode="0.0000">
                  <c:v>4.9316666666666666</c:v>
                </c:pt>
                <c:pt idx="7236" formatCode="0.0000">
                  <c:v>4.9325000000000001</c:v>
                </c:pt>
                <c:pt idx="7237" formatCode="0.0000">
                  <c:v>4.9333333333333327</c:v>
                </c:pt>
                <c:pt idx="7238" formatCode="0.0000">
                  <c:v>4.9341666666666661</c:v>
                </c:pt>
                <c:pt idx="7239" formatCode="0.0000">
                  <c:v>4.9349999999999996</c:v>
                </c:pt>
                <c:pt idx="7240" formatCode="0.0000">
                  <c:v>4.9358333333333331</c:v>
                </c:pt>
                <c:pt idx="7241" formatCode="0.0000">
                  <c:v>4.9366666666666674</c:v>
                </c:pt>
                <c:pt idx="7242" formatCode="0.0000">
                  <c:v>4.9375</c:v>
                </c:pt>
                <c:pt idx="7243" formatCode="0.0000">
                  <c:v>4.9383333333333335</c:v>
                </c:pt>
                <c:pt idx="7244" formatCode="0.0000">
                  <c:v>4.9391666666666669</c:v>
                </c:pt>
                <c:pt idx="7245" formatCode="0.0000">
                  <c:v>4.9400000000000004</c:v>
                </c:pt>
                <c:pt idx="7246" formatCode="0.0000">
                  <c:v>4.9408333333333339</c:v>
                </c:pt>
                <c:pt idx="7247" formatCode="0.0000">
                  <c:v>4.9416666666666664</c:v>
                </c:pt>
                <c:pt idx="7248" formatCode="0.0000">
                  <c:v>4.9424999999999999</c:v>
                </c:pt>
                <c:pt idx="7249" formatCode="0.0000">
                  <c:v>4.9433333333333334</c:v>
                </c:pt>
                <c:pt idx="7250" formatCode="0.0000">
                  <c:v>4.9441666666666668</c:v>
                </c:pt>
                <c:pt idx="7251" formatCode="0.0000">
                  <c:v>4.9450000000000003</c:v>
                </c:pt>
                <c:pt idx="7252" formatCode="0.0000">
                  <c:v>4.9458333333333329</c:v>
                </c:pt>
                <c:pt idx="7253" formatCode="0.0000">
                  <c:v>4.9466666666666663</c:v>
                </c:pt>
                <c:pt idx="7254" formatCode="0.0000">
                  <c:v>4.9474999999999998</c:v>
                </c:pt>
                <c:pt idx="7255" formatCode="0.0000">
                  <c:v>4.9483333333333333</c:v>
                </c:pt>
                <c:pt idx="7256" formatCode="0.0000">
                  <c:v>4.9491666666666667</c:v>
                </c:pt>
                <c:pt idx="7257" formatCode="0.0000">
                  <c:v>4.9499999999999993</c:v>
                </c:pt>
                <c:pt idx="7258" formatCode="0.0000">
                  <c:v>4.9508333333333328</c:v>
                </c:pt>
                <c:pt idx="7259" formatCode="0.0000">
                  <c:v>4.9516666666666662</c:v>
                </c:pt>
                <c:pt idx="7260" formatCode="0.0000">
                  <c:v>4.9525000000000006</c:v>
                </c:pt>
                <c:pt idx="7261" formatCode="0.0000">
                  <c:v>4.953333333333334</c:v>
                </c:pt>
                <c:pt idx="7262" formatCode="0.0000">
                  <c:v>4.9541666666666666</c:v>
                </c:pt>
                <c:pt idx="7263" formatCode="0.0000">
                  <c:v>4.9550000000000001</c:v>
                </c:pt>
                <c:pt idx="7264" formatCode="0.0000">
                  <c:v>4.9558333333333335</c:v>
                </c:pt>
                <c:pt idx="7265" formatCode="0.0000">
                  <c:v>4.956666666666667</c:v>
                </c:pt>
                <c:pt idx="7266" formatCode="0.0000">
                  <c:v>4.9575000000000005</c:v>
                </c:pt>
                <c:pt idx="7267" formatCode="0.0000">
                  <c:v>4.958333333333333</c:v>
                </c:pt>
                <c:pt idx="7268" formatCode="0.0000">
                  <c:v>4.9591666666666665</c:v>
                </c:pt>
                <c:pt idx="7269" formatCode="0.0000">
                  <c:v>4.96</c:v>
                </c:pt>
                <c:pt idx="7270" formatCode="0.0000">
                  <c:v>4.9608333333333334</c:v>
                </c:pt>
                <c:pt idx="7271" formatCode="0.0000">
                  <c:v>4.9616666666666669</c:v>
                </c:pt>
                <c:pt idx="7272" formatCode="0.0000">
                  <c:v>4.9624999999999995</c:v>
                </c:pt>
                <c:pt idx="7273" formatCode="0.0000">
                  <c:v>4.9633333333333329</c:v>
                </c:pt>
                <c:pt idx="7274" formatCode="0.0000">
                  <c:v>4.9641666666666664</c:v>
                </c:pt>
                <c:pt idx="7275" formatCode="0.0000">
                  <c:v>4.9649999999999999</c:v>
                </c:pt>
                <c:pt idx="7276" formatCode="0.0000">
                  <c:v>4.9658333333333333</c:v>
                </c:pt>
                <c:pt idx="7277" formatCode="0.0000">
                  <c:v>4.9666666666666659</c:v>
                </c:pt>
                <c:pt idx="7278" formatCode="0.0000">
                  <c:v>4.9674999999999994</c:v>
                </c:pt>
                <c:pt idx="7279" formatCode="0.0000">
                  <c:v>4.9683333333333337</c:v>
                </c:pt>
                <c:pt idx="7280" formatCode="0.0000">
                  <c:v>4.9691666666666672</c:v>
                </c:pt>
                <c:pt idx="7281" formatCode="0.0000">
                  <c:v>4.9700000000000006</c:v>
                </c:pt>
                <c:pt idx="7282" formatCode="0.0000">
                  <c:v>4.9708333333333332</c:v>
                </c:pt>
                <c:pt idx="7283" formatCode="0.0000">
                  <c:v>4.9716666666666667</c:v>
                </c:pt>
                <c:pt idx="7284" formatCode="0.0000">
                  <c:v>4.9725000000000001</c:v>
                </c:pt>
                <c:pt idx="7285" formatCode="0.0000">
                  <c:v>4.9733333333333336</c:v>
                </c:pt>
                <c:pt idx="7286" formatCode="0.0000">
                  <c:v>4.9741666666666671</c:v>
                </c:pt>
                <c:pt idx="7287" formatCode="0.0000">
                  <c:v>4.9749999999999996</c:v>
                </c:pt>
                <c:pt idx="7288" formatCode="0.0000">
                  <c:v>4.9758333333333331</c:v>
                </c:pt>
                <c:pt idx="7289" formatCode="0.0000">
                  <c:v>4.9766666666666666</c:v>
                </c:pt>
                <c:pt idx="7290" formatCode="0.0000">
                  <c:v>4.9775</c:v>
                </c:pt>
                <c:pt idx="7291" formatCode="0.0000">
                  <c:v>4.9783333333333335</c:v>
                </c:pt>
                <c:pt idx="7292" formatCode="0.0000">
                  <c:v>4.9791666666666661</c:v>
                </c:pt>
                <c:pt idx="7293" formatCode="0.0000">
                  <c:v>4.9799999999999995</c:v>
                </c:pt>
                <c:pt idx="7294" formatCode="0.0000">
                  <c:v>4.980833333333333</c:v>
                </c:pt>
                <c:pt idx="7295" formatCode="0.0000">
                  <c:v>4.9816666666666665</c:v>
                </c:pt>
                <c:pt idx="7296" formatCode="0.0000">
                  <c:v>4.9824999999999999</c:v>
                </c:pt>
                <c:pt idx="7297" formatCode="0.0000">
                  <c:v>4.9833333333333325</c:v>
                </c:pt>
                <c:pt idx="7298" formatCode="0.0000">
                  <c:v>4.9841666666666669</c:v>
                </c:pt>
                <c:pt idx="7299" formatCode="0.0000">
                  <c:v>4.9850000000000003</c:v>
                </c:pt>
                <c:pt idx="7300" formatCode="0.0000">
                  <c:v>4.9858333333333338</c:v>
                </c:pt>
                <c:pt idx="7301" formatCode="0.0000">
                  <c:v>4.9866666666666672</c:v>
                </c:pt>
                <c:pt idx="7302" formatCode="0.0000">
                  <c:v>4.9874999999999998</c:v>
                </c:pt>
                <c:pt idx="7303" formatCode="0.0000">
                  <c:v>4.9883333333333333</c:v>
                </c:pt>
                <c:pt idx="7304" formatCode="0.0000">
                  <c:v>4.9891666666666667</c:v>
                </c:pt>
                <c:pt idx="7305" formatCode="0.0000">
                  <c:v>4.99</c:v>
                </c:pt>
                <c:pt idx="7306" formatCode="0.0000">
                  <c:v>4.9908333333333337</c:v>
                </c:pt>
                <c:pt idx="7307" formatCode="0.0000">
                  <c:v>4.9916666666666663</c:v>
                </c:pt>
                <c:pt idx="7308" formatCode="0.0000">
                  <c:v>4.9924999999999997</c:v>
                </c:pt>
                <c:pt idx="7309" formatCode="0.0000">
                  <c:v>4.9933333333333332</c:v>
                </c:pt>
                <c:pt idx="7310" formatCode="0.0000">
                  <c:v>4.9941666666666666</c:v>
                </c:pt>
                <c:pt idx="7311" formatCode="0.0000">
                  <c:v>4.9950000000000001</c:v>
                </c:pt>
                <c:pt idx="7312" formatCode="0.0000">
                  <c:v>4.9958333333333327</c:v>
                </c:pt>
                <c:pt idx="7313" formatCode="0.0000">
                  <c:v>4.9966666666666661</c:v>
                </c:pt>
                <c:pt idx="7314" formatCode="0.0000">
                  <c:v>4.9974999999999996</c:v>
                </c:pt>
                <c:pt idx="7315" formatCode="0.0000">
                  <c:v>4.9983333333333331</c:v>
                </c:pt>
                <c:pt idx="7316" formatCode="0.0000">
                  <c:v>4.9991666666666674</c:v>
                </c:pt>
                <c:pt idx="7317" formatCode="0.0000">
                  <c:v>5</c:v>
                </c:pt>
                <c:pt idx="7318" formatCode="0.0000">
                  <c:v>5.0008333333333335</c:v>
                </c:pt>
                <c:pt idx="7319" formatCode="0.0000">
                  <c:v>5.0016666666666669</c:v>
                </c:pt>
                <c:pt idx="7320" formatCode="0.0000">
                  <c:v>5.0025000000000004</c:v>
                </c:pt>
                <c:pt idx="7321" formatCode="0.0000">
                  <c:v>5.0033333333333339</c:v>
                </c:pt>
                <c:pt idx="7322" formatCode="0.0000">
                  <c:v>5.0041666666666664</c:v>
                </c:pt>
                <c:pt idx="7323" formatCode="0.0000">
                  <c:v>5.0049999999999999</c:v>
                </c:pt>
                <c:pt idx="7324" formatCode="0.0000">
                  <c:v>5.0058333333333334</c:v>
                </c:pt>
                <c:pt idx="7325" formatCode="0.0000">
                  <c:v>5.0066666666666668</c:v>
                </c:pt>
                <c:pt idx="7326" formatCode="0.0000">
                  <c:v>5.0075000000000003</c:v>
                </c:pt>
                <c:pt idx="7327" formatCode="0.0000">
                  <c:v>5.0083333333333329</c:v>
                </c:pt>
                <c:pt idx="7328" formatCode="0.0000">
                  <c:v>5.0091666666666663</c:v>
                </c:pt>
                <c:pt idx="7329" formatCode="0.0000">
                  <c:v>5.01</c:v>
                </c:pt>
                <c:pt idx="7330" formatCode="0.0000">
                  <c:v>5.0108333333333333</c:v>
                </c:pt>
                <c:pt idx="7331" formatCode="0.0000">
                  <c:v>5.0116666666666667</c:v>
                </c:pt>
                <c:pt idx="7332" formatCode="0.0000">
                  <c:v>5.0124999999999993</c:v>
                </c:pt>
                <c:pt idx="7333" formatCode="0.0000">
                  <c:v>5.0133333333333328</c:v>
                </c:pt>
                <c:pt idx="7334" formatCode="0.0000">
                  <c:v>5.0141666666666662</c:v>
                </c:pt>
                <c:pt idx="7335" formatCode="0.0000">
                  <c:v>5.0150000000000006</c:v>
                </c:pt>
                <c:pt idx="7336" formatCode="0.0000">
                  <c:v>5.015833333333334</c:v>
                </c:pt>
                <c:pt idx="7337" formatCode="0.0000">
                  <c:v>5.0166666666666666</c:v>
                </c:pt>
                <c:pt idx="7338" formatCode="0.0000">
                  <c:v>5.0175000000000001</c:v>
                </c:pt>
                <c:pt idx="7339" formatCode="0.0000">
                  <c:v>5.0183333333333335</c:v>
                </c:pt>
                <c:pt idx="7340" formatCode="0.0000">
                  <c:v>5.019166666666667</c:v>
                </c:pt>
                <c:pt idx="7341" formatCode="0.0000">
                  <c:v>5.0200000000000005</c:v>
                </c:pt>
                <c:pt idx="7342" formatCode="0.0000">
                  <c:v>5.020833333333333</c:v>
                </c:pt>
                <c:pt idx="7343" formatCode="0.0000">
                  <c:v>5.0216666666666665</c:v>
                </c:pt>
                <c:pt idx="7344" formatCode="0.0000">
                  <c:v>5.0225</c:v>
                </c:pt>
                <c:pt idx="7345" formatCode="0.0000">
                  <c:v>5.0233333333333334</c:v>
                </c:pt>
                <c:pt idx="7346" formatCode="0.0000">
                  <c:v>5.0241666666666669</c:v>
                </c:pt>
                <c:pt idx="7347" formatCode="0.0000">
                  <c:v>5.0249999999999995</c:v>
                </c:pt>
                <c:pt idx="7348" formatCode="0.0000">
                  <c:v>5.0258333333333329</c:v>
                </c:pt>
                <c:pt idx="7349" formatCode="0.0000">
                  <c:v>5.0266666666666664</c:v>
                </c:pt>
                <c:pt idx="7350" formatCode="0.0000">
                  <c:v>5.0274999999999999</c:v>
                </c:pt>
                <c:pt idx="7351" formatCode="0.0000">
                  <c:v>5.0283333333333333</c:v>
                </c:pt>
                <c:pt idx="7352" formatCode="0.0000">
                  <c:v>5.0291666666666659</c:v>
                </c:pt>
                <c:pt idx="7353" formatCode="0.0000">
                  <c:v>5.0299999999999994</c:v>
                </c:pt>
                <c:pt idx="7354" formatCode="0.0000">
                  <c:v>5.0308333333333337</c:v>
                </c:pt>
                <c:pt idx="7355" formatCode="0.0000">
                  <c:v>5.0316666666666672</c:v>
                </c:pt>
                <c:pt idx="7356" formatCode="0.0000">
                  <c:v>5.0325000000000006</c:v>
                </c:pt>
                <c:pt idx="7357" formatCode="0.0000">
                  <c:v>5.0333333333333332</c:v>
                </c:pt>
                <c:pt idx="7358" formatCode="0.0000">
                  <c:v>5.0341666666666667</c:v>
                </c:pt>
                <c:pt idx="7359" formatCode="0.0000">
                  <c:v>5.0350000000000001</c:v>
                </c:pt>
                <c:pt idx="7360" formatCode="0.0000">
                  <c:v>5.0358333333333336</c:v>
                </c:pt>
                <c:pt idx="7361" formatCode="0.0000">
                  <c:v>5.0366666666666671</c:v>
                </c:pt>
                <c:pt idx="7362" formatCode="0.0000">
                  <c:v>5.0374999999999996</c:v>
                </c:pt>
                <c:pt idx="7363" formatCode="0.0000">
                  <c:v>5.0383333333333331</c:v>
                </c:pt>
                <c:pt idx="7364" formatCode="0.0000">
                  <c:v>5.0391666666666666</c:v>
                </c:pt>
                <c:pt idx="7365" formatCode="0.0000">
                  <c:v>5.04</c:v>
                </c:pt>
                <c:pt idx="7366" formatCode="0.0000">
                  <c:v>5.0408333333333335</c:v>
                </c:pt>
                <c:pt idx="7367" formatCode="0.0000">
                  <c:v>5.0416666666666661</c:v>
                </c:pt>
                <c:pt idx="7368" formatCode="0.0000">
                  <c:v>5.0424999999999995</c:v>
                </c:pt>
                <c:pt idx="7369" formatCode="0.0000">
                  <c:v>5.043333333333333</c:v>
                </c:pt>
                <c:pt idx="7370" formatCode="0.0000">
                  <c:v>5.0441666666666665</c:v>
                </c:pt>
                <c:pt idx="7371" formatCode="0.0000">
                  <c:v>5.0449999999999999</c:v>
                </c:pt>
                <c:pt idx="7372" formatCode="0.0000">
                  <c:v>5.0458333333333325</c:v>
                </c:pt>
                <c:pt idx="7373" formatCode="0.0000">
                  <c:v>5.0466666666666669</c:v>
                </c:pt>
                <c:pt idx="7374" formatCode="0.0000">
                  <c:v>5.0475000000000003</c:v>
                </c:pt>
                <c:pt idx="7375" formatCode="0.0000">
                  <c:v>5.0483333333333338</c:v>
                </c:pt>
                <c:pt idx="7376" formatCode="0.0000">
                  <c:v>5.0491666666666672</c:v>
                </c:pt>
                <c:pt idx="7377" formatCode="0.0000">
                  <c:v>5.05</c:v>
                </c:pt>
                <c:pt idx="7378" formatCode="0.0000">
                  <c:v>5.0508333333333333</c:v>
                </c:pt>
                <c:pt idx="7379" formatCode="0.0000">
                  <c:v>5.0516666666666667</c:v>
                </c:pt>
                <c:pt idx="7380" formatCode="0.0000">
                  <c:v>5.0525000000000002</c:v>
                </c:pt>
                <c:pt idx="7381" formatCode="0.0000">
                  <c:v>5.0533333333333337</c:v>
                </c:pt>
                <c:pt idx="7382" formatCode="0.0000">
                  <c:v>5.0541666666666663</c:v>
                </c:pt>
                <c:pt idx="7383" formatCode="0.0000">
                  <c:v>5.0549999999999997</c:v>
                </c:pt>
                <c:pt idx="7384" formatCode="0.0000">
                  <c:v>5.0558333333333332</c:v>
                </c:pt>
                <c:pt idx="7385" formatCode="0.0000">
                  <c:v>5.0566666666666666</c:v>
                </c:pt>
                <c:pt idx="7386" formatCode="0.0000">
                  <c:v>5.0575000000000001</c:v>
                </c:pt>
                <c:pt idx="7387" formatCode="0.0000">
                  <c:v>5.0583333333333327</c:v>
                </c:pt>
                <c:pt idx="7388" formatCode="0.0000">
                  <c:v>5.0591666666666661</c:v>
                </c:pt>
                <c:pt idx="7389" formatCode="0.0000">
                  <c:v>5.0599999999999996</c:v>
                </c:pt>
                <c:pt idx="7390" formatCode="0.0000">
                  <c:v>5.0608333333333331</c:v>
                </c:pt>
                <c:pt idx="7391" formatCode="0.0000">
                  <c:v>5.0616666666666674</c:v>
                </c:pt>
                <c:pt idx="7392" formatCode="0.0000">
                  <c:v>5.0625</c:v>
                </c:pt>
                <c:pt idx="7393" formatCode="0.0000">
                  <c:v>5.0633333333333335</c:v>
                </c:pt>
                <c:pt idx="7394" formatCode="0.0000">
                  <c:v>5.0641666666666669</c:v>
                </c:pt>
                <c:pt idx="7395" formatCode="0.0000">
                  <c:v>5.0650000000000004</c:v>
                </c:pt>
                <c:pt idx="7396" formatCode="0.0000">
                  <c:v>5.0658333333333339</c:v>
                </c:pt>
                <c:pt idx="7397" formatCode="0.0000">
                  <c:v>5.0666666666666664</c:v>
                </c:pt>
                <c:pt idx="7398" formatCode="0.0000">
                  <c:v>5.0674999999999999</c:v>
                </c:pt>
                <c:pt idx="7399" formatCode="0.0000">
                  <c:v>5.0683333333333334</c:v>
                </c:pt>
                <c:pt idx="7400" formatCode="0.0000">
                  <c:v>5.0691666666666668</c:v>
                </c:pt>
                <c:pt idx="7401" formatCode="0.0000">
                  <c:v>5.07</c:v>
                </c:pt>
                <c:pt idx="7402" formatCode="0.0000">
                  <c:v>5.0708333333333329</c:v>
                </c:pt>
                <c:pt idx="7403" formatCode="0.0000">
                  <c:v>5.0716666666666663</c:v>
                </c:pt>
                <c:pt idx="7404" formatCode="0.0000">
                  <c:v>5.0724999999999998</c:v>
                </c:pt>
                <c:pt idx="7405" formatCode="0.0000">
                  <c:v>5.0733333333333333</c:v>
                </c:pt>
                <c:pt idx="7406" formatCode="0.0000">
                  <c:v>5.0741666666666667</c:v>
                </c:pt>
                <c:pt idx="7407" formatCode="0.0000">
                  <c:v>5.0749999999999993</c:v>
                </c:pt>
                <c:pt idx="7408" formatCode="0.0000">
                  <c:v>5.0758333333333328</c:v>
                </c:pt>
                <c:pt idx="7409" formatCode="0.0000">
                  <c:v>5.0766666666666662</c:v>
                </c:pt>
                <c:pt idx="7410" formatCode="0.0000">
                  <c:v>5.0775000000000006</c:v>
                </c:pt>
                <c:pt idx="7411" formatCode="0.0000">
                  <c:v>5.078333333333334</c:v>
                </c:pt>
                <c:pt idx="7412" formatCode="0.0000">
                  <c:v>5.0791666666666666</c:v>
                </c:pt>
                <c:pt idx="7413" formatCode="0.0000">
                  <c:v>5.08</c:v>
                </c:pt>
                <c:pt idx="7414" formatCode="0.0000">
                  <c:v>5.0808333333333335</c:v>
                </c:pt>
                <c:pt idx="7415" formatCode="0.0000">
                  <c:v>5.081666666666667</c:v>
                </c:pt>
                <c:pt idx="7416" formatCode="0.0000">
                  <c:v>5.0825000000000005</c:v>
                </c:pt>
                <c:pt idx="7417" formatCode="0.0000">
                  <c:v>5.083333333333333</c:v>
                </c:pt>
                <c:pt idx="7418" formatCode="0.0000">
                  <c:v>5.0841666666666665</c:v>
                </c:pt>
                <c:pt idx="7419" formatCode="0.0000">
                  <c:v>5.085</c:v>
                </c:pt>
                <c:pt idx="7420" formatCode="0.0000">
                  <c:v>5.0858333333333334</c:v>
                </c:pt>
                <c:pt idx="7421" formatCode="0.0000">
                  <c:v>5.0866666666666669</c:v>
                </c:pt>
                <c:pt idx="7422" formatCode="0.0000">
                  <c:v>5.0874999999999995</c:v>
                </c:pt>
                <c:pt idx="7423" formatCode="0.0000">
                  <c:v>5.0883333333333329</c:v>
                </c:pt>
                <c:pt idx="7424" formatCode="0.0000">
                  <c:v>5.0891666666666664</c:v>
                </c:pt>
                <c:pt idx="7425" formatCode="0.0000">
                  <c:v>5.09</c:v>
                </c:pt>
                <c:pt idx="7426" formatCode="0.0000">
                  <c:v>5.0908333333333333</c:v>
                </c:pt>
                <c:pt idx="7427" formatCode="0.0000">
                  <c:v>5.0916666666666659</c:v>
                </c:pt>
                <c:pt idx="7428" formatCode="0.0000">
                  <c:v>5.0924999999999994</c:v>
                </c:pt>
                <c:pt idx="7429" formatCode="0.0000">
                  <c:v>5.0933333333333337</c:v>
                </c:pt>
                <c:pt idx="7430" formatCode="0.0000">
                  <c:v>5.0941666666666672</c:v>
                </c:pt>
                <c:pt idx="7431" formatCode="0.0000">
                  <c:v>5.0950000000000006</c:v>
                </c:pt>
                <c:pt idx="7432" formatCode="0.0000">
                  <c:v>5.0958333333333332</c:v>
                </c:pt>
                <c:pt idx="7433" formatCode="0.0000">
                  <c:v>5.0966666666666667</c:v>
                </c:pt>
                <c:pt idx="7434" formatCode="0.0000">
                  <c:v>5.0975000000000001</c:v>
                </c:pt>
                <c:pt idx="7435" formatCode="0.0000">
                  <c:v>5.0983333333333336</c:v>
                </c:pt>
                <c:pt idx="7436" formatCode="0.0000">
                  <c:v>5.0991666666666671</c:v>
                </c:pt>
                <c:pt idx="7437" formatCode="0.0000">
                  <c:v>5.0999999999999996</c:v>
                </c:pt>
                <c:pt idx="7438" formatCode="0.0000">
                  <c:v>5.1008333333333331</c:v>
                </c:pt>
                <c:pt idx="7439" formatCode="0.0000">
                  <c:v>5.1016666666666666</c:v>
                </c:pt>
                <c:pt idx="7440" formatCode="0.0000">
                  <c:v>5.1025</c:v>
                </c:pt>
                <c:pt idx="7441" formatCode="0.0000">
                  <c:v>5.1033333333333335</c:v>
                </c:pt>
                <c:pt idx="7442" formatCode="0.0000">
                  <c:v>5.1041666666666661</c:v>
                </c:pt>
                <c:pt idx="7443" formatCode="0.0000">
                  <c:v>5.1049999999999995</c:v>
                </c:pt>
                <c:pt idx="7444" formatCode="0.0000">
                  <c:v>5.105833333333333</c:v>
                </c:pt>
                <c:pt idx="7445" formatCode="0.0000">
                  <c:v>5.1066666666666665</c:v>
                </c:pt>
                <c:pt idx="7446" formatCode="0.0000">
                  <c:v>5.1074999999999999</c:v>
                </c:pt>
                <c:pt idx="7447" formatCode="0.0000">
                  <c:v>5.1083333333333325</c:v>
                </c:pt>
                <c:pt idx="7448" formatCode="0.0000">
                  <c:v>5.1091666666666669</c:v>
                </c:pt>
                <c:pt idx="7449" formatCode="0.0000">
                  <c:v>5.1100000000000003</c:v>
                </c:pt>
                <c:pt idx="7450" formatCode="0.0000">
                  <c:v>5.1108333333333338</c:v>
                </c:pt>
                <c:pt idx="7451" formatCode="0.0000">
                  <c:v>5.1116666666666672</c:v>
                </c:pt>
                <c:pt idx="7452" formatCode="0.0000">
                  <c:v>5.1124999999999998</c:v>
                </c:pt>
                <c:pt idx="7453" formatCode="0.0000">
                  <c:v>5.1133333333333333</c:v>
                </c:pt>
                <c:pt idx="7454" formatCode="0.0000">
                  <c:v>5.1141666666666667</c:v>
                </c:pt>
                <c:pt idx="7455" formatCode="0.0000">
                  <c:v>5.1150000000000002</c:v>
                </c:pt>
                <c:pt idx="7456" formatCode="0.0000">
                  <c:v>5.1158333333333337</c:v>
                </c:pt>
                <c:pt idx="7457" formatCode="0.0000">
                  <c:v>5.1166666666666663</c:v>
                </c:pt>
                <c:pt idx="7458" formatCode="0.0000">
                  <c:v>5.1174999999999997</c:v>
                </c:pt>
                <c:pt idx="7459" formatCode="0.0000">
                  <c:v>5.1183333333333332</c:v>
                </c:pt>
                <c:pt idx="7460" formatCode="0.0000">
                  <c:v>5.1191666666666666</c:v>
                </c:pt>
                <c:pt idx="7461" formatCode="0.0000">
                  <c:v>5.12</c:v>
                </c:pt>
                <c:pt idx="7462" formatCode="0.0000">
                  <c:v>5.1208333333333327</c:v>
                </c:pt>
                <c:pt idx="7463" formatCode="0.0000">
                  <c:v>5.1216666666666661</c:v>
                </c:pt>
                <c:pt idx="7464" formatCode="0.0000">
                  <c:v>5.1224999999999996</c:v>
                </c:pt>
                <c:pt idx="7465" formatCode="0.0000">
                  <c:v>5.1233333333333331</c:v>
                </c:pt>
                <c:pt idx="7466" formatCode="0.0000">
                  <c:v>5.1241666666666674</c:v>
                </c:pt>
                <c:pt idx="7467" formatCode="0.0000">
                  <c:v>5.125</c:v>
                </c:pt>
                <c:pt idx="7468" formatCode="0.0000">
                  <c:v>5.1258333333333335</c:v>
                </c:pt>
                <c:pt idx="7469" formatCode="0.0000">
                  <c:v>5.1266666666666669</c:v>
                </c:pt>
                <c:pt idx="7470" formatCode="0.0000">
                  <c:v>5.1275000000000004</c:v>
                </c:pt>
                <c:pt idx="7471" formatCode="0.0000">
                  <c:v>5.1283333333333339</c:v>
                </c:pt>
                <c:pt idx="7472" formatCode="0.0000">
                  <c:v>5.1291666666666664</c:v>
                </c:pt>
                <c:pt idx="7473" formatCode="0.0000">
                  <c:v>5.13</c:v>
                </c:pt>
                <c:pt idx="7474" formatCode="0.0000">
                  <c:v>5.1308333333333334</c:v>
                </c:pt>
                <c:pt idx="7475" formatCode="0.0000">
                  <c:v>5.1316666666666668</c:v>
                </c:pt>
                <c:pt idx="7476" formatCode="0.0000">
                  <c:v>5.1325000000000003</c:v>
                </c:pt>
                <c:pt idx="7477" formatCode="0.0000">
                  <c:v>5.1333333333333329</c:v>
                </c:pt>
                <c:pt idx="7478" formatCode="0.0000">
                  <c:v>5.1341666666666663</c:v>
                </c:pt>
                <c:pt idx="7479" formatCode="0.0000">
                  <c:v>5.1349999999999998</c:v>
                </c:pt>
                <c:pt idx="7480" formatCode="0.0000">
                  <c:v>5.1358333333333333</c:v>
                </c:pt>
                <c:pt idx="7481" formatCode="0.0000">
                  <c:v>5.1366666666666667</c:v>
                </c:pt>
                <c:pt idx="7482" formatCode="0.0000">
                  <c:v>5.1374999999999993</c:v>
                </c:pt>
                <c:pt idx="7483" formatCode="0.0000">
                  <c:v>5.1383333333333328</c:v>
                </c:pt>
                <c:pt idx="7484" formatCode="0.0000">
                  <c:v>5.1391666666666662</c:v>
                </c:pt>
                <c:pt idx="7485" formatCode="0.0000">
                  <c:v>5.1400000000000006</c:v>
                </c:pt>
                <c:pt idx="7486" formatCode="0.0000">
                  <c:v>5.140833333333334</c:v>
                </c:pt>
                <c:pt idx="7487" formatCode="0.0000">
                  <c:v>5.1416666666666666</c:v>
                </c:pt>
                <c:pt idx="7488" formatCode="0.0000">
                  <c:v>5.1425000000000001</c:v>
                </c:pt>
                <c:pt idx="7489" formatCode="0.0000">
                  <c:v>5.1433333333333335</c:v>
                </c:pt>
                <c:pt idx="7490" formatCode="0.0000">
                  <c:v>5.144166666666667</c:v>
                </c:pt>
                <c:pt idx="7491" formatCode="0.0000">
                  <c:v>5.1450000000000005</c:v>
                </c:pt>
                <c:pt idx="7492" formatCode="0.0000">
                  <c:v>5.145833333333333</c:v>
                </c:pt>
                <c:pt idx="7493" formatCode="0.0000">
                  <c:v>5.1466666666666665</c:v>
                </c:pt>
                <c:pt idx="7494" formatCode="0.0000">
                  <c:v>5.1475</c:v>
                </c:pt>
                <c:pt idx="7495" formatCode="0.0000">
                  <c:v>5.1483333333333334</c:v>
                </c:pt>
                <c:pt idx="7496" formatCode="0.0000">
                  <c:v>5.1491666666666669</c:v>
                </c:pt>
                <c:pt idx="7497" formatCode="0.0000">
                  <c:v>5.1499999999999995</c:v>
                </c:pt>
                <c:pt idx="7498" formatCode="0.0000">
                  <c:v>5.1508333333333329</c:v>
                </c:pt>
                <c:pt idx="7499" formatCode="0.0000">
                  <c:v>5.1516666666666664</c:v>
                </c:pt>
                <c:pt idx="7500" formatCode="0.0000">
                  <c:v>5.1524999999999999</c:v>
                </c:pt>
                <c:pt idx="7501" formatCode="0.0000">
                  <c:v>5.1533333333333333</c:v>
                </c:pt>
                <c:pt idx="7502" formatCode="0.0000">
                  <c:v>5.1541666666666659</c:v>
                </c:pt>
                <c:pt idx="7503" formatCode="0.0000">
                  <c:v>5.1549999999999994</c:v>
                </c:pt>
                <c:pt idx="7504" formatCode="0.0000">
                  <c:v>5.1558333333333337</c:v>
                </c:pt>
                <c:pt idx="7505" formatCode="0.0000">
                  <c:v>5.1566666666666672</c:v>
                </c:pt>
                <c:pt idx="7506" formatCode="0.0000">
                  <c:v>5.1575000000000006</c:v>
                </c:pt>
                <c:pt idx="7507" formatCode="0.0000">
                  <c:v>5.1583333333333332</c:v>
                </c:pt>
                <c:pt idx="7508" formatCode="0.0000">
                  <c:v>5.1591666666666667</c:v>
                </c:pt>
                <c:pt idx="7509" formatCode="0.0000">
                  <c:v>5.16</c:v>
                </c:pt>
                <c:pt idx="7510" formatCode="0.0000">
                  <c:v>5.1608333333333336</c:v>
                </c:pt>
                <c:pt idx="7511" formatCode="0.0000">
                  <c:v>5.1616666666666671</c:v>
                </c:pt>
                <c:pt idx="7512" formatCode="0.0000">
                  <c:v>5.1624999999999996</c:v>
                </c:pt>
                <c:pt idx="7513" formatCode="0.0000">
                  <c:v>5.1633333333333331</c:v>
                </c:pt>
                <c:pt idx="7514" formatCode="0.0000">
                  <c:v>5.1641666666666666</c:v>
                </c:pt>
                <c:pt idx="7515" formatCode="0.0000">
                  <c:v>5.165</c:v>
                </c:pt>
                <c:pt idx="7516" formatCode="0.0000">
                  <c:v>5.1658333333333335</c:v>
                </c:pt>
                <c:pt idx="7517" formatCode="0.0000">
                  <c:v>5.1666666666666661</c:v>
                </c:pt>
                <c:pt idx="7518" formatCode="0.0000">
                  <c:v>5.1674999999999995</c:v>
                </c:pt>
                <c:pt idx="7519" formatCode="0.0000">
                  <c:v>5.168333333333333</c:v>
                </c:pt>
                <c:pt idx="7520" formatCode="0.0000">
                  <c:v>5.1691666666666665</c:v>
                </c:pt>
                <c:pt idx="7521" formatCode="0.0000">
                  <c:v>5.17</c:v>
                </c:pt>
                <c:pt idx="7522" formatCode="0.0000">
                  <c:v>5.1708333333333325</c:v>
                </c:pt>
                <c:pt idx="7523" formatCode="0.0000">
                  <c:v>5.1716666666666669</c:v>
                </c:pt>
                <c:pt idx="7524" formatCode="0.0000">
                  <c:v>5.1725000000000003</c:v>
                </c:pt>
                <c:pt idx="7525" formatCode="0.0000">
                  <c:v>5.1733333333333338</c:v>
                </c:pt>
                <c:pt idx="7526" formatCode="0.0000">
                  <c:v>5.1741666666666672</c:v>
                </c:pt>
                <c:pt idx="7527" formatCode="0.0000">
                  <c:v>5.1749999999999998</c:v>
                </c:pt>
                <c:pt idx="7528" formatCode="0.0000">
                  <c:v>5.1758333333333333</c:v>
                </c:pt>
                <c:pt idx="7529" formatCode="0.0000">
                  <c:v>5.1766666666666667</c:v>
                </c:pt>
                <c:pt idx="7530" formatCode="0.0000">
                  <c:v>5.1775000000000002</c:v>
                </c:pt>
                <c:pt idx="7531" formatCode="0.0000">
                  <c:v>5.1783333333333337</c:v>
                </c:pt>
                <c:pt idx="7532" formatCode="0.0000">
                  <c:v>5.1791666666666663</c:v>
                </c:pt>
                <c:pt idx="7533" formatCode="0.0000">
                  <c:v>5.18</c:v>
                </c:pt>
                <c:pt idx="7534" formatCode="0.0000">
                  <c:v>5.1808333333333332</c:v>
                </c:pt>
                <c:pt idx="7535" formatCode="0.0000">
                  <c:v>5.1816666666666666</c:v>
                </c:pt>
                <c:pt idx="7536" formatCode="0.0000">
                  <c:v>5.1825000000000001</c:v>
                </c:pt>
                <c:pt idx="7537" formatCode="0.0000">
                  <c:v>5.1833333333333327</c:v>
                </c:pt>
                <c:pt idx="7538" formatCode="0.0000">
                  <c:v>5.1841666666666661</c:v>
                </c:pt>
                <c:pt idx="7539" formatCode="0.0000">
                  <c:v>5.1849999999999996</c:v>
                </c:pt>
                <c:pt idx="7540" formatCode="0.0000">
                  <c:v>5.1858333333333331</c:v>
                </c:pt>
                <c:pt idx="7541" formatCode="0.0000">
                  <c:v>5.1866666666666674</c:v>
                </c:pt>
                <c:pt idx="7542" formatCode="0.0000">
                  <c:v>5.1875</c:v>
                </c:pt>
                <c:pt idx="7543" formatCode="0.0000">
                  <c:v>5.1883333333333335</c:v>
                </c:pt>
                <c:pt idx="7544" formatCode="0.0000">
                  <c:v>5.1891666666666669</c:v>
                </c:pt>
                <c:pt idx="7545" formatCode="0.0000">
                  <c:v>5.19</c:v>
                </c:pt>
                <c:pt idx="7546" formatCode="0.0000">
                  <c:v>5.1908333333333339</c:v>
                </c:pt>
                <c:pt idx="7547" formatCode="0.0000">
                  <c:v>5.1916666666666664</c:v>
                </c:pt>
                <c:pt idx="7548" formatCode="0.0000">
                  <c:v>5.1924999999999999</c:v>
                </c:pt>
                <c:pt idx="7549" formatCode="0.0000">
                  <c:v>5.1933333333333334</c:v>
                </c:pt>
                <c:pt idx="7550" formatCode="0.0000">
                  <c:v>5.1941666666666668</c:v>
                </c:pt>
                <c:pt idx="7551" formatCode="0.0000">
                  <c:v>5.1950000000000003</c:v>
                </c:pt>
                <c:pt idx="7552" formatCode="0.0000">
                  <c:v>5.1958333333333329</c:v>
                </c:pt>
                <c:pt idx="7553" formatCode="0.0000">
                  <c:v>5.1966666666666663</c:v>
                </c:pt>
                <c:pt idx="7554" formatCode="0.0000">
                  <c:v>5.1974999999999998</c:v>
                </c:pt>
                <c:pt idx="7555" formatCode="0.0000">
                  <c:v>5.1983333333333333</c:v>
                </c:pt>
                <c:pt idx="7556" formatCode="0.0000">
                  <c:v>5.1991666666666667</c:v>
                </c:pt>
                <c:pt idx="7557" formatCode="0.0000">
                  <c:v>5.1999999999999993</c:v>
                </c:pt>
                <c:pt idx="7558" formatCode="0.0000">
                  <c:v>5.2008333333333328</c:v>
                </c:pt>
                <c:pt idx="7559" formatCode="0.0000">
                  <c:v>5.2016666666666662</c:v>
                </c:pt>
                <c:pt idx="7560" formatCode="0.0000">
                  <c:v>5.2025000000000006</c:v>
                </c:pt>
                <c:pt idx="7561" formatCode="0.0000">
                  <c:v>5.203333333333334</c:v>
                </c:pt>
                <c:pt idx="7562" formatCode="0.0000">
                  <c:v>5.2041666666666666</c:v>
                </c:pt>
                <c:pt idx="7563" formatCode="0.0000">
                  <c:v>5.2050000000000001</c:v>
                </c:pt>
                <c:pt idx="7564" formatCode="0.0000">
                  <c:v>5.2058333333333335</c:v>
                </c:pt>
                <c:pt idx="7565" formatCode="0.0000">
                  <c:v>5.206666666666667</c:v>
                </c:pt>
                <c:pt idx="7566" formatCode="0.0000">
                  <c:v>5.2075000000000005</c:v>
                </c:pt>
                <c:pt idx="7567" formatCode="0.0000">
                  <c:v>5.208333333333333</c:v>
                </c:pt>
                <c:pt idx="7568" formatCode="0.0000">
                  <c:v>5.2091666666666665</c:v>
                </c:pt>
                <c:pt idx="7569" formatCode="0.0000">
                  <c:v>5.21</c:v>
                </c:pt>
                <c:pt idx="7570" formatCode="0.0000">
                  <c:v>5.2108333333333334</c:v>
                </c:pt>
                <c:pt idx="7571" formatCode="0.0000">
                  <c:v>5.2116666666666669</c:v>
                </c:pt>
                <c:pt idx="7572" formatCode="0.0000">
                  <c:v>5.2124999999999995</c:v>
                </c:pt>
                <c:pt idx="7573" formatCode="0.0000">
                  <c:v>5.2133333333333329</c:v>
                </c:pt>
                <c:pt idx="7574" formatCode="0.0000">
                  <c:v>5.2141666666666664</c:v>
                </c:pt>
                <c:pt idx="7575" formatCode="0.0000">
                  <c:v>5.2149999999999999</c:v>
                </c:pt>
                <c:pt idx="7576" formatCode="0.0000">
                  <c:v>5.2158333333333333</c:v>
                </c:pt>
                <c:pt idx="7577" formatCode="0.0000">
                  <c:v>5.2166666666666659</c:v>
                </c:pt>
                <c:pt idx="7578" formatCode="0.0000">
                  <c:v>5.2174999999999994</c:v>
                </c:pt>
                <c:pt idx="7579" formatCode="0.0000">
                  <c:v>5.2183333333333337</c:v>
                </c:pt>
                <c:pt idx="7580" formatCode="0.0000">
                  <c:v>5.2191666666666672</c:v>
                </c:pt>
                <c:pt idx="7581" formatCode="0.0000">
                  <c:v>5.2200000000000006</c:v>
                </c:pt>
                <c:pt idx="7582" formatCode="0.0000">
                  <c:v>5.2208333333333332</c:v>
                </c:pt>
                <c:pt idx="7583" formatCode="0.0000">
                  <c:v>5.2216666666666667</c:v>
                </c:pt>
                <c:pt idx="7584" formatCode="0.0000">
                  <c:v>5.2225000000000001</c:v>
                </c:pt>
                <c:pt idx="7585" formatCode="0.0000">
                  <c:v>5.2233333333333336</c:v>
                </c:pt>
                <c:pt idx="7586" formatCode="0.0000">
                  <c:v>5.2241666666666671</c:v>
                </c:pt>
                <c:pt idx="7587" formatCode="0.0000">
                  <c:v>5.2249999999999996</c:v>
                </c:pt>
                <c:pt idx="7588" formatCode="0.0000">
                  <c:v>5.2258333333333331</c:v>
                </c:pt>
                <c:pt idx="7589" formatCode="0.0000">
                  <c:v>5.2266666666666666</c:v>
                </c:pt>
                <c:pt idx="7590" formatCode="0.0000">
                  <c:v>5.2275</c:v>
                </c:pt>
                <c:pt idx="7591" formatCode="0.0000">
                  <c:v>5.2283333333333335</c:v>
                </c:pt>
                <c:pt idx="7592" formatCode="0.0000">
                  <c:v>5.2291666666666661</c:v>
                </c:pt>
                <c:pt idx="7593" formatCode="0.0000">
                  <c:v>5.2299999999999995</c:v>
                </c:pt>
                <c:pt idx="7594" formatCode="0.0000">
                  <c:v>5.230833333333333</c:v>
                </c:pt>
                <c:pt idx="7595" formatCode="0.0000">
                  <c:v>5.2316666666666665</c:v>
                </c:pt>
                <c:pt idx="7596" formatCode="0.0000">
                  <c:v>5.2324999999999999</c:v>
                </c:pt>
                <c:pt idx="7597" formatCode="0.0000">
                  <c:v>5.2333333333333325</c:v>
                </c:pt>
                <c:pt idx="7598" formatCode="0.0000">
                  <c:v>5.2341666666666669</c:v>
                </c:pt>
                <c:pt idx="7599" formatCode="0.0000">
                  <c:v>5.2350000000000003</c:v>
                </c:pt>
                <c:pt idx="7600" formatCode="0.0000">
                  <c:v>5.2358333333333338</c:v>
                </c:pt>
                <c:pt idx="7601" formatCode="0.0000">
                  <c:v>5.2366666666666672</c:v>
                </c:pt>
                <c:pt idx="7602" formatCode="0.0000">
                  <c:v>5.2374999999999998</c:v>
                </c:pt>
                <c:pt idx="7603" formatCode="0.0000">
                  <c:v>5.2383333333333333</c:v>
                </c:pt>
                <c:pt idx="7604" formatCode="0.0000">
                  <c:v>5.2391666666666667</c:v>
                </c:pt>
                <c:pt idx="7605" formatCode="0.0000">
                  <c:v>5.24</c:v>
                </c:pt>
                <c:pt idx="7606" formatCode="0.0000">
                  <c:v>5.2408333333333337</c:v>
                </c:pt>
                <c:pt idx="7607" formatCode="0.0000">
                  <c:v>5.2416666666666663</c:v>
                </c:pt>
                <c:pt idx="7608" formatCode="0.0000">
                  <c:v>5.2424999999999997</c:v>
                </c:pt>
                <c:pt idx="7609" formatCode="0.0000">
                  <c:v>5.2433333333333332</c:v>
                </c:pt>
                <c:pt idx="7610" formatCode="0.0000">
                  <c:v>5.2441666666666666</c:v>
                </c:pt>
                <c:pt idx="7611" formatCode="0.0000">
                  <c:v>5.2450000000000001</c:v>
                </c:pt>
                <c:pt idx="7612" formatCode="0.0000">
                  <c:v>5.2458333333333327</c:v>
                </c:pt>
                <c:pt idx="7613" formatCode="0.0000">
                  <c:v>5.2466666666666661</c:v>
                </c:pt>
                <c:pt idx="7614" formatCode="0.0000">
                  <c:v>5.2474999999999996</c:v>
                </c:pt>
                <c:pt idx="7615" formatCode="0.0000">
                  <c:v>5.2483333333333331</c:v>
                </c:pt>
                <c:pt idx="7616" formatCode="0.0000">
                  <c:v>5.2491666666666674</c:v>
                </c:pt>
                <c:pt idx="7617" formatCode="0.0000">
                  <c:v>5.25</c:v>
                </c:pt>
                <c:pt idx="7618" formatCode="0.0000">
                  <c:v>5.2508333333333335</c:v>
                </c:pt>
                <c:pt idx="7619" formatCode="0.0000">
                  <c:v>5.2516666666666669</c:v>
                </c:pt>
                <c:pt idx="7620" formatCode="0.0000">
                  <c:v>5.2525000000000004</c:v>
                </c:pt>
                <c:pt idx="7621" formatCode="0.0000">
                  <c:v>5.2533333333333339</c:v>
                </c:pt>
                <c:pt idx="7622" formatCode="0.0000">
                  <c:v>5.2541666666666664</c:v>
                </c:pt>
                <c:pt idx="7623" formatCode="0.0000">
                  <c:v>5.2549999999999999</c:v>
                </c:pt>
                <c:pt idx="7624" formatCode="0.0000">
                  <c:v>5.2558333333333334</c:v>
                </c:pt>
                <c:pt idx="7625" formatCode="0.0000">
                  <c:v>5.2566666666666668</c:v>
                </c:pt>
                <c:pt idx="7626" formatCode="0.0000">
                  <c:v>5.2575000000000003</c:v>
                </c:pt>
                <c:pt idx="7627" formatCode="0.0000">
                  <c:v>5.2583333333333329</c:v>
                </c:pt>
                <c:pt idx="7628" formatCode="0.0000">
                  <c:v>5.2591666666666663</c:v>
                </c:pt>
                <c:pt idx="7629" formatCode="0.0000">
                  <c:v>5.26</c:v>
                </c:pt>
                <c:pt idx="7630" formatCode="0.0000">
                  <c:v>5.2608333333333333</c:v>
                </c:pt>
                <c:pt idx="7631" formatCode="0.0000">
                  <c:v>5.2616666666666667</c:v>
                </c:pt>
                <c:pt idx="7632" formatCode="0.0000">
                  <c:v>5.2624999999999993</c:v>
                </c:pt>
                <c:pt idx="7633" formatCode="0.0000">
                  <c:v>5.2633333333333328</c:v>
                </c:pt>
                <c:pt idx="7634" formatCode="0.0000">
                  <c:v>5.2641666666666662</c:v>
                </c:pt>
                <c:pt idx="7635" formatCode="0.0000">
                  <c:v>5.2650000000000006</c:v>
                </c:pt>
                <c:pt idx="7636" formatCode="0.0000">
                  <c:v>5.265833333333334</c:v>
                </c:pt>
                <c:pt idx="7637" formatCode="0.0000">
                  <c:v>5.2666666666666666</c:v>
                </c:pt>
                <c:pt idx="7638" formatCode="0.0000">
                  <c:v>5.2675000000000001</c:v>
                </c:pt>
                <c:pt idx="7639" formatCode="0.0000">
                  <c:v>5.2683333333333335</c:v>
                </c:pt>
                <c:pt idx="7640" formatCode="0.0000">
                  <c:v>5.269166666666667</c:v>
                </c:pt>
                <c:pt idx="7641" formatCode="0.0000">
                  <c:v>5.2700000000000005</c:v>
                </c:pt>
                <c:pt idx="7642" formatCode="0.0000">
                  <c:v>5.270833333333333</c:v>
                </c:pt>
                <c:pt idx="7643" formatCode="0.0000">
                  <c:v>5.2716666666666665</c:v>
                </c:pt>
                <c:pt idx="7644" formatCode="0.0000">
                  <c:v>5.2725</c:v>
                </c:pt>
                <c:pt idx="7645" formatCode="0.0000">
                  <c:v>5.2733333333333334</c:v>
                </c:pt>
                <c:pt idx="7646" formatCode="0.0000">
                  <c:v>5.2741666666666669</c:v>
                </c:pt>
                <c:pt idx="7647" formatCode="0.0000">
                  <c:v>5.2749999999999995</c:v>
                </c:pt>
                <c:pt idx="7648" formatCode="0.0000">
                  <c:v>5.2758333333333329</c:v>
                </c:pt>
                <c:pt idx="7649" formatCode="0.0000">
                  <c:v>5.2766666666666664</c:v>
                </c:pt>
                <c:pt idx="7650" formatCode="0.0000">
                  <c:v>5.2774999999999999</c:v>
                </c:pt>
                <c:pt idx="7651" formatCode="0.0000">
                  <c:v>5.2783333333333333</c:v>
                </c:pt>
                <c:pt idx="7652" formatCode="0.0000">
                  <c:v>5.2791666666666659</c:v>
                </c:pt>
                <c:pt idx="7653" formatCode="0.0000">
                  <c:v>5.2799999999999994</c:v>
                </c:pt>
                <c:pt idx="7654" formatCode="0.0000">
                  <c:v>5.2808333333333337</c:v>
                </c:pt>
                <c:pt idx="7655" formatCode="0.0000">
                  <c:v>5.2816666666666672</c:v>
                </c:pt>
                <c:pt idx="7656" formatCode="0.0000">
                  <c:v>5.2825000000000006</c:v>
                </c:pt>
                <c:pt idx="7657" formatCode="0.0000">
                  <c:v>5.2833333333333332</c:v>
                </c:pt>
                <c:pt idx="7658" formatCode="0.0000">
                  <c:v>5.2841666666666667</c:v>
                </c:pt>
                <c:pt idx="7659" formatCode="0.0000">
                  <c:v>5.2850000000000001</c:v>
                </c:pt>
                <c:pt idx="7660" formatCode="0.0000">
                  <c:v>5.2858333333333336</c:v>
                </c:pt>
                <c:pt idx="7661" formatCode="0.0000">
                  <c:v>5.2866666666666671</c:v>
                </c:pt>
                <c:pt idx="7662" formatCode="0.0000">
                  <c:v>5.2874999999999996</c:v>
                </c:pt>
                <c:pt idx="7663" formatCode="0.0000">
                  <c:v>5.2883333333333331</c:v>
                </c:pt>
                <c:pt idx="7664" formatCode="0.0000">
                  <c:v>5.2891666666666666</c:v>
                </c:pt>
                <c:pt idx="7665" formatCode="0.0000">
                  <c:v>5.29</c:v>
                </c:pt>
                <c:pt idx="7666" formatCode="0.0000">
                  <c:v>5.2908333333333335</c:v>
                </c:pt>
                <c:pt idx="7667" formatCode="0.0000">
                  <c:v>5.2916666666666661</c:v>
                </c:pt>
                <c:pt idx="7668" formatCode="0.0000">
                  <c:v>5.2924999999999995</c:v>
                </c:pt>
                <c:pt idx="7669" formatCode="0.0000">
                  <c:v>5.293333333333333</c:v>
                </c:pt>
                <c:pt idx="7670" formatCode="0.0000">
                  <c:v>5.2941666666666665</c:v>
                </c:pt>
                <c:pt idx="7671" formatCode="0.0000">
                  <c:v>5.2949999999999999</c:v>
                </c:pt>
                <c:pt idx="7672" formatCode="0.0000">
                  <c:v>5.2958333333333325</c:v>
                </c:pt>
                <c:pt idx="7673" formatCode="0.0000">
                  <c:v>5.2966666666666669</c:v>
                </c:pt>
                <c:pt idx="7674" formatCode="0.0000">
                  <c:v>5.2975000000000003</c:v>
                </c:pt>
                <c:pt idx="7675" formatCode="0.0000">
                  <c:v>5.2983333333333338</c:v>
                </c:pt>
                <c:pt idx="7676" formatCode="0.0000">
                  <c:v>5.2991666666666672</c:v>
                </c:pt>
                <c:pt idx="7677" formatCode="0.0000">
                  <c:v>5.3</c:v>
                </c:pt>
                <c:pt idx="7678" formatCode="0.0000">
                  <c:v>5.3008333333333333</c:v>
                </c:pt>
                <c:pt idx="7679" formatCode="0.0000">
                  <c:v>5.3016666666666667</c:v>
                </c:pt>
                <c:pt idx="7680" formatCode="0.0000">
                  <c:v>5.3025000000000002</c:v>
                </c:pt>
                <c:pt idx="7681" formatCode="0.0000">
                  <c:v>5.3033333333333337</c:v>
                </c:pt>
                <c:pt idx="7682" formatCode="0.0000">
                  <c:v>5.3041666666666663</c:v>
                </c:pt>
                <c:pt idx="7683" formatCode="0.0000">
                  <c:v>5.3049999999999997</c:v>
                </c:pt>
                <c:pt idx="7684" formatCode="0.0000">
                  <c:v>5.3058333333333332</c:v>
                </c:pt>
                <c:pt idx="7685" formatCode="0.0000">
                  <c:v>5.3066666666666666</c:v>
                </c:pt>
                <c:pt idx="7686" formatCode="0.0000">
                  <c:v>5.3075000000000001</c:v>
                </c:pt>
                <c:pt idx="7687" formatCode="0.0000">
                  <c:v>5.3083333333333327</c:v>
                </c:pt>
                <c:pt idx="7688" formatCode="0.0000">
                  <c:v>5.3091666666666661</c:v>
                </c:pt>
                <c:pt idx="7689" formatCode="0.0000">
                  <c:v>5.31</c:v>
                </c:pt>
                <c:pt idx="7690" formatCode="0.0000">
                  <c:v>5.3108333333333331</c:v>
                </c:pt>
                <c:pt idx="7691" formatCode="0.0000">
                  <c:v>5.3116666666666674</c:v>
                </c:pt>
                <c:pt idx="7692" formatCode="0.0000">
                  <c:v>5.3125</c:v>
                </c:pt>
                <c:pt idx="7693" formatCode="0.0000">
                  <c:v>5.3133333333333335</c:v>
                </c:pt>
                <c:pt idx="7694" formatCode="0.0000">
                  <c:v>5.3141666666666669</c:v>
                </c:pt>
                <c:pt idx="7695" formatCode="0.0000">
                  <c:v>5.3150000000000004</c:v>
                </c:pt>
                <c:pt idx="7696" formatCode="0.0000">
                  <c:v>5.3158333333333339</c:v>
                </c:pt>
                <c:pt idx="7697" formatCode="0.0000">
                  <c:v>5.3166666666666664</c:v>
                </c:pt>
                <c:pt idx="7698" formatCode="0.0000">
                  <c:v>5.3174999999999999</c:v>
                </c:pt>
                <c:pt idx="7699" formatCode="0.0000">
                  <c:v>5.3183333333333334</c:v>
                </c:pt>
                <c:pt idx="7700" formatCode="0.0000">
                  <c:v>5.3191666666666668</c:v>
                </c:pt>
                <c:pt idx="7701" formatCode="0.0000">
                  <c:v>5.32</c:v>
                </c:pt>
                <c:pt idx="7702" formatCode="0.0000">
                  <c:v>5.3208333333333329</c:v>
                </c:pt>
                <c:pt idx="7703" formatCode="0.0000">
                  <c:v>5.3216666666666663</c:v>
                </c:pt>
                <c:pt idx="7704" formatCode="0.0000">
                  <c:v>5.3224999999999998</c:v>
                </c:pt>
                <c:pt idx="7705" formatCode="0.0000">
                  <c:v>5.3233333333333333</c:v>
                </c:pt>
                <c:pt idx="7706" formatCode="0.0000">
                  <c:v>5.3241666666666667</c:v>
                </c:pt>
                <c:pt idx="7707" formatCode="0.0000">
                  <c:v>5.3249999999999993</c:v>
                </c:pt>
                <c:pt idx="7708" formatCode="0.0000">
                  <c:v>5.3258333333333328</c:v>
                </c:pt>
                <c:pt idx="7709" formatCode="0.0000">
                  <c:v>5.3266666666666662</c:v>
                </c:pt>
                <c:pt idx="7710" formatCode="0.0000">
                  <c:v>5.3275000000000006</c:v>
                </c:pt>
                <c:pt idx="7711" formatCode="0.0000">
                  <c:v>5.328333333333334</c:v>
                </c:pt>
                <c:pt idx="7712" formatCode="0.0000">
                  <c:v>5.3291666666666666</c:v>
                </c:pt>
                <c:pt idx="7713" formatCode="0.0000">
                  <c:v>5.33</c:v>
                </c:pt>
                <c:pt idx="7714" formatCode="0.0000">
                  <c:v>5.3308333333333335</c:v>
                </c:pt>
                <c:pt idx="7715" formatCode="0.0000">
                  <c:v>5.331666666666667</c:v>
                </c:pt>
                <c:pt idx="7716" formatCode="0.0000">
                  <c:v>5.3325000000000005</c:v>
                </c:pt>
                <c:pt idx="7717" formatCode="0.0000">
                  <c:v>5.333333333333333</c:v>
                </c:pt>
                <c:pt idx="7718" formatCode="0.0000">
                  <c:v>5.3341666666666665</c:v>
                </c:pt>
                <c:pt idx="7719" formatCode="0.0000">
                  <c:v>5.335</c:v>
                </c:pt>
                <c:pt idx="7720" formatCode="0.0000">
                  <c:v>5.3358333333333334</c:v>
                </c:pt>
                <c:pt idx="7721" formatCode="0.0000">
                  <c:v>5.3366666666666669</c:v>
                </c:pt>
                <c:pt idx="7722" formatCode="0.0000">
                  <c:v>5.3374999999999995</c:v>
                </c:pt>
                <c:pt idx="7723" formatCode="0.0000">
                  <c:v>5.3383333333333329</c:v>
                </c:pt>
                <c:pt idx="7724" formatCode="0.0000">
                  <c:v>5.3391666666666664</c:v>
                </c:pt>
                <c:pt idx="7725" formatCode="0.0000">
                  <c:v>5.34</c:v>
                </c:pt>
                <c:pt idx="7726" formatCode="0.0000">
                  <c:v>5.3408333333333333</c:v>
                </c:pt>
                <c:pt idx="7727" formatCode="0.0000">
                  <c:v>5.3416666666666659</c:v>
                </c:pt>
                <c:pt idx="7728" formatCode="0.0000">
                  <c:v>5.3424999999999994</c:v>
                </c:pt>
                <c:pt idx="7729" formatCode="0.0000">
                  <c:v>5.3433333333333337</c:v>
                </c:pt>
                <c:pt idx="7730" formatCode="0.0000">
                  <c:v>5.3441666666666672</c:v>
                </c:pt>
                <c:pt idx="7731" formatCode="0.0000">
                  <c:v>5.3450000000000006</c:v>
                </c:pt>
                <c:pt idx="7732" formatCode="0.0000">
                  <c:v>5.3458333333333332</c:v>
                </c:pt>
                <c:pt idx="7733" formatCode="0.0000">
                  <c:v>5.3466666666666667</c:v>
                </c:pt>
                <c:pt idx="7734" formatCode="0.0000">
                  <c:v>5.3475000000000001</c:v>
                </c:pt>
                <c:pt idx="7735" formatCode="0.0000">
                  <c:v>5.3483333333333336</c:v>
                </c:pt>
                <c:pt idx="7736" formatCode="0.0000">
                  <c:v>5.3491666666666671</c:v>
                </c:pt>
                <c:pt idx="7737" formatCode="0.0000">
                  <c:v>5.35</c:v>
                </c:pt>
                <c:pt idx="7738" formatCode="0.0000">
                  <c:v>5.3508333333333331</c:v>
                </c:pt>
                <c:pt idx="7739" formatCode="0.0000">
                  <c:v>5.3516666666666666</c:v>
                </c:pt>
                <c:pt idx="7740" formatCode="0.0000">
                  <c:v>5.3525</c:v>
                </c:pt>
                <c:pt idx="7741" formatCode="0.0000">
                  <c:v>5.3533333333333335</c:v>
                </c:pt>
                <c:pt idx="7742" formatCode="0.0000">
                  <c:v>5.3541666666666661</c:v>
                </c:pt>
                <c:pt idx="7743" formatCode="0.0000">
                  <c:v>5.3549999999999995</c:v>
                </c:pt>
                <c:pt idx="7744" formatCode="0.0000">
                  <c:v>5.355833333333333</c:v>
                </c:pt>
                <c:pt idx="7745" formatCode="0.0000">
                  <c:v>5.3566666666666665</c:v>
                </c:pt>
                <c:pt idx="7746" formatCode="0.0000">
                  <c:v>5.3574999999999999</c:v>
                </c:pt>
                <c:pt idx="7747" formatCode="0.0000">
                  <c:v>5.3583333333333325</c:v>
                </c:pt>
                <c:pt idx="7748" formatCode="0.0000">
                  <c:v>5.3591666666666669</c:v>
                </c:pt>
                <c:pt idx="7749" formatCode="0.0000">
                  <c:v>5.36</c:v>
                </c:pt>
                <c:pt idx="7750" formatCode="0.0000">
                  <c:v>5.3608333333333338</c:v>
                </c:pt>
                <c:pt idx="7751" formatCode="0.0000">
                  <c:v>5.3616666666666672</c:v>
                </c:pt>
                <c:pt idx="7752" formatCode="0.0000">
                  <c:v>5.3624999999999998</c:v>
                </c:pt>
                <c:pt idx="7753" formatCode="0.0000">
                  <c:v>5.3633333333333333</c:v>
                </c:pt>
                <c:pt idx="7754" formatCode="0.0000">
                  <c:v>5.3641666666666667</c:v>
                </c:pt>
                <c:pt idx="7755" formatCode="0.0000">
                  <c:v>5.3650000000000002</c:v>
                </c:pt>
                <c:pt idx="7756" formatCode="0.0000">
                  <c:v>5.3658333333333337</c:v>
                </c:pt>
                <c:pt idx="7757" formatCode="0.0000">
                  <c:v>5.3666666666666663</c:v>
                </c:pt>
                <c:pt idx="7758" formatCode="0.0000">
                  <c:v>5.3674999999999997</c:v>
                </c:pt>
                <c:pt idx="7759" formatCode="0.0000">
                  <c:v>5.3683333333333332</c:v>
                </c:pt>
                <c:pt idx="7760" formatCode="0.0000">
                  <c:v>5.3691666666666666</c:v>
                </c:pt>
                <c:pt idx="7761" formatCode="0.0000">
                  <c:v>5.37</c:v>
                </c:pt>
                <c:pt idx="7762" formatCode="0.0000">
                  <c:v>5.3708333333333327</c:v>
                </c:pt>
                <c:pt idx="7763" formatCode="0.0000">
                  <c:v>5.3716666666666661</c:v>
                </c:pt>
                <c:pt idx="7764" formatCode="0.0000">
                  <c:v>5.3724999999999996</c:v>
                </c:pt>
                <c:pt idx="7765" formatCode="0.0000">
                  <c:v>5.3733333333333331</c:v>
                </c:pt>
                <c:pt idx="7766" formatCode="0.0000">
                  <c:v>5.3741666666666674</c:v>
                </c:pt>
                <c:pt idx="7767" formatCode="0.0000">
                  <c:v>5.375</c:v>
                </c:pt>
                <c:pt idx="7768" formatCode="0.0000">
                  <c:v>5.3758333333333335</c:v>
                </c:pt>
                <c:pt idx="7769" formatCode="0.0000">
                  <c:v>5.3766666666666669</c:v>
                </c:pt>
                <c:pt idx="7770" formatCode="0.0000">
                  <c:v>5.3775000000000004</c:v>
                </c:pt>
                <c:pt idx="7771" formatCode="0.0000">
                  <c:v>5.3783333333333339</c:v>
                </c:pt>
                <c:pt idx="7772" formatCode="0.0000">
                  <c:v>5.3791666666666664</c:v>
                </c:pt>
                <c:pt idx="7773" formatCode="0.0000">
                  <c:v>5.38</c:v>
                </c:pt>
                <c:pt idx="7774" formatCode="0.0000">
                  <c:v>5.3808333333333334</c:v>
                </c:pt>
                <c:pt idx="7775" formatCode="0.0000">
                  <c:v>5.3816666666666668</c:v>
                </c:pt>
                <c:pt idx="7776" formatCode="0.0000">
                  <c:v>5.3825000000000003</c:v>
                </c:pt>
                <c:pt idx="7777" formatCode="0.0000">
                  <c:v>5.3833333333333329</c:v>
                </c:pt>
                <c:pt idx="7778" formatCode="0.0000">
                  <c:v>5.3841666666666663</c:v>
                </c:pt>
                <c:pt idx="7779" formatCode="0.0000">
                  <c:v>5.3849999999999998</c:v>
                </c:pt>
                <c:pt idx="7780" formatCode="0.0000">
                  <c:v>5.3858333333333333</c:v>
                </c:pt>
                <c:pt idx="7781" formatCode="0.0000">
                  <c:v>5.3866666666666667</c:v>
                </c:pt>
                <c:pt idx="7782" formatCode="0.0000">
                  <c:v>5.3874999999999993</c:v>
                </c:pt>
                <c:pt idx="7783" formatCode="0.0000">
                  <c:v>5.3883333333333328</c:v>
                </c:pt>
                <c:pt idx="7784" formatCode="0.0000">
                  <c:v>5.3891666666666662</c:v>
                </c:pt>
                <c:pt idx="7785" formatCode="0.0000">
                  <c:v>5.3900000000000006</c:v>
                </c:pt>
                <c:pt idx="7786" formatCode="0.0000">
                  <c:v>5.390833333333334</c:v>
                </c:pt>
                <c:pt idx="7787" formatCode="0.0000">
                  <c:v>5.3916666666666666</c:v>
                </c:pt>
                <c:pt idx="7788" formatCode="0.0000">
                  <c:v>5.3925000000000001</c:v>
                </c:pt>
                <c:pt idx="7789" formatCode="0.0000">
                  <c:v>5.3933333333333335</c:v>
                </c:pt>
                <c:pt idx="7790" formatCode="0.0000">
                  <c:v>5.394166666666667</c:v>
                </c:pt>
                <c:pt idx="7791" formatCode="0.0000">
                  <c:v>5.3950000000000005</c:v>
                </c:pt>
                <c:pt idx="7792" formatCode="0.0000">
                  <c:v>5.395833333333333</c:v>
                </c:pt>
                <c:pt idx="7793" formatCode="0.0000">
                  <c:v>5.3966666666666665</c:v>
                </c:pt>
                <c:pt idx="7794" formatCode="0.0000">
                  <c:v>5.3975</c:v>
                </c:pt>
                <c:pt idx="7795" formatCode="0.0000">
                  <c:v>5.3983333333333334</c:v>
                </c:pt>
                <c:pt idx="7796" formatCode="0.0000">
                  <c:v>5.3991666666666669</c:v>
                </c:pt>
                <c:pt idx="7797" formatCode="0.0000">
                  <c:v>5.3999999999999995</c:v>
                </c:pt>
                <c:pt idx="7798" formatCode="0.0000">
                  <c:v>5.4008333333333329</c:v>
                </c:pt>
                <c:pt idx="7799" formatCode="0.0000">
                  <c:v>5.4016666666666664</c:v>
                </c:pt>
                <c:pt idx="7800" formatCode="0.0000">
                  <c:v>5.4024999999999999</c:v>
                </c:pt>
                <c:pt idx="7801" formatCode="0.0000">
                  <c:v>5.4033333333333333</c:v>
                </c:pt>
                <c:pt idx="7802" formatCode="0.0000">
                  <c:v>5.4041666666666659</c:v>
                </c:pt>
                <c:pt idx="7803" formatCode="0.0000">
                  <c:v>5.4049999999999994</c:v>
                </c:pt>
                <c:pt idx="7804" formatCode="0.0000">
                  <c:v>5.4058333333333337</c:v>
                </c:pt>
                <c:pt idx="7805" formatCode="0.0000">
                  <c:v>5.4066666666666672</c:v>
                </c:pt>
                <c:pt idx="7806" formatCode="0.0000">
                  <c:v>5.4075000000000006</c:v>
                </c:pt>
                <c:pt idx="7807" formatCode="0.0000">
                  <c:v>5.4083333333333332</c:v>
                </c:pt>
                <c:pt idx="7808" formatCode="0.0000">
                  <c:v>5.4091666666666667</c:v>
                </c:pt>
                <c:pt idx="7809" formatCode="0.0000">
                  <c:v>5.41</c:v>
                </c:pt>
                <c:pt idx="7810" formatCode="0.0000">
                  <c:v>5.4108333333333336</c:v>
                </c:pt>
                <c:pt idx="7811" formatCode="0.0000">
                  <c:v>5.4116666666666671</c:v>
                </c:pt>
                <c:pt idx="7812" formatCode="0.0000">
                  <c:v>5.4124999999999996</c:v>
                </c:pt>
                <c:pt idx="7813" formatCode="0.0000">
                  <c:v>5.4133333333333331</c:v>
                </c:pt>
                <c:pt idx="7814" formatCode="0.0000">
                  <c:v>5.4141666666666666</c:v>
                </c:pt>
                <c:pt idx="7815" formatCode="0.0000">
                  <c:v>5.415</c:v>
                </c:pt>
                <c:pt idx="7816" formatCode="0.0000">
                  <c:v>5.4158333333333335</c:v>
                </c:pt>
                <c:pt idx="7817" formatCode="0.0000">
                  <c:v>5.4166666666666661</c:v>
                </c:pt>
                <c:pt idx="7818" formatCode="0.0000">
                  <c:v>5.4174999999999995</c:v>
                </c:pt>
                <c:pt idx="7819" formatCode="0.0000">
                  <c:v>5.418333333333333</c:v>
                </c:pt>
                <c:pt idx="7820" formatCode="0.0000">
                  <c:v>5.4191666666666665</c:v>
                </c:pt>
                <c:pt idx="7821" formatCode="0.0000">
                  <c:v>5.42</c:v>
                </c:pt>
                <c:pt idx="7822" formatCode="0.0000">
                  <c:v>5.4208333333333325</c:v>
                </c:pt>
                <c:pt idx="7823" formatCode="0.0000">
                  <c:v>5.4216666666666669</c:v>
                </c:pt>
                <c:pt idx="7824" formatCode="0.0000">
                  <c:v>5.4225000000000003</c:v>
                </c:pt>
                <c:pt idx="7825" formatCode="0.0000">
                  <c:v>5.4233333333333338</c:v>
                </c:pt>
                <c:pt idx="7826" formatCode="0.0000">
                  <c:v>5.4241666666666672</c:v>
                </c:pt>
                <c:pt idx="7827" formatCode="0.0000">
                  <c:v>5.4249999999999998</c:v>
                </c:pt>
                <c:pt idx="7828" formatCode="0.0000">
                  <c:v>5.4258333333333333</c:v>
                </c:pt>
                <c:pt idx="7829" formatCode="0.0000">
                  <c:v>5.4266666666666667</c:v>
                </c:pt>
                <c:pt idx="7830" formatCode="0.0000">
                  <c:v>5.4275000000000002</c:v>
                </c:pt>
                <c:pt idx="7831" formatCode="0.0000">
                  <c:v>5.4283333333333337</c:v>
                </c:pt>
                <c:pt idx="7832" formatCode="0.0000">
                  <c:v>5.4291666666666663</c:v>
                </c:pt>
                <c:pt idx="7833" formatCode="0.0000">
                  <c:v>5.43</c:v>
                </c:pt>
                <c:pt idx="7834" formatCode="0.0000">
                  <c:v>5.4308333333333332</c:v>
                </c:pt>
                <c:pt idx="7835" formatCode="0.0000">
                  <c:v>5.4316666666666666</c:v>
                </c:pt>
                <c:pt idx="7836" formatCode="0.0000">
                  <c:v>5.4325000000000001</c:v>
                </c:pt>
                <c:pt idx="7837" formatCode="0.0000">
                  <c:v>5.4333333333333327</c:v>
                </c:pt>
                <c:pt idx="7838" formatCode="0.0000">
                  <c:v>5.4341666666666661</c:v>
                </c:pt>
                <c:pt idx="7839" formatCode="0.0000">
                  <c:v>5.4349999999999996</c:v>
                </c:pt>
                <c:pt idx="7840" formatCode="0.0000">
                  <c:v>5.4358333333333331</c:v>
                </c:pt>
                <c:pt idx="7841" formatCode="0.0000">
                  <c:v>5.4366666666666674</c:v>
                </c:pt>
                <c:pt idx="7842" formatCode="0.0000">
                  <c:v>5.4375</c:v>
                </c:pt>
                <c:pt idx="7843" formatCode="0.0000">
                  <c:v>5.4383333333333335</c:v>
                </c:pt>
                <c:pt idx="7844" formatCode="0.0000">
                  <c:v>5.4391666666666669</c:v>
                </c:pt>
                <c:pt idx="7845" formatCode="0.0000">
                  <c:v>5.44</c:v>
                </c:pt>
                <c:pt idx="7846" formatCode="0.0000">
                  <c:v>5.4408333333333339</c:v>
                </c:pt>
                <c:pt idx="7847" formatCode="0.0000">
                  <c:v>5.4416666666666664</c:v>
                </c:pt>
                <c:pt idx="7848" formatCode="0.0000">
                  <c:v>5.4424999999999999</c:v>
                </c:pt>
                <c:pt idx="7849" formatCode="0.0000">
                  <c:v>5.4433333333333334</c:v>
                </c:pt>
                <c:pt idx="7850" formatCode="0.0000">
                  <c:v>5.4441666666666668</c:v>
                </c:pt>
                <c:pt idx="7851" formatCode="0.0000">
                  <c:v>5.4450000000000003</c:v>
                </c:pt>
                <c:pt idx="7852" formatCode="0.0000">
                  <c:v>5.4458333333333329</c:v>
                </c:pt>
                <c:pt idx="7853" formatCode="0.0000">
                  <c:v>5.4466666666666663</c:v>
                </c:pt>
                <c:pt idx="7854" formatCode="0.0000">
                  <c:v>5.4474999999999998</c:v>
                </c:pt>
                <c:pt idx="7855" formatCode="0.0000">
                  <c:v>5.4483333333333333</c:v>
                </c:pt>
                <c:pt idx="7856" formatCode="0.0000">
                  <c:v>5.4491666666666667</c:v>
                </c:pt>
                <c:pt idx="7857" formatCode="0.0000">
                  <c:v>5.4499999999999993</c:v>
                </c:pt>
                <c:pt idx="7858" formatCode="0.0000">
                  <c:v>5.4508333333333328</c:v>
                </c:pt>
                <c:pt idx="7859" formatCode="0.0000">
                  <c:v>5.4516666666666662</c:v>
                </c:pt>
                <c:pt idx="7860" formatCode="0.0000">
                  <c:v>5.4525000000000006</c:v>
                </c:pt>
                <c:pt idx="7861" formatCode="0.0000">
                  <c:v>5.453333333333334</c:v>
                </c:pt>
                <c:pt idx="7862" formatCode="0.0000">
                  <c:v>5.4541666666666666</c:v>
                </c:pt>
                <c:pt idx="7863" formatCode="0.0000">
                  <c:v>5.4550000000000001</c:v>
                </c:pt>
                <c:pt idx="7864" formatCode="0.0000">
                  <c:v>5.4558333333333335</c:v>
                </c:pt>
                <c:pt idx="7865" formatCode="0.0000">
                  <c:v>5.456666666666667</c:v>
                </c:pt>
                <c:pt idx="7866" formatCode="0.0000">
                  <c:v>5.4575000000000005</c:v>
                </c:pt>
                <c:pt idx="7867" formatCode="0.0000">
                  <c:v>5.458333333333333</c:v>
                </c:pt>
                <c:pt idx="7868" formatCode="0.0000">
                  <c:v>5.4591666666666665</c:v>
                </c:pt>
                <c:pt idx="7869" formatCode="0.0000">
                  <c:v>5.46</c:v>
                </c:pt>
                <c:pt idx="7870" formatCode="0.0000">
                  <c:v>5.4608333333333334</c:v>
                </c:pt>
                <c:pt idx="7871" formatCode="0.0000">
                  <c:v>5.4616666666666669</c:v>
                </c:pt>
                <c:pt idx="7872" formatCode="0.0000">
                  <c:v>5.4624999999999995</c:v>
                </c:pt>
                <c:pt idx="7873" formatCode="0.0000">
                  <c:v>5.4633333333333329</c:v>
                </c:pt>
                <c:pt idx="7874" formatCode="0.0000">
                  <c:v>5.4641666666666664</c:v>
                </c:pt>
                <c:pt idx="7875" formatCode="0.0000">
                  <c:v>5.4649999999999999</c:v>
                </c:pt>
                <c:pt idx="7876" formatCode="0.0000">
                  <c:v>5.4658333333333333</c:v>
                </c:pt>
                <c:pt idx="7877" formatCode="0.0000">
                  <c:v>5.4666666666666659</c:v>
                </c:pt>
                <c:pt idx="7878" formatCode="0.0000">
                  <c:v>5.4674999999999994</c:v>
                </c:pt>
                <c:pt idx="7879" formatCode="0.0000">
                  <c:v>5.4683333333333337</c:v>
                </c:pt>
                <c:pt idx="7880" formatCode="0.0000">
                  <c:v>5.4691666666666672</c:v>
                </c:pt>
                <c:pt idx="7881" formatCode="0.0000">
                  <c:v>5.4700000000000006</c:v>
                </c:pt>
                <c:pt idx="7882" formatCode="0.0000">
                  <c:v>5.4708333333333332</c:v>
                </c:pt>
                <c:pt idx="7883" formatCode="0.0000">
                  <c:v>5.4716666666666667</c:v>
                </c:pt>
                <c:pt idx="7884" formatCode="0.0000">
                  <c:v>5.4725000000000001</c:v>
                </c:pt>
                <c:pt idx="7885" formatCode="0.0000">
                  <c:v>5.4733333333333336</c:v>
                </c:pt>
                <c:pt idx="7886" formatCode="0.0000">
                  <c:v>5.4741666666666671</c:v>
                </c:pt>
                <c:pt idx="7887" formatCode="0.0000">
                  <c:v>5.4749999999999996</c:v>
                </c:pt>
                <c:pt idx="7888" formatCode="0.0000">
                  <c:v>5.4758333333333331</c:v>
                </c:pt>
                <c:pt idx="7889" formatCode="0.0000">
                  <c:v>5.4766666666666666</c:v>
                </c:pt>
                <c:pt idx="7890" formatCode="0.0000">
                  <c:v>5.4775</c:v>
                </c:pt>
                <c:pt idx="7891" formatCode="0.0000">
                  <c:v>5.4783333333333335</c:v>
                </c:pt>
                <c:pt idx="7892" formatCode="0.0000">
                  <c:v>5.4791666666666661</c:v>
                </c:pt>
                <c:pt idx="7893" formatCode="0.0000">
                  <c:v>5.4799999999999995</c:v>
                </c:pt>
                <c:pt idx="7894" formatCode="0.0000">
                  <c:v>5.480833333333333</c:v>
                </c:pt>
                <c:pt idx="7895" formatCode="0.0000">
                  <c:v>5.4816666666666665</c:v>
                </c:pt>
                <c:pt idx="7896" formatCode="0.0000">
                  <c:v>5.4824999999999999</c:v>
                </c:pt>
                <c:pt idx="7897" formatCode="0.0000">
                  <c:v>5.4833333333333325</c:v>
                </c:pt>
                <c:pt idx="7898" formatCode="0.0000">
                  <c:v>5.4841666666666669</c:v>
                </c:pt>
                <c:pt idx="7899" formatCode="0.0000">
                  <c:v>5.4850000000000003</c:v>
                </c:pt>
                <c:pt idx="7900" formatCode="0.0000">
                  <c:v>5.4858333333333338</c:v>
                </c:pt>
                <c:pt idx="7901" formatCode="0.0000">
                  <c:v>5.4866666666666672</c:v>
                </c:pt>
                <c:pt idx="7902" formatCode="0.0000">
                  <c:v>5.4874999999999998</c:v>
                </c:pt>
                <c:pt idx="7903" formatCode="0.0000">
                  <c:v>5.4883333333333333</c:v>
                </c:pt>
                <c:pt idx="7904" formatCode="0.0000">
                  <c:v>5.4891666666666667</c:v>
                </c:pt>
                <c:pt idx="7905" formatCode="0.0000">
                  <c:v>5.49</c:v>
                </c:pt>
                <c:pt idx="7906" formatCode="0.0000">
                  <c:v>5.4908333333333337</c:v>
                </c:pt>
                <c:pt idx="7907" formatCode="0.0000">
                  <c:v>5.4916666666666663</c:v>
                </c:pt>
                <c:pt idx="7908" formatCode="0.0000">
                  <c:v>5.4924999999999997</c:v>
                </c:pt>
                <c:pt idx="7909" formatCode="0.0000">
                  <c:v>5.4933333333333332</c:v>
                </c:pt>
                <c:pt idx="7910" formatCode="0.0000">
                  <c:v>5.4941666666666666</c:v>
                </c:pt>
                <c:pt idx="7911" formatCode="0.0000">
                  <c:v>5.4950000000000001</c:v>
                </c:pt>
                <c:pt idx="7912" formatCode="0.0000">
                  <c:v>5.4958333333333327</c:v>
                </c:pt>
                <c:pt idx="7913" formatCode="0.0000">
                  <c:v>5.4966666666666661</c:v>
                </c:pt>
                <c:pt idx="7914" formatCode="0.0000">
                  <c:v>5.4974999999999996</c:v>
                </c:pt>
                <c:pt idx="7915" formatCode="0.0000">
                  <c:v>5.4983333333333331</c:v>
                </c:pt>
                <c:pt idx="7916" formatCode="0.0000">
                  <c:v>5.4991666666666674</c:v>
                </c:pt>
                <c:pt idx="7917" formatCode="0.0000">
                  <c:v>5.5</c:v>
                </c:pt>
                <c:pt idx="7918" formatCode="0.0000">
                  <c:v>5.5008333333333335</c:v>
                </c:pt>
                <c:pt idx="7919" formatCode="0.0000">
                  <c:v>5.5016666666666669</c:v>
                </c:pt>
                <c:pt idx="7920" formatCode="0.0000">
                  <c:v>5.5025000000000004</c:v>
                </c:pt>
                <c:pt idx="7921" formatCode="0.0000">
                  <c:v>5.5033333333333339</c:v>
                </c:pt>
                <c:pt idx="7922" formatCode="0.0000">
                  <c:v>5.5041666666666664</c:v>
                </c:pt>
                <c:pt idx="7923" formatCode="0.0000">
                  <c:v>5.5049999999999999</c:v>
                </c:pt>
                <c:pt idx="7924" formatCode="0.0000">
                  <c:v>5.5058333333333334</c:v>
                </c:pt>
                <c:pt idx="7925" formatCode="0.0000">
                  <c:v>5.5066666666666668</c:v>
                </c:pt>
                <c:pt idx="7926" formatCode="0.0000">
                  <c:v>5.5075000000000003</c:v>
                </c:pt>
                <c:pt idx="7927" formatCode="0.0000">
                  <c:v>5.5083333333333329</c:v>
                </c:pt>
                <c:pt idx="7928" formatCode="0.0000">
                  <c:v>5.5091666666666663</c:v>
                </c:pt>
                <c:pt idx="7929" formatCode="0.0000">
                  <c:v>5.51</c:v>
                </c:pt>
                <c:pt idx="7930" formatCode="0.0000">
                  <c:v>5.5108333333333333</c:v>
                </c:pt>
                <c:pt idx="7931" formatCode="0.0000">
                  <c:v>5.5116666666666667</c:v>
                </c:pt>
                <c:pt idx="7932" formatCode="0.0000">
                  <c:v>5.5124999999999993</c:v>
                </c:pt>
                <c:pt idx="7933" formatCode="0.0000">
                  <c:v>5.5133333333333328</c:v>
                </c:pt>
                <c:pt idx="7934" formatCode="0.0000">
                  <c:v>5.5141666666666662</c:v>
                </c:pt>
                <c:pt idx="7935" formatCode="0.0000">
                  <c:v>5.5150000000000006</c:v>
                </c:pt>
                <c:pt idx="7936" formatCode="0.0000">
                  <c:v>5.515833333333334</c:v>
                </c:pt>
                <c:pt idx="7937" formatCode="0.0000">
                  <c:v>5.5166666666666666</c:v>
                </c:pt>
                <c:pt idx="7938" formatCode="0.0000">
                  <c:v>5.5175000000000001</c:v>
                </c:pt>
                <c:pt idx="7939" formatCode="0.0000">
                  <c:v>5.5183333333333335</c:v>
                </c:pt>
                <c:pt idx="7940" formatCode="0.0000">
                  <c:v>5.519166666666667</c:v>
                </c:pt>
                <c:pt idx="7941" formatCode="0.0000">
                  <c:v>5.5200000000000005</c:v>
                </c:pt>
                <c:pt idx="7942" formatCode="0.0000">
                  <c:v>5.520833333333333</c:v>
                </c:pt>
                <c:pt idx="7943" formatCode="0.0000">
                  <c:v>5.5216666666666665</c:v>
                </c:pt>
                <c:pt idx="7944" formatCode="0.0000">
                  <c:v>5.5225</c:v>
                </c:pt>
                <c:pt idx="7945" formatCode="0.0000">
                  <c:v>5.5233333333333334</c:v>
                </c:pt>
                <c:pt idx="7946" formatCode="0.0000">
                  <c:v>5.5241666666666669</c:v>
                </c:pt>
                <c:pt idx="7947" formatCode="0.0000">
                  <c:v>5.5249999999999995</c:v>
                </c:pt>
                <c:pt idx="7948" formatCode="0.0000">
                  <c:v>5.5258333333333329</c:v>
                </c:pt>
                <c:pt idx="7949" formatCode="0.0000">
                  <c:v>5.5266666666666664</c:v>
                </c:pt>
                <c:pt idx="7950" formatCode="0.0000">
                  <c:v>5.5274999999999999</c:v>
                </c:pt>
                <c:pt idx="7951" formatCode="0.0000">
                  <c:v>5.5283333333333333</c:v>
                </c:pt>
                <c:pt idx="7952" formatCode="0.0000">
                  <c:v>5.5291666666666659</c:v>
                </c:pt>
                <c:pt idx="7953" formatCode="0.0000">
                  <c:v>5.5299999999999994</c:v>
                </c:pt>
                <c:pt idx="7954" formatCode="0.0000">
                  <c:v>5.5308333333333337</c:v>
                </c:pt>
                <c:pt idx="7955" formatCode="0.0000">
                  <c:v>5.5316666666666672</c:v>
                </c:pt>
                <c:pt idx="7956" formatCode="0.0000">
                  <c:v>5.5325000000000006</c:v>
                </c:pt>
                <c:pt idx="7957" formatCode="0.0000">
                  <c:v>5.5333333333333332</c:v>
                </c:pt>
                <c:pt idx="7958" formatCode="0.0000">
                  <c:v>5.5341666666666667</c:v>
                </c:pt>
                <c:pt idx="7959" formatCode="0.0000">
                  <c:v>5.5350000000000001</c:v>
                </c:pt>
                <c:pt idx="7960" formatCode="0.0000">
                  <c:v>5.5358333333333336</c:v>
                </c:pt>
                <c:pt idx="7961" formatCode="0.0000">
                  <c:v>5.5366666666666671</c:v>
                </c:pt>
                <c:pt idx="7962" formatCode="0.0000">
                  <c:v>5.5374999999999996</c:v>
                </c:pt>
                <c:pt idx="7963" formatCode="0.0000">
                  <c:v>5.5383333333333331</c:v>
                </c:pt>
                <c:pt idx="7964" formatCode="0.0000">
                  <c:v>5.5391666666666666</c:v>
                </c:pt>
                <c:pt idx="7965" formatCode="0.0000">
                  <c:v>5.54</c:v>
                </c:pt>
                <c:pt idx="7966" formatCode="0.0000">
                  <c:v>5.5408333333333335</c:v>
                </c:pt>
                <c:pt idx="7967" formatCode="0.0000">
                  <c:v>5.5416666666666661</c:v>
                </c:pt>
                <c:pt idx="7968" formatCode="0.0000">
                  <c:v>5.5424999999999995</c:v>
                </c:pt>
                <c:pt idx="7969" formatCode="0.0000">
                  <c:v>5.543333333333333</c:v>
                </c:pt>
                <c:pt idx="7970" formatCode="0.0000">
                  <c:v>5.5441666666666665</c:v>
                </c:pt>
                <c:pt idx="7971" formatCode="0.0000">
                  <c:v>5.5449999999999999</c:v>
                </c:pt>
                <c:pt idx="7972" formatCode="0.0000">
                  <c:v>5.5458333333333325</c:v>
                </c:pt>
                <c:pt idx="7973" formatCode="0.0000">
                  <c:v>5.5466666666666669</c:v>
                </c:pt>
                <c:pt idx="7974" formatCode="0.0000">
                  <c:v>5.5475000000000003</c:v>
                </c:pt>
                <c:pt idx="7975" formatCode="0.0000">
                  <c:v>5.5483333333333338</c:v>
                </c:pt>
                <c:pt idx="7976" formatCode="0.0000">
                  <c:v>5.5491666666666672</c:v>
                </c:pt>
                <c:pt idx="7977" formatCode="0.0000">
                  <c:v>5.55</c:v>
                </c:pt>
                <c:pt idx="7978" formatCode="0.0000">
                  <c:v>5.5508333333333333</c:v>
                </c:pt>
                <c:pt idx="7979" formatCode="0.0000">
                  <c:v>5.5516666666666667</c:v>
                </c:pt>
                <c:pt idx="7980" formatCode="0.0000">
                  <c:v>5.5525000000000002</c:v>
                </c:pt>
                <c:pt idx="7981" formatCode="0.0000">
                  <c:v>5.5533333333333337</c:v>
                </c:pt>
                <c:pt idx="7982" formatCode="0.0000">
                  <c:v>5.5541666666666663</c:v>
                </c:pt>
                <c:pt idx="7983" formatCode="0.0000">
                  <c:v>5.5549999999999997</c:v>
                </c:pt>
                <c:pt idx="7984" formatCode="0.0000">
                  <c:v>5.5558333333333332</c:v>
                </c:pt>
                <c:pt idx="7985" formatCode="0.0000">
                  <c:v>5.5566666666666666</c:v>
                </c:pt>
                <c:pt idx="7986" formatCode="0.0000">
                  <c:v>5.5575000000000001</c:v>
                </c:pt>
                <c:pt idx="7987" formatCode="0.0000">
                  <c:v>5.5583333333333327</c:v>
                </c:pt>
                <c:pt idx="7988" formatCode="0.0000">
                  <c:v>5.5591666666666661</c:v>
                </c:pt>
                <c:pt idx="7989" formatCode="0.0000">
                  <c:v>5.56</c:v>
                </c:pt>
                <c:pt idx="7990" formatCode="0.0000">
                  <c:v>5.5608333333333331</c:v>
                </c:pt>
                <c:pt idx="7991" formatCode="0.0000">
                  <c:v>5.5616666666666674</c:v>
                </c:pt>
                <c:pt idx="7992" formatCode="0.0000">
                  <c:v>5.5625</c:v>
                </c:pt>
                <c:pt idx="7993" formatCode="0.0000">
                  <c:v>5.5633333333333335</c:v>
                </c:pt>
                <c:pt idx="7994" formatCode="0.0000">
                  <c:v>5.5641666666666669</c:v>
                </c:pt>
                <c:pt idx="7995" formatCode="0.0000">
                  <c:v>5.5650000000000004</c:v>
                </c:pt>
                <c:pt idx="7996" formatCode="0.0000">
                  <c:v>5.5658333333333339</c:v>
                </c:pt>
                <c:pt idx="7997" formatCode="0.0000">
                  <c:v>5.5666666666666664</c:v>
                </c:pt>
                <c:pt idx="7998" formatCode="0.0000">
                  <c:v>5.5674999999999999</c:v>
                </c:pt>
                <c:pt idx="7999" formatCode="0.0000">
                  <c:v>5.5683333333333334</c:v>
                </c:pt>
                <c:pt idx="8000" formatCode="0.0000">
                  <c:v>5.5691666666666668</c:v>
                </c:pt>
                <c:pt idx="8001" formatCode="0.0000">
                  <c:v>5.57</c:v>
                </c:pt>
                <c:pt idx="8002" formatCode="0.0000">
                  <c:v>5.5708333333333329</c:v>
                </c:pt>
                <c:pt idx="8003" formatCode="0.0000">
                  <c:v>5.5716666666666663</c:v>
                </c:pt>
                <c:pt idx="8004" formatCode="0.0000">
                  <c:v>5.5724999999999998</c:v>
                </c:pt>
                <c:pt idx="8005" formatCode="0.0000">
                  <c:v>5.5733333333333333</c:v>
                </c:pt>
                <c:pt idx="8006" formatCode="0.0000">
                  <c:v>5.5741666666666667</c:v>
                </c:pt>
                <c:pt idx="8007" formatCode="0.0000">
                  <c:v>5.5749999999999993</c:v>
                </c:pt>
                <c:pt idx="8008" formatCode="0.0000">
                  <c:v>5.5758333333333328</c:v>
                </c:pt>
                <c:pt idx="8009" formatCode="0.0000">
                  <c:v>5.5766666666666662</c:v>
                </c:pt>
                <c:pt idx="8010" formatCode="0.0000">
                  <c:v>5.5775000000000006</c:v>
                </c:pt>
                <c:pt idx="8011" formatCode="0.0000">
                  <c:v>5.578333333333334</c:v>
                </c:pt>
                <c:pt idx="8012" formatCode="0.0000">
                  <c:v>5.5791666666666666</c:v>
                </c:pt>
                <c:pt idx="8013" formatCode="0.0000">
                  <c:v>5.58</c:v>
                </c:pt>
                <c:pt idx="8014" formatCode="0.0000">
                  <c:v>5.5808333333333335</c:v>
                </c:pt>
                <c:pt idx="8015" formatCode="0.0000">
                  <c:v>5.581666666666667</c:v>
                </c:pt>
                <c:pt idx="8016" formatCode="0.0000">
                  <c:v>5.5825000000000005</c:v>
                </c:pt>
                <c:pt idx="8017" formatCode="0.0000">
                  <c:v>5.583333333333333</c:v>
                </c:pt>
                <c:pt idx="8018" formatCode="0.0000">
                  <c:v>5.5841666666666665</c:v>
                </c:pt>
                <c:pt idx="8019" formatCode="0.0000">
                  <c:v>5.585</c:v>
                </c:pt>
                <c:pt idx="8020" formatCode="0.0000">
                  <c:v>5.5858333333333334</c:v>
                </c:pt>
                <c:pt idx="8021" formatCode="0.0000">
                  <c:v>5.5866666666666669</c:v>
                </c:pt>
                <c:pt idx="8022" formatCode="0.0000">
                  <c:v>5.5874999999999995</c:v>
                </c:pt>
                <c:pt idx="8023" formatCode="0.0000">
                  <c:v>5.5883333333333329</c:v>
                </c:pt>
                <c:pt idx="8024" formatCode="0.0000">
                  <c:v>5.5891666666666664</c:v>
                </c:pt>
                <c:pt idx="8025" formatCode="0.0000">
                  <c:v>5.59</c:v>
                </c:pt>
                <c:pt idx="8026" formatCode="0.0000">
                  <c:v>5.5908333333333333</c:v>
                </c:pt>
                <c:pt idx="8027" formatCode="0.0000">
                  <c:v>5.5916666666666659</c:v>
                </c:pt>
                <c:pt idx="8028" formatCode="0.0000">
                  <c:v>5.5924999999999994</c:v>
                </c:pt>
                <c:pt idx="8029" formatCode="0.0000">
                  <c:v>5.5933333333333337</c:v>
                </c:pt>
                <c:pt idx="8030" formatCode="0.0000">
                  <c:v>5.5941666666666672</c:v>
                </c:pt>
                <c:pt idx="8031" formatCode="0.0000">
                  <c:v>5.5950000000000006</c:v>
                </c:pt>
                <c:pt idx="8032" formatCode="0.0000">
                  <c:v>5.5958333333333332</c:v>
                </c:pt>
                <c:pt idx="8033" formatCode="0.0000">
                  <c:v>5.5966666666666667</c:v>
                </c:pt>
                <c:pt idx="8034" formatCode="0.0000">
                  <c:v>5.5975000000000001</c:v>
                </c:pt>
                <c:pt idx="8035" formatCode="0.0000">
                  <c:v>5.5983333333333336</c:v>
                </c:pt>
                <c:pt idx="8036" formatCode="0.0000">
                  <c:v>5.5991666666666671</c:v>
                </c:pt>
                <c:pt idx="8037" formatCode="0.0000">
                  <c:v>5.6</c:v>
                </c:pt>
                <c:pt idx="8038" formatCode="0.0000">
                  <c:v>5.6008333333333331</c:v>
                </c:pt>
                <c:pt idx="8039" formatCode="0.0000">
                  <c:v>5.6016666666666666</c:v>
                </c:pt>
                <c:pt idx="8040" formatCode="0.0000">
                  <c:v>5.6025</c:v>
                </c:pt>
                <c:pt idx="8041" formatCode="0.0000">
                  <c:v>5.6033333333333335</c:v>
                </c:pt>
                <c:pt idx="8042" formatCode="0.0000">
                  <c:v>5.6041666666666661</c:v>
                </c:pt>
                <c:pt idx="8043" formatCode="0.0000">
                  <c:v>5.6049999999999995</c:v>
                </c:pt>
                <c:pt idx="8044" formatCode="0.0000">
                  <c:v>5.605833333333333</c:v>
                </c:pt>
                <c:pt idx="8045" formatCode="0.0000">
                  <c:v>5.6066666666666665</c:v>
                </c:pt>
                <c:pt idx="8046" formatCode="0.0000">
                  <c:v>5.6074999999999999</c:v>
                </c:pt>
                <c:pt idx="8047" formatCode="0.0000">
                  <c:v>5.6083333333333325</c:v>
                </c:pt>
                <c:pt idx="8048" formatCode="0.0000">
                  <c:v>5.6091666666666669</c:v>
                </c:pt>
                <c:pt idx="8049" formatCode="0.0000">
                  <c:v>5.61</c:v>
                </c:pt>
                <c:pt idx="8050" formatCode="0.0000">
                  <c:v>5.6108333333333338</c:v>
                </c:pt>
                <c:pt idx="8051" formatCode="0.0000">
                  <c:v>5.6116666666666672</c:v>
                </c:pt>
                <c:pt idx="8052" formatCode="0.0000">
                  <c:v>5.6124999999999998</c:v>
                </c:pt>
                <c:pt idx="8053" formatCode="0.0000">
                  <c:v>5.6133333333333333</c:v>
                </c:pt>
                <c:pt idx="8054" formatCode="0.0000">
                  <c:v>5.6141666666666667</c:v>
                </c:pt>
                <c:pt idx="8055" formatCode="0.0000">
                  <c:v>5.6150000000000002</c:v>
                </c:pt>
                <c:pt idx="8056" formatCode="0.0000">
                  <c:v>5.6158333333333337</c:v>
                </c:pt>
                <c:pt idx="8057" formatCode="0.0000">
                  <c:v>5.6166666666666663</c:v>
                </c:pt>
                <c:pt idx="8058" formatCode="0.0000">
                  <c:v>5.6174999999999997</c:v>
                </c:pt>
                <c:pt idx="8059" formatCode="0.0000">
                  <c:v>5.6183333333333332</c:v>
                </c:pt>
                <c:pt idx="8060" formatCode="0.0000">
                  <c:v>5.6191666666666666</c:v>
                </c:pt>
                <c:pt idx="8061" formatCode="0.0000">
                  <c:v>5.62</c:v>
                </c:pt>
                <c:pt idx="8062" formatCode="0.0000">
                  <c:v>5.6208333333333327</c:v>
                </c:pt>
                <c:pt idx="8063" formatCode="0.0000">
                  <c:v>5.6216666666666661</c:v>
                </c:pt>
                <c:pt idx="8064" formatCode="0.0000">
                  <c:v>5.6224999999999996</c:v>
                </c:pt>
                <c:pt idx="8065" formatCode="0.0000">
                  <c:v>5.6233333333333331</c:v>
                </c:pt>
                <c:pt idx="8066" formatCode="0.0000">
                  <c:v>5.6241666666666674</c:v>
                </c:pt>
                <c:pt idx="8067" formatCode="0.0000">
                  <c:v>5.625</c:v>
                </c:pt>
                <c:pt idx="8068" formatCode="0.0000">
                  <c:v>5.6258333333333335</c:v>
                </c:pt>
                <c:pt idx="8069" formatCode="0.0000">
                  <c:v>5.6266666666666669</c:v>
                </c:pt>
                <c:pt idx="8070" formatCode="0.0000">
                  <c:v>5.6275000000000004</c:v>
                </c:pt>
                <c:pt idx="8071" formatCode="0.0000">
                  <c:v>5.6283333333333339</c:v>
                </c:pt>
                <c:pt idx="8072" formatCode="0.0000">
                  <c:v>5.6291666666666664</c:v>
                </c:pt>
                <c:pt idx="8073" formatCode="0.0000">
                  <c:v>5.63</c:v>
                </c:pt>
                <c:pt idx="8074" formatCode="0.0000">
                  <c:v>5.6308333333333334</c:v>
                </c:pt>
                <c:pt idx="8075" formatCode="0.0000">
                  <c:v>5.6316666666666668</c:v>
                </c:pt>
                <c:pt idx="8076" formatCode="0.0000">
                  <c:v>5.6325000000000003</c:v>
                </c:pt>
                <c:pt idx="8077" formatCode="0.0000">
                  <c:v>5.6333333333333329</c:v>
                </c:pt>
                <c:pt idx="8078" formatCode="0.0000">
                  <c:v>5.6341666666666663</c:v>
                </c:pt>
                <c:pt idx="8079" formatCode="0.0000">
                  <c:v>5.6349999999999998</c:v>
                </c:pt>
                <c:pt idx="8080" formatCode="0.0000">
                  <c:v>5.6358333333333333</c:v>
                </c:pt>
                <c:pt idx="8081" formatCode="0.0000">
                  <c:v>5.6366666666666667</c:v>
                </c:pt>
                <c:pt idx="8082" formatCode="0.0000">
                  <c:v>5.6374999999999993</c:v>
                </c:pt>
                <c:pt idx="8083" formatCode="0.0000">
                  <c:v>5.6383333333333328</c:v>
                </c:pt>
                <c:pt idx="8084" formatCode="0.0000">
                  <c:v>5.6391666666666662</c:v>
                </c:pt>
                <c:pt idx="8085" formatCode="0.0000">
                  <c:v>5.6400000000000006</c:v>
                </c:pt>
                <c:pt idx="8086" formatCode="0.0000">
                  <c:v>5.640833333333334</c:v>
                </c:pt>
                <c:pt idx="8087" formatCode="0.0000">
                  <c:v>5.6416666666666666</c:v>
                </c:pt>
                <c:pt idx="8088" formatCode="0.0000">
                  <c:v>5.6425000000000001</c:v>
                </c:pt>
                <c:pt idx="8089" formatCode="0.0000">
                  <c:v>5.6433333333333335</c:v>
                </c:pt>
                <c:pt idx="8090" formatCode="0.0000">
                  <c:v>5.644166666666667</c:v>
                </c:pt>
                <c:pt idx="8091" formatCode="0.0000">
                  <c:v>5.6450000000000005</c:v>
                </c:pt>
                <c:pt idx="8092" formatCode="0.0000">
                  <c:v>5.645833333333333</c:v>
                </c:pt>
                <c:pt idx="8093" formatCode="0.0000">
                  <c:v>5.6466666666666665</c:v>
                </c:pt>
                <c:pt idx="8094" formatCode="0.0000">
                  <c:v>5.6475</c:v>
                </c:pt>
                <c:pt idx="8095" formatCode="0.0000">
                  <c:v>5.6483333333333334</c:v>
                </c:pt>
                <c:pt idx="8096" formatCode="0.0000">
                  <c:v>5.6491666666666669</c:v>
                </c:pt>
                <c:pt idx="8097" formatCode="0.0000">
                  <c:v>5.6499999999999995</c:v>
                </c:pt>
                <c:pt idx="8098" formatCode="0.0000">
                  <c:v>5.6508333333333329</c:v>
                </c:pt>
                <c:pt idx="8099" formatCode="0.0000">
                  <c:v>5.6516666666666664</c:v>
                </c:pt>
                <c:pt idx="8100" formatCode="0.0000">
                  <c:v>5.6524999999999999</c:v>
                </c:pt>
                <c:pt idx="8101" formatCode="0.0000">
                  <c:v>5.6533333333333333</c:v>
                </c:pt>
                <c:pt idx="8102" formatCode="0.0000">
                  <c:v>5.6541666666666659</c:v>
                </c:pt>
                <c:pt idx="8103" formatCode="0.0000">
                  <c:v>5.6549999999999994</c:v>
                </c:pt>
                <c:pt idx="8104" formatCode="0.0000">
                  <c:v>5.6558333333333337</c:v>
                </c:pt>
                <c:pt idx="8105" formatCode="0.0000">
                  <c:v>5.6566666666666672</c:v>
                </c:pt>
                <c:pt idx="8106" formatCode="0.0000">
                  <c:v>5.6575000000000006</c:v>
                </c:pt>
                <c:pt idx="8107" formatCode="0.0000">
                  <c:v>5.6583333333333332</c:v>
                </c:pt>
                <c:pt idx="8108" formatCode="0.0000">
                  <c:v>5.6591666666666667</c:v>
                </c:pt>
                <c:pt idx="8109" formatCode="0.0000">
                  <c:v>5.66</c:v>
                </c:pt>
                <c:pt idx="8110" formatCode="0.0000">
                  <c:v>5.6608333333333336</c:v>
                </c:pt>
                <c:pt idx="8111" formatCode="0.0000">
                  <c:v>5.6616666666666671</c:v>
                </c:pt>
                <c:pt idx="8112" formatCode="0.0000">
                  <c:v>5.6624999999999996</c:v>
                </c:pt>
                <c:pt idx="8113" formatCode="0.0000">
                  <c:v>5.6633333333333331</c:v>
                </c:pt>
                <c:pt idx="8114" formatCode="0.0000">
                  <c:v>5.6641666666666666</c:v>
                </c:pt>
                <c:pt idx="8115" formatCode="0.0000">
                  <c:v>5.665</c:v>
                </c:pt>
                <c:pt idx="8116" formatCode="0.0000">
                  <c:v>5.6658333333333335</c:v>
                </c:pt>
                <c:pt idx="8117" formatCode="0.0000">
                  <c:v>5.6666666666666661</c:v>
                </c:pt>
                <c:pt idx="8118" formatCode="0.0000">
                  <c:v>5.6674999999999995</c:v>
                </c:pt>
                <c:pt idx="8119" formatCode="0.0000">
                  <c:v>5.668333333333333</c:v>
                </c:pt>
                <c:pt idx="8120" formatCode="0.0000">
                  <c:v>5.6691666666666665</c:v>
                </c:pt>
                <c:pt idx="8121" formatCode="0.0000">
                  <c:v>5.67</c:v>
                </c:pt>
                <c:pt idx="8122" formatCode="0.0000">
                  <c:v>5.6708333333333325</c:v>
                </c:pt>
                <c:pt idx="8123" formatCode="0.0000">
                  <c:v>5.6716666666666669</c:v>
                </c:pt>
                <c:pt idx="8124" formatCode="0.0000">
                  <c:v>5.6725000000000003</c:v>
                </c:pt>
                <c:pt idx="8125" formatCode="0.0000">
                  <c:v>5.6733333333333338</c:v>
                </c:pt>
                <c:pt idx="8126" formatCode="0.0000">
                  <c:v>5.6741666666666672</c:v>
                </c:pt>
                <c:pt idx="8127" formatCode="0.0000">
                  <c:v>5.6749999999999998</c:v>
                </c:pt>
                <c:pt idx="8128" formatCode="0.0000">
                  <c:v>5.6758333333333333</c:v>
                </c:pt>
                <c:pt idx="8129" formatCode="0.0000">
                  <c:v>5.6766666666666667</c:v>
                </c:pt>
                <c:pt idx="8130" formatCode="0.0000">
                  <c:v>5.6775000000000002</c:v>
                </c:pt>
                <c:pt idx="8131" formatCode="0.0000">
                  <c:v>5.6783333333333337</c:v>
                </c:pt>
                <c:pt idx="8132" formatCode="0.0000">
                  <c:v>5.6791666666666663</c:v>
                </c:pt>
                <c:pt idx="8133" formatCode="0.0000">
                  <c:v>5.68</c:v>
                </c:pt>
                <c:pt idx="8134" formatCode="0.0000">
                  <c:v>5.6808333333333332</c:v>
                </c:pt>
                <c:pt idx="8135" formatCode="0.0000">
                  <c:v>5.6816666666666666</c:v>
                </c:pt>
                <c:pt idx="8136" formatCode="0.0000">
                  <c:v>5.6825000000000001</c:v>
                </c:pt>
                <c:pt idx="8137" formatCode="0.0000">
                  <c:v>5.6833333333333327</c:v>
                </c:pt>
                <c:pt idx="8138" formatCode="0.0000">
                  <c:v>5.6841666666666661</c:v>
                </c:pt>
                <c:pt idx="8139" formatCode="0.0000">
                  <c:v>5.6849999999999996</c:v>
                </c:pt>
                <c:pt idx="8140" formatCode="0.0000">
                  <c:v>5.6858333333333331</c:v>
                </c:pt>
                <c:pt idx="8141" formatCode="0.0000">
                  <c:v>5.6866666666666674</c:v>
                </c:pt>
                <c:pt idx="8142" formatCode="0.0000">
                  <c:v>5.6875</c:v>
                </c:pt>
                <c:pt idx="8143" formatCode="0.0000">
                  <c:v>5.6883333333333335</c:v>
                </c:pt>
                <c:pt idx="8144" formatCode="0.0000">
                  <c:v>5.6891666666666669</c:v>
                </c:pt>
                <c:pt idx="8145" formatCode="0.0000">
                  <c:v>5.69</c:v>
                </c:pt>
                <c:pt idx="8146" formatCode="0.0000">
                  <c:v>5.6908333333333339</c:v>
                </c:pt>
                <c:pt idx="8147" formatCode="0.0000">
                  <c:v>5.6916666666666664</c:v>
                </c:pt>
                <c:pt idx="8148" formatCode="0.0000">
                  <c:v>5.6924999999999999</c:v>
                </c:pt>
                <c:pt idx="8149" formatCode="0.0000">
                  <c:v>5.6933333333333334</c:v>
                </c:pt>
                <c:pt idx="8150" formatCode="0.0000">
                  <c:v>5.6941666666666668</c:v>
                </c:pt>
                <c:pt idx="8151" formatCode="0.0000">
                  <c:v>5.6950000000000003</c:v>
                </c:pt>
                <c:pt idx="8152" formatCode="0.0000">
                  <c:v>5.6958333333333329</c:v>
                </c:pt>
                <c:pt idx="8153" formatCode="0.0000">
                  <c:v>5.6966666666666663</c:v>
                </c:pt>
                <c:pt idx="8154" formatCode="0.0000">
                  <c:v>5.6974999999999998</c:v>
                </c:pt>
                <c:pt idx="8155" formatCode="0.0000">
                  <c:v>5.6983333333333333</c:v>
                </c:pt>
                <c:pt idx="8156" formatCode="0.0000">
                  <c:v>5.6991666666666667</c:v>
                </c:pt>
                <c:pt idx="8157" formatCode="0.0000">
                  <c:v>5.6999999999999993</c:v>
                </c:pt>
                <c:pt idx="8158" formatCode="0.0000">
                  <c:v>5.7008333333333328</c:v>
                </c:pt>
                <c:pt idx="8159" formatCode="0.0000">
                  <c:v>5.7016666666666662</c:v>
                </c:pt>
                <c:pt idx="8160" formatCode="0.0000">
                  <c:v>5.7025000000000006</c:v>
                </c:pt>
                <c:pt idx="8161" formatCode="0.0000">
                  <c:v>5.703333333333334</c:v>
                </c:pt>
                <c:pt idx="8162" formatCode="0.0000">
                  <c:v>5.7041666666666666</c:v>
                </c:pt>
                <c:pt idx="8163" formatCode="0.0000">
                  <c:v>5.7050000000000001</c:v>
                </c:pt>
                <c:pt idx="8164" formatCode="0.0000">
                  <c:v>5.7058333333333335</c:v>
                </c:pt>
                <c:pt idx="8165" formatCode="0.0000">
                  <c:v>5.706666666666667</c:v>
                </c:pt>
                <c:pt idx="8166" formatCode="0.0000">
                  <c:v>5.7075000000000005</c:v>
                </c:pt>
                <c:pt idx="8167" formatCode="0.0000">
                  <c:v>5.708333333333333</c:v>
                </c:pt>
                <c:pt idx="8168" formatCode="0.0000">
                  <c:v>5.7091666666666665</c:v>
                </c:pt>
                <c:pt idx="8169" formatCode="0.0000">
                  <c:v>5.71</c:v>
                </c:pt>
                <c:pt idx="8170" formatCode="0.0000">
                  <c:v>5.7108333333333334</c:v>
                </c:pt>
                <c:pt idx="8171" formatCode="0.0000">
                  <c:v>5.7116666666666669</c:v>
                </c:pt>
                <c:pt idx="8172" formatCode="0.0000">
                  <c:v>5.7124999999999995</c:v>
                </c:pt>
                <c:pt idx="8173" formatCode="0.0000">
                  <c:v>5.7133333333333329</c:v>
                </c:pt>
                <c:pt idx="8174" formatCode="0.0000">
                  <c:v>5.7141666666666664</c:v>
                </c:pt>
                <c:pt idx="8175" formatCode="0.0000">
                  <c:v>5.7149999999999999</c:v>
                </c:pt>
                <c:pt idx="8176" formatCode="0.0000">
                  <c:v>5.7158333333333333</c:v>
                </c:pt>
                <c:pt idx="8177" formatCode="0.0000">
                  <c:v>5.7166666666666659</c:v>
                </c:pt>
                <c:pt idx="8178" formatCode="0.0000">
                  <c:v>5.7174999999999994</c:v>
                </c:pt>
                <c:pt idx="8179" formatCode="0.0000">
                  <c:v>5.7183333333333337</c:v>
                </c:pt>
                <c:pt idx="8180" formatCode="0.0000">
                  <c:v>5.7191666666666672</c:v>
                </c:pt>
                <c:pt idx="8181" formatCode="0.0000">
                  <c:v>5.7200000000000006</c:v>
                </c:pt>
                <c:pt idx="8182" formatCode="0.0000">
                  <c:v>5.7208333333333332</c:v>
                </c:pt>
                <c:pt idx="8183" formatCode="0.0000">
                  <c:v>5.7216666666666667</c:v>
                </c:pt>
                <c:pt idx="8184" formatCode="0.0000">
                  <c:v>5.7225000000000001</c:v>
                </c:pt>
                <c:pt idx="8185" formatCode="0.0000">
                  <c:v>5.7233333333333336</c:v>
                </c:pt>
                <c:pt idx="8186" formatCode="0.0000">
                  <c:v>5.7241666666666671</c:v>
                </c:pt>
                <c:pt idx="8187" formatCode="0.0000">
                  <c:v>5.7249999999999996</c:v>
                </c:pt>
                <c:pt idx="8188" formatCode="0.0000">
                  <c:v>5.7258333333333331</c:v>
                </c:pt>
                <c:pt idx="8189" formatCode="0.0000">
                  <c:v>5.7266666666666666</c:v>
                </c:pt>
                <c:pt idx="8190" formatCode="0.0000">
                  <c:v>5.7275</c:v>
                </c:pt>
                <c:pt idx="8191" formatCode="0.0000">
                  <c:v>5.7283333333333335</c:v>
                </c:pt>
                <c:pt idx="8192" formatCode="0.0000">
                  <c:v>5.7291666666666661</c:v>
                </c:pt>
                <c:pt idx="8193" formatCode="0.0000">
                  <c:v>5.7299999999999995</c:v>
                </c:pt>
                <c:pt idx="8194" formatCode="0.0000">
                  <c:v>5.730833333333333</c:v>
                </c:pt>
                <c:pt idx="8195" formatCode="0.0000">
                  <c:v>5.7316666666666665</c:v>
                </c:pt>
                <c:pt idx="8196" formatCode="0.0000">
                  <c:v>5.7324999999999999</c:v>
                </c:pt>
                <c:pt idx="8197" formatCode="0.0000">
                  <c:v>5.7333333333333325</c:v>
                </c:pt>
                <c:pt idx="8198" formatCode="0.0000">
                  <c:v>5.7341666666666669</c:v>
                </c:pt>
                <c:pt idx="8199" formatCode="0.0000">
                  <c:v>5.7350000000000003</c:v>
                </c:pt>
                <c:pt idx="8200" formatCode="0.0000">
                  <c:v>5.7358333333333338</c:v>
                </c:pt>
                <c:pt idx="8201" formatCode="0.0000">
                  <c:v>5.7366666666666672</c:v>
                </c:pt>
                <c:pt idx="8202" formatCode="0.0000">
                  <c:v>5.7374999999999998</c:v>
                </c:pt>
                <c:pt idx="8203" formatCode="0.0000">
                  <c:v>5.7383333333333333</c:v>
                </c:pt>
                <c:pt idx="8204" formatCode="0.0000">
                  <c:v>5.7391666666666667</c:v>
                </c:pt>
                <c:pt idx="8205" formatCode="0.0000">
                  <c:v>5.74</c:v>
                </c:pt>
                <c:pt idx="8206" formatCode="0.0000">
                  <c:v>5.7408333333333337</c:v>
                </c:pt>
                <c:pt idx="8207" formatCode="0.0000">
                  <c:v>5.7416666666666663</c:v>
                </c:pt>
                <c:pt idx="8208" formatCode="0.0000">
                  <c:v>5.7424999999999997</c:v>
                </c:pt>
                <c:pt idx="8209" formatCode="0.0000">
                  <c:v>5.7433333333333332</c:v>
                </c:pt>
                <c:pt idx="8210" formatCode="0.0000">
                  <c:v>5.7441666666666666</c:v>
                </c:pt>
                <c:pt idx="8211" formatCode="0.0000">
                  <c:v>5.7450000000000001</c:v>
                </c:pt>
                <c:pt idx="8212" formatCode="0.0000">
                  <c:v>5.7458333333333327</c:v>
                </c:pt>
                <c:pt idx="8213" formatCode="0.0000">
                  <c:v>5.7466666666666661</c:v>
                </c:pt>
                <c:pt idx="8214" formatCode="0.0000">
                  <c:v>5.7474999999999996</c:v>
                </c:pt>
                <c:pt idx="8215" formatCode="0.0000">
                  <c:v>5.7483333333333331</c:v>
                </c:pt>
                <c:pt idx="8216" formatCode="0.0000">
                  <c:v>5.7491666666666674</c:v>
                </c:pt>
                <c:pt idx="8217" formatCode="0.0000">
                  <c:v>5.75</c:v>
                </c:pt>
                <c:pt idx="8218" formatCode="0.0000">
                  <c:v>5.7508333333333335</c:v>
                </c:pt>
                <c:pt idx="8219" formatCode="0.0000">
                  <c:v>5.7516666666666669</c:v>
                </c:pt>
                <c:pt idx="8220" formatCode="0.0000">
                  <c:v>5.7525000000000004</c:v>
                </c:pt>
                <c:pt idx="8221" formatCode="0.0000">
                  <c:v>5.7533333333333339</c:v>
                </c:pt>
                <c:pt idx="8222" formatCode="0.0000">
                  <c:v>5.7541666666666664</c:v>
                </c:pt>
                <c:pt idx="8223" formatCode="0.0000">
                  <c:v>5.7549999999999999</c:v>
                </c:pt>
                <c:pt idx="8224" formatCode="0.0000">
                  <c:v>5.7558333333333334</c:v>
                </c:pt>
                <c:pt idx="8225" formatCode="0.0000">
                  <c:v>5.7566666666666668</c:v>
                </c:pt>
                <c:pt idx="8226" formatCode="0.0000">
                  <c:v>5.7575000000000003</c:v>
                </c:pt>
                <c:pt idx="8227" formatCode="0.0000">
                  <c:v>5.7583333333333329</c:v>
                </c:pt>
                <c:pt idx="8228" formatCode="0.0000">
                  <c:v>5.7591666666666663</c:v>
                </c:pt>
                <c:pt idx="8229" formatCode="0.0000">
                  <c:v>5.76</c:v>
                </c:pt>
                <c:pt idx="8230" formatCode="0.0000">
                  <c:v>5.7608333333333333</c:v>
                </c:pt>
                <c:pt idx="8231" formatCode="0.0000">
                  <c:v>5.7616666666666667</c:v>
                </c:pt>
                <c:pt idx="8232" formatCode="0.0000">
                  <c:v>5.7624999999999993</c:v>
                </c:pt>
                <c:pt idx="8233" formatCode="0.0000">
                  <c:v>5.7633333333333328</c:v>
                </c:pt>
                <c:pt idx="8234" formatCode="0.0000">
                  <c:v>5.7641666666666662</c:v>
                </c:pt>
                <c:pt idx="8235" formatCode="0.0000">
                  <c:v>5.7650000000000006</c:v>
                </c:pt>
                <c:pt idx="8236" formatCode="0.0000">
                  <c:v>5.765833333333334</c:v>
                </c:pt>
                <c:pt idx="8237" formatCode="0.0000">
                  <c:v>5.7666666666666666</c:v>
                </c:pt>
                <c:pt idx="8238" formatCode="0.0000">
                  <c:v>5.7675000000000001</c:v>
                </c:pt>
                <c:pt idx="8239" formatCode="0.0000">
                  <c:v>5.7683333333333335</c:v>
                </c:pt>
                <c:pt idx="8240" formatCode="0.0000">
                  <c:v>5.769166666666667</c:v>
                </c:pt>
                <c:pt idx="8241" formatCode="0.0000">
                  <c:v>5.7700000000000005</c:v>
                </c:pt>
                <c:pt idx="8242" formatCode="0.0000">
                  <c:v>5.770833333333333</c:v>
                </c:pt>
                <c:pt idx="8243" formatCode="0.0000">
                  <c:v>5.7716666666666665</c:v>
                </c:pt>
                <c:pt idx="8244" formatCode="0.0000">
                  <c:v>5.7725</c:v>
                </c:pt>
                <c:pt idx="8245" formatCode="0.0000">
                  <c:v>5.7733333333333334</c:v>
                </c:pt>
                <c:pt idx="8246" formatCode="0.0000">
                  <c:v>5.7741666666666669</c:v>
                </c:pt>
                <c:pt idx="8247" formatCode="0.0000">
                  <c:v>5.7749999999999995</c:v>
                </c:pt>
                <c:pt idx="8248" formatCode="0.0000">
                  <c:v>5.7758333333333329</c:v>
                </c:pt>
                <c:pt idx="8249" formatCode="0.0000">
                  <c:v>5.7766666666666664</c:v>
                </c:pt>
                <c:pt idx="8250" formatCode="0.0000">
                  <c:v>5.7774999999999999</c:v>
                </c:pt>
                <c:pt idx="8251" formatCode="0.0000">
                  <c:v>5.7783333333333333</c:v>
                </c:pt>
                <c:pt idx="8252" formatCode="0.0000">
                  <c:v>5.7791666666666659</c:v>
                </c:pt>
                <c:pt idx="8253" formatCode="0.0000">
                  <c:v>5.7799999999999994</c:v>
                </c:pt>
                <c:pt idx="8254" formatCode="0.0000">
                  <c:v>5.7808333333333337</c:v>
                </c:pt>
                <c:pt idx="8255" formatCode="0.0000">
                  <c:v>5.7816666666666672</c:v>
                </c:pt>
                <c:pt idx="8256" formatCode="0.0000">
                  <c:v>5.7825000000000006</c:v>
                </c:pt>
                <c:pt idx="8257" formatCode="0.0000">
                  <c:v>5.7833333333333332</c:v>
                </c:pt>
                <c:pt idx="8258" formatCode="0.0000">
                  <c:v>5.7841666666666667</c:v>
                </c:pt>
                <c:pt idx="8259" formatCode="0.0000">
                  <c:v>5.7850000000000001</c:v>
                </c:pt>
                <c:pt idx="8260" formatCode="0.0000">
                  <c:v>5.7858333333333336</c:v>
                </c:pt>
                <c:pt idx="8261" formatCode="0.0000">
                  <c:v>5.7866666666666671</c:v>
                </c:pt>
                <c:pt idx="8262" formatCode="0.0000">
                  <c:v>5.7874999999999996</c:v>
                </c:pt>
                <c:pt idx="8263" formatCode="0.0000">
                  <c:v>5.7883333333333331</c:v>
                </c:pt>
                <c:pt idx="8264" formatCode="0.0000">
                  <c:v>5.7891666666666666</c:v>
                </c:pt>
                <c:pt idx="8265" formatCode="0.0000">
                  <c:v>5.79</c:v>
                </c:pt>
                <c:pt idx="8266" formatCode="0.0000">
                  <c:v>5.7908333333333335</c:v>
                </c:pt>
                <c:pt idx="8267" formatCode="0.0000">
                  <c:v>5.7916666666666661</c:v>
                </c:pt>
                <c:pt idx="8268" formatCode="0.0000">
                  <c:v>5.7924999999999995</c:v>
                </c:pt>
                <c:pt idx="8269" formatCode="0.0000">
                  <c:v>5.793333333333333</c:v>
                </c:pt>
                <c:pt idx="8270" formatCode="0.0000">
                  <c:v>5.7941666666666665</c:v>
                </c:pt>
                <c:pt idx="8271" formatCode="0.0000">
                  <c:v>5.7949999999999999</c:v>
                </c:pt>
                <c:pt idx="8272" formatCode="0.0000">
                  <c:v>5.7958333333333325</c:v>
                </c:pt>
                <c:pt idx="8273" formatCode="0.0000">
                  <c:v>5.7966666666666669</c:v>
                </c:pt>
                <c:pt idx="8274" formatCode="0.0000">
                  <c:v>5.7975000000000003</c:v>
                </c:pt>
                <c:pt idx="8275" formatCode="0.0000">
                  <c:v>5.7983333333333338</c:v>
                </c:pt>
                <c:pt idx="8276" formatCode="0.0000">
                  <c:v>5.7991666666666672</c:v>
                </c:pt>
                <c:pt idx="8277" formatCode="0.0000">
                  <c:v>5.8</c:v>
                </c:pt>
                <c:pt idx="8278" formatCode="0.0000">
                  <c:v>5.8008333333333333</c:v>
                </c:pt>
                <c:pt idx="8279" formatCode="0.0000">
                  <c:v>5.8016666666666667</c:v>
                </c:pt>
                <c:pt idx="8280" formatCode="0.0000">
                  <c:v>5.8025000000000002</c:v>
                </c:pt>
                <c:pt idx="8281" formatCode="0.0000">
                  <c:v>5.8033333333333337</c:v>
                </c:pt>
                <c:pt idx="8282" formatCode="0.0000">
                  <c:v>5.8041666666666663</c:v>
                </c:pt>
                <c:pt idx="8283" formatCode="0.0000">
                  <c:v>5.8049999999999997</c:v>
                </c:pt>
                <c:pt idx="8284" formatCode="0.0000">
                  <c:v>5.8058333333333332</c:v>
                </c:pt>
                <c:pt idx="8285" formatCode="0.0000">
                  <c:v>5.8066666666666666</c:v>
                </c:pt>
                <c:pt idx="8286" formatCode="0.0000">
                  <c:v>5.8075000000000001</c:v>
                </c:pt>
                <c:pt idx="8287" formatCode="0.0000">
                  <c:v>5.8083333333333327</c:v>
                </c:pt>
                <c:pt idx="8288" formatCode="0.0000">
                  <c:v>5.8091666666666661</c:v>
                </c:pt>
                <c:pt idx="8289" formatCode="0.0000">
                  <c:v>5.81</c:v>
                </c:pt>
                <c:pt idx="8290" formatCode="0.0000">
                  <c:v>5.8108333333333331</c:v>
                </c:pt>
                <c:pt idx="8291" formatCode="0.0000">
                  <c:v>5.8116666666666674</c:v>
                </c:pt>
                <c:pt idx="8292" formatCode="0.0000">
                  <c:v>5.8125</c:v>
                </c:pt>
                <c:pt idx="8293" formatCode="0.0000">
                  <c:v>5.8133333333333335</c:v>
                </c:pt>
                <c:pt idx="8294" formatCode="0.0000">
                  <c:v>5.8141666666666669</c:v>
                </c:pt>
                <c:pt idx="8295" formatCode="0.0000">
                  <c:v>5.8150000000000004</c:v>
                </c:pt>
                <c:pt idx="8296" formatCode="0.0000">
                  <c:v>5.8158333333333339</c:v>
                </c:pt>
                <c:pt idx="8297" formatCode="0.0000">
                  <c:v>5.8166666666666664</c:v>
                </c:pt>
                <c:pt idx="8298" formatCode="0.0000">
                  <c:v>5.8174999999999999</c:v>
                </c:pt>
                <c:pt idx="8299" formatCode="0.0000">
                  <c:v>5.8183333333333334</c:v>
                </c:pt>
                <c:pt idx="8300" formatCode="0.0000">
                  <c:v>5.8191666666666668</c:v>
                </c:pt>
                <c:pt idx="8301" formatCode="0.0000">
                  <c:v>5.82</c:v>
                </c:pt>
                <c:pt idx="8302" formatCode="0.0000">
                  <c:v>5.8208333333333329</c:v>
                </c:pt>
                <c:pt idx="8303" formatCode="0.0000">
                  <c:v>5.8216666666666663</c:v>
                </c:pt>
                <c:pt idx="8304" formatCode="0.0000">
                  <c:v>5.8224999999999998</c:v>
                </c:pt>
                <c:pt idx="8305" formatCode="0.0000">
                  <c:v>5.8233333333333333</c:v>
                </c:pt>
                <c:pt idx="8306" formatCode="0.0000">
                  <c:v>5.8241666666666667</c:v>
                </c:pt>
                <c:pt idx="8307" formatCode="0.0000">
                  <c:v>5.8249999999999993</c:v>
                </c:pt>
                <c:pt idx="8308" formatCode="0.0000">
                  <c:v>5.8258333333333328</c:v>
                </c:pt>
                <c:pt idx="8309" formatCode="0.0000">
                  <c:v>5.8266666666666662</c:v>
                </c:pt>
                <c:pt idx="8310" formatCode="0.0000">
                  <c:v>5.8275000000000006</c:v>
                </c:pt>
                <c:pt idx="8311" formatCode="0.0000">
                  <c:v>5.828333333333334</c:v>
                </c:pt>
                <c:pt idx="8312" formatCode="0.0000">
                  <c:v>5.8291666666666666</c:v>
                </c:pt>
                <c:pt idx="8313" formatCode="0.0000">
                  <c:v>5.83</c:v>
                </c:pt>
                <c:pt idx="8314" formatCode="0.0000">
                  <c:v>5.8308333333333335</c:v>
                </c:pt>
                <c:pt idx="8315" formatCode="0.0000">
                  <c:v>5.831666666666667</c:v>
                </c:pt>
                <c:pt idx="8316" formatCode="0.0000">
                  <c:v>5.8325000000000005</c:v>
                </c:pt>
                <c:pt idx="8317" formatCode="0.0000">
                  <c:v>5.833333333333333</c:v>
                </c:pt>
                <c:pt idx="8318" formatCode="0.0000">
                  <c:v>5.8341666666666665</c:v>
                </c:pt>
                <c:pt idx="8319" formatCode="0.0000">
                  <c:v>5.835</c:v>
                </c:pt>
                <c:pt idx="8320" formatCode="0.0000">
                  <c:v>5.8358333333333334</c:v>
                </c:pt>
                <c:pt idx="8321" formatCode="0.0000">
                  <c:v>5.8366666666666669</c:v>
                </c:pt>
                <c:pt idx="8322" formatCode="0.0000">
                  <c:v>5.8374999999999995</c:v>
                </c:pt>
                <c:pt idx="8323" formatCode="0.0000">
                  <c:v>5.8383333333333329</c:v>
                </c:pt>
                <c:pt idx="8324" formatCode="0.0000">
                  <c:v>5.8391666666666664</c:v>
                </c:pt>
                <c:pt idx="8325" formatCode="0.0000">
                  <c:v>5.84</c:v>
                </c:pt>
                <c:pt idx="8326" formatCode="0.0000">
                  <c:v>5.8408333333333333</c:v>
                </c:pt>
                <c:pt idx="8327" formatCode="0.0000">
                  <c:v>5.8416666666666659</c:v>
                </c:pt>
                <c:pt idx="8328" formatCode="0.0000">
                  <c:v>5.8424999999999994</c:v>
                </c:pt>
                <c:pt idx="8329" formatCode="0.0000">
                  <c:v>5.8433333333333337</c:v>
                </c:pt>
                <c:pt idx="8330" formatCode="0.0000">
                  <c:v>5.8441666666666672</c:v>
                </c:pt>
                <c:pt idx="8331" formatCode="0.0000">
                  <c:v>5.8450000000000006</c:v>
                </c:pt>
                <c:pt idx="8332" formatCode="0.0000">
                  <c:v>5.8458333333333332</c:v>
                </c:pt>
                <c:pt idx="8333" formatCode="0.0000">
                  <c:v>5.8466666666666667</c:v>
                </c:pt>
                <c:pt idx="8334" formatCode="0.0000">
                  <c:v>5.8475000000000001</c:v>
                </c:pt>
                <c:pt idx="8335" formatCode="0.0000">
                  <c:v>5.8483333333333336</c:v>
                </c:pt>
                <c:pt idx="8336" formatCode="0.0000">
                  <c:v>5.8491666666666671</c:v>
                </c:pt>
                <c:pt idx="8337" formatCode="0.0000">
                  <c:v>5.85</c:v>
                </c:pt>
                <c:pt idx="8338" formatCode="0.0000">
                  <c:v>5.8508333333333331</c:v>
                </c:pt>
                <c:pt idx="8339" formatCode="0.0000">
                  <c:v>5.8516666666666666</c:v>
                </c:pt>
                <c:pt idx="8340" formatCode="0.0000">
                  <c:v>5.8525</c:v>
                </c:pt>
                <c:pt idx="8341" formatCode="0.0000">
                  <c:v>5.8533333333333335</c:v>
                </c:pt>
                <c:pt idx="8342" formatCode="0.0000">
                  <c:v>5.8541666666666661</c:v>
                </c:pt>
                <c:pt idx="8343" formatCode="0.0000">
                  <c:v>5.8549999999999995</c:v>
                </c:pt>
                <c:pt idx="8344" formatCode="0.0000">
                  <c:v>5.855833333333333</c:v>
                </c:pt>
                <c:pt idx="8345" formatCode="0.0000">
                  <c:v>5.8566666666666665</c:v>
                </c:pt>
                <c:pt idx="8346" formatCode="0.0000">
                  <c:v>5.8574999999999999</c:v>
                </c:pt>
                <c:pt idx="8347" formatCode="0.0000">
                  <c:v>5.8583333333333325</c:v>
                </c:pt>
                <c:pt idx="8348" formatCode="0.0000">
                  <c:v>5.8591666666666669</c:v>
                </c:pt>
                <c:pt idx="8349" formatCode="0.0000">
                  <c:v>5.86</c:v>
                </c:pt>
                <c:pt idx="8350" formatCode="0.0000">
                  <c:v>5.8608333333333338</c:v>
                </c:pt>
                <c:pt idx="8351" formatCode="0.0000">
                  <c:v>5.8616666666666672</c:v>
                </c:pt>
                <c:pt idx="8352" formatCode="0.0000">
                  <c:v>5.8624999999999998</c:v>
                </c:pt>
                <c:pt idx="8353" formatCode="0.0000">
                  <c:v>5.8633333333333333</c:v>
                </c:pt>
                <c:pt idx="8354" formatCode="0.0000">
                  <c:v>5.8641666666666667</c:v>
                </c:pt>
                <c:pt idx="8355" formatCode="0.0000">
                  <c:v>5.8650000000000002</c:v>
                </c:pt>
                <c:pt idx="8356" formatCode="0.0000">
                  <c:v>5.8658333333333337</c:v>
                </c:pt>
                <c:pt idx="8357" formatCode="0.0000">
                  <c:v>5.8666666666666663</c:v>
                </c:pt>
                <c:pt idx="8358" formatCode="0.0000">
                  <c:v>5.8674999999999997</c:v>
                </c:pt>
                <c:pt idx="8359" formatCode="0.0000">
                  <c:v>5.8683333333333332</c:v>
                </c:pt>
                <c:pt idx="8360" formatCode="0.0000">
                  <c:v>5.8691666666666666</c:v>
                </c:pt>
                <c:pt idx="8361" formatCode="0.0000">
                  <c:v>5.87</c:v>
                </c:pt>
                <c:pt idx="8362" formatCode="0.0000">
                  <c:v>5.8708333333333327</c:v>
                </c:pt>
                <c:pt idx="8363" formatCode="0.0000">
                  <c:v>5.8716666666666661</c:v>
                </c:pt>
                <c:pt idx="8364" formatCode="0.0000">
                  <c:v>5.8724999999999996</c:v>
                </c:pt>
                <c:pt idx="8365" formatCode="0.0000">
                  <c:v>5.8733333333333331</c:v>
                </c:pt>
                <c:pt idx="8366" formatCode="0.0000">
                  <c:v>5.8741666666666674</c:v>
                </c:pt>
                <c:pt idx="8367" formatCode="0.0000">
                  <c:v>5.875</c:v>
                </c:pt>
                <c:pt idx="8368" formatCode="0.0000">
                  <c:v>5.8758333333333335</c:v>
                </c:pt>
                <c:pt idx="8369" formatCode="0.0000">
                  <c:v>5.8766666666666669</c:v>
                </c:pt>
                <c:pt idx="8370" formatCode="0.0000">
                  <c:v>5.8775000000000004</c:v>
                </c:pt>
                <c:pt idx="8371" formatCode="0.0000">
                  <c:v>5.8783333333333339</c:v>
                </c:pt>
                <c:pt idx="8372" formatCode="0.0000">
                  <c:v>5.8791666666666664</c:v>
                </c:pt>
                <c:pt idx="8373" formatCode="0.0000">
                  <c:v>5.88</c:v>
                </c:pt>
                <c:pt idx="8374" formatCode="0.0000">
                  <c:v>5.8808333333333334</c:v>
                </c:pt>
                <c:pt idx="8375" formatCode="0.0000">
                  <c:v>5.8816666666666668</c:v>
                </c:pt>
                <c:pt idx="8376" formatCode="0.0000">
                  <c:v>5.8825000000000003</c:v>
                </c:pt>
                <c:pt idx="8377" formatCode="0.0000">
                  <c:v>5.8833333333333329</c:v>
                </c:pt>
                <c:pt idx="8378" formatCode="0.0000">
                  <c:v>5.8841666666666663</c:v>
                </c:pt>
                <c:pt idx="8379" formatCode="0.0000">
                  <c:v>5.8849999999999998</c:v>
                </c:pt>
                <c:pt idx="8380" formatCode="0.0000">
                  <c:v>5.8858333333333333</c:v>
                </c:pt>
                <c:pt idx="8381" formatCode="0.0000">
                  <c:v>5.8866666666666667</c:v>
                </c:pt>
                <c:pt idx="8382" formatCode="0.0000">
                  <c:v>5.8874999999999993</c:v>
                </c:pt>
                <c:pt idx="8383" formatCode="0.0000">
                  <c:v>5.8883333333333328</c:v>
                </c:pt>
                <c:pt idx="8384" formatCode="0.0000">
                  <c:v>5.8891666666666662</c:v>
                </c:pt>
                <c:pt idx="8385" formatCode="0.0000">
                  <c:v>5.8900000000000006</c:v>
                </c:pt>
                <c:pt idx="8386" formatCode="0.0000">
                  <c:v>5.890833333333334</c:v>
                </c:pt>
                <c:pt idx="8387" formatCode="0.0000">
                  <c:v>5.8916666666666666</c:v>
                </c:pt>
                <c:pt idx="8388" formatCode="0.0000">
                  <c:v>5.8925000000000001</c:v>
                </c:pt>
                <c:pt idx="8389" formatCode="0.0000">
                  <c:v>5.8933333333333335</c:v>
                </c:pt>
                <c:pt idx="8390" formatCode="0.0000">
                  <c:v>5.894166666666667</c:v>
                </c:pt>
                <c:pt idx="8391" formatCode="0.0000">
                  <c:v>5.8950000000000005</c:v>
                </c:pt>
                <c:pt idx="8392" formatCode="0.0000">
                  <c:v>5.895833333333333</c:v>
                </c:pt>
                <c:pt idx="8393" formatCode="0.0000">
                  <c:v>5.8966666666666665</c:v>
                </c:pt>
                <c:pt idx="8394" formatCode="0.0000">
                  <c:v>5.8975</c:v>
                </c:pt>
                <c:pt idx="8395" formatCode="0.0000">
                  <c:v>5.8983333333333334</c:v>
                </c:pt>
                <c:pt idx="8396" formatCode="0.0000">
                  <c:v>5.8991666666666669</c:v>
                </c:pt>
                <c:pt idx="8397" formatCode="0.0000">
                  <c:v>5.8999999999999995</c:v>
                </c:pt>
                <c:pt idx="8398" formatCode="0.0000">
                  <c:v>5.9008333333333329</c:v>
                </c:pt>
                <c:pt idx="8399" formatCode="0.0000">
                  <c:v>5.9016666666666664</c:v>
                </c:pt>
                <c:pt idx="8400" formatCode="0.0000">
                  <c:v>5.9024999999999999</c:v>
                </c:pt>
                <c:pt idx="8401" formatCode="0.0000">
                  <c:v>5.9033333333333333</c:v>
                </c:pt>
                <c:pt idx="8402" formatCode="0.0000">
                  <c:v>5.9041666666666659</c:v>
                </c:pt>
                <c:pt idx="8403" formatCode="0.0000">
                  <c:v>5.9049999999999994</c:v>
                </c:pt>
                <c:pt idx="8404" formatCode="0.0000">
                  <c:v>5.9058333333333337</c:v>
                </c:pt>
                <c:pt idx="8405" formatCode="0.0000">
                  <c:v>5.9066666666666672</c:v>
                </c:pt>
                <c:pt idx="8406" formatCode="0.0000">
                  <c:v>5.9075000000000006</c:v>
                </c:pt>
                <c:pt idx="8407" formatCode="0.0000">
                  <c:v>5.9083333333333332</c:v>
                </c:pt>
                <c:pt idx="8408" formatCode="0.0000">
                  <c:v>5.9091666666666667</c:v>
                </c:pt>
                <c:pt idx="8409" formatCode="0.0000">
                  <c:v>5.91</c:v>
                </c:pt>
                <c:pt idx="8410" formatCode="0.0000">
                  <c:v>5.9108333333333336</c:v>
                </c:pt>
                <c:pt idx="8411" formatCode="0.0000">
                  <c:v>5.9116666666666671</c:v>
                </c:pt>
                <c:pt idx="8412" formatCode="0.0000">
                  <c:v>5.9124999999999996</c:v>
                </c:pt>
                <c:pt idx="8413" formatCode="0.0000">
                  <c:v>5.9133333333333331</c:v>
                </c:pt>
                <c:pt idx="8414" formatCode="0.0000">
                  <c:v>5.9141666666666666</c:v>
                </c:pt>
                <c:pt idx="8415" formatCode="0.0000">
                  <c:v>5.915</c:v>
                </c:pt>
                <c:pt idx="8416" formatCode="0.0000">
                  <c:v>5.9158333333333335</c:v>
                </c:pt>
                <c:pt idx="8417" formatCode="0.0000">
                  <c:v>5.9166666666666661</c:v>
                </c:pt>
                <c:pt idx="8418" formatCode="0.0000">
                  <c:v>5.9174999999999995</c:v>
                </c:pt>
                <c:pt idx="8419" formatCode="0.0000">
                  <c:v>5.918333333333333</c:v>
                </c:pt>
                <c:pt idx="8420" formatCode="0.0000">
                  <c:v>5.9191666666666665</c:v>
                </c:pt>
                <c:pt idx="8421" formatCode="0.0000">
                  <c:v>5.92</c:v>
                </c:pt>
                <c:pt idx="8422" formatCode="0.0000">
                  <c:v>5.9208333333333325</c:v>
                </c:pt>
                <c:pt idx="8423" formatCode="0.0000">
                  <c:v>5.9216666666666669</c:v>
                </c:pt>
                <c:pt idx="8424" formatCode="0.0000">
                  <c:v>5.9225000000000003</c:v>
                </c:pt>
                <c:pt idx="8425" formatCode="0.0000">
                  <c:v>5.9233333333333338</c:v>
                </c:pt>
                <c:pt idx="8426" formatCode="0.0000">
                  <c:v>5.9241666666666672</c:v>
                </c:pt>
                <c:pt idx="8427" formatCode="0.0000">
                  <c:v>5.9249999999999998</c:v>
                </c:pt>
                <c:pt idx="8428" formatCode="0.0000">
                  <c:v>5.9258333333333333</c:v>
                </c:pt>
                <c:pt idx="8429" formatCode="0.0000">
                  <c:v>5.9266666666666667</c:v>
                </c:pt>
                <c:pt idx="8430" formatCode="0.0000">
                  <c:v>5.9275000000000002</c:v>
                </c:pt>
                <c:pt idx="8431" formatCode="0.0000">
                  <c:v>5.9283333333333337</c:v>
                </c:pt>
                <c:pt idx="8432" formatCode="0.0000">
                  <c:v>5.9291666666666663</c:v>
                </c:pt>
                <c:pt idx="8433" formatCode="0.0000">
                  <c:v>5.93</c:v>
                </c:pt>
                <c:pt idx="8434" formatCode="0.0000">
                  <c:v>5.9308333333333332</c:v>
                </c:pt>
                <c:pt idx="8435" formatCode="0.0000">
                  <c:v>5.9316666666666666</c:v>
                </c:pt>
                <c:pt idx="8436" formatCode="0.0000">
                  <c:v>5.9325000000000001</c:v>
                </c:pt>
                <c:pt idx="8437" formatCode="0.0000">
                  <c:v>5.9333333333333327</c:v>
                </c:pt>
                <c:pt idx="8438" formatCode="0.0000">
                  <c:v>5.9341666666666661</c:v>
                </c:pt>
                <c:pt idx="8439" formatCode="0.0000">
                  <c:v>5.9349999999999996</c:v>
                </c:pt>
                <c:pt idx="8440" formatCode="0.0000">
                  <c:v>5.9358333333333331</c:v>
                </c:pt>
                <c:pt idx="8441" formatCode="0.0000">
                  <c:v>5.9366666666666674</c:v>
                </c:pt>
                <c:pt idx="8442" formatCode="0.0000">
                  <c:v>5.9375</c:v>
                </c:pt>
                <c:pt idx="8443" formatCode="0.0000">
                  <c:v>5.9383333333333335</c:v>
                </c:pt>
                <c:pt idx="8444" formatCode="0.0000">
                  <c:v>5.9391666666666669</c:v>
                </c:pt>
                <c:pt idx="8445" formatCode="0.0000">
                  <c:v>5.94</c:v>
                </c:pt>
                <c:pt idx="8446" formatCode="0.0000">
                  <c:v>5.9408333333333339</c:v>
                </c:pt>
                <c:pt idx="8447" formatCode="0.0000">
                  <c:v>5.9416666666666664</c:v>
                </c:pt>
                <c:pt idx="8448" formatCode="0.0000">
                  <c:v>5.9424999999999999</c:v>
                </c:pt>
                <c:pt idx="8449" formatCode="0.0000">
                  <c:v>5.9433333333333334</c:v>
                </c:pt>
                <c:pt idx="8450" formatCode="0.0000">
                  <c:v>5.9441666666666668</c:v>
                </c:pt>
                <c:pt idx="8451" formatCode="0.0000">
                  <c:v>5.9450000000000003</c:v>
                </c:pt>
                <c:pt idx="8452" formatCode="0.0000">
                  <c:v>5.9458333333333329</c:v>
                </c:pt>
                <c:pt idx="8453" formatCode="0.0000">
                  <c:v>5.9466666666666663</c:v>
                </c:pt>
                <c:pt idx="8454" formatCode="0.0000">
                  <c:v>5.9474999999999998</c:v>
                </c:pt>
                <c:pt idx="8455" formatCode="0.0000">
                  <c:v>5.9483333333333333</c:v>
                </c:pt>
                <c:pt idx="8456" formatCode="0.0000">
                  <c:v>5.9491666666666667</c:v>
                </c:pt>
                <c:pt idx="8457" formatCode="0.0000">
                  <c:v>5.9499999999999993</c:v>
                </c:pt>
                <c:pt idx="8458" formatCode="0.0000">
                  <c:v>5.9508333333333328</c:v>
                </c:pt>
                <c:pt idx="8459" formatCode="0.0000">
                  <c:v>5.9516666666666662</c:v>
                </c:pt>
                <c:pt idx="8460" formatCode="0.0000">
                  <c:v>5.9525000000000006</c:v>
                </c:pt>
                <c:pt idx="8461" formatCode="0.0000">
                  <c:v>5.953333333333334</c:v>
                </c:pt>
                <c:pt idx="8462" formatCode="0.0000">
                  <c:v>5.9541666666666666</c:v>
                </c:pt>
                <c:pt idx="8463" formatCode="0.0000">
                  <c:v>5.9550000000000001</c:v>
                </c:pt>
                <c:pt idx="8464" formatCode="0.0000">
                  <c:v>5.9558333333333335</c:v>
                </c:pt>
                <c:pt idx="8465" formatCode="0.0000">
                  <c:v>5.956666666666667</c:v>
                </c:pt>
                <c:pt idx="8466" formatCode="0.0000">
                  <c:v>5.9575000000000005</c:v>
                </c:pt>
                <c:pt idx="8467" formatCode="0.0000">
                  <c:v>5.958333333333333</c:v>
                </c:pt>
                <c:pt idx="8468" formatCode="0.0000">
                  <c:v>5.9591666666666665</c:v>
                </c:pt>
                <c:pt idx="8469" formatCode="0.0000">
                  <c:v>5.96</c:v>
                </c:pt>
                <c:pt idx="8470" formatCode="0.0000">
                  <c:v>5.9608333333333334</c:v>
                </c:pt>
                <c:pt idx="8471" formatCode="0.0000">
                  <c:v>5.9616666666666669</c:v>
                </c:pt>
                <c:pt idx="8472" formatCode="0.0000">
                  <c:v>5.9624999999999995</c:v>
                </c:pt>
                <c:pt idx="8473" formatCode="0.0000">
                  <c:v>5.9633333333333329</c:v>
                </c:pt>
                <c:pt idx="8474" formatCode="0.0000">
                  <c:v>5.9641666666666664</c:v>
                </c:pt>
                <c:pt idx="8475" formatCode="0.0000">
                  <c:v>5.9649999999999999</c:v>
                </c:pt>
                <c:pt idx="8476" formatCode="0.0000">
                  <c:v>5.9658333333333333</c:v>
                </c:pt>
                <c:pt idx="8477" formatCode="0.0000">
                  <c:v>5.9666666666666659</c:v>
                </c:pt>
                <c:pt idx="8478" formatCode="0.0000">
                  <c:v>5.9674999999999994</c:v>
                </c:pt>
                <c:pt idx="8479" formatCode="0.0000">
                  <c:v>5.9683333333333337</c:v>
                </c:pt>
                <c:pt idx="8480" formatCode="0.0000">
                  <c:v>5.9691666666666672</c:v>
                </c:pt>
                <c:pt idx="8481" formatCode="0.0000">
                  <c:v>5.9700000000000006</c:v>
                </c:pt>
                <c:pt idx="8482" formatCode="0.0000">
                  <c:v>5.9708333333333332</c:v>
                </c:pt>
                <c:pt idx="8483" formatCode="0.0000">
                  <c:v>5.9716666666666667</c:v>
                </c:pt>
                <c:pt idx="8484" formatCode="0.0000">
                  <c:v>5.9725000000000001</c:v>
                </c:pt>
                <c:pt idx="8485" formatCode="0.0000">
                  <c:v>5.9733333333333336</c:v>
                </c:pt>
                <c:pt idx="8486" formatCode="0.0000">
                  <c:v>5.9741666666666671</c:v>
                </c:pt>
                <c:pt idx="8487" formatCode="0.0000">
                  <c:v>5.9749999999999996</c:v>
                </c:pt>
                <c:pt idx="8488" formatCode="0.0000">
                  <c:v>5.9758333333333331</c:v>
                </c:pt>
                <c:pt idx="8489" formatCode="0.0000">
                  <c:v>5.9766666666666666</c:v>
                </c:pt>
                <c:pt idx="8490" formatCode="0.0000">
                  <c:v>5.9775</c:v>
                </c:pt>
                <c:pt idx="8491" formatCode="0.0000">
                  <c:v>5.9783333333333335</c:v>
                </c:pt>
                <c:pt idx="8492" formatCode="0.0000">
                  <c:v>5.9791666666666661</c:v>
                </c:pt>
                <c:pt idx="8493" formatCode="0.0000">
                  <c:v>5.9799999999999995</c:v>
                </c:pt>
                <c:pt idx="8494" formatCode="0.0000">
                  <c:v>5.980833333333333</c:v>
                </c:pt>
                <c:pt idx="8495" formatCode="0.0000">
                  <c:v>5.9816666666666665</c:v>
                </c:pt>
                <c:pt idx="8496" formatCode="0.0000">
                  <c:v>5.9824999999999999</c:v>
                </c:pt>
                <c:pt idx="8497" formatCode="0.0000">
                  <c:v>5.9833333333333325</c:v>
                </c:pt>
                <c:pt idx="8498" formatCode="0.0000">
                  <c:v>5.9841666666666669</c:v>
                </c:pt>
                <c:pt idx="8499" formatCode="0.0000">
                  <c:v>5.9850000000000003</c:v>
                </c:pt>
                <c:pt idx="8500" formatCode="0.0000">
                  <c:v>5.9858333333333338</c:v>
                </c:pt>
                <c:pt idx="8501" formatCode="0.0000">
                  <c:v>5.9866666666666672</c:v>
                </c:pt>
                <c:pt idx="8502" formatCode="0.0000">
                  <c:v>5.9874999999999998</c:v>
                </c:pt>
                <c:pt idx="8503" formatCode="0.0000">
                  <c:v>5.9883333333333333</c:v>
                </c:pt>
                <c:pt idx="8504" formatCode="0.0000">
                  <c:v>5.9891666666666667</c:v>
                </c:pt>
                <c:pt idx="8505" formatCode="0.0000">
                  <c:v>5.99</c:v>
                </c:pt>
                <c:pt idx="8506" formatCode="0.0000">
                  <c:v>5.9908333333333337</c:v>
                </c:pt>
                <c:pt idx="8507" formatCode="0.0000">
                  <c:v>5.9916666666666663</c:v>
                </c:pt>
                <c:pt idx="8508" formatCode="0.0000">
                  <c:v>5.9924999999999997</c:v>
                </c:pt>
                <c:pt idx="8509" formatCode="0.0000">
                  <c:v>5.9933333333333332</c:v>
                </c:pt>
                <c:pt idx="8510" formatCode="0.0000">
                  <c:v>5.9941666666666666</c:v>
                </c:pt>
                <c:pt idx="8511" formatCode="0.0000">
                  <c:v>5.9950000000000001</c:v>
                </c:pt>
                <c:pt idx="8512" formatCode="0.0000">
                  <c:v>5.9958333333333327</c:v>
                </c:pt>
                <c:pt idx="8513" formatCode="0.0000">
                  <c:v>5.9966666666666661</c:v>
                </c:pt>
                <c:pt idx="8514" formatCode="0.0000">
                  <c:v>5.9974999999999996</c:v>
                </c:pt>
                <c:pt idx="8515" formatCode="0.0000">
                  <c:v>5.9983333333333331</c:v>
                </c:pt>
                <c:pt idx="8516" formatCode="0.0000">
                  <c:v>5.9991666666666674</c:v>
                </c:pt>
                <c:pt idx="8517" formatCode="0.0000">
                  <c:v>6</c:v>
                </c:pt>
                <c:pt idx="8518" formatCode="0.0000">
                  <c:v>6.0008333333333335</c:v>
                </c:pt>
                <c:pt idx="8519" formatCode="0.0000">
                  <c:v>6.0016666666666669</c:v>
                </c:pt>
                <c:pt idx="8520" formatCode="0.0000">
                  <c:v>6.0025000000000004</c:v>
                </c:pt>
                <c:pt idx="8521" formatCode="0.0000">
                  <c:v>6.0033333333333339</c:v>
                </c:pt>
                <c:pt idx="8522" formatCode="0.0000">
                  <c:v>6.0041666666666664</c:v>
                </c:pt>
                <c:pt idx="8523" formatCode="0.0000">
                  <c:v>6.0049999999999999</c:v>
                </c:pt>
                <c:pt idx="8524" formatCode="0.0000">
                  <c:v>6.0058333333333334</c:v>
                </c:pt>
                <c:pt idx="8525" formatCode="0.0000">
                  <c:v>6.0066666666666668</c:v>
                </c:pt>
                <c:pt idx="8526" formatCode="0.0000">
                  <c:v>6.0075000000000003</c:v>
                </c:pt>
                <c:pt idx="8527" formatCode="0.0000">
                  <c:v>6.0083333333333329</c:v>
                </c:pt>
                <c:pt idx="8528" formatCode="0.0000">
                  <c:v>6.0091666666666663</c:v>
                </c:pt>
                <c:pt idx="8529" formatCode="0.0000">
                  <c:v>6.01</c:v>
                </c:pt>
                <c:pt idx="8530" formatCode="0.0000">
                  <c:v>6.0108333333333333</c:v>
                </c:pt>
                <c:pt idx="8531" formatCode="0.0000">
                  <c:v>6.0116666666666667</c:v>
                </c:pt>
                <c:pt idx="8532" formatCode="0.0000">
                  <c:v>6.0124999999999993</c:v>
                </c:pt>
                <c:pt idx="8533" formatCode="0.0000">
                  <c:v>6.0133333333333328</c:v>
                </c:pt>
                <c:pt idx="8534" formatCode="0.0000">
                  <c:v>6.0141666666666662</c:v>
                </c:pt>
                <c:pt idx="8535" formatCode="0.0000">
                  <c:v>6.0150000000000006</c:v>
                </c:pt>
                <c:pt idx="8536" formatCode="0.0000">
                  <c:v>6.015833333333334</c:v>
                </c:pt>
                <c:pt idx="8537" formatCode="0.0000">
                  <c:v>6.0166666666666666</c:v>
                </c:pt>
                <c:pt idx="8538" formatCode="0.0000">
                  <c:v>6.0175000000000001</c:v>
                </c:pt>
                <c:pt idx="8539" formatCode="0.0000">
                  <c:v>6.0183333333333335</c:v>
                </c:pt>
                <c:pt idx="8540" formatCode="0.0000">
                  <c:v>6.019166666666667</c:v>
                </c:pt>
                <c:pt idx="8541" formatCode="0.0000">
                  <c:v>6.0200000000000005</c:v>
                </c:pt>
                <c:pt idx="8542" formatCode="0.0000">
                  <c:v>6.020833333333333</c:v>
                </c:pt>
                <c:pt idx="8543" formatCode="0.0000">
                  <c:v>6.0216666666666665</c:v>
                </c:pt>
                <c:pt idx="8544" formatCode="0.0000">
                  <c:v>6.0225</c:v>
                </c:pt>
                <c:pt idx="8545" formatCode="0.0000">
                  <c:v>6.0233333333333334</c:v>
                </c:pt>
                <c:pt idx="8546" formatCode="0.0000">
                  <c:v>6.0241666666666669</c:v>
                </c:pt>
                <c:pt idx="8547" formatCode="0.0000">
                  <c:v>6.0249999999999995</c:v>
                </c:pt>
                <c:pt idx="8548" formatCode="0.0000">
                  <c:v>6.0258333333333329</c:v>
                </c:pt>
                <c:pt idx="8549" formatCode="0.0000">
                  <c:v>6.0266666666666664</c:v>
                </c:pt>
                <c:pt idx="8550" formatCode="0.0000">
                  <c:v>6.0274999999999999</c:v>
                </c:pt>
                <c:pt idx="8551" formatCode="0.0000">
                  <c:v>6.0283333333333333</c:v>
                </c:pt>
                <c:pt idx="8552" formatCode="0.0000">
                  <c:v>6.0291666666666659</c:v>
                </c:pt>
                <c:pt idx="8553" formatCode="0.0000">
                  <c:v>6.0299999999999994</c:v>
                </c:pt>
                <c:pt idx="8554" formatCode="0.0000">
                  <c:v>6.0308333333333337</c:v>
                </c:pt>
                <c:pt idx="8555" formatCode="0.0000">
                  <c:v>6.0316666666666672</c:v>
                </c:pt>
                <c:pt idx="8556" formatCode="0.0000">
                  <c:v>6.0325000000000006</c:v>
                </c:pt>
                <c:pt idx="8557" formatCode="0.0000">
                  <c:v>6.0333333333333332</c:v>
                </c:pt>
                <c:pt idx="8558" formatCode="0.0000">
                  <c:v>6.0341666666666667</c:v>
                </c:pt>
                <c:pt idx="8559" formatCode="0.0000">
                  <c:v>6.0350000000000001</c:v>
                </c:pt>
                <c:pt idx="8560" formatCode="0.0000">
                  <c:v>6.0358333333333336</c:v>
                </c:pt>
                <c:pt idx="8561" formatCode="0.0000">
                  <c:v>6.0366666666666671</c:v>
                </c:pt>
                <c:pt idx="8562" formatCode="0.0000">
                  <c:v>6.0374999999999996</c:v>
                </c:pt>
                <c:pt idx="8563" formatCode="0.0000">
                  <c:v>6.0383333333333331</c:v>
                </c:pt>
                <c:pt idx="8564" formatCode="0.0000">
                  <c:v>6.0391666666666666</c:v>
                </c:pt>
                <c:pt idx="8565" formatCode="0.0000">
                  <c:v>6.04</c:v>
                </c:pt>
                <c:pt idx="8566" formatCode="0.0000">
                  <c:v>6.0408333333333335</c:v>
                </c:pt>
                <c:pt idx="8567" formatCode="0.0000">
                  <c:v>6.0416666666666661</c:v>
                </c:pt>
                <c:pt idx="8568" formatCode="0.0000">
                  <c:v>6.0424999999999995</c:v>
                </c:pt>
                <c:pt idx="8569" formatCode="0.0000">
                  <c:v>6.043333333333333</c:v>
                </c:pt>
                <c:pt idx="8570" formatCode="0.0000">
                  <c:v>6.0441666666666665</c:v>
                </c:pt>
                <c:pt idx="8571" formatCode="0.0000">
                  <c:v>6.0449999999999999</c:v>
                </c:pt>
                <c:pt idx="8572" formatCode="0.0000">
                  <c:v>6.0458333333333325</c:v>
                </c:pt>
                <c:pt idx="8573" formatCode="0.0000">
                  <c:v>6.0466666666666669</c:v>
                </c:pt>
                <c:pt idx="8574" formatCode="0.0000">
                  <c:v>6.0475000000000003</c:v>
                </c:pt>
                <c:pt idx="8575" formatCode="0.0000">
                  <c:v>6.0483333333333338</c:v>
                </c:pt>
                <c:pt idx="8576" formatCode="0.0000">
                  <c:v>6.0491666666666672</c:v>
                </c:pt>
                <c:pt idx="8577" formatCode="0.0000">
                  <c:v>6.05</c:v>
                </c:pt>
                <c:pt idx="8578" formatCode="0.0000">
                  <c:v>6.0508333333333333</c:v>
                </c:pt>
                <c:pt idx="8579" formatCode="0.0000">
                  <c:v>6.0516666666666667</c:v>
                </c:pt>
                <c:pt idx="8580" formatCode="0.0000">
                  <c:v>6.0525000000000002</c:v>
                </c:pt>
                <c:pt idx="8581" formatCode="0.0000">
                  <c:v>6.0533333333333337</c:v>
                </c:pt>
                <c:pt idx="8582" formatCode="0.0000">
                  <c:v>6.0541666666666663</c:v>
                </c:pt>
                <c:pt idx="8583" formatCode="0.0000">
                  <c:v>6.0549999999999997</c:v>
                </c:pt>
                <c:pt idx="8584" formatCode="0.0000">
                  <c:v>6.0558333333333332</c:v>
                </c:pt>
                <c:pt idx="8585" formatCode="0.0000">
                  <c:v>6.0566666666666666</c:v>
                </c:pt>
                <c:pt idx="8586" formatCode="0.0000">
                  <c:v>6.0575000000000001</c:v>
                </c:pt>
                <c:pt idx="8587" formatCode="0.0000">
                  <c:v>6.0583333333333327</c:v>
                </c:pt>
                <c:pt idx="8588" formatCode="0.0000">
                  <c:v>6.0591666666666661</c:v>
                </c:pt>
                <c:pt idx="8589" formatCode="0.0000">
                  <c:v>6.06</c:v>
                </c:pt>
                <c:pt idx="8590" formatCode="0.0000">
                  <c:v>6.0608333333333331</c:v>
                </c:pt>
                <c:pt idx="8591" formatCode="0.0000">
                  <c:v>6.0616666666666674</c:v>
                </c:pt>
                <c:pt idx="8592" formatCode="0.0000">
                  <c:v>6.0625</c:v>
                </c:pt>
                <c:pt idx="8593" formatCode="0.0000">
                  <c:v>6.0633333333333335</c:v>
                </c:pt>
                <c:pt idx="8594" formatCode="0.0000">
                  <c:v>6.0641666666666669</c:v>
                </c:pt>
                <c:pt idx="8595" formatCode="0.0000">
                  <c:v>6.0650000000000004</c:v>
                </c:pt>
                <c:pt idx="8596" formatCode="0.0000">
                  <c:v>6.0658333333333339</c:v>
                </c:pt>
                <c:pt idx="8597" formatCode="0.0000">
                  <c:v>6.0666666666666664</c:v>
                </c:pt>
                <c:pt idx="8598" formatCode="0.0000">
                  <c:v>6.0674999999999999</c:v>
                </c:pt>
                <c:pt idx="8599" formatCode="0.0000">
                  <c:v>6.0683333333333334</c:v>
                </c:pt>
                <c:pt idx="8600" formatCode="0.0000">
                  <c:v>6.0691666666666668</c:v>
                </c:pt>
                <c:pt idx="8601" formatCode="0.0000">
                  <c:v>6.07</c:v>
                </c:pt>
                <c:pt idx="8602" formatCode="0.0000">
                  <c:v>6.0708333333333329</c:v>
                </c:pt>
                <c:pt idx="8603" formatCode="0.0000">
                  <c:v>6.0716666666666663</c:v>
                </c:pt>
                <c:pt idx="8604" formatCode="0.0000">
                  <c:v>6.0724999999999998</c:v>
                </c:pt>
                <c:pt idx="8605" formatCode="0.0000">
                  <c:v>6.0733333333333333</c:v>
                </c:pt>
                <c:pt idx="8606" formatCode="0.0000">
                  <c:v>6.0741666666666667</c:v>
                </c:pt>
                <c:pt idx="8607" formatCode="0.0000">
                  <c:v>6.0749999999999993</c:v>
                </c:pt>
                <c:pt idx="8608" formatCode="0.0000">
                  <c:v>6.0758333333333328</c:v>
                </c:pt>
                <c:pt idx="8609" formatCode="0.0000">
                  <c:v>6.0766666666666662</c:v>
                </c:pt>
                <c:pt idx="8610" formatCode="0.0000">
                  <c:v>6.0775000000000006</c:v>
                </c:pt>
                <c:pt idx="8611" formatCode="0.0000">
                  <c:v>6.078333333333334</c:v>
                </c:pt>
                <c:pt idx="8612" formatCode="0.0000">
                  <c:v>6.0791666666666666</c:v>
                </c:pt>
                <c:pt idx="8613" formatCode="0.0000">
                  <c:v>6.08</c:v>
                </c:pt>
                <c:pt idx="8614" formatCode="0.0000">
                  <c:v>6.0808333333333335</c:v>
                </c:pt>
                <c:pt idx="8615" formatCode="0.0000">
                  <c:v>6.081666666666667</c:v>
                </c:pt>
                <c:pt idx="8616" formatCode="0.0000">
                  <c:v>6.0825000000000005</c:v>
                </c:pt>
                <c:pt idx="8617" formatCode="0.0000">
                  <c:v>6.083333333333333</c:v>
                </c:pt>
                <c:pt idx="8618" formatCode="0.0000">
                  <c:v>6.0841666666666665</c:v>
                </c:pt>
                <c:pt idx="8619" formatCode="0.0000">
                  <c:v>6.085</c:v>
                </c:pt>
                <c:pt idx="8620" formatCode="0.0000">
                  <c:v>6.0858333333333334</c:v>
                </c:pt>
                <c:pt idx="8621" formatCode="0.0000">
                  <c:v>6.0866666666666669</c:v>
                </c:pt>
                <c:pt idx="8622" formatCode="0.0000">
                  <c:v>6.0874999999999995</c:v>
                </c:pt>
                <c:pt idx="8623" formatCode="0.0000">
                  <c:v>6.0883333333333329</c:v>
                </c:pt>
                <c:pt idx="8624" formatCode="0.0000">
                  <c:v>6.0891666666666664</c:v>
                </c:pt>
                <c:pt idx="8625" formatCode="0.0000">
                  <c:v>6.09</c:v>
                </c:pt>
                <c:pt idx="8626" formatCode="0.0000">
                  <c:v>6.0908333333333333</c:v>
                </c:pt>
                <c:pt idx="8627" formatCode="0.0000">
                  <c:v>6.0916666666666659</c:v>
                </c:pt>
                <c:pt idx="8628" formatCode="0.0000">
                  <c:v>6.0924999999999994</c:v>
                </c:pt>
                <c:pt idx="8629" formatCode="0.0000">
                  <c:v>6.0933333333333337</c:v>
                </c:pt>
                <c:pt idx="8630" formatCode="0.0000">
                  <c:v>6.0941666666666672</c:v>
                </c:pt>
                <c:pt idx="8631" formatCode="0.0000">
                  <c:v>6.0950000000000006</c:v>
                </c:pt>
                <c:pt idx="8632" formatCode="0.0000">
                  <c:v>6.0958333333333332</c:v>
                </c:pt>
                <c:pt idx="8633" formatCode="0.0000">
                  <c:v>6.0966666666666667</c:v>
                </c:pt>
                <c:pt idx="8634" formatCode="0.0000">
                  <c:v>6.0975000000000001</c:v>
                </c:pt>
                <c:pt idx="8635" formatCode="0.0000">
                  <c:v>6.0983333333333336</c:v>
                </c:pt>
                <c:pt idx="8636" formatCode="0.0000">
                  <c:v>6.0991666666666671</c:v>
                </c:pt>
                <c:pt idx="8637" formatCode="0.0000">
                  <c:v>6.1</c:v>
                </c:pt>
                <c:pt idx="8638" formatCode="0.0000">
                  <c:v>6.1008333333333331</c:v>
                </c:pt>
                <c:pt idx="8639" formatCode="0.0000">
                  <c:v>6.1016666666666666</c:v>
                </c:pt>
                <c:pt idx="8640" formatCode="0.0000">
                  <c:v>6.1025</c:v>
                </c:pt>
                <c:pt idx="8641" formatCode="0.0000">
                  <c:v>6.1033333333333335</c:v>
                </c:pt>
                <c:pt idx="8642" formatCode="0.0000">
                  <c:v>6.1041666666666661</c:v>
                </c:pt>
                <c:pt idx="8643" formatCode="0.0000">
                  <c:v>6.1049999999999995</c:v>
                </c:pt>
                <c:pt idx="8644" formatCode="0.0000">
                  <c:v>6.105833333333333</c:v>
                </c:pt>
                <c:pt idx="8645" formatCode="0.0000">
                  <c:v>6.1066666666666665</c:v>
                </c:pt>
                <c:pt idx="8646" formatCode="0.0000">
                  <c:v>6.1074999999999999</c:v>
                </c:pt>
                <c:pt idx="8647" formatCode="0.0000">
                  <c:v>6.1083333333333325</c:v>
                </c:pt>
                <c:pt idx="8648" formatCode="0.0000">
                  <c:v>6.1091666666666669</c:v>
                </c:pt>
                <c:pt idx="8649" formatCode="0.0000">
                  <c:v>6.11</c:v>
                </c:pt>
                <c:pt idx="8650" formatCode="0.0000">
                  <c:v>6.1108333333333338</c:v>
                </c:pt>
                <c:pt idx="8651" formatCode="0.0000">
                  <c:v>6.1116666666666672</c:v>
                </c:pt>
                <c:pt idx="8652" formatCode="0.0000">
                  <c:v>6.1124999999999998</c:v>
                </c:pt>
                <c:pt idx="8653" formatCode="0.0000">
                  <c:v>6.1133333333333333</c:v>
                </c:pt>
                <c:pt idx="8654" formatCode="0.0000">
                  <c:v>6.1141666666666667</c:v>
                </c:pt>
                <c:pt idx="8655" formatCode="0.0000">
                  <c:v>6.1150000000000002</c:v>
                </c:pt>
                <c:pt idx="8656" formatCode="0.0000">
                  <c:v>6.1158333333333337</c:v>
                </c:pt>
                <c:pt idx="8657" formatCode="0.0000">
                  <c:v>6.1166666666666663</c:v>
                </c:pt>
                <c:pt idx="8658" formatCode="0.0000">
                  <c:v>6.1174999999999997</c:v>
                </c:pt>
                <c:pt idx="8659" formatCode="0.0000">
                  <c:v>6.1183333333333332</c:v>
                </c:pt>
                <c:pt idx="8660" formatCode="0.0000">
                  <c:v>6.1191666666666666</c:v>
                </c:pt>
                <c:pt idx="8661" formatCode="0.0000">
                  <c:v>6.12</c:v>
                </c:pt>
                <c:pt idx="8662" formatCode="0.0000">
                  <c:v>6.1208333333333327</c:v>
                </c:pt>
                <c:pt idx="8663" formatCode="0.0000">
                  <c:v>6.1216666666666661</c:v>
                </c:pt>
                <c:pt idx="8664" formatCode="0.0000">
                  <c:v>6.1224999999999996</c:v>
                </c:pt>
                <c:pt idx="8665" formatCode="0.0000">
                  <c:v>6.1233333333333331</c:v>
                </c:pt>
                <c:pt idx="8666" formatCode="0.0000">
                  <c:v>6.1241666666666674</c:v>
                </c:pt>
                <c:pt idx="8667" formatCode="0.0000">
                  <c:v>6.125</c:v>
                </c:pt>
                <c:pt idx="8668" formatCode="0.0000">
                  <c:v>6.1258333333333335</c:v>
                </c:pt>
                <c:pt idx="8669" formatCode="0.0000">
                  <c:v>6.1266666666666669</c:v>
                </c:pt>
                <c:pt idx="8670" formatCode="0.0000">
                  <c:v>6.1275000000000004</c:v>
                </c:pt>
                <c:pt idx="8671" formatCode="0.0000">
                  <c:v>6.1283333333333339</c:v>
                </c:pt>
                <c:pt idx="8672" formatCode="0.0000">
                  <c:v>6.1291666666666664</c:v>
                </c:pt>
                <c:pt idx="8673" formatCode="0.0000">
                  <c:v>6.13</c:v>
                </c:pt>
                <c:pt idx="8674" formatCode="0.0000">
                  <c:v>6.1308333333333334</c:v>
                </c:pt>
                <c:pt idx="8675" formatCode="0.0000">
                  <c:v>6.1316666666666668</c:v>
                </c:pt>
                <c:pt idx="8676" formatCode="0.0000">
                  <c:v>6.1325000000000003</c:v>
                </c:pt>
                <c:pt idx="8677" formatCode="0.0000">
                  <c:v>6.1333333333333329</c:v>
                </c:pt>
                <c:pt idx="8678" formatCode="0.0000">
                  <c:v>6.1341666666666663</c:v>
                </c:pt>
                <c:pt idx="8679" formatCode="0.0000">
                  <c:v>6.1349999999999998</c:v>
                </c:pt>
                <c:pt idx="8680" formatCode="0.0000">
                  <c:v>6.1358333333333333</c:v>
                </c:pt>
                <c:pt idx="8681" formatCode="0.0000">
                  <c:v>6.1366666666666667</c:v>
                </c:pt>
                <c:pt idx="8682" formatCode="0.0000">
                  <c:v>6.1374999999999993</c:v>
                </c:pt>
                <c:pt idx="8683" formatCode="0.0000">
                  <c:v>6.1383333333333328</c:v>
                </c:pt>
                <c:pt idx="8684" formatCode="0.0000">
                  <c:v>6.1391666666666662</c:v>
                </c:pt>
                <c:pt idx="8685" formatCode="0.0000">
                  <c:v>6.1400000000000006</c:v>
                </c:pt>
                <c:pt idx="8686" formatCode="0.0000">
                  <c:v>6.140833333333334</c:v>
                </c:pt>
                <c:pt idx="8687" formatCode="0.0000">
                  <c:v>6.1416666666666666</c:v>
                </c:pt>
                <c:pt idx="8688" formatCode="0.0000">
                  <c:v>6.1425000000000001</c:v>
                </c:pt>
                <c:pt idx="8689" formatCode="0.0000">
                  <c:v>6.1433333333333335</c:v>
                </c:pt>
                <c:pt idx="8690" formatCode="0.0000">
                  <c:v>6.144166666666667</c:v>
                </c:pt>
                <c:pt idx="8691" formatCode="0.0000">
                  <c:v>6.1450000000000005</c:v>
                </c:pt>
                <c:pt idx="8692" formatCode="0.0000">
                  <c:v>6.145833333333333</c:v>
                </c:pt>
                <c:pt idx="8693" formatCode="0.0000">
                  <c:v>6.1466666666666665</c:v>
                </c:pt>
                <c:pt idx="8694" formatCode="0.0000">
                  <c:v>6.1475</c:v>
                </c:pt>
                <c:pt idx="8695" formatCode="0.0000">
                  <c:v>6.1483333333333334</c:v>
                </c:pt>
                <c:pt idx="8696" formatCode="0.0000">
                  <c:v>6.1491666666666669</c:v>
                </c:pt>
                <c:pt idx="8697" formatCode="0.0000">
                  <c:v>6.1499999999999995</c:v>
                </c:pt>
                <c:pt idx="8698" formatCode="0.0000">
                  <c:v>6.1508333333333329</c:v>
                </c:pt>
                <c:pt idx="8699" formatCode="0.0000">
                  <c:v>6.1516666666666664</c:v>
                </c:pt>
                <c:pt idx="8700" formatCode="0.0000">
                  <c:v>6.1524999999999999</c:v>
                </c:pt>
                <c:pt idx="8701" formatCode="0.0000">
                  <c:v>6.1533333333333333</c:v>
                </c:pt>
                <c:pt idx="8702" formatCode="0.0000">
                  <c:v>6.1541666666666659</c:v>
                </c:pt>
                <c:pt idx="8703" formatCode="0.0000">
                  <c:v>6.1549999999999994</c:v>
                </c:pt>
                <c:pt idx="8704" formatCode="0.0000">
                  <c:v>6.1558333333333337</c:v>
                </c:pt>
                <c:pt idx="8705" formatCode="0.0000">
                  <c:v>6.1566666666666672</c:v>
                </c:pt>
                <c:pt idx="8706" formatCode="0.0000">
                  <c:v>6.1575000000000006</c:v>
                </c:pt>
                <c:pt idx="8707" formatCode="0.0000">
                  <c:v>6.1583333333333332</c:v>
                </c:pt>
                <c:pt idx="8708" formatCode="0.0000">
                  <c:v>6.1591666666666667</c:v>
                </c:pt>
                <c:pt idx="8709" formatCode="0.0000">
                  <c:v>6.16</c:v>
                </c:pt>
                <c:pt idx="8710" formatCode="0.0000">
                  <c:v>6.1608333333333336</c:v>
                </c:pt>
                <c:pt idx="8711" formatCode="0.0000">
                  <c:v>6.1616666666666671</c:v>
                </c:pt>
                <c:pt idx="8712" formatCode="0.0000">
                  <c:v>6.1624999999999996</c:v>
                </c:pt>
                <c:pt idx="8713" formatCode="0.0000">
                  <c:v>6.1633333333333331</c:v>
                </c:pt>
                <c:pt idx="8714" formatCode="0.0000">
                  <c:v>6.1641666666666666</c:v>
                </c:pt>
                <c:pt idx="8715" formatCode="0.0000">
                  <c:v>6.165</c:v>
                </c:pt>
                <c:pt idx="8716" formatCode="0.0000">
                  <c:v>6.1658333333333335</c:v>
                </c:pt>
                <c:pt idx="8717" formatCode="0.0000">
                  <c:v>6.1666666666666661</c:v>
                </c:pt>
                <c:pt idx="8718" formatCode="0.0000">
                  <c:v>6.1674999999999995</c:v>
                </c:pt>
                <c:pt idx="8719" formatCode="0.0000">
                  <c:v>6.168333333333333</c:v>
                </c:pt>
                <c:pt idx="8720" formatCode="0.0000">
                  <c:v>6.1691666666666665</c:v>
                </c:pt>
                <c:pt idx="8721" formatCode="0.0000">
                  <c:v>6.17</c:v>
                </c:pt>
                <c:pt idx="8722" formatCode="0.0000">
                  <c:v>6.1708333333333325</c:v>
                </c:pt>
                <c:pt idx="8723" formatCode="0.0000">
                  <c:v>6.1716666666666669</c:v>
                </c:pt>
                <c:pt idx="8724" formatCode="0.0000">
                  <c:v>6.1725000000000003</c:v>
                </c:pt>
                <c:pt idx="8725" formatCode="0.0000">
                  <c:v>6.1733333333333338</c:v>
                </c:pt>
                <c:pt idx="8726" formatCode="0.0000">
                  <c:v>6.1741666666666672</c:v>
                </c:pt>
                <c:pt idx="8727" formatCode="0.0000">
                  <c:v>6.1749999999999998</c:v>
                </c:pt>
                <c:pt idx="8728" formatCode="0.0000">
                  <c:v>6.1758333333333333</c:v>
                </c:pt>
                <c:pt idx="8729" formatCode="0.0000">
                  <c:v>6.1766666666666667</c:v>
                </c:pt>
                <c:pt idx="8730" formatCode="0.0000">
                  <c:v>6.1775000000000002</c:v>
                </c:pt>
                <c:pt idx="8731" formatCode="0.0000">
                  <c:v>6.1783333333333337</c:v>
                </c:pt>
                <c:pt idx="8732" formatCode="0.0000">
                  <c:v>6.1791666666666663</c:v>
                </c:pt>
                <c:pt idx="8733" formatCode="0.0000">
                  <c:v>6.18</c:v>
                </c:pt>
                <c:pt idx="8734" formatCode="0.0000">
                  <c:v>6.1808333333333332</c:v>
                </c:pt>
                <c:pt idx="8735" formatCode="0.0000">
                  <c:v>6.1816666666666666</c:v>
                </c:pt>
                <c:pt idx="8736" formatCode="0.0000">
                  <c:v>6.1825000000000001</c:v>
                </c:pt>
                <c:pt idx="8737" formatCode="0.0000">
                  <c:v>6.1833333333333327</c:v>
                </c:pt>
                <c:pt idx="8738" formatCode="0.0000">
                  <c:v>6.1841666666666661</c:v>
                </c:pt>
                <c:pt idx="8739" formatCode="0.0000">
                  <c:v>6.1849999999999996</c:v>
                </c:pt>
                <c:pt idx="8740" formatCode="0.0000">
                  <c:v>6.1858333333333331</c:v>
                </c:pt>
                <c:pt idx="8741" formatCode="0.0000">
                  <c:v>6.1866666666666674</c:v>
                </c:pt>
                <c:pt idx="8742" formatCode="0.0000">
                  <c:v>6.1875</c:v>
                </c:pt>
                <c:pt idx="8743" formatCode="0.0000">
                  <c:v>6.1883333333333335</c:v>
                </c:pt>
                <c:pt idx="8744" formatCode="0.0000">
                  <c:v>6.1891666666666669</c:v>
                </c:pt>
                <c:pt idx="8745" formatCode="0.0000">
                  <c:v>6.19</c:v>
                </c:pt>
                <c:pt idx="8746" formatCode="0.0000">
                  <c:v>6.1908333333333339</c:v>
                </c:pt>
                <c:pt idx="8747" formatCode="0.0000">
                  <c:v>6.1916666666666664</c:v>
                </c:pt>
                <c:pt idx="8748" formatCode="0.0000">
                  <c:v>6.1924999999999999</c:v>
                </c:pt>
                <c:pt idx="8749" formatCode="0.0000">
                  <c:v>6.1933333333333334</c:v>
                </c:pt>
                <c:pt idx="8750" formatCode="0.0000">
                  <c:v>6.1941666666666668</c:v>
                </c:pt>
                <c:pt idx="8751" formatCode="0.0000">
                  <c:v>6.1950000000000003</c:v>
                </c:pt>
                <c:pt idx="8752" formatCode="0.0000">
                  <c:v>6.1958333333333329</c:v>
                </c:pt>
                <c:pt idx="8753" formatCode="0.0000">
                  <c:v>6.1966666666666663</c:v>
                </c:pt>
                <c:pt idx="8754" formatCode="0.0000">
                  <c:v>6.1974999999999998</c:v>
                </c:pt>
                <c:pt idx="8755" formatCode="0.0000">
                  <c:v>6.1983333333333333</c:v>
                </c:pt>
                <c:pt idx="8756" formatCode="0.0000">
                  <c:v>6.1991666666666667</c:v>
                </c:pt>
                <c:pt idx="8757" formatCode="0.0000">
                  <c:v>6.1999999999999993</c:v>
                </c:pt>
                <c:pt idx="8758" formatCode="0.0000">
                  <c:v>6.2008333333333328</c:v>
                </c:pt>
                <c:pt idx="8759" formatCode="0.0000">
                  <c:v>6.2016666666666662</c:v>
                </c:pt>
                <c:pt idx="8760" formatCode="0.0000">
                  <c:v>6.2025000000000006</c:v>
                </c:pt>
                <c:pt idx="8761" formatCode="0.0000">
                  <c:v>6.203333333333334</c:v>
                </c:pt>
                <c:pt idx="8762" formatCode="0.0000">
                  <c:v>6.2041666666666666</c:v>
                </c:pt>
                <c:pt idx="8763" formatCode="0.0000">
                  <c:v>6.2050000000000001</c:v>
                </c:pt>
                <c:pt idx="8764" formatCode="0.0000">
                  <c:v>6.2058333333333335</c:v>
                </c:pt>
                <c:pt idx="8765" formatCode="0.0000">
                  <c:v>6.206666666666667</c:v>
                </c:pt>
                <c:pt idx="8766" formatCode="0.0000">
                  <c:v>6.2075000000000005</c:v>
                </c:pt>
                <c:pt idx="8767" formatCode="0.0000">
                  <c:v>6.208333333333333</c:v>
                </c:pt>
                <c:pt idx="8768" formatCode="0.0000">
                  <c:v>6.2091666666666665</c:v>
                </c:pt>
                <c:pt idx="8769" formatCode="0.0000">
                  <c:v>6.21</c:v>
                </c:pt>
                <c:pt idx="8770" formatCode="0.0000">
                  <c:v>6.2108333333333334</c:v>
                </c:pt>
                <c:pt idx="8771" formatCode="0.0000">
                  <c:v>6.2116666666666669</c:v>
                </c:pt>
                <c:pt idx="8772" formatCode="0.0000">
                  <c:v>6.2124999999999995</c:v>
                </c:pt>
                <c:pt idx="8773" formatCode="0.0000">
                  <c:v>6.2133333333333329</c:v>
                </c:pt>
                <c:pt idx="8774" formatCode="0.0000">
                  <c:v>6.2141666666666664</c:v>
                </c:pt>
                <c:pt idx="8775" formatCode="0.0000">
                  <c:v>6.2149999999999999</c:v>
                </c:pt>
                <c:pt idx="8776" formatCode="0.0000">
                  <c:v>6.2158333333333333</c:v>
                </c:pt>
                <c:pt idx="8777" formatCode="0.0000">
                  <c:v>6.2166666666666659</c:v>
                </c:pt>
                <c:pt idx="8778" formatCode="0.0000">
                  <c:v>6.2174999999999994</c:v>
                </c:pt>
                <c:pt idx="8779" formatCode="0.0000">
                  <c:v>6.2183333333333337</c:v>
                </c:pt>
                <c:pt idx="8780" formatCode="0.0000">
                  <c:v>6.2191666666666672</c:v>
                </c:pt>
                <c:pt idx="8781" formatCode="0.0000">
                  <c:v>6.2200000000000006</c:v>
                </c:pt>
                <c:pt idx="8782" formatCode="0.0000">
                  <c:v>6.2208333333333332</c:v>
                </c:pt>
                <c:pt idx="8783" formatCode="0.0000">
                  <c:v>6.2216666666666667</c:v>
                </c:pt>
                <c:pt idx="8784" formatCode="0.0000">
                  <c:v>6.2225000000000001</c:v>
                </c:pt>
                <c:pt idx="8785" formatCode="0.0000">
                  <c:v>6.2233333333333336</c:v>
                </c:pt>
                <c:pt idx="8786" formatCode="0.0000">
                  <c:v>6.2241666666666671</c:v>
                </c:pt>
                <c:pt idx="8787" formatCode="0.0000">
                  <c:v>6.2249999999999996</c:v>
                </c:pt>
                <c:pt idx="8788" formatCode="0.0000">
                  <c:v>6.2258333333333331</c:v>
                </c:pt>
                <c:pt idx="8789" formatCode="0.0000">
                  <c:v>6.2266666666666666</c:v>
                </c:pt>
                <c:pt idx="8790" formatCode="0.0000">
                  <c:v>6.2275</c:v>
                </c:pt>
                <c:pt idx="8791" formatCode="0.0000">
                  <c:v>6.2283333333333335</c:v>
                </c:pt>
                <c:pt idx="8792" formatCode="0.0000">
                  <c:v>6.2291666666666661</c:v>
                </c:pt>
                <c:pt idx="8793" formatCode="0.0000">
                  <c:v>6.2299999999999995</c:v>
                </c:pt>
                <c:pt idx="8794" formatCode="0.0000">
                  <c:v>6.230833333333333</c:v>
                </c:pt>
                <c:pt idx="8795" formatCode="0.0000">
                  <c:v>6.2316666666666665</c:v>
                </c:pt>
                <c:pt idx="8796" formatCode="0.0000">
                  <c:v>6.2324999999999999</c:v>
                </c:pt>
                <c:pt idx="8797" formatCode="0.0000">
                  <c:v>6.2333333333333325</c:v>
                </c:pt>
                <c:pt idx="8798" formatCode="0.0000">
                  <c:v>6.2341666666666669</c:v>
                </c:pt>
                <c:pt idx="8799" formatCode="0.0000">
                  <c:v>6.2350000000000003</c:v>
                </c:pt>
                <c:pt idx="8800" formatCode="0.0000">
                  <c:v>6.2358333333333338</c:v>
                </c:pt>
                <c:pt idx="8801" formatCode="0.0000">
                  <c:v>6.2366666666666672</c:v>
                </c:pt>
                <c:pt idx="8802" formatCode="0.0000">
                  <c:v>6.2374999999999998</c:v>
                </c:pt>
                <c:pt idx="8803" formatCode="0.0000">
                  <c:v>6.2383333333333333</c:v>
                </c:pt>
                <c:pt idx="8804" formatCode="0.0000">
                  <c:v>6.2391666666666667</c:v>
                </c:pt>
                <c:pt idx="8805" formatCode="0.0000">
                  <c:v>6.24</c:v>
                </c:pt>
                <c:pt idx="8806" formatCode="0.0000">
                  <c:v>6.2408333333333337</c:v>
                </c:pt>
                <c:pt idx="8807" formatCode="0.0000">
                  <c:v>6.2416666666666663</c:v>
                </c:pt>
                <c:pt idx="8808" formatCode="0.0000">
                  <c:v>6.2424999999999997</c:v>
                </c:pt>
                <c:pt idx="8809" formatCode="0.0000">
                  <c:v>6.2433333333333332</c:v>
                </c:pt>
                <c:pt idx="8810" formatCode="0.0000">
                  <c:v>6.2441666666666666</c:v>
                </c:pt>
                <c:pt idx="8811" formatCode="0.0000">
                  <c:v>6.2450000000000001</c:v>
                </c:pt>
                <c:pt idx="8812" formatCode="0.0000">
                  <c:v>6.2458333333333327</c:v>
                </c:pt>
                <c:pt idx="8813" formatCode="0.0000">
                  <c:v>6.2466666666666661</c:v>
                </c:pt>
                <c:pt idx="8814" formatCode="0.0000">
                  <c:v>6.2474999999999996</c:v>
                </c:pt>
                <c:pt idx="8815" formatCode="0.0000">
                  <c:v>6.2483333333333331</c:v>
                </c:pt>
                <c:pt idx="8816" formatCode="0.0000">
                  <c:v>6.2491666666666674</c:v>
                </c:pt>
                <c:pt idx="8817" formatCode="0.0000">
                  <c:v>6.25</c:v>
                </c:pt>
                <c:pt idx="8818" formatCode="0.0000">
                  <c:v>6.2508333333333335</c:v>
                </c:pt>
                <c:pt idx="8819" formatCode="0.0000">
                  <c:v>6.2516666666666669</c:v>
                </c:pt>
                <c:pt idx="8820" formatCode="0.0000">
                  <c:v>6.2525000000000004</c:v>
                </c:pt>
                <c:pt idx="8821" formatCode="0.0000">
                  <c:v>6.2533333333333339</c:v>
                </c:pt>
                <c:pt idx="8822" formatCode="0.0000">
                  <c:v>6.2541666666666664</c:v>
                </c:pt>
                <c:pt idx="8823" formatCode="0.0000">
                  <c:v>6.2549999999999999</c:v>
                </c:pt>
                <c:pt idx="8824" formatCode="0.0000">
                  <c:v>6.2558333333333334</c:v>
                </c:pt>
                <c:pt idx="8825" formatCode="0.0000">
                  <c:v>6.2566666666666668</c:v>
                </c:pt>
                <c:pt idx="8826" formatCode="0.0000">
                  <c:v>6.2575000000000003</c:v>
                </c:pt>
                <c:pt idx="8827" formatCode="0.0000">
                  <c:v>6.2583333333333329</c:v>
                </c:pt>
                <c:pt idx="8828" formatCode="0.0000">
                  <c:v>6.2591666666666663</c:v>
                </c:pt>
                <c:pt idx="8829" formatCode="0.0000">
                  <c:v>6.26</c:v>
                </c:pt>
                <c:pt idx="8830" formatCode="0.0000">
                  <c:v>6.2608333333333333</c:v>
                </c:pt>
                <c:pt idx="8831" formatCode="0.0000">
                  <c:v>6.2616666666666667</c:v>
                </c:pt>
                <c:pt idx="8832" formatCode="0.0000">
                  <c:v>6.2624999999999993</c:v>
                </c:pt>
                <c:pt idx="8833" formatCode="0.0000">
                  <c:v>6.2633333333333328</c:v>
                </c:pt>
                <c:pt idx="8834" formatCode="0.0000">
                  <c:v>6.2641666666666662</c:v>
                </c:pt>
                <c:pt idx="8835" formatCode="0.0000">
                  <c:v>6.2650000000000006</c:v>
                </c:pt>
                <c:pt idx="8836" formatCode="0.0000">
                  <c:v>6.265833333333334</c:v>
                </c:pt>
                <c:pt idx="8837" formatCode="0.0000">
                  <c:v>6.2666666666666666</c:v>
                </c:pt>
                <c:pt idx="8838" formatCode="0.0000">
                  <c:v>6.2675000000000001</c:v>
                </c:pt>
                <c:pt idx="8839" formatCode="0.0000">
                  <c:v>6.2683333333333335</c:v>
                </c:pt>
                <c:pt idx="8840" formatCode="0.0000">
                  <c:v>6.269166666666667</c:v>
                </c:pt>
                <c:pt idx="8841" formatCode="0.0000">
                  <c:v>6.2700000000000005</c:v>
                </c:pt>
                <c:pt idx="8842" formatCode="0.0000">
                  <c:v>6.270833333333333</c:v>
                </c:pt>
                <c:pt idx="8843" formatCode="0.0000">
                  <c:v>6.2716666666666665</c:v>
                </c:pt>
                <c:pt idx="8844" formatCode="0.0000">
                  <c:v>6.2725</c:v>
                </c:pt>
                <c:pt idx="8845" formatCode="0.0000">
                  <c:v>6.2733333333333334</c:v>
                </c:pt>
                <c:pt idx="8846" formatCode="0.0000">
                  <c:v>6.2741666666666669</c:v>
                </c:pt>
                <c:pt idx="8847" formatCode="0.0000">
                  <c:v>6.2749999999999995</c:v>
                </c:pt>
                <c:pt idx="8848" formatCode="0.0000">
                  <c:v>6.2758333333333329</c:v>
                </c:pt>
                <c:pt idx="8849" formatCode="0.0000">
                  <c:v>6.2766666666666664</c:v>
                </c:pt>
                <c:pt idx="8850" formatCode="0.0000">
                  <c:v>6.2774999999999999</c:v>
                </c:pt>
                <c:pt idx="8851" formatCode="0.0000">
                  <c:v>6.2783333333333333</c:v>
                </c:pt>
                <c:pt idx="8852" formatCode="0.0000">
                  <c:v>6.2791666666666659</c:v>
                </c:pt>
                <c:pt idx="8853" formatCode="0.0000">
                  <c:v>6.2799999999999994</c:v>
                </c:pt>
                <c:pt idx="8854" formatCode="0.0000">
                  <c:v>6.2808333333333337</c:v>
                </c:pt>
                <c:pt idx="8855" formatCode="0.0000">
                  <c:v>6.2816666666666672</c:v>
                </c:pt>
                <c:pt idx="8856" formatCode="0.0000">
                  <c:v>6.2825000000000006</c:v>
                </c:pt>
                <c:pt idx="8857" formatCode="0.0000">
                  <c:v>6.2833333333333332</c:v>
                </c:pt>
                <c:pt idx="8858" formatCode="0.0000">
                  <c:v>6.2841666666666667</c:v>
                </c:pt>
                <c:pt idx="8859" formatCode="0.0000">
                  <c:v>6.2850000000000001</c:v>
                </c:pt>
                <c:pt idx="8860" formatCode="0.0000">
                  <c:v>6.2858333333333336</c:v>
                </c:pt>
                <c:pt idx="8861" formatCode="0.0000">
                  <c:v>6.2866666666666671</c:v>
                </c:pt>
                <c:pt idx="8862" formatCode="0.0000">
                  <c:v>6.2874999999999996</c:v>
                </c:pt>
                <c:pt idx="8863" formatCode="0.0000">
                  <c:v>6.2883333333333331</c:v>
                </c:pt>
                <c:pt idx="8864" formatCode="0.0000">
                  <c:v>6.2891666666666666</c:v>
                </c:pt>
                <c:pt idx="8865" formatCode="0.0000">
                  <c:v>6.29</c:v>
                </c:pt>
                <c:pt idx="8866" formatCode="0.0000">
                  <c:v>6.2908333333333335</c:v>
                </c:pt>
                <c:pt idx="8867" formatCode="0.0000">
                  <c:v>6.2916666666666661</c:v>
                </c:pt>
                <c:pt idx="8868" formatCode="0.0000">
                  <c:v>6.2924999999999995</c:v>
                </c:pt>
                <c:pt idx="8869" formatCode="0.0000">
                  <c:v>6.293333333333333</c:v>
                </c:pt>
                <c:pt idx="8870" formatCode="0.0000">
                  <c:v>6.2941666666666665</c:v>
                </c:pt>
                <c:pt idx="8871" formatCode="0.0000">
                  <c:v>6.2949999999999999</c:v>
                </c:pt>
                <c:pt idx="8872" formatCode="0.0000">
                  <c:v>6.2958333333333325</c:v>
                </c:pt>
                <c:pt idx="8873" formatCode="0.0000">
                  <c:v>6.2966666666666669</c:v>
                </c:pt>
                <c:pt idx="8874" formatCode="0.0000">
                  <c:v>6.2975000000000003</c:v>
                </c:pt>
                <c:pt idx="8875" formatCode="0.0000">
                  <c:v>6.2983333333333338</c:v>
                </c:pt>
                <c:pt idx="8876" formatCode="0.0000">
                  <c:v>6.2991666666666672</c:v>
                </c:pt>
                <c:pt idx="8877" formatCode="0.0000">
                  <c:v>6.3</c:v>
                </c:pt>
                <c:pt idx="8878" formatCode="0.0000">
                  <c:v>6.3008333333333333</c:v>
                </c:pt>
                <c:pt idx="8879" formatCode="0.0000">
                  <c:v>6.3016666666666667</c:v>
                </c:pt>
                <c:pt idx="8880" formatCode="0.0000">
                  <c:v>6.3025000000000002</c:v>
                </c:pt>
                <c:pt idx="8881" formatCode="0.0000">
                  <c:v>6.3033333333333337</c:v>
                </c:pt>
                <c:pt idx="8882" formatCode="0.0000">
                  <c:v>6.3041666666666663</c:v>
                </c:pt>
                <c:pt idx="8883" formatCode="0.0000">
                  <c:v>6.3049999999999997</c:v>
                </c:pt>
                <c:pt idx="8884" formatCode="0.0000">
                  <c:v>6.3058333333333332</c:v>
                </c:pt>
                <c:pt idx="8885" formatCode="0.0000">
                  <c:v>6.3066666666666666</c:v>
                </c:pt>
                <c:pt idx="8886" formatCode="0.0000">
                  <c:v>6.3075000000000001</c:v>
                </c:pt>
                <c:pt idx="8887" formatCode="0.0000">
                  <c:v>6.3083333333333327</c:v>
                </c:pt>
                <c:pt idx="8888" formatCode="0.0000">
                  <c:v>6.3091666666666661</c:v>
                </c:pt>
                <c:pt idx="8889" formatCode="0.0000">
                  <c:v>6.31</c:v>
                </c:pt>
                <c:pt idx="8890" formatCode="0.0000">
                  <c:v>6.3108333333333331</c:v>
                </c:pt>
                <c:pt idx="8891" formatCode="0.0000">
                  <c:v>6.3116666666666674</c:v>
                </c:pt>
                <c:pt idx="8892" formatCode="0.0000">
                  <c:v>6.3125</c:v>
                </c:pt>
                <c:pt idx="8893" formatCode="0.0000">
                  <c:v>6.3133333333333335</c:v>
                </c:pt>
                <c:pt idx="8894" formatCode="0.0000">
                  <c:v>6.3141666666666669</c:v>
                </c:pt>
                <c:pt idx="8895" formatCode="0.0000">
                  <c:v>6.3150000000000004</c:v>
                </c:pt>
                <c:pt idx="8896" formatCode="0.0000">
                  <c:v>6.3158333333333339</c:v>
                </c:pt>
                <c:pt idx="8897" formatCode="0.0000">
                  <c:v>6.3166666666666664</c:v>
                </c:pt>
                <c:pt idx="8898" formatCode="0.0000">
                  <c:v>6.3174999999999999</c:v>
                </c:pt>
                <c:pt idx="8899" formatCode="0.0000">
                  <c:v>6.3183333333333334</c:v>
                </c:pt>
                <c:pt idx="8900" formatCode="0.0000">
                  <c:v>6.3191666666666668</c:v>
                </c:pt>
                <c:pt idx="8901" formatCode="0.0000">
                  <c:v>6.32</c:v>
                </c:pt>
                <c:pt idx="8902" formatCode="0.0000">
                  <c:v>6.3208333333333329</c:v>
                </c:pt>
                <c:pt idx="8903" formatCode="0.0000">
                  <c:v>6.3216666666666663</c:v>
                </c:pt>
                <c:pt idx="8904" formatCode="0.0000">
                  <c:v>6.3224999999999998</c:v>
                </c:pt>
                <c:pt idx="8905" formatCode="0.0000">
                  <c:v>6.3233333333333333</c:v>
                </c:pt>
                <c:pt idx="8906" formatCode="0.0000">
                  <c:v>6.3241666666666667</c:v>
                </c:pt>
                <c:pt idx="8907" formatCode="0.0000">
                  <c:v>6.3249999999999993</c:v>
                </c:pt>
                <c:pt idx="8908" formatCode="0.0000">
                  <c:v>6.3258333333333328</c:v>
                </c:pt>
                <c:pt idx="8909" formatCode="0.0000">
                  <c:v>6.3266666666666662</c:v>
                </c:pt>
                <c:pt idx="8910" formatCode="0.0000">
                  <c:v>6.3275000000000006</c:v>
                </c:pt>
                <c:pt idx="8911" formatCode="0.0000">
                  <c:v>6.328333333333334</c:v>
                </c:pt>
                <c:pt idx="8912" formatCode="0.0000">
                  <c:v>6.3291666666666666</c:v>
                </c:pt>
                <c:pt idx="8913" formatCode="0.0000">
                  <c:v>6.33</c:v>
                </c:pt>
                <c:pt idx="8914" formatCode="0.0000">
                  <c:v>6.3308333333333335</c:v>
                </c:pt>
                <c:pt idx="8915" formatCode="0.0000">
                  <c:v>6.331666666666667</c:v>
                </c:pt>
                <c:pt idx="8916" formatCode="0.0000">
                  <c:v>6.3325000000000005</c:v>
                </c:pt>
                <c:pt idx="8917" formatCode="0.0000">
                  <c:v>6.333333333333333</c:v>
                </c:pt>
                <c:pt idx="8918" formatCode="0.0000">
                  <c:v>6.3341666666666665</c:v>
                </c:pt>
                <c:pt idx="8919" formatCode="0.0000">
                  <c:v>6.335</c:v>
                </c:pt>
                <c:pt idx="8920" formatCode="0.0000">
                  <c:v>6.3358333333333334</c:v>
                </c:pt>
                <c:pt idx="8921" formatCode="0.0000">
                  <c:v>6.3366666666666669</c:v>
                </c:pt>
                <c:pt idx="8922" formatCode="0.0000">
                  <c:v>6.3374999999999995</c:v>
                </c:pt>
                <c:pt idx="8923" formatCode="0.0000">
                  <c:v>6.3383333333333329</c:v>
                </c:pt>
                <c:pt idx="8924" formatCode="0.0000">
                  <c:v>6.3391666666666664</c:v>
                </c:pt>
                <c:pt idx="8925" formatCode="0.0000">
                  <c:v>6.34</c:v>
                </c:pt>
                <c:pt idx="8926" formatCode="0.0000">
                  <c:v>6.3408333333333333</c:v>
                </c:pt>
                <c:pt idx="8927" formatCode="0.0000">
                  <c:v>6.3416666666666659</c:v>
                </c:pt>
                <c:pt idx="8928" formatCode="0.0000">
                  <c:v>6.3424999999999994</c:v>
                </c:pt>
                <c:pt idx="8929" formatCode="0.0000">
                  <c:v>6.3433333333333337</c:v>
                </c:pt>
                <c:pt idx="8930" formatCode="0.0000">
                  <c:v>6.3441666666666672</c:v>
                </c:pt>
                <c:pt idx="8931" formatCode="0.0000">
                  <c:v>6.3450000000000006</c:v>
                </c:pt>
                <c:pt idx="8932" formatCode="0.0000">
                  <c:v>6.3458333333333332</c:v>
                </c:pt>
                <c:pt idx="8933" formatCode="0.0000">
                  <c:v>6.3466666666666667</c:v>
                </c:pt>
                <c:pt idx="8934" formatCode="0.0000">
                  <c:v>6.3475000000000001</c:v>
                </c:pt>
                <c:pt idx="8935" formatCode="0.0000">
                  <c:v>6.3483333333333336</c:v>
                </c:pt>
                <c:pt idx="8936" formatCode="0.0000">
                  <c:v>6.3491666666666671</c:v>
                </c:pt>
                <c:pt idx="8937" formatCode="0.0000">
                  <c:v>6.35</c:v>
                </c:pt>
                <c:pt idx="8938" formatCode="0.0000">
                  <c:v>6.3508333333333331</c:v>
                </c:pt>
                <c:pt idx="8939" formatCode="0.0000">
                  <c:v>6.3516666666666666</c:v>
                </c:pt>
                <c:pt idx="8940" formatCode="0.0000">
                  <c:v>6.3525</c:v>
                </c:pt>
                <c:pt idx="8941" formatCode="0.0000">
                  <c:v>6.3533333333333335</c:v>
                </c:pt>
                <c:pt idx="8942" formatCode="0.0000">
                  <c:v>6.3541666666666661</c:v>
                </c:pt>
                <c:pt idx="8943" formatCode="0.0000">
                  <c:v>6.3549999999999995</c:v>
                </c:pt>
                <c:pt idx="8944" formatCode="0.0000">
                  <c:v>6.355833333333333</c:v>
                </c:pt>
                <c:pt idx="8945" formatCode="0.0000">
                  <c:v>6.3566666666666665</c:v>
                </c:pt>
                <c:pt idx="8946" formatCode="0.0000">
                  <c:v>6.3574999999999999</c:v>
                </c:pt>
                <c:pt idx="8947" formatCode="0.0000">
                  <c:v>6.3583333333333325</c:v>
                </c:pt>
                <c:pt idx="8948" formatCode="0.0000">
                  <c:v>6.3591666666666669</c:v>
                </c:pt>
                <c:pt idx="8949" formatCode="0.0000">
                  <c:v>6.36</c:v>
                </c:pt>
                <c:pt idx="8950" formatCode="0.0000">
                  <c:v>6.3608333333333338</c:v>
                </c:pt>
                <c:pt idx="8951" formatCode="0.0000">
                  <c:v>6.3616666666666672</c:v>
                </c:pt>
                <c:pt idx="8952" formatCode="0.0000">
                  <c:v>6.3624999999999998</c:v>
                </c:pt>
                <c:pt idx="8953" formatCode="0.0000">
                  <c:v>6.3633333333333333</c:v>
                </c:pt>
                <c:pt idx="8954" formatCode="0.0000">
                  <c:v>6.3641666666666667</c:v>
                </c:pt>
                <c:pt idx="8955" formatCode="0.0000">
                  <c:v>6.3650000000000002</c:v>
                </c:pt>
                <c:pt idx="8956" formatCode="0.0000">
                  <c:v>6.3658333333333337</c:v>
                </c:pt>
                <c:pt idx="8957" formatCode="0.0000">
                  <c:v>6.3666666666666663</c:v>
                </c:pt>
                <c:pt idx="8958" formatCode="0.0000">
                  <c:v>6.3674999999999997</c:v>
                </c:pt>
                <c:pt idx="8959" formatCode="0.0000">
                  <c:v>6.3683333333333332</c:v>
                </c:pt>
                <c:pt idx="8960" formatCode="0.0000">
                  <c:v>6.3691666666666666</c:v>
                </c:pt>
                <c:pt idx="8961" formatCode="0.0000">
                  <c:v>6.37</c:v>
                </c:pt>
                <c:pt idx="8962" formatCode="0.0000">
                  <c:v>6.3708333333333327</c:v>
                </c:pt>
                <c:pt idx="8963" formatCode="0.0000">
                  <c:v>6.3716666666666661</c:v>
                </c:pt>
                <c:pt idx="8964" formatCode="0.0000">
                  <c:v>6.3724999999999996</c:v>
                </c:pt>
                <c:pt idx="8965" formatCode="0.0000">
                  <c:v>6.3733333333333331</c:v>
                </c:pt>
                <c:pt idx="8966" formatCode="0.0000">
                  <c:v>6.3741666666666674</c:v>
                </c:pt>
                <c:pt idx="8967" formatCode="0.0000">
                  <c:v>6.375</c:v>
                </c:pt>
                <c:pt idx="8968" formatCode="0.0000">
                  <c:v>6.3758333333333335</c:v>
                </c:pt>
                <c:pt idx="8969" formatCode="0.0000">
                  <c:v>6.3766666666666669</c:v>
                </c:pt>
                <c:pt idx="8970" formatCode="0.0000">
                  <c:v>6.3775000000000004</c:v>
                </c:pt>
                <c:pt idx="8971" formatCode="0.0000">
                  <c:v>6.3783333333333339</c:v>
                </c:pt>
                <c:pt idx="8972" formatCode="0.0000">
                  <c:v>6.3791666666666664</c:v>
                </c:pt>
                <c:pt idx="8973" formatCode="0.0000">
                  <c:v>6.38</c:v>
                </c:pt>
                <c:pt idx="8974" formatCode="0.0000">
                  <c:v>6.3808333333333334</c:v>
                </c:pt>
                <c:pt idx="8975" formatCode="0.0000">
                  <c:v>6.3816666666666668</c:v>
                </c:pt>
                <c:pt idx="8976" formatCode="0.0000">
                  <c:v>6.3825000000000003</c:v>
                </c:pt>
                <c:pt idx="8977" formatCode="0.0000">
                  <c:v>6.3833333333333329</c:v>
                </c:pt>
                <c:pt idx="8978" formatCode="0.0000">
                  <c:v>6.3841666666666663</c:v>
                </c:pt>
                <c:pt idx="8979" formatCode="0.0000">
                  <c:v>6.3849999999999998</c:v>
                </c:pt>
                <c:pt idx="8980" formatCode="0.0000">
                  <c:v>6.3858333333333333</c:v>
                </c:pt>
                <c:pt idx="8981" formatCode="0.0000">
                  <c:v>6.3866666666666667</c:v>
                </c:pt>
                <c:pt idx="8982" formatCode="0.0000">
                  <c:v>6.3874999999999993</c:v>
                </c:pt>
                <c:pt idx="8983" formatCode="0.0000">
                  <c:v>6.3883333333333328</c:v>
                </c:pt>
                <c:pt idx="8984" formatCode="0.0000">
                  <c:v>6.3891666666666662</c:v>
                </c:pt>
                <c:pt idx="8985" formatCode="0.0000">
                  <c:v>6.3900000000000006</c:v>
                </c:pt>
                <c:pt idx="8986" formatCode="0.0000">
                  <c:v>6.390833333333334</c:v>
                </c:pt>
                <c:pt idx="8987" formatCode="0.0000">
                  <c:v>6.3916666666666666</c:v>
                </c:pt>
                <c:pt idx="8988" formatCode="0.0000">
                  <c:v>6.3925000000000001</c:v>
                </c:pt>
                <c:pt idx="8989" formatCode="0.0000">
                  <c:v>6.3933333333333335</c:v>
                </c:pt>
                <c:pt idx="8990" formatCode="0.0000">
                  <c:v>6.394166666666667</c:v>
                </c:pt>
                <c:pt idx="8991" formatCode="0.0000">
                  <c:v>6.3950000000000005</c:v>
                </c:pt>
                <c:pt idx="8992" formatCode="0.0000">
                  <c:v>6.395833333333333</c:v>
                </c:pt>
                <c:pt idx="8993" formatCode="0.0000">
                  <c:v>6.3966666666666665</c:v>
                </c:pt>
                <c:pt idx="8994" formatCode="0.0000">
                  <c:v>6.3975</c:v>
                </c:pt>
                <c:pt idx="8995" formatCode="0.0000">
                  <c:v>6.3983333333333334</c:v>
                </c:pt>
                <c:pt idx="8996" formatCode="0.0000">
                  <c:v>6.3991666666666669</c:v>
                </c:pt>
                <c:pt idx="8997" formatCode="0.0000">
                  <c:v>6.3999999999999995</c:v>
                </c:pt>
                <c:pt idx="8998" formatCode="0.0000">
                  <c:v>6.4008333333333329</c:v>
                </c:pt>
                <c:pt idx="8999" formatCode="0.0000">
                  <c:v>6.4016666666666664</c:v>
                </c:pt>
                <c:pt idx="9000" formatCode="0.0000">
                  <c:v>6.4024999999999999</c:v>
                </c:pt>
                <c:pt idx="9001" formatCode="0.0000">
                  <c:v>6.4033333333333333</c:v>
                </c:pt>
                <c:pt idx="9002" formatCode="0.0000">
                  <c:v>6.4041666666666659</c:v>
                </c:pt>
                <c:pt idx="9003" formatCode="0.0000">
                  <c:v>6.4049999999999994</c:v>
                </c:pt>
                <c:pt idx="9004" formatCode="0.0000">
                  <c:v>6.4058333333333337</c:v>
                </c:pt>
                <c:pt idx="9005" formatCode="0.0000">
                  <c:v>6.4066666666666672</c:v>
                </c:pt>
                <c:pt idx="9006" formatCode="0.0000">
                  <c:v>6.4075000000000006</c:v>
                </c:pt>
                <c:pt idx="9007" formatCode="0.0000">
                  <c:v>6.4083333333333332</c:v>
                </c:pt>
                <c:pt idx="9008" formatCode="0.0000">
                  <c:v>6.4091666666666667</c:v>
                </c:pt>
                <c:pt idx="9009" formatCode="0.0000">
                  <c:v>6.41</c:v>
                </c:pt>
                <c:pt idx="9010" formatCode="0.0000">
                  <c:v>6.4108333333333336</c:v>
                </c:pt>
                <c:pt idx="9011" formatCode="0.0000">
                  <c:v>6.4116666666666671</c:v>
                </c:pt>
                <c:pt idx="9012" formatCode="0.0000">
                  <c:v>6.4124999999999996</c:v>
                </c:pt>
                <c:pt idx="9013" formatCode="0.0000">
                  <c:v>6.4133333333333331</c:v>
                </c:pt>
                <c:pt idx="9014" formatCode="0.0000">
                  <c:v>6.4141666666666666</c:v>
                </c:pt>
                <c:pt idx="9015" formatCode="0.0000">
                  <c:v>6.415</c:v>
                </c:pt>
                <c:pt idx="9016" formatCode="0.0000">
                  <c:v>6.4158333333333335</c:v>
                </c:pt>
                <c:pt idx="9017" formatCode="0.0000">
                  <c:v>6.4166666666666661</c:v>
                </c:pt>
                <c:pt idx="9018" formatCode="0.0000">
                  <c:v>6.4174999999999995</c:v>
                </c:pt>
                <c:pt idx="9019" formatCode="0.0000">
                  <c:v>6.418333333333333</c:v>
                </c:pt>
                <c:pt idx="9020" formatCode="0.0000">
                  <c:v>6.4191666666666665</c:v>
                </c:pt>
                <c:pt idx="9021" formatCode="0.0000">
                  <c:v>6.42</c:v>
                </c:pt>
                <c:pt idx="9022" formatCode="0.0000">
                  <c:v>6.4208333333333325</c:v>
                </c:pt>
                <c:pt idx="9023" formatCode="0.0000">
                  <c:v>6.4216666666666669</c:v>
                </c:pt>
                <c:pt idx="9024" formatCode="0.0000">
                  <c:v>6.4225000000000003</c:v>
                </c:pt>
                <c:pt idx="9025" formatCode="0.0000">
                  <c:v>6.4233333333333338</c:v>
                </c:pt>
                <c:pt idx="9026" formatCode="0.0000">
                  <c:v>6.4241666666666672</c:v>
                </c:pt>
                <c:pt idx="9027" formatCode="0.0000">
                  <c:v>6.4249999999999998</c:v>
                </c:pt>
                <c:pt idx="9028" formatCode="0.0000">
                  <c:v>6.4258333333333333</c:v>
                </c:pt>
                <c:pt idx="9029" formatCode="0.0000">
                  <c:v>6.4266666666666667</c:v>
                </c:pt>
                <c:pt idx="9030" formatCode="0.0000">
                  <c:v>6.4275000000000002</c:v>
                </c:pt>
                <c:pt idx="9031" formatCode="0.0000">
                  <c:v>6.4283333333333337</c:v>
                </c:pt>
                <c:pt idx="9032" formatCode="0.0000">
                  <c:v>6.4291666666666663</c:v>
                </c:pt>
                <c:pt idx="9033" formatCode="0.0000">
                  <c:v>6.43</c:v>
                </c:pt>
                <c:pt idx="9034" formatCode="0.0000">
                  <c:v>6.4308333333333332</c:v>
                </c:pt>
                <c:pt idx="9035" formatCode="0.0000">
                  <c:v>6.4316666666666666</c:v>
                </c:pt>
                <c:pt idx="9036" formatCode="0.0000">
                  <c:v>6.4325000000000001</c:v>
                </c:pt>
                <c:pt idx="9037" formatCode="0.0000">
                  <c:v>6.4333333333333327</c:v>
                </c:pt>
                <c:pt idx="9038" formatCode="0.0000">
                  <c:v>6.4341666666666661</c:v>
                </c:pt>
                <c:pt idx="9039" formatCode="0.0000">
                  <c:v>6.4349999999999996</c:v>
                </c:pt>
                <c:pt idx="9040" formatCode="0.0000">
                  <c:v>6.4358333333333331</c:v>
                </c:pt>
                <c:pt idx="9041" formatCode="0.0000">
                  <c:v>6.4366666666666674</c:v>
                </c:pt>
                <c:pt idx="9042" formatCode="0.0000">
                  <c:v>6.4375</c:v>
                </c:pt>
                <c:pt idx="9043" formatCode="0.0000">
                  <c:v>6.4383333333333335</c:v>
                </c:pt>
                <c:pt idx="9044" formatCode="0.0000">
                  <c:v>6.4391666666666669</c:v>
                </c:pt>
                <c:pt idx="9045" formatCode="0.0000">
                  <c:v>6.44</c:v>
                </c:pt>
                <c:pt idx="9046" formatCode="0.0000">
                  <c:v>6.4408333333333339</c:v>
                </c:pt>
                <c:pt idx="9047" formatCode="0.0000">
                  <c:v>6.4416666666666664</c:v>
                </c:pt>
                <c:pt idx="9048" formatCode="0.0000">
                  <c:v>6.4424999999999999</c:v>
                </c:pt>
                <c:pt idx="9049" formatCode="0.0000">
                  <c:v>6.4433333333333334</c:v>
                </c:pt>
                <c:pt idx="9050" formatCode="0.0000">
                  <c:v>6.4441666666666668</c:v>
                </c:pt>
                <c:pt idx="9051" formatCode="0.0000">
                  <c:v>6.4450000000000003</c:v>
                </c:pt>
                <c:pt idx="9052" formatCode="0.0000">
                  <c:v>6.4458333333333329</c:v>
                </c:pt>
                <c:pt idx="9053" formatCode="0.0000">
                  <c:v>6.4466666666666663</c:v>
                </c:pt>
                <c:pt idx="9054" formatCode="0.0000">
                  <c:v>6.4474999999999998</c:v>
                </c:pt>
                <c:pt idx="9055" formatCode="0.0000">
                  <c:v>6.4483333333333333</c:v>
                </c:pt>
                <c:pt idx="9056" formatCode="0.0000">
                  <c:v>6.4491666666666667</c:v>
                </c:pt>
                <c:pt idx="9057" formatCode="0.0000">
                  <c:v>6.4499999999999993</c:v>
                </c:pt>
                <c:pt idx="9058" formatCode="0.0000">
                  <c:v>6.4508333333333328</c:v>
                </c:pt>
                <c:pt idx="9059" formatCode="0.0000">
                  <c:v>6.4516666666666662</c:v>
                </c:pt>
                <c:pt idx="9060" formatCode="0.0000">
                  <c:v>6.4525000000000006</c:v>
                </c:pt>
                <c:pt idx="9061" formatCode="0.0000">
                  <c:v>6.453333333333334</c:v>
                </c:pt>
                <c:pt idx="9062" formatCode="0.0000">
                  <c:v>6.4541666666666666</c:v>
                </c:pt>
                <c:pt idx="9063" formatCode="0.0000">
                  <c:v>6.4550000000000001</c:v>
                </c:pt>
                <c:pt idx="9064" formatCode="0.0000">
                  <c:v>6.4558333333333335</c:v>
                </c:pt>
                <c:pt idx="9065" formatCode="0.0000">
                  <c:v>6.456666666666667</c:v>
                </c:pt>
                <c:pt idx="9066" formatCode="0.0000">
                  <c:v>6.4575000000000005</c:v>
                </c:pt>
                <c:pt idx="9067" formatCode="0.0000">
                  <c:v>6.458333333333333</c:v>
                </c:pt>
                <c:pt idx="9068" formatCode="0.0000">
                  <c:v>6.4591666666666665</c:v>
                </c:pt>
                <c:pt idx="9069" formatCode="0.0000">
                  <c:v>6.46</c:v>
                </c:pt>
                <c:pt idx="9070" formatCode="0.0000">
                  <c:v>6.4608333333333334</c:v>
                </c:pt>
                <c:pt idx="9071" formatCode="0.0000">
                  <c:v>6.4616666666666669</c:v>
                </c:pt>
                <c:pt idx="9072" formatCode="0.0000">
                  <c:v>6.4624999999999995</c:v>
                </c:pt>
                <c:pt idx="9073" formatCode="0.0000">
                  <c:v>6.4633333333333329</c:v>
                </c:pt>
                <c:pt idx="9074" formatCode="0.0000">
                  <c:v>6.4641666666666664</c:v>
                </c:pt>
                <c:pt idx="9075" formatCode="0.0000">
                  <c:v>6.4649999999999999</c:v>
                </c:pt>
                <c:pt idx="9076" formatCode="0.0000">
                  <c:v>6.4658333333333333</c:v>
                </c:pt>
                <c:pt idx="9077" formatCode="0.0000">
                  <c:v>6.4666666666666659</c:v>
                </c:pt>
                <c:pt idx="9078" formatCode="0.0000">
                  <c:v>6.4674999999999994</c:v>
                </c:pt>
                <c:pt idx="9079" formatCode="0.0000">
                  <c:v>6.4683333333333337</c:v>
                </c:pt>
                <c:pt idx="9080" formatCode="0.0000">
                  <c:v>6.4691666666666672</c:v>
                </c:pt>
                <c:pt idx="9081" formatCode="0.0000">
                  <c:v>6.4700000000000006</c:v>
                </c:pt>
                <c:pt idx="9082" formatCode="0.0000">
                  <c:v>6.4708333333333332</c:v>
                </c:pt>
                <c:pt idx="9083" formatCode="0.0000">
                  <c:v>6.4716666666666667</c:v>
                </c:pt>
                <c:pt idx="9084" formatCode="0.0000">
                  <c:v>6.4725000000000001</c:v>
                </c:pt>
                <c:pt idx="9085" formatCode="0.0000">
                  <c:v>6.4733333333333336</c:v>
                </c:pt>
                <c:pt idx="9086" formatCode="0.0000">
                  <c:v>6.4741666666666671</c:v>
                </c:pt>
                <c:pt idx="9087" formatCode="0.0000">
                  <c:v>6.4749999999999996</c:v>
                </c:pt>
                <c:pt idx="9088" formatCode="0.0000">
                  <c:v>6.4758333333333331</c:v>
                </c:pt>
                <c:pt idx="9089" formatCode="0.0000">
                  <c:v>6.4766666666666666</c:v>
                </c:pt>
                <c:pt idx="9090" formatCode="0.0000">
                  <c:v>6.4775</c:v>
                </c:pt>
                <c:pt idx="9091" formatCode="0.0000">
                  <c:v>6.4783333333333335</c:v>
                </c:pt>
                <c:pt idx="9092" formatCode="0.0000">
                  <c:v>6.4791666666666661</c:v>
                </c:pt>
                <c:pt idx="9093" formatCode="0.0000">
                  <c:v>6.4799999999999995</c:v>
                </c:pt>
                <c:pt idx="9094" formatCode="0.0000">
                  <c:v>6.480833333333333</c:v>
                </c:pt>
                <c:pt idx="9095" formatCode="0.0000">
                  <c:v>6.4816666666666665</c:v>
                </c:pt>
                <c:pt idx="9096" formatCode="0.0000">
                  <c:v>6.4824999999999999</c:v>
                </c:pt>
                <c:pt idx="9097" formatCode="0.0000">
                  <c:v>6.4833333333333325</c:v>
                </c:pt>
                <c:pt idx="9098" formatCode="0.0000">
                  <c:v>6.4841666666666669</c:v>
                </c:pt>
                <c:pt idx="9099" formatCode="0.0000">
                  <c:v>6.4850000000000003</c:v>
                </c:pt>
                <c:pt idx="9100" formatCode="0.0000">
                  <c:v>6.4858333333333338</c:v>
                </c:pt>
                <c:pt idx="9101" formatCode="0.0000">
                  <c:v>6.4866666666666672</c:v>
                </c:pt>
                <c:pt idx="9102" formatCode="0.0000">
                  <c:v>6.4874999999999998</c:v>
                </c:pt>
                <c:pt idx="9103" formatCode="0.0000">
                  <c:v>6.4883333333333333</c:v>
                </c:pt>
                <c:pt idx="9104" formatCode="0.0000">
                  <c:v>6.4891666666666667</c:v>
                </c:pt>
                <c:pt idx="9105" formatCode="0.0000">
                  <c:v>6.49</c:v>
                </c:pt>
                <c:pt idx="9106" formatCode="0.0000">
                  <c:v>6.4908333333333337</c:v>
                </c:pt>
                <c:pt idx="9107" formatCode="0.0000">
                  <c:v>6.4916666666666663</c:v>
                </c:pt>
                <c:pt idx="9108" formatCode="0.0000">
                  <c:v>6.4924999999999997</c:v>
                </c:pt>
                <c:pt idx="9109" formatCode="0.0000">
                  <c:v>6.4933333333333332</c:v>
                </c:pt>
                <c:pt idx="9110" formatCode="0.0000">
                  <c:v>6.4941666666666666</c:v>
                </c:pt>
                <c:pt idx="9111" formatCode="0.0000">
                  <c:v>6.4950000000000001</c:v>
                </c:pt>
                <c:pt idx="9112" formatCode="0.0000">
                  <c:v>6.4958333333333327</c:v>
                </c:pt>
                <c:pt idx="9113" formatCode="0.0000">
                  <c:v>6.4966666666666661</c:v>
                </c:pt>
                <c:pt idx="9114" formatCode="0.0000">
                  <c:v>6.4974999999999996</c:v>
                </c:pt>
                <c:pt idx="9115" formatCode="0.0000">
                  <c:v>6.4983333333333331</c:v>
                </c:pt>
                <c:pt idx="9116" formatCode="0.0000">
                  <c:v>6.4991666666666674</c:v>
                </c:pt>
                <c:pt idx="9117" formatCode="0.0000">
                  <c:v>6.5</c:v>
                </c:pt>
                <c:pt idx="9118" formatCode="0.0000">
                  <c:v>6.5008333333333335</c:v>
                </c:pt>
                <c:pt idx="9119" formatCode="0.0000">
                  <c:v>6.5016666666666669</c:v>
                </c:pt>
                <c:pt idx="9120" formatCode="0.0000">
                  <c:v>6.5025000000000004</c:v>
                </c:pt>
                <c:pt idx="9121" formatCode="0.0000">
                  <c:v>6.5033333333333339</c:v>
                </c:pt>
                <c:pt idx="9122" formatCode="0.0000">
                  <c:v>6.5041666666666664</c:v>
                </c:pt>
                <c:pt idx="9123" formatCode="0.0000">
                  <c:v>6.5049999999999999</c:v>
                </c:pt>
                <c:pt idx="9124" formatCode="0.0000">
                  <c:v>6.5058333333333334</c:v>
                </c:pt>
                <c:pt idx="9125" formatCode="0.0000">
                  <c:v>6.5066666666666668</c:v>
                </c:pt>
                <c:pt idx="9126" formatCode="0.0000">
                  <c:v>6.5075000000000003</c:v>
                </c:pt>
                <c:pt idx="9127" formatCode="0.0000">
                  <c:v>6.5083333333333329</c:v>
                </c:pt>
                <c:pt idx="9128" formatCode="0.0000">
                  <c:v>6.5091666666666663</c:v>
                </c:pt>
                <c:pt idx="9129" formatCode="0.0000">
                  <c:v>6.51</c:v>
                </c:pt>
                <c:pt idx="9130" formatCode="0.0000">
                  <c:v>6.5108333333333333</c:v>
                </c:pt>
                <c:pt idx="9131" formatCode="0.0000">
                  <c:v>6.5116666666666667</c:v>
                </c:pt>
                <c:pt idx="9132" formatCode="0.0000">
                  <c:v>6.5124999999999993</c:v>
                </c:pt>
                <c:pt idx="9133" formatCode="0.0000">
                  <c:v>6.5133333333333328</c:v>
                </c:pt>
                <c:pt idx="9134" formatCode="0.0000">
                  <c:v>6.5141666666666662</c:v>
                </c:pt>
                <c:pt idx="9135" formatCode="0.0000">
                  <c:v>6.5150000000000006</c:v>
                </c:pt>
                <c:pt idx="9136" formatCode="0.0000">
                  <c:v>6.515833333333334</c:v>
                </c:pt>
                <c:pt idx="9137" formatCode="0.0000">
                  <c:v>6.5166666666666666</c:v>
                </c:pt>
                <c:pt idx="9138" formatCode="0.0000">
                  <c:v>6.5175000000000001</c:v>
                </c:pt>
                <c:pt idx="9139" formatCode="0.0000">
                  <c:v>6.5183333333333335</c:v>
                </c:pt>
                <c:pt idx="9140" formatCode="0.0000">
                  <c:v>6.519166666666667</c:v>
                </c:pt>
                <c:pt idx="9141" formatCode="0.0000">
                  <c:v>6.5200000000000005</c:v>
                </c:pt>
                <c:pt idx="9142" formatCode="0.0000">
                  <c:v>6.520833333333333</c:v>
                </c:pt>
                <c:pt idx="9143" formatCode="0.0000">
                  <c:v>6.5216666666666665</c:v>
                </c:pt>
                <c:pt idx="9144" formatCode="0.0000">
                  <c:v>6.5225</c:v>
                </c:pt>
                <c:pt idx="9145" formatCode="0.0000">
                  <c:v>6.5233333333333334</c:v>
                </c:pt>
                <c:pt idx="9146" formatCode="0.0000">
                  <c:v>6.5241666666666669</c:v>
                </c:pt>
                <c:pt idx="9147" formatCode="0.0000">
                  <c:v>6.5249999999999995</c:v>
                </c:pt>
                <c:pt idx="9148" formatCode="0.0000">
                  <c:v>6.5258333333333329</c:v>
                </c:pt>
                <c:pt idx="9149" formatCode="0.0000">
                  <c:v>6.5266666666666664</c:v>
                </c:pt>
                <c:pt idx="9150" formatCode="0.0000">
                  <c:v>6.5274999999999999</c:v>
                </c:pt>
                <c:pt idx="9151" formatCode="0.0000">
                  <c:v>6.5283333333333333</c:v>
                </c:pt>
                <c:pt idx="9152" formatCode="0.0000">
                  <c:v>6.5291666666666659</c:v>
                </c:pt>
                <c:pt idx="9153" formatCode="0.0000">
                  <c:v>6.5299999999999994</c:v>
                </c:pt>
                <c:pt idx="9154" formatCode="0.0000">
                  <c:v>6.5308333333333337</c:v>
                </c:pt>
                <c:pt idx="9155" formatCode="0.0000">
                  <c:v>6.5316666666666672</c:v>
                </c:pt>
                <c:pt idx="9156" formatCode="0.0000">
                  <c:v>6.5325000000000006</c:v>
                </c:pt>
                <c:pt idx="9157" formatCode="0.0000">
                  <c:v>6.5333333333333332</c:v>
                </c:pt>
                <c:pt idx="9158" formatCode="0.0000">
                  <c:v>6.5341666666666667</c:v>
                </c:pt>
                <c:pt idx="9159" formatCode="0.0000">
                  <c:v>6.5350000000000001</c:v>
                </c:pt>
                <c:pt idx="9160" formatCode="0.0000">
                  <c:v>6.5358333333333336</c:v>
                </c:pt>
                <c:pt idx="9161" formatCode="0.0000">
                  <c:v>6.5366666666666671</c:v>
                </c:pt>
                <c:pt idx="9162" formatCode="0.0000">
                  <c:v>6.5374999999999996</c:v>
                </c:pt>
                <c:pt idx="9163" formatCode="0.0000">
                  <c:v>6.5383333333333331</c:v>
                </c:pt>
                <c:pt idx="9164" formatCode="0.0000">
                  <c:v>6.5391666666666666</c:v>
                </c:pt>
                <c:pt idx="9165" formatCode="0.0000">
                  <c:v>6.54</c:v>
                </c:pt>
                <c:pt idx="9166" formatCode="0.0000">
                  <c:v>6.5408333333333335</c:v>
                </c:pt>
                <c:pt idx="9167" formatCode="0.0000">
                  <c:v>6.5416666666666661</c:v>
                </c:pt>
                <c:pt idx="9168" formatCode="0.0000">
                  <c:v>6.5424999999999995</c:v>
                </c:pt>
                <c:pt idx="9169" formatCode="0.0000">
                  <c:v>6.543333333333333</c:v>
                </c:pt>
                <c:pt idx="9170" formatCode="0.0000">
                  <c:v>6.5441666666666665</c:v>
                </c:pt>
                <c:pt idx="9171" formatCode="0.0000">
                  <c:v>6.5449999999999999</c:v>
                </c:pt>
                <c:pt idx="9172" formatCode="0.0000">
                  <c:v>6.5458333333333325</c:v>
                </c:pt>
                <c:pt idx="9173" formatCode="0.0000">
                  <c:v>6.5466666666666669</c:v>
                </c:pt>
                <c:pt idx="9174" formatCode="0.0000">
                  <c:v>6.5475000000000003</c:v>
                </c:pt>
                <c:pt idx="9175" formatCode="0.0000">
                  <c:v>6.5483333333333338</c:v>
                </c:pt>
                <c:pt idx="9176" formatCode="0.0000">
                  <c:v>6.5491666666666672</c:v>
                </c:pt>
                <c:pt idx="9177" formatCode="0.0000">
                  <c:v>6.55</c:v>
                </c:pt>
                <c:pt idx="9178" formatCode="0.0000">
                  <c:v>6.5508333333333333</c:v>
                </c:pt>
                <c:pt idx="9179" formatCode="0.0000">
                  <c:v>6.5516666666666667</c:v>
                </c:pt>
                <c:pt idx="9180" formatCode="0.0000">
                  <c:v>6.5525000000000002</c:v>
                </c:pt>
                <c:pt idx="9181" formatCode="0.0000">
                  <c:v>6.5533333333333337</c:v>
                </c:pt>
                <c:pt idx="9182" formatCode="0.0000">
                  <c:v>6.5541666666666663</c:v>
                </c:pt>
                <c:pt idx="9183" formatCode="0.0000">
                  <c:v>6.5549999999999997</c:v>
                </c:pt>
                <c:pt idx="9184" formatCode="0.0000">
                  <c:v>6.5558333333333332</c:v>
                </c:pt>
                <c:pt idx="9185" formatCode="0.0000">
                  <c:v>6.5566666666666666</c:v>
                </c:pt>
                <c:pt idx="9186" formatCode="0.0000">
                  <c:v>6.5575000000000001</c:v>
                </c:pt>
                <c:pt idx="9187" formatCode="0.0000">
                  <c:v>6.5583333333333327</c:v>
                </c:pt>
                <c:pt idx="9188" formatCode="0.0000">
                  <c:v>6.5591666666666661</c:v>
                </c:pt>
                <c:pt idx="9189" formatCode="0.0000">
                  <c:v>6.56</c:v>
                </c:pt>
                <c:pt idx="9190" formatCode="0.0000">
                  <c:v>6.5608333333333331</c:v>
                </c:pt>
                <c:pt idx="9191" formatCode="0.0000">
                  <c:v>6.5616666666666674</c:v>
                </c:pt>
                <c:pt idx="9192" formatCode="0.0000">
                  <c:v>6.5625</c:v>
                </c:pt>
                <c:pt idx="9193" formatCode="0.0000">
                  <c:v>6.5633333333333335</c:v>
                </c:pt>
                <c:pt idx="9194" formatCode="0.0000">
                  <c:v>6.5641666666666669</c:v>
                </c:pt>
                <c:pt idx="9195" formatCode="0.0000">
                  <c:v>6.5650000000000004</c:v>
                </c:pt>
                <c:pt idx="9196" formatCode="0.0000">
                  <c:v>6.5658333333333339</c:v>
                </c:pt>
                <c:pt idx="9197" formatCode="0.0000">
                  <c:v>6.5666666666666664</c:v>
                </c:pt>
                <c:pt idx="9198" formatCode="0.0000">
                  <c:v>6.5674999999999999</c:v>
                </c:pt>
                <c:pt idx="9199" formatCode="0.0000">
                  <c:v>6.5683333333333334</c:v>
                </c:pt>
                <c:pt idx="9200" formatCode="0.0000">
                  <c:v>6.5691666666666668</c:v>
                </c:pt>
                <c:pt idx="9201" formatCode="0.0000">
                  <c:v>6.57</c:v>
                </c:pt>
                <c:pt idx="9202" formatCode="0.0000">
                  <c:v>6.5708333333333329</c:v>
                </c:pt>
                <c:pt idx="9203" formatCode="0.0000">
                  <c:v>6.5716666666666663</c:v>
                </c:pt>
                <c:pt idx="9204" formatCode="0.0000">
                  <c:v>6.5724999999999998</c:v>
                </c:pt>
                <c:pt idx="9205" formatCode="0.0000">
                  <c:v>6.5733333333333333</c:v>
                </c:pt>
                <c:pt idx="9206" formatCode="0.0000">
                  <c:v>6.5741666666666667</c:v>
                </c:pt>
                <c:pt idx="9207" formatCode="0.0000">
                  <c:v>6.5749999999999993</c:v>
                </c:pt>
                <c:pt idx="9208" formatCode="0.0000">
                  <c:v>6.5758333333333328</c:v>
                </c:pt>
                <c:pt idx="9209" formatCode="0.0000">
                  <c:v>6.5766666666666662</c:v>
                </c:pt>
                <c:pt idx="9210" formatCode="0.0000">
                  <c:v>6.5775000000000006</c:v>
                </c:pt>
                <c:pt idx="9211" formatCode="0.0000">
                  <c:v>6.578333333333334</c:v>
                </c:pt>
                <c:pt idx="9212" formatCode="0.0000">
                  <c:v>6.5791666666666666</c:v>
                </c:pt>
                <c:pt idx="9213" formatCode="0.0000">
                  <c:v>6.58</c:v>
                </c:pt>
                <c:pt idx="9214" formatCode="0.0000">
                  <c:v>6.5808333333333335</c:v>
                </c:pt>
                <c:pt idx="9215" formatCode="0.0000">
                  <c:v>6.581666666666667</c:v>
                </c:pt>
                <c:pt idx="9216" formatCode="0.0000">
                  <c:v>6.5825000000000005</c:v>
                </c:pt>
                <c:pt idx="9217" formatCode="0.0000">
                  <c:v>6.583333333333333</c:v>
                </c:pt>
                <c:pt idx="9218" formatCode="0.0000">
                  <c:v>6.5841666666666665</c:v>
                </c:pt>
                <c:pt idx="9219" formatCode="0.0000">
                  <c:v>6.585</c:v>
                </c:pt>
                <c:pt idx="9220" formatCode="0.0000">
                  <c:v>6.5858333333333334</c:v>
                </c:pt>
                <c:pt idx="9221" formatCode="0.0000">
                  <c:v>6.5866666666666669</c:v>
                </c:pt>
                <c:pt idx="9222" formatCode="0.0000">
                  <c:v>6.5874999999999995</c:v>
                </c:pt>
                <c:pt idx="9223" formatCode="0.0000">
                  <c:v>6.5883333333333329</c:v>
                </c:pt>
                <c:pt idx="9224" formatCode="0.0000">
                  <c:v>6.5891666666666664</c:v>
                </c:pt>
                <c:pt idx="9225" formatCode="0.0000">
                  <c:v>6.59</c:v>
                </c:pt>
                <c:pt idx="9226" formatCode="0.0000">
                  <c:v>6.5908333333333333</c:v>
                </c:pt>
                <c:pt idx="9227" formatCode="0.0000">
                  <c:v>6.5916666666666659</c:v>
                </c:pt>
                <c:pt idx="9228" formatCode="0.0000">
                  <c:v>6.5924999999999994</c:v>
                </c:pt>
                <c:pt idx="9229" formatCode="0.0000">
                  <c:v>6.5933333333333337</c:v>
                </c:pt>
                <c:pt idx="9230" formatCode="0.0000">
                  <c:v>6.5941666666666672</c:v>
                </c:pt>
                <c:pt idx="9231" formatCode="0.0000">
                  <c:v>6.5950000000000006</c:v>
                </c:pt>
                <c:pt idx="9232" formatCode="0.0000">
                  <c:v>6.5958333333333332</c:v>
                </c:pt>
                <c:pt idx="9233" formatCode="0.0000">
                  <c:v>6.5966666666666667</c:v>
                </c:pt>
                <c:pt idx="9234" formatCode="0.0000">
                  <c:v>6.5975000000000001</c:v>
                </c:pt>
                <c:pt idx="9235" formatCode="0.0000">
                  <c:v>6.5983333333333336</c:v>
                </c:pt>
                <c:pt idx="9236" formatCode="0.0000">
                  <c:v>6.5991666666666671</c:v>
                </c:pt>
                <c:pt idx="9237" formatCode="0.0000">
                  <c:v>6.6</c:v>
                </c:pt>
                <c:pt idx="9238" formatCode="0.0000">
                  <c:v>6.6008333333333331</c:v>
                </c:pt>
                <c:pt idx="9239" formatCode="0.0000">
                  <c:v>6.6016666666666666</c:v>
                </c:pt>
                <c:pt idx="9240" formatCode="0.0000">
                  <c:v>6.6025</c:v>
                </c:pt>
                <c:pt idx="9241" formatCode="0.0000">
                  <c:v>6.6033333333333335</c:v>
                </c:pt>
                <c:pt idx="9242" formatCode="0.0000">
                  <c:v>6.6041666666666661</c:v>
                </c:pt>
                <c:pt idx="9243" formatCode="0.0000">
                  <c:v>6.6049999999999995</c:v>
                </c:pt>
                <c:pt idx="9244" formatCode="0.0000">
                  <c:v>6.605833333333333</c:v>
                </c:pt>
                <c:pt idx="9245" formatCode="0.0000">
                  <c:v>6.6066666666666665</c:v>
                </c:pt>
                <c:pt idx="9246" formatCode="0.0000">
                  <c:v>6.6074999999999999</c:v>
                </c:pt>
                <c:pt idx="9247" formatCode="0.0000">
                  <c:v>6.6083333333333325</c:v>
                </c:pt>
                <c:pt idx="9248" formatCode="0.0000">
                  <c:v>6.6091666666666669</c:v>
                </c:pt>
                <c:pt idx="9249" formatCode="0.0000">
                  <c:v>6.61</c:v>
                </c:pt>
                <c:pt idx="9250" formatCode="0.0000">
                  <c:v>6.6108333333333338</c:v>
                </c:pt>
                <c:pt idx="9251" formatCode="0.0000">
                  <c:v>6.6116666666666672</c:v>
                </c:pt>
                <c:pt idx="9252" formatCode="0.0000">
                  <c:v>6.6124999999999998</c:v>
                </c:pt>
                <c:pt idx="9253" formatCode="0.0000">
                  <c:v>6.6133333333333333</c:v>
                </c:pt>
                <c:pt idx="9254" formatCode="0.0000">
                  <c:v>6.6141666666666667</c:v>
                </c:pt>
                <c:pt idx="9255" formatCode="0.0000">
                  <c:v>6.6150000000000002</c:v>
                </c:pt>
                <c:pt idx="9256" formatCode="0.0000">
                  <c:v>6.6158333333333337</c:v>
                </c:pt>
                <c:pt idx="9257" formatCode="0.0000">
                  <c:v>6.6166666666666663</c:v>
                </c:pt>
                <c:pt idx="9258" formatCode="0.0000">
                  <c:v>6.6174999999999997</c:v>
                </c:pt>
                <c:pt idx="9259" formatCode="0.0000">
                  <c:v>6.6183333333333332</c:v>
                </c:pt>
                <c:pt idx="9260" formatCode="0.0000">
                  <c:v>6.6191666666666666</c:v>
                </c:pt>
                <c:pt idx="9261" formatCode="0.0000">
                  <c:v>6.62</c:v>
                </c:pt>
                <c:pt idx="9262" formatCode="0.0000">
                  <c:v>6.6208333333333327</c:v>
                </c:pt>
                <c:pt idx="9263" formatCode="0.0000">
                  <c:v>6.6216666666666661</c:v>
                </c:pt>
                <c:pt idx="9264" formatCode="0.0000">
                  <c:v>6.6224999999999996</c:v>
                </c:pt>
                <c:pt idx="9265" formatCode="0.0000">
                  <c:v>6.6233333333333331</c:v>
                </c:pt>
                <c:pt idx="9266" formatCode="0.0000">
                  <c:v>6.6241666666666674</c:v>
                </c:pt>
                <c:pt idx="9267" formatCode="0.0000">
                  <c:v>6.625</c:v>
                </c:pt>
                <c:pt idx="9268" formatCode="0.0000">
                  <c:v>6.6258333333333335</c:v>
                </c:pt>
                <c:pt idx="9269" formatCode="0.0000">
                  <c:v>6.6266666666666669</c:v>
                </c:pt>
                <c:pt idx="9270" formatCode="0.0000">
                  <c:v>6.6275000000000004</c:v>
                </c:pt>
                <c:pt idx="9271" formatCode="0.0000">
                  <c:v>6.6283333333333339</c:v>
                </c:pt>
                <c:pt idx="9272" formatCode="0.0000">
                  <c:v>6.6291666666666664</c:v>
                </c:pt>
                <c:pt idx="9273" formatCode="0.0000">
                  <c:v>6.63</c:v>
                </c:pt>
                <c:pt idx="9274" formatCode="0.0000">
                  <c:v>6.6308333333333334</c:v>
                </c:pt>
                <c:pt idx="9275" formatCode="0.0000">
                  <c:v>6.6316666666666668</c:v>
                </c:pt>
                <c:pt idx="9276" formatCode="0.0000">
                  <c:v>6.6325000000000003</c:v>
                </c:pt>
                <c:pt idx="9277" formatCode="0.0000">
                  <c:v>6.6333333333333329</c:v>
                </c:pt>
                <c:pt idx="9278" formatCode="0.0000">
                  <c:v>6.6341666666666663</c:v>
                </c:pt>
                <c:pt idx="9279" formatCode="0.0000">
                  <c:v>6.6349999999999998</c:v>
                </c:pt>
                <c:pt idx="9280" formatCode="0.0000">
                  <c:v>6.6358333333333333</c:v>
                </c:pt>
                <c:pt idx="9281" formatCode="0.0000">
                  <c:v>6.6366666666666667</c:v>
                </c:pt>
                <c:pt idx="9282" formatCode="0.0000">
                  <c:v>6.6374999999999993</c:v>
                </c:pt>
                <c:pt idx="9283" formatCode="0.0000">
                  <c:v>6.6383333333333328</c:v>
                </c:pt>
                <c:pt idx="9284" formatCode="0.0000">
                  <c:v>6.6391666666666662</c:v>
                </c:pt>
                <c:pt idx="9285" formatCode="0.0000">
                  <c:v>6.6400000000000006</c:v>
                </c:pt>
                <c:pt idx="9286" formatCode="0.0000">
                  <c:v>6.640833333333334</c:v>
                </c:pt>
                <c:pt idx="9287" formatCode="0.0000">
                  <c:v>6.6416666666666666</c:v>
                </c:pt>
                <c:pt idx="9288" formatCode="0.0000">
                  <c:v>6.6425000000000001</c:v>
                </c:pt>
                <c:pt idx="9289" formatCode="0.0000">
                  <c:v>6.6433333333333335</c:v>
                </c:pt>
                <c:pt idx="9290" formatCode="0.0000">
                  <c:v>6.644166666666667</c:v>
                </c:pt>
                <c:pt idx="9291" formatCode="0.0000">
                  <c:v>6.6450000000000005</c:v>
                </c:pt>
                <c:pt idx="9292" formatCode="0.0000">
                  <c:v>6.645833333333333</c:v>
                </c:pt>
                <c:pt idx="9293" formatCode="0.0000">
                  <c:v>6.6466666666666665</c:v>
                </c:pt>
                <c:pt idx="9294" formatCode="0.0000">
                  <c:v>6.6475</c:v>
                </c:pt>
                <c:pt idx="9295" formatCode="0.0000">
                  <c:v>6.6483333333333334</c:v>
                </c:pt>
                <c:pt idx="9296" formatCode="0.0000">
                  <c:v>6.6491666666666669</c:v>
                </c:pt>
                <c:pt idx="9297" formatCode="0.0000">
                  <c:v>6.6499999999999995</c:v>
                </c:pt>
                <c:pt idx="9298" formatCode="0.0000">
                  <c:v>6.6508333333333329</c:v>
                </c:pt>
                <c:pt idx="9299" formatCode="0.0000">
                  <c:v>6.6516666666666664</c:v>
                </c:pt>
                <c:pt idx="9300" formatCode="0.0000">
                  <c:v>6.6524999999999999</c:v>
                </c:pt>
                <c:pt idx="9301" formatCode="0.0000">
                  <c:v>6.6533333333333333</c:v>
                </c:pt>
                <c:pt idx="9302" formatCode="0.0000">
                  <c:v>6.6541666666666659</c:v>
                </c:pt>
                <c:pt idx="9303" formatCode="0.0000">
                  <c:v>6.6549999999999994</c:v>
                </c:pt>
                <c:pt idx="9304" formatCode="0.0000">
                  <c:v>6.6558333333333337</c:v>
                </c:pt>
                <c:pt idx="9305" formatCode="0.0000">
                  <c:v>6.6566666666666672</c:v>
                </c:pt>
                <c:pt idx="9306" formatCode="0.0000">
                  <c:v>6.6575000000000006</c:v>
                </c:pt>
                <c:pt idx="9307" formatCode="0.0000">
                  <c:v>6.6583333333333332</c:v>
                </c:pt>
                <c:pt idx="9308" formatCode="0.0000">
                  <c:v>6.6591666666666667</c:v>
                </c:pt>
                <c:pt idx="9309" formatCode="0.0000">
                  <c:v>6.66</c:v>
                </c:pt>
                <c:pt idx="9310" formatCode="0.0000">
                  <c:v>6.6608333333333336</c:v>
                </c:pt>
                <c:pt idx="9311" formatCode="0.0000">
                  <c:v>6.6616666666666671</c:v>
                </c:pt>
                <c:pt idx="9312" formatCode="0.0000">
                  <c:v>6.6624999999999996</c:v>
                </c:pt>
                <c:pt idx="9313" formatCode="0.0000">
                  <c:v>6.6633333333333331</c:v>
                </c:pt>
                <c:pt idx="9314" formatCode="0.0000">
                  <c:v>6.6641666666666666</c:v>
                </c:pt>
                <c:pt idx="9315" formatCode="0.0000">
                  <c:v>6.665</c:v>
                </c:pt>
                <c:pt idx="9316" formatCode="0.0000">
                  <c:v>6.6658333333333335</c:v>
                </c:pt>
                <c:pt idx="9317" formatCode="0.0000">
                  <c:v>6.6666666666666661</c:v>
                </c:pt>
                <c:pt idx="9318" formatCode="0.0000">
                  <c:v>6.6674999999999995</c:v>
                </c:pt>
                <c:pt idx="9319" formatCode="0.0000">
                  <c:v>6.668333333333333</c:v>
                </c:pt>
                <c:pt idx="9320" formatCode="0.0000">
                  <c:v>6.6691666666666665</c:v>
                </c:pt>
                <c:pt idx="9321" formatCode="0.0000">
                  <c:v>6.67</c:v>
                </c:pt>
                <c:pt idx="9322" formatCode="0.0000">
                  <c:v>6.6708333333333325</c:v>
                </c:pt>
                <c:pt idx="9323" formatCode="0.0000">
                  <c:v>6.6716666666666669</c:v>
                </c:pt>
                <c:pt idx="9324" formatCode="0.0000">
                  <c:v>6.6725000000000003</c:v>
                </c:pt>
                <c:pt idx="9325" formatCode="0.0000">
                  <c:v>6.6733333333333338</c:v>
                </c:pt>
                <c:pt idx="9326" formatCode="0.0000">
                  <c:v>6.6741666666666672</c:v>
                </c:pt>
                <c:pt idx="9327" formatCode="0.0000">
                  <c:v>6.6749999999999998</c:v>
                </c:pt>
                <c:pt idx="9328" formatCode="0.0000">
                  <c:v>6.6758333333333333</c:v>
                </c:pt>
                <c:pt idx="9329" formatCode="0.0000">
                  <c:v>6.6766666666666667</c:v>
                </c:pt>
                <c:pt idx="9330" formatCode="0.0000">
                  <c:v>6.6775000000000002</c:v>
                </c:pt>
                <c:pt idx="9331" formatCode="0.0000">
                  <c:v>6.6783333333333337</c:v>
                </c:pt>
                <c:pt idx="9332" formatCode="0.0000">
                  <c:v>6.6791666666666663</c:v>
                </c:pt>
                <c:pt idx="9333" formatCode="0.0000">
                  <c:v>6.68</c:v>
                </c:pt>
                <c:pt idx="9334" formatCode="0.0000">
                  <c:v>6.6808333333333332</c:v>
                </c:pt>
                <c:pt idx="9335" formatCode="0.0000">
                  <c:v>6.6816666666666666</c:v>
                </c:pt>
                <c:pt idx="9336" formatCode="0.0000">
                  <c:v>6.6825000000000001</c:v>
                </c:pt>
                <c:pt idx="9337" formatCode="0.0000">
                  <c:v>6.6833333333333327</c:v>
                </c:pt>
                <c:pt idx="9338" formatCode="0.0000">
                  <c:v>6.6841666666666661</c:v>
                </c:pt>
                <c:pt idx="9339" formatCode="0.0000">
                  <c:v>6.6849999999999996</c:v>
                </c:pt>
                <c:pt idx="9340" formatCode="0.0000">
                  <c:v>6.6858333333333331</c:v>
                </c:pt>
                <c:pt idx="9341" formatCode="0.0000">
                  <c:v>6.6866666666666674</c:v>
                </c:pt>
                <c:pt idx="9342" formatCode="0.0000">
                  <c:v>6.6875</c:v>
                </c:pt>
                <c:pt idx="9343" formatCode="0.0000">
                  <c:v>6.6883333333333335</c:v>
                </c:pt>
                <c:pt idx="9344" formatCode="0.0000">
                  <c:v>6.6891666666666669</c:v>
                </c:pt>
                <c:pt idx="9345" formatCode="0.0000">
                  <c:v>6.69</c:v>
                </c:pt>
                <c:pt idx="9346" formatCode="0.0000">
                  <c:v>6.6908333333333339</c:v>
                </c:pt>
                <c:pt idx="9347" formatCode="0.0000">
                  <c:v>6.6916666666666664</c:v>
                </c:pt>
                <c:pt idx="9348" formatCode="0.0000">
                  <c:v>6.6924999999999999</c:v>
                </c:pt>
                <c:pt idx="9349" formatCode="0.0000">
                  <c:v>6.6933333333333334</c:v>
                </c:pt>
                <c:pt idx="9350" formatCode="0.0000">
                  <c:v>6.6941666666666668</c:v>
                </c:pt>
                <c:pt idx="9351" formatCode="0.0000">
                  <c:v>6.6950000000000003</c:v>
                </c:pt>
                <c:pt idx="9352" formatCode="0.0000">
                  <c:v>6.6958333333333329</c:v>
                </c:pt>
                <c:pt idx="9353" formatCode="0.0000">
                  <c:v>6.6966666666666663</c:v>
                </c:pt>
                <c:pt idx="9354" formatCode="0.0000">
                  <c:v>6.6974999999999998</c:v>
                </c:pt>
                <c:pt idx="9355" formatCode="0.0000">
                  <c:v>6.6983333333333333</c:v>
                </c:pt>
                <c:pt idx="9356" formatCode="0.0000">
                  <c:v>6.6991666666666667</c:v>
                </c:pt>
                <c:pt idx="9357" formatCode="0.0000">
                  <c:v>6.6999999999999993</c:v>
                </c:pt>
                <c:pt idx="9358" formatCode="0.0000">
                  <c:v>6.7008333333333328</c:v>
                </c:pt>
                <c:pt idx="9359" formatCode="0.0000">
                  <c:v>6.7016666666666662</c:v>
                </c:pt>
                <c:pt idx="9360" formatCode="0.0000">
                  <c:v>6.7025000000000006</c:v>
                </c:pt>
                <c:pt idx="9361" formatCode="0.0000">
                  <c:v>6.703333333333334</c:v>
                </c:pt>
                <c:pt idx="9362" formatCode="0.0000">
                  <c:v>6.7041666666666666</c:v>
                </c:pt>
                <c:pt idx="9363" formatCode="0.0000">
                  <c:v>6.7050000000000001</c:v>
                </c:pt>
                <c:pt idx="9364" formatCode="0.0000">
                  <c:v>6.7058333333333335</c:v>
                </c:pt>
                <c:pt idx="9365" formatCode="0.0000">
                  <c:v>6.706666666666667</c:v>
                </c:pt>
                <c:pt idx="9366" formatCode="0.0000">
                  <c:v>6.7075000000000005</c:v>
                </c:pt>
                <c:pt idx="9367" formatCode="0.0000">
                  <c:v>6.708333333333333</c:v>
                </c:pt>
                <c:pt idx="9368" formatCode="0.0000">
                  <c:v>6.7091666666666665</c:v>
                </c:pt>
                <c:pt idx="9369" formatCode="0.0000">
                  <c:v>6.71</c:v>
                </c:pt>
                <c:pt idx="9370" formatCode="0.0000">
                  <c:v>6.7108333333333334</c:v>
                </c:pt>
                <c:pt idx="9371" formatCode="0.0000">
                  <c:v>6.7116666666666669</c:v>
                </c:pt>
                <c:pt idx="9372" formatCode="0.0000">
                  <c:v>6.7124999999999995</c:v>
                </c:pt>
                <c:pt idx="9373" formatCode="0.0000">
                  <c:v>6.7133333333333329</c:v>
                </c:pt>
                <c:pt idx="9374" formatCode="0.0000">
                  <c:v>6.7141666666666664</c:v>
                </c:pt>
                <c:pt idx="9375" formatCode="0.0000">
                  <c:v>6.7149999999999999</c:v>
                </c:pt>
                <c:pt idx="9376" formatCode="0.0000">
                  <c:v>6.7158333333333333</c:v>
                </c:pt>
                <c:pt idx="9377" formatCode="0.0000">
                  <c:v>6.7166666666666659</c:v>
                </c:pt>
                <c:pt idx="9378" formatCode="0.0000">
                  <c:v>6.7174999999999994</c:v>
                </c:pt>
                <c:pt idx="9379" formatCode="0.0000">
                  <c:v>6.7183333333333337</c:v>
                </c:pt>
                <c:pt idx="9380" formatCode="0.0000">
                  <c:v>6.7191666666666672</c:v>
                </c:pt>
                <c:pt idx="9381" formatCode="0.0000">
                  <c:v>6.7200000000000006</c:v>
                </c:pt>
                <c:pt idx="9382" formatCode="0.0000">
                  <c:v>6.7208333333333332</c:v>
                </c:pt>
                <c:pt idx="9383" formatCode="0.0000">
                  <c:v>6.7216666666666667</c:v>
                </c:pt>
                <c:pt idx="9384" formatCode="0.0000">
                  <c:v>6.7225000000000001</c:v>
                </c:pt>
                <c:pt idx="9385" formatCode="0.0000">
                  <c:v>6.7233333333333336</c:v>
                </c:pt>
                <c:pt idx="9386" formatCode="0.0000">
                  <c:v>6.7241666666666671</c:v>
                </c:pt>
                <c:pt idx="9387" formatCode="0.0000">
                  <c:v>6.7249999999999996</c:v>
                </c:pt>
                <c:pt idx="9388" formatCode="0.0000">
                  <c:v>6.7258333333333331</c:v>
                </c:pt>
                <c:pt idx="9389" formatCode="0.0000">
                  <c:v>6.7266666666666666</c:v>
                </c:pt>
                <c:pt idx="9390" formatCode="0.0000">
                  <c:v>6.7275</c:v>
                </c:pt>
                <c:pt idx="9391" formatCode="0.0000">
                  <c:v>6.7283333333333335</c:v>
                </c:pt>
                <c:pt idx="9392" formatCode="0.0000">
                  <c:v>6.7291666666666661</c:v>
                </c:pt>
                <c:pt idx="9393" formatCode="0.0000">
                  <c:v>6.7299999999999995</c:v>
                </c:pt>
                <c:pt idx="9394" formatCode="0.0000">
                  <c:v>6.730833333333333</c:v>
                </c:pt>
                <c:pt idx="9395" formatCode="0.0000">
                  <c:v>6.7316666666666665</c:v>
                </c:pt>
                <c:pt idx="9396" formatCode="0.0000">
                  <c:v>6.7324999999999999</c:v>
                </c:pt>
                <c:pt idx="9397" formatCode="0.0000">
                  <c:v>6.7333333333333325</c:v>
                </c:pt>
                <c:pt idx="9398" formatCode="0.0000">
                  <c:v>6.7341666666666669</c:v>
                </c:pt>
                <c:pt idx="9399" formatCode="0.0000">
                  <c:v>6.7350000000000003</c:v>
                </c:pt>
                <c:pt idx="9400" formatCode="0.0000">
                  <c:v>6.7358333333333338</c:v>
                </c:pt>
                <c:pt idx="9401" formatCode="0.0000">
                  <c:v>6.7366666666666672</c:v>
                </c:pt>
                <c:pt idx="9402" formatCode="0.0000">
                  <c:v>6.7374999999999998</c:v>
                </c:pt>
                <c:pt idx="9403" formatCode="0.0000">
                  <c:v>6.7383333333333333</c:v>
                </c:pt>
                <c:pt idx="9404" formatCode="0.0000">
                  <c:v>6.7391666666666667</c:v>
                </c:pt>
                <c:pt idx="9405" formatCode="0.0000">
                  <c:v>6.74</c:v>
                </c:pt>
                <c:pt idx="9406" formatCode="0.0000">
                  <c:v>6.7408333333333337</c:v>
                </c:pt>
                <c:pt idx="9407" formatCode="0.0000">
                  <c:v>6.7416666666666663</c:v>
                </c:pt>
                <c:pt idx="9408" formatCode="0.0000">
                  <c:v>6.7424999999999997</c:v>
                </c:pt>
                <c:pt idx="9409" formatCode="0.0000">
                  <c:v>6.7433333333333332</c:v>
                </c:pt>
                <c:pt idx="9410" formatCode="0.0000">
                  <c:v>6.7441666666666666</c:v>
                </c:pt>
                <c:pt idx="9411" formatCode="0.0000">
                  <c:v>6.7450000000000001</c:v>
                </c:pt>
                <c:pt idx="9412" formatCode="0.0000">
                  <c:v>6.7458333333333327</c:v>
                </c:pt>
                <c:pt idx="9413" formatCode="0.0000">
                  <c:v>6.7466666666666661</c:v>
                </c:pt>
                <c:pt idx="9414" formatCode="0.0000">
                  <c:v>6.7474999999999996</c:v>
                </c:pt>
                <c:pt idx="9415" formatCode="0.0000">
                  <c:v>6.7483333333333331</c:v>
                </c:pt>
                <c:pt idx="9416" formatCode="0.0000">
                  <c:v>6.7491666666666674</c:v>
                </c:pt>
                <c:pt idx="9417" formatCode="0.0000">
                  <c:v>6.75</c:v>
                </c:pt>
                <c:pt idx="9418" formatCode="0.0000">
                  <c:v>6.7508333333333335</c:v>
                </c:pt>
                <c:pt idx="9419" formatCode="0.0000">
                  <c:v>6.7516666666666669</c:v>
                </c:pt>
                <c:pt idx="9420" formatCode="0.0000">
                  <c:v>6.7525000000000004</c:v>
                </c:pt>
                <c:pt idx="9421" formatCode="0.0000">
                  <c:v>6.7533333333333339</c:v>
                </c:pt>
                <c:pt idx="9422" formatCode="0.0000">
                  <c:v>6.7541666666666664</c:v>
                </c:pt>
                <c:pt idx="9423" formatCode="0.0000">
                  <c:v>6.7549999999999999</c:v>
                </c:pt>
                <c:pt idx="9424" formatCode="0.0000">
                  <c:v>6.7558333333333334</c:v>
                </c:pt>
                <c:pt idx="9425" formatCode="0.0000">
                  <c:v>6.7566666666666668</c:v>
                </c:pt>
                <c:pt idx="9426" formatCode="0.0000">
                  <c:v>6.7575000000000003</c:v>
                </c:pt>
                <c:pt idx="9427" formatCode="0.0000">
                  <c:v>6.7583333333333329</c:v>
                </c:pt>
                <c:pt idx="9428" formatCode="0.0000">
                  <c:v>6.7591666666666663</c:v>
                </c:pt>
                <c:pt idx="9429" formatCode="0.0000">
                  <c:v>6.76</c:v>
                </c:pt>
                <c:pt idx="9430" formatCode="0.0000">
                  <c:v>6.7608333333333333</c:v>
                </c:pt>
                <c:pt idx="9431" formatCode="0.0000">
                  <c:v>6.7616666666666667</c:v>
                </c:pt>
                <c:pt idx="9432" formatCode="0.0000">
                  <c:v>6.7624999999999993</c:v>
                </c:pt>
                <c:pt idx="9433" formatCode="0.0000">
                  <c:v>6.7633333333333328</c:v>
                </c:pt>
                <c:pt idx="9434" formatCode="0.0000">
                  <c:v>6.7641666666666662</c:v>
                </c:pt>
                <c:pt idx="9435" formatCode="0.0000">
                  <c:v>6.7650000000000006</c:v>
                </c:pt>
                <c:pt idx="9436" formatCode="0.0000">
                  <c:v>6.765833333333334</c:v>
                </c:pt>
                <c:pt idx="9437" formatCode="0.0000">
                  <c:v>6.7666666666666666</c:v>
                </c:pt>
                <c:pt idx="9438" formatCode="0.0000">
                  <c:v>6.7675000000000001</c:v>
                </c:pt>
                <c:pt idx="9439" formatCode="0.0000">
                  <c:v>6.7683333333333335</c:v>
                </c:pt>
                <c:pt idx="9440" formatCode="0.0000">
                  <c:v>6.769166666666667</c:v>
                </c:pt>
                <c:pt idx="9441" formatCode="0.0000">
                  <c:v>6.7700000000000005</c:v>
                </c:pt>
                <c:pt idx="9442" formatCode="0.0000">
                  <c:v>6.770833333333333</c:v>
                </c:pt>
                <c:pt idx="9443" formatCode="0.0000">
                  <c:v>6.7716666666666665</c:v>
                </c:pt>
                <c:pt idx="9444" formatCode="0.0000">
                  <c:v>6.7725</c:v>
                </c:pt>
                <c:pt idx="9445" formatCode="0.0000">
                  <c:v>6.7733333333333334</c:v>
                </c:pt>
                <c:pt idx="9446" formatCode="0.0000">
                  <c:v>6.7741666666666669</c:v>
                </c:pt>
                <c:pt idx="9447" formatCode="0.0000">
                  <c:v>6.7749999999999995</c:v>
                </c:pt>
                <c:pt idx="9448" formatCode="0.0000">
                  <c:v>6.7758333333333329</c:v>
                </c:pt>
                <c:pt idx="9449" formatCode="0.0000">
                  <c:v>6.7766666666666664</c:v>
                </c:pt>
                <c:pt idx="9450" formatCode="0.0000">
                  <c:v>6.7774999999999999</c:v>
                </c:pt>
                <c:pt idx="9451" formatCode="0.0000">
                  <c:v>6.7783333333333333</c:v>
                </c:pt>
                <c:pt idx="9452" formatCode="0.0000">
                  <c:v>6.7791666666666659</c:v>
                </c:pt>
                <c:pt idx="9453" formatCode="0.0000">
                  <c:v>6.7799999999999994</c:v>
                </c:pt>
                <c:pt idx="9454" formatCode="0.0000">
                  <c:v>6.7808333333333337</c:v>
                </c:pt>
                <c:pt idx="9455" formatCode="0.0000">
                  <c:v>6.7816666666666672</c:v>
                </c:pt>
                <c:pt idx="9456" formatCode="0.0000">
                  <c:v>6.7825000000000006</c:v>
                </c:pt>
                <c:pt idx="9457" formatCode="0.0000">
                  <c:v>6.7833333333333332</c:v>
                </c:pt>
                <c:pt idx="9458" formatCode="0.0000">
                  <c:v>6.7841666666666667</c:v>
                </c:pt>
                <c:pt idx="9459" formatCode="0.0000">
                  <c:v>6.7850000000000001</c:v>
                </c:pt>
                <c:pt idx="9460" formatCode="0.0000">
                  <c:v>6.7858333333333336</c:v>
                </c:pt>
                <c:pt idx="9461" formatCode="0.0000">
                  <c:v>6.7866666666666671</c:v>
                </c:pt>
                <c:pt idx="9462" formatCode="0.0000">
                  <c:v>6.7874999999999996</c:v>
                </c:pt>
                <c:pt idx="9463" formatCode="0.0000">
                  <c:v>6.7883333333333331</c:v>
                </c:pt>
                <c:pt idx="9464" formatCode="0.0000">
                  <c:v>6.7891666666666666</c:v>
                </c:pt>
                <c:pt idx="9465" formatCode="0.0000">
                  <c:v>6.79</c:v>
                </c:pt>
                <c:pt idx="9466" formatCode="0.0000">
                  <c:v>6.7908333333333335</c:v>
                </c:pt>
                <c:pt idx="9467" formatCode="0.0000">
                  <c:v>6.7916666666666661</c:v>
                </c:pt>
                <c:pt idx="9468" formatCode="0.0000">
                  <c:v>6.7924999999999995</c:v>
                </c:pt>
                <c:pt idx="9469" formatCode="0.0000">
                  <c:v>6.793333333333333</c:v>
                </c:pt>
                <c:pt idx="9470" formatCode="0.0000">
                  <c:v>6.7941666666666665</c:v>
                </c:pt>
                <c:pt idx="9471" formatCode="0.0000">
                  <c:v>6.7949999999999999</c:v>
                </c:pt>
                <c:pt idx="9472" formatCode="0.0000">
                  <c:v>6.7958333333333325</c:v>
                </c:pt>
                <c:pt idx="9473" formatCode="0.0000">
                  <c:v>6.7966666666666669</c:v>
                </c:pt>
                <c:pt idx="9474" formatCode="0.0000">
                  <c:v>6.7975000000000003</c:v>
                </c:pt>
                <c:pt idx="9475" formatCode="0.0000">
                  <c:v>6.7983333333333338</c:v>
                </c:pt>
                <c:pt idx="9476" formatCode="0.0000">
                  <c:v>6.7991666666666672</c:v>
                </c:pt>
                <c:pt idx="9477" formatCode="0.0000">
                  <c:v>6.8</c:v>
                </c:pt>
                <c:pt idx="9478" formatCode="0.0000">
                  <c:v>6.8008333333333333</c:v>
                </c:pt>
                <c:pt idx="9479" formatCode="0.0000">
                  <c:v>6.8016666666666667</c:v>
                </c:pt>
                <c:pt idx="9480" formatCode="0.0000">
                  <c:v>6.8025000000000002</c:v>
                </c:pt>
                <c:pt idx="9481" formatCode="0.0000">
                  <c:v>6.8033333333333337</c:v>
                </c:pt>
                <c:pt idx="9482" formatCode="0.0000">
                  <c:v>6.8041666666666663</c:v>
                </c:pt>
                <c:pt idx="9483" formatCode="0.0000">
                  <c:v>6.8049999999999997</c:v>
                </c:pt>
                <c:pt idx="9484" formatCode="0.0000">
                  <c:v>6.8058333333333332</c:v>
                </c:pt>
                <c:pt idx="9485" formatCode="0.0000">
                  <c:v>6.8066666666666666</c:v>
                </c:pt>
                <c:pt idx="9486" formatCode="0.0000">
                  <c:v>6.8075000000000001</c:v>
                </c:pt>
                <c:pt idx="9487" formatCode="0.0000">
                  <c:v>6.8083333333333327</c:v>
                </c:pt>
                <c:pt idx="9488" formatCode="0.0000">
                  <c:v>6.8091666666666661</c:v>
                </c:pt>
                <c:pt idx="9489" formatCode="0.0000">
                  <c:v>6.81</c:v>
                </c:pt>
                <c:pt idx="9490" formatCode="0.0000">
                  <c:v>6.8108333333333331</c:v>
                </c:pt>
                <c:pt idx="9491" formatCode="0.0000">
                  <c:v>6.8116666666666674</c:v>
                </c:pt>
                <c:pt idx="9492" formatCode="0.0000">
                  <c:v>6.8125</c:v>
                </c:pt>
                <c:pt idx="9493" formatCode="0.0000">
                  <c:v>6.8133333333333335</c:v>
                </c:pt>
                <c:pt idx="9494" formatCode="0.0000">
                  <c:v>6.8141666666666669</c:v>
                </c:pt>
                <c:pt idx="9495" formatCode="0.0000">
                  <c:v>6.8150000000000004</c:v>
                </c:pt>
                <c:pt idx="9496" formatCode="0.0000">
                  <c:v>6.8158333333333339</c:v>
                </c:pt>
                <c:pt idx="9497" formatCode="0.0000">
                  <c:v>6.8166666666666664</c:v>
                </c:pt>
                <c:pt idx="9498" formatCode="0.0000">
                  <c:v>6.8174999999999999</c:v>
                </c:pt>
                <c:pt idx="9499" formatCode="0.0000">
                  <c:v>6.8183333333333334</c:v>
                </c:pt>
                <c:pt idx="9500" formatCode="0.0000">
                  <c:v>6.8191666666666668</c:v>
                </c:pt>
                <c:pt idx="9501" formatCode="0.0000">
                  <c:v>6.82</c:v>
                </c:pt>
                <c:pt idx="9502" formatCode="0.0000">
                  <c:v>6.8208333333333329</c:v>
                </c:pt>
                <c:pt idx="9503" formatCode="0.0000">
                  <c:v>6.8216666666666663</c:v>
                </c:pt>
                <c:pt idx="9504" formatCode="0.0000">
                  <c:v>6.8224999999999998</c:v>
                </c:pt>
                <c:pt idx="9505" formatCode="0.0000">
                  <c:v>6.8233333333333333</c:v>
                </c:pt>
                <c:pt idx="9506" formatCode="0.0000">
                  <c:v>6.8241666666666667</c:v>
                </c:pt>
                <c:pt idx="9507" formatCode="0.0000">
                  <c:v>6.8249999999999993</c:v>
                </c:pt>
                <c:pt idx="9508" formatCode="0.0000">
                  <c:v>6.8258333333333328</c:v>
                </c:pt>
                <c:pt idx="9509" formatCode="0.0000">
                  <c:v>6.8266666666666662</c:v>
                </c:pt>
                <c:pt idx="9510" formatCode="0.0000">
                  <c:v>6.8275000000000006</c:v>
                </c:pt>
                <c:pt idx="9511" formatCode="0.0000">
                  <c:v>6.828333333333334</c:v>
                </c:pt>
                <c:pt idx="9512" formatCode="0.0000">
                  <c:v>6.8291666666666666</c:v>
                </c:pt>
                <c:pt idx="9513" formatCode="0.0000">
                  <c:v>6.83</c:v>
                </c:pt>
                <c:pt idx="9514" formatCode="0.0000">
                  <c:v>6.8308333333333335</c:v>
                </c:pt>
                <c:pt idx="9515" formatCode="0.0000">
                  <c:v>6.831666666666667</c:v>
                </c:pt>
                <c:pt idx="9516" formatCode="0.0000">
                  <c:v>6.8325000000000005</c:v>
                </c:pt>
                <c:pt idx="9517" formatCode="0.0000">
                  <c:v>6.833333333333333</c:v>
                </c:pt>
                <c:pt idx="9518" formatCode="0.0000">
                  <c:v>6.8341666666666665</c:v>
                </c:pt>
                <c:pt idx="9519" formatCode="0.0000">
                  <c:v>6.835</c:v>
                </c:pt>
                <c:pt idx="9520" formatCode="0.0000">
                  <c:v>6.8358333333333334</c:v>
                </c:pt>
                <c:pt idx="9521" formatCode="0.0000">
                  <c:v>6.8366666666666669</c:v>
                </c:pt>
                <c:pt idx="9522" formatCode="0.0000">
                  <c:v>6.8374999999999995</c:v>
                </c:pt>
                <c:pt idx="9523" formatCode="0.0000">
                  <c:v>6.8383333333333329</c:v>
                </c:pt>
                <c:pt idx="9524" formatCode="0.0000">
                  <c:v>6.8391666666666664</c:v>
                </c:pt>
                <c:pt idx="9525" formatCode="0.0000">
                  <c:v>6.84</c:v>
                </c:pt>
                <c:pt idx="9526" formatCode="0.0000">
                  <c:v>6.8408333333333333</c:v>
                </c:pt>
                <c:pt idx="9527" formatCode="0.0000">
                  <c:v>6.8416666666666659</c:v>
                </c:pt>
                <c:pt idx="9528" formatCode="0.0000">
                  <c:v>6.8424999999999994</c:v>
                </c:pt>
                <c:pt idx="9529" formatCode="0.0000">
                  <c:v>6.8433333333333337</c:v>
                </c:pt>
                <c:pt idx="9530" formatCode="0.0000">
                  <c:v>6.8441666666666672</c:v>
                </c:pt>
                <c:pt idx="9531" formatCode="0.0000">
                  <c:v>6.8450000000000006</c:v>
                </c:pt>
                <c:pt idx="9532" formatCode="0.0000">
                  <c:v>6.8458333333333332</c:v>
                </c:pt>
                <c:pt idx="9533" formatCode="0.0000">
                  <c:v>6.8466666666666667</c:v>
                </c:pt>
                <c:pt idx="9534" formatCode="0.0000">
                  <c:v>6.8475000000000001</c:v>
                </c:pt>
                <c:pt idx="9535" formatCode="0.0000">
                  <c:v>6.8483333333333336</c:v>
                </c:pt>
                <c:pt idx="9536" formatCode="0.0000">
                  <c:v>6.8491666666666671</c:v>
                </c:pt>
                <c:pt idx="9537" formatCode="0.0000">
                  <c:v>6.85</c:v>
                </c:pt>
                <c:pt idx="9538" formatCode="0.0000">
                  <c:v>6.8508333333333331</c:v>
                </c:pt>
                <c:pt idx="9539" formatCode="0.0000">
                  <c:v>6.8516666666666666</c:v>
                </c:pt>
                <c:pt idx="9540" formatCode="0.0000">
                  <c:v>6.8525</c:v>
                </c:pt>
                <c:pt idx="9541" formatCode="0.0000">
                  <c:v>6.8533333333333335</c:v>
                </c:pt>
                <c:pt idx="9542" formatCode="0.0000">
                  <c:v>6.8541666666666661</c:v>
                </c:pt>
                <c:pt idx="9543" formatCode="0.0000">
                  <c:v>6.8549999999999995</c:v>
                </c:pt>
                <c:pt idx="9544" formatCode="0.0000">
                  <c:v>6.855833333333333</c:v>
                </c:pt>
                <c:pt idx="9545" formatCode="0.0000">
                  <c:v>6.8566666666666665</c:v>
                </c:pt>
                <c:pt idx="9546" formatCode="0.0000">
                  <c:v>6.8574999999999999</c:v>
                </c:pt>
                <c:pt idx="9547" formatCode="0.0000">
                  <c:v>6.8583333333333325</c:v>
                </c:pt>
                <c:pt idx="9548" formatCode="0.0000">
                  <c:v>6.8591666666666669</c:v>
                </c:pt>
                <c:pt idx="9549" formatCode="0.0000">
                  <c:v>6.86</c:v>
                </c:pt>
                <c:pt idx="9550" formatCode="0.0000">
                  <c:v>6.8608333333333338</c:v>
                </c:pt>
                <c:pt idx="9551" formatCode="0.0000">
                  <c:v>6.8616666666666672</c:v>
                </c:pt>
                <c:pt idx="9552" formatCode="0.0000">
                  <c:v>6.8624999999999998</c:v>
                </c:pt>
                <c:pt idx="9553" formatCode="0.0000">
                  <c:v>6.8633333333333333</c:v>
                </c:pt>
                <c:pt idx="9554" formatCode="0.0000">
                  <c:v>6.8641666666666667</c:v>
                </c:pt>
                <c:pt idx="9555" formatCode="0.0000">
                  <c:v>6.8650000000000002</c:v>
                </c:pt>
                <c:pt idx="9556" formatCode="0.0000">
                  <c:v>6.8658333333333337</c:v>
                </c:pt>
                <c:pt idx="9557" formatCode="0.0000">
                  <c:v>6.8666666666666663</c:v>
                </c:pt>
                <c:pt idx="9558" formatCode="0.0000">
                  <c:v>6.8674999999999997</c:v>
                </c:pt>
                <c:pt idx="9559" formatCode="0.0000">
                  <c:v>6.8683333333333332</c:v>
                </c:pt>
                <c:pt idx="9560" formatCode="0.0000">
                  <c:v>6.8691666666666666</c:v>
                </c:pt>
                <c:pt idx="9561" formatCode="0.0000">
                  <c:v>6.87</c:v>
                </c:pt>
                <c:pt idx="9562" formatCode="0.0000">
                  <c:v>6.8708333333333327</c:v>
                </c:pt>
                <c:pt idx="9563" formatCode="0.0000">
                  <c:v>6.8716666666666661</c:v>
                </c:pt>
                <c:pt idx="9564" formatCode="0.0000">
                  <c:v>6.8724999999999996</c:v>
                </c:pt>
                <c:pt idx="9565" formatCode="0.0000">
                  <c:v>6.8733333333333331</c:v>
                </c:pt>
                <c:pt idx="9566" formatCode="0.0000">
                  <c:v>6.8741666666666674</c:v>
                </c:pt>
                <c:pt idx="9567" formatCode="0.0000">
                  <c:v>6.875</c:v>
                </c:pt>
                <c:pt idx="9568" formatCode="0.0000">
                  <c:v>6.8758333333333335</c:v>
                </c:pt>
                <c:pt idx="9569" formatCode="0.0000">
                  <c:v>6.8766666666666669</c:v>
                </c:pt>
                <c:pt idx="9570" formatCode="0.0000">
                  <c:v>6.8775000000000004</c:v>
                </c:pt>
                <c:pt idx="9571" formatCode="0.0000">
                  <c:v>6.8783333333333339</c:v>
                </c:pt>
                <c:pt idx="9572" formatCode="0.0000">
                  <c:v>6.8791666666666664</c:v>
                </c:pt>
                <c:pt idx="9573" formatCode="0.0000">
                  <c:v>6.88</c:v>
                </c:pt>
                <c:pt idx="9574" formatCode="0.0000">
                  <c:v>6.8808333333333334</c:v>
                </c:pt>
                <c:pt idx="9575" formatCode="0.0000">
                  <c:v>6.8816666666666668</c:v>
                </c:pt>
                <c:pt idx="9576" formatCode="0.0000">
                  <c:v>6.8825000000000003</c:v>
                </c:pt>
                <c:pt idx="9577" formatCode="0.0000">
                  <c:v>6.8833333333333329</c:v>
                </c:pt>
                <c:pt idx="9578" formatCode="0.0000">
                  <c:v>6.8841666666666663</c:v>
                </c:pt>
                <c:pt idx="9579" formatCode="0.0000">
                  <c:v>6.8849999999999998</c:v>
                </c:pt>
                <c:pt idx="9580" formatCode="0.0000">
                  <c:v>6.8858333333333333</c:v>
                </c:pt>
                <c:pt idx="9581" formatCode="0.0000">
                  <c:v>6.8866666666666667</c:v>
                </c:pt>
                <c:pt idx="9582" formatCode="0.0000">
                  <c:v>6.8874999999999993</c:v>
                </c:pt>
                <c:pt idx="9583" formatCode="0.0000">
                  <c:v>6.8883333333333328</c:v>
                </c:pt>
                <c:pt idx="9584" formatCode="0.0000">
                  <c:v>6.8891666666666662</c:v>
                </c:pt>
                <c:pt idx="9585" formatCode="0.0000">
                  <c:v>6.8900000000000006</c:v>
                </c:pt>
                <c:pt idx="9586" formatCode="0.0000">
                  <c:v>6.890833333333334</c:v>
                </c:pt>
                <c:pt idx="9587" formatCode="0.0000">
                  <c:v>6.8916666666666666</c:v>
                </c:pt>
                <c:pt idx="9588" formatCode="0.0000">
                  <c:v>6.8925000000000001</c:v>
                </c:pt>
                <c:pt idx="9589" formatCode="0.0000">
                  <c:v>6.8933333333333335</c:v>
                </c:pt>
                <c:pt idx="9590" formatCode="0.0000">
                  <c:v>6.894166666666667</c:v>
                </c:pt>
                <c:pt idx="9591" formatCode="0.0000">
                  <c:v>6.8950000000000005</c:v>
                </c:pt>
                <c:pt idx="9592" formatCode="0.0000">
                  <c:v>6.895833333333333</c:v>
                </c:pt>
                <c:pt idx="9593" formatCode="0.0000">
                  <c:v>6.8966666666666665</c:v>
                </c:pt>
                <c:pt idx="9594" formatCode="0.0000">
                  <c:v>6.8975</c:v>
                </c:pt>
                <c:pt idx="9595" formatCode="0.0000">
                  <c:v>6.8983333333333334</c:v>
                </c:pt>
                <c:pt idx="9596" formatCode="0.0000">
                  <c:v>6.8991666666666669</c:v>
                </c:pt>
                <c:pt idx="9597" formatCode="0.0000">
                  <c:v>6.8999999999999995</c:v>
                </c:pt>
                <c:pt idx="9598" formatCode="0.0000">
                  <c:v>6.9008333333333329</c:v>
                </c:pt>
                <c:pt idx="9599" formatCode="0.0000">
                  <c:v>6.9016666666666664</c:v>
                </c:pt>
                <c:pt idx="9600" formatCode="0.0000">
                  <c:v>6.9024999999999999</c:v>
                </c:pt>
                <c:pt idx="9601" formatCode="0.0000">
                  <c:v>6.9033333333333333</c:v>
                </c:pt>
                <c:pt idx="9602" formatCode="0.0000">
                  <c:v>6.9041666666666659</c:v>
                </c:pt>
                <c:pt idx="9603" formatCode="0.0000">
                  <c:v>6.9049999999999994</c:v>
                </c:pt>
                <c:pt idx="9604" formatCode="0.0000">
                  <c:v>6.9058333333333337</c:v>
                </c:pt>
                <c:pt idx="9605" formatCode="0.0000">
                  <c:v>6.9066666666666672</c:v>
                </c:pt>
                <c:pt idx="9606" formatCode="0.0000">
                  <c:v>6.9075000000000006</c:v>
                </c:pt>
                <c:pt idx="9607" formatCode="0.0000">
                  <c:v>6.9083333333333332</c:v>
                </c:pt>
                <c:pt idx="9608" formatCode="0.0000">
                  <c:v>6.9091666666666667</c:v>
                </c:pt>
                <c:pt idx="9609" formatCode="0.0000">
                  <c:v>6.91</c:v>
                </c:pt>
                <c:pt idx="9610" formatCode="0.0000">
                  <c:v>6.9108333333333336</c:v>
                </c:pt>
                <c:pt idx="9611" formatCode="0.0000">
                  <c:v>6.9116666666666671</c:v>
                </c:pt>
                <c:pt idx="9612" formatCode="0.0000">
                  <c:v>6.9124999999999996</c:v>
                </c:pt>
                <c:pt idx="9613" formatCode="0.0000">
                  <c:v>6.9133333333333331</c:v>
                </c:pt>
                <c:pt idx="9614" formatCode="0.0000">
                  <c:v>6.9141666666666666</c:v>
                </c:pt>
                <c:pt idx="9615" formatCode="0.0000">
                  <c:v>6.915</c:v>
                </c:pt>
                <c:pt idx="9616" formatCode="0.0000">
                  <c:v>6.9158333333333335</c:v>
                </c:pt>
                <c:pt idx="9617" formatCode="0.0000">
                  <c:v>6.9166666666666661</c:v>
                </c:pt>
                <c:pt idx="9618" formatCode="0.0000">
                  <c:v>6.9174999999999995</c:v>
                </c:pt>
                <c:pt idx="9619" formatCode="0.0000">
                  <c:v>6.918333333333333</c:v>
                </c:pt>
                <c:pt idx="9620" formatCode="0.0000">
                  <c:v>6.9191666666666665</c:v>
                </c:pt>
                <c:pt idx="9621" formatCode="0.0000">
                  <c:v>6.92</c:v>
                </c:pt>
                <c:pt idx="9622" formatCode="0.0000">
                  <c:v>6.9208333333333325</c:v>
                </c:pt>
                <c:pt idx="9623" formatCode="0.0000">
                  <c:v>6.9216666666666669</c:v>
                </c:pt>
                <c:pt idx="9624" formatCode="0.0000">
                  <c:v>6.9225000000000003</c:v>
                </c:pt>
                <c:pt idx="9625" formatCode="0.0000">
                  <c:v>6.9233333333333338</c:v>
                </c:pt>
                <c:pt idx="9626" formatCode="0.0000">
                  <c:v>6.9241666666666672</c:v>
                </c:pt>
                <c:pt idx="9627" formatCode="0.0000">
                  <c:v>6.9249999999999998</c:v>
                </c:pt>
                <c:pt idx="9628" formatCode="0.0000">
                  <c:v>6.9258333333333333</c:v>
                </c:pt>
                <c:pt idx="9629" formatCode="0.0000">
                  <c:v>6.9266666666666667</c:v>
                </c:pt>
                <c:pt idx="9630" formatCode="0.0000">
                  <c:v>6.9275000000000002</c:v>
                </c:pt>
                <c:pt idx="9631" formatCode="0.0000">
                  <c:v>6.9283333333333337</c:v>
                </c:pt>
                <c:pt idx="9632" formatCode="0.0000">
                  <c:v>6.9291666666666663</c:v>
                </c:pt>
                <c:pt idx="9633" formatCode="0.0000">
                  <c:v>6.93</c:v>
                </c:pt>
                <c:pt idx="9634" formatCode="0.0000">
                  <c:v>6.9308333333333332</c:v>
                </c:pt>
                <c:pt idx="9635" formatCode="0.0000">
                  <c:v>6.9316666666666666</c:v>
                </c:pt>
                <c:pt idx="9636" formatCode="0.0000">
                  <c:v>6.9325000000000001</c:v>
                </c:pt>
                <c:pt idx="9637" formatCode="0.0000">
                  <c:v>6.9333333333333327</c:v>
                </c:pt>
                <c:pt idx="9638" formatCode="0.0000">
                  <c:v>6.9341666666666661</c:v>
                </c:pt>
                <c:pt idx="9639" formatCode="0.0000">
                  <c:v>6.9349999999999996</c:v>
                </c:pt>
                <c:pt idx="9640" formatCode="0.0000">
                  <c:v>6.9358333333333331</c:v>
                </c:pt>
                <c:pt idx="9641" formatCode="0.0000">
                  <c:v>6.9366666666666674</c:v>
                </c:pt>
                <c:pt idx="9642" formatCode="0.0000">
                  <c:v>6.9375</c:v>
                </c:pt>
                <c:pt idx="9643" formatCode="0.0000">
                  <c:v>6.9383333333333335</c:v>
                </c:pt>
                <c:pt idx="9644" formatCode="0.0000">
                  <c:v>6.9391666666666669</c:v>
                </c:pt>
                <c:pt idx="9645" formatCode="0.0000">
                  <c:v>6.94</c:v>
                </c:pt>
                <c:pt idx="9646" formatCode="0.0000">
                  <c:v>6.9408333333333339</c:v>
                </c:pt>
                <c:pt idx="9647" formatCode="0.0000">
                  <c:v>6.9416666666666664</c:v>
                </c:pt>
                <c:pt idx="9648" formatCode="0.0000">
                  <c:v>6.9424999999999999</c:v>
                </c:pt>
                <c:pt idx="9649" formatCode="0.0000">
                  <c:v>6.9433333333333334</c:v>
                </c:pt>
                <c:pt idx="9650" formatCode="0.0000">
                  <c:v>6.9441666666666668</c:v>
                </c:pt>
                <c:pt idx="9651" formatCode="0.0000">
                  <c:v>6.9450000000000003</c:v>
                </c:pt>
                <c:pt idx="9652" formatCode="0.0000">
                  <c:v>6.9458333333333329</c:v>
                </c:pt>
                <c:pt idx="9653" formatCode="0.0000">
                  <c:v>6.9466666666666663</c:v>
                </c:pt>
                <c:pt idx="9654" formatCode="0.0000">
                  <c:v>6.9474999999999998</c:v>
                </c:pt>
                <c:pt idx="9655" formatCode="0.0000">
                  <c:v>6.9483333333333333</c:v>
                </c:pt>
                <c:pt idx="9656" formatCode="0.0000">
                  <c:v>6.9491666666666667</c:v>
                </c:pt>
                <c:pt idx="9657" formatCode="0.0000">
                  <c:v>6.9499999999999993</c:v>
                </c:pt>
                <c:pt idx="9658" formatCode="0.0000">
                  <c:v>6.9508333333333328</c:v>
                </c:pt>
                <c:pt idx="9659" formatCode="0.0000">
                  <c:v>6.9516666666666662</c:v>
                </c:pt>
                <c:pt idx="9660" formatCode="0.0000">
                  <c:v>6.9525000000000006</c:v>
                </c:pt>
                <c:pt idx="9661" formatCode="0.0000">
                  <c:v>6.953333333333334</c:v>
                </c:pt>
                <c:pt idx="9662" formatCode="0.0000">
                  <c:v>6.9541666666666666</c:v>
                </c:pt>
                <c:pt idx="9663" formatCode="0.0000">
                  <c:v>6.9550000000000001</c:v>
                </c:pt>
                <c:pt idx="9664" formatCode="0.0000">
                  <c:v>6.9558333333333335</c:v>
                </c:pt>
                <c:pt idx="9665" formatCode="0.0000">
                  <c:v>6.956666666666667</c:v>
                </c:pt>
                <c:pt idx="9666" formatCode="0.0000">
                  <c:v>6.9575000000000005</c:v>
                </c:pt>
                <c:pt idx="9667" formatCode="0.0000">
                  <c:v>6.958333333333333</c:v>
                </c:pt>
                <c:pt idx="9668" formatCode="0.0000">
                  <c:v>6.9591666666666665</c:v>
                </c:pt>
                <c:pt idx="9669" formatCode="0.0000">
                  <c:v>6.96</c:v>
                </c:pt>
                <c:pt idx="9670" formatCode="0.0000">
                  <c:v>6.9608333333333334</c:v>
                </c:pt>
                <c:pt idx="9671" formatCode="0.0000">
                  <c:v>6.9616666666666669</c:v>
                </c:pt>
                <c:pt idx="9672" formatCode="0.0000">
                  <c:v>6.9624999999999995</c:v>
                </c:pt>
                <c:pt idx="9673" formatCode="0.0000">
                  <c:v>6.9633333333333329</c:v>
                </c:pt>
                <c:pt idx="9674" formatCode="0.0000">
                  <c:v>6.9641666666666664</c:v>
                </c:pt>
                <c:pt idx="9675" formatCode="0.0000">
                  <c:v>6.9649999999999999</c:v>
                </c:pt>
                <c:pt idx="9676" formatCode="0.0000">
                  <c:v>6.9658333333333333</c:v>
                </c:pt>
                <c:pt idx="9677" formatCode="0.0000">
                  <c:v>6.9666666666666659</c:v>
                </c:pt>
                <c:pt idx="9678" formatCode="0.0000">
                  <c:v>6.9674999999999994</c:v>
                </c:pt>
                <c:pt idx="9679" formatCode="0.0000">
                  <c:v>6.9683333333333337</c:v>
                </c:pt>
                <c:pt idx="9680" formatCode="0.0000">
                  <c:v>6.9691666666666672</c:v>
                </c:pt>
                <c:pt idx="9681" formatCode="0.0000">
                  <c:v>6.9700000000000006</c:v>
                </c:pt>
                <c:pt idx="9682" formatCode="0.0000">
                  <c:v>6.9708333333333332</c:v>
                </c:pt>
                <c:pt idx="9683" formatCode="0.0000">
                  <c:v>6.9716666666666667</c:v>
                </c:pt>
                <c:pt idx="9684" formatCode="0.0000">
                  <c:v>6.9725000000000001</c:v>
                </c:pt>
                <c:pt idx="9685" formatCode="0.0000">
                  <c:v>6.9733333333333336</c:v>
                </c:pt>
                <c:pt idx="9686" formatCode="0.0000">
                  <c:v>6.9741666666666671</c:v>
                </c:pt>
                <c:pt idx="9687" formatCode="0.0000">
                  <c:v>6.9749999999999996</c:v>
                </c:pt>
                <c:pt idx="9688" formatCode="0.0000">
                  <c:v>6.9758333333333331</c:v>
                </c:pt>
                <c:pt idx="9689" formatCode="0.0000">
                  <c:v>6.9766666666666666</c:v>
                </c:pt>
                <c:pt idx="9690" formatCode="0.0000">
                  <c:v>6.9775</c:v>
                </c:pt>
                <c:pt idx="9691" formatCode="0.0000">
                  <c:v>6.9783333333333335</c:v>
                </c:pt>
                <c:pt idx="9692" formatCode="0.0000">
                  <c:v>6.9791666666666661</c:v>
                </c:pt>
                <c:pt idx="9693" formatCode="0.0000">
                  <c:v>6.9799999999999995</c:v>
                </c:pt>
                <c:pt idx="9694" formatCode="0.0000">
                  <c:v>6.980833333333333</c:v>
                </c:pt>
                <c:pt idx="9695" formatCode="0.0000">
                  <c:v>6.9816666666666665</c:v>
                </c:pt>
                <c:pt idx="9696" formatCode="0.0000">
                  <c:v>6.9824999999999999</c:v>
                </c:pt>
                <c:pt idx="9697" formatCode="0.0000">
                  <c:v>6.9833333333333325</c:v>
                </c:pt>
                <c:pt idx="9698" formatCode="0.0000">
                  <c:v>6.9841666666666669</c:v>
                </c:pt>
                <c:pt idx="9699" formatCode="0.0000">
                  <c:v>6.9850000000000003</c:v>
                </c:pt>
                <c:pt idx="9700" formatCode="0.0000">
                  <c:v>6.9858333333333338</c:v>
                </c:pt>
                <c:pt idx="9701" formatCode="0.0000">
                  <c:v>6.9866666666666672</c:v>
                </c:pt>
                <c:pt idx="9702" formatCode="0.0000">
                  <c:v>6.9874999999999998</c:v>
                </c:pt>
                <c:pt idx="9703" formatCode="0.0000">
                  <c:v>6.9883333333333333</c:v>
                </c:pt>
                <c:pt idx="9704" formatCode="0.0000">
                  <c:v>6.9891666666666667</c:v>
                </c:pt>
                <c:pt idx="9705" formatCode="0.0000">
                  <c:v>6.99</c:v>
                </c:pt>
                <c:pt idx="9706" formatCode="0.0000">
                  <c:v>6.9908333333333337</c:v>
                </c:pt>
                <c:pt idx="9707" formatCode="0.0000">
                  <c:v>6.9916666666666663</c:v>
                </c:pt>
                <c:pt idx="9708" formatCode="0.0000">
                  <c:v>6.9924999999999997</c:v>
                </c:pt>
                <c:pt idx="9709" formatCode="0.0000">
                  <c:v>6.9933333333333332</c:v>
                </c:pt>
                <c:pt idx="9710" formatCode="0.0000">
                  <c:v>6.9941666666666666</c:v>
                </c:pt>
                <c:pt idx="9711" formatCode="0.0000">
                  <c:v>6.9950000000000001</c:v>
                </c:pt>
                <c:pt idx="9712" formatCode="0.0000">
                  <c:v>6.9958333333333327</c:v>
                </c:pt>
                <c:pt idx="9713" formatCode="0.0000">
                  <c:v>6.9966666666666661</c:v>
                </c:pt>
                <c:pt idx="9714" formatCode="0.0000">
                  <c:v>6.9974999999999996</c:v>
                </c:pt>
                <c:pt idx="9715" formatCode="0.0000">
                  <c:v>6.9983333333333331</c:v>
                </c:pt>
                <c:pt idx="9716" formatCode="0.0000">
                  <c:v>6.9991666666666674</c:v>
                </c:pt>
                <c:pt idx="9717" formatCode="0.0000">
                  <c:v>7</c:v>
                </c:pt>
                <c:pt idx="9718" formatCode="0.0000">
                  <c:v>7.0008333333333335</c:v>
                </c:pt>
                <c:pt idx="9719" formatCode="0.0000">
                  <c:v>7.0016666666666669</c:v>
                </c:pt>
                <c:pt idx="9720" formatCode="0.0000">
                  <c:v>7.0025000000000004</c:v>
                </c:pt>
                <c:pt idx="9721" formatCode="0.0000">
                  <c:v>7.0033333333333339</c:v>
                </c:pt>
                <c:pt idx="9722" formatCode="0.0000">
                  <c:v>7.0041666666666664</c:v>
                </c:pt>
                <c:pt idx="9723" formatCode="0.0000">
                  <c:v>7.0049999999999999</c:v>
                </c:pt>
                <c:pt idx="9724" formatCode="0.0000">
                  <c:v>7.0058333333333334</c:v>
                </c:pt>
                <c:pt idx="9725" formatCode="0.0000">
                  <c:v>7.0066666666666668</c:v>
                </c:pt>
                <c:pt idx="9726" formatCode="0.0000">
                  <c:v>7.0075000000000003</c:v>
                </c:pt>
                <c:pt idx="9727" formatCode="0.0000">
                  <c:v>7.0083333333333329</c:v>
                </c:pt>
                <c:pt idx="9728" formatCode="0.0000">
                  <c:v>7.0091666666666663</c:v>
                </c:pt>
                <c:pt idx="9729" formatCode="0.0000">
                  <c:v>7.01</c:v>
                </c:pt>
                <c:pt idx="9730" formatCode="0.0000">
                  <c:v>7.0108333333333333</c:v>
                </c:pt>
                <c:pt idx="9731" formatCode="0.0000">
                  <c:v>7.0116666666666667</c:v>
                </c:pt>
                <c:pt idx="9732" formatCode="0.0000">
                  <c:v>7.0124999999999993</c:v>
                </c:pt>
                <c:pt idx="9733" formatCode="0.0000">
                  <c:v>7.0133333333333328</c:v>
                </c:pt>
                <c:pt idx="9734" formatCode="0.0000">
                  <c:v>7.0141666666666662</c:v>
                </c:pt>
                <c:pt idx="9735" formatCode="0.0000">
                  <c:v>7.0150000000000006</c:v>
                </c:pt>
                <c:pt idx="9736" formatCode="0.0000">
                  <c:v>7.015833333333334</c:v>
                </c:pt>
                <c:pt idx="9737" formatCode="0.0000">
                  <c:v>7.0166666666666666</c:v>
                </c:pt>
                <c:pt idx="9738" formatCode="0.0000">
                  <c:v>7.0175000000000001</c:v>
                </c:pt>
                <c:pt idx="9739" formatCode="0.0000">
                  <c:v>7.0183333333333335</c:v>
                </c:pt>
                <c:pt idx="9740" formatCode="0.0000">
                  <c:v>7.019166666666667</c:v>
                </c:pt>
                <c:pt idx="9741" formatCode="0.0000">
                  <c:v>7.0200000000000005</c:v>
                </c:pt>
                <c:pt idx="9742" formatCode="0.0000">
                  <c:v>7.020833333333333</c:v>
                </c:pt>
                <c:pt idx="9743" formatCode="0.0000">
                  <c:v>7.0216666666666665</c:v>
                </c:pt>
                <c:pt idx="9744" formatCode="0.0000">
                  <c:v>7.0225</c:v>
                </c:pt>
                <c:pt idx="9745" formatCode="0.0000">
                  <c:v>7.0233333333333334</c:v>
                </c:pt>
                <c:pt idx="9746" formatCode="0.0000">
                  <c:v>7.0241666666666669</c:v>
                </c:pt>
                <c:pt idx="9747" formatCode="0.0000">
                  <c:v>7.0249999999999995</c:v>
                </c:pt>
                <c:pt idx="9748" formatCode="0.0000">
                  <c:v>7.0258333333333329</c:v>
                </c:pt>
                <c:pt idx="9749" formatCode="0.0000">
                  <c:v>7.0266666666666664</c:v>
                </c:pt>
                <c:pt idx="9750" formatCode="0.0000">
                  <c:v>7.0274999999999999</c:v>
                </c:pt>
                <c:pt idx="9751" formatCode="0.0000">
                  <c:v>7.0283333333333333</c:v>
                </c:pt>
                <c:pt idx="9752" formatCode="0.0000">
                  <c:v>7.0291666666666659</c:v>
                </c:pt>
                <c:pt idx="9753" formatCode="0.0000">
                  <c:v>7.0299999999999994</c:v>
                </c:pt>
                <c:pt idx="9754" formatCode="0.0000">
                  <c:v>7.0308333333333337</c:v>
                </c:pt>
                <c:pt idx="9755" formatCode="0.0000">
                  <c:v>7.0316666666666672</c:v>
                </c:pt>
                <c:pt idx="9756" formatCode="0.0000">
                  <c:v>7.0325000000000006</c:v>
                </c:pt>
                <c:pt idx="9757" formatCode="0.0000">
                  <c:v>7.0333333333333332</c:v>
                </c:pt>
                <c:pt idx="9758" formatCode="0.0000">
                  <c:v>7.0341666666666667</c:v>
                </c:pt>
                <c:pt idx="9759" formatCode="0.0000">
                  <c:v>7.0350000000000001</c:v>
                </c:pt>
                <c:pt idx="9760" formatCode="0.0000">
                  <c:v>7.0358333333333336</c:v>
                </c:pt>
                <c:pt idx="9761" formatCode="0.0000">
                  <c:v>7.0366666666666671</c:v>
                </c:pt>
                <c:pt idx="9762" formatCode="0.0000">
                  <c:v>7.0374999999999996</c:v>
                </c:pt>
                <c:pt idx="9763" formatCode="0.0000">
                  <c:v>7.0383333333333331</c:v>
                </c:pt>
                <c:pt idx="9764" formatCode="0.0000">
                  <c:v>7.0391666666666666</c:v>
                </c:pt>
                <c:pt idx="9765" formatCode="0.0000">
                  <c:v>7.04</c:v>
                </c:pt>
                <c:pt idx="9766" formatCode="0.0000">
                  <c:v>7.0408333333333335</c:v>
                </c:pt>
                <c:pt idx="9767" formatCode="0.0000">
                  <c:v>7.0416666666666661</c:v>
                </c:pt>
                <c:pt idx="9768" formatCode="0.0000">
                  <c:v>7.0424999999999995</c:v>
                </c:pt>
                <c:pt idx="9769" formatCode="0.0000">
                  <c:v>7.043333333333333</c:v>
                </c:pt>
                <c:pt idx="9770" formatCode="0.0000">
                  <c:v>7.0441666666666665</c:v>
                </c:pt>
                <c:pt idx="9771" formatCode="0.0000">
                  <c:v>7.0449999999999999</c:v>
                </c:pt>
                <c:pt idx="9772" formatCode="0.0000">
                  <c:v>7.0458333333333325</c:v>
                </c:pt>
                <c:pt idx="9773" formatCode="0.0000">
                  <c:v>7.0466666666666669</c:v>
                </c:pt>
                <c:pt idx="9774" formatCode="0.0000">
                  <c:v>7.0475000000000003</c:v>
                </c:pt>
                <c:pt idx="9775" formatCode="0.0000">
                  <c:v>7.0483333333333338</c:v>
                </c:pt>
                <c:pt idx="9776" formatCode="0.0000">
                  <c:v>7.0491666666666672</c:v>
                </c:pt>
                <c:pt idx="9777" formatCode="0.0000">
                  <c:v>7.05</c:v>
                </c:pt>
                <c:pt idx="9778" formatCode="0.0000">
                  <c:v>7.0508333333333333</c:v>
                </c:pt>
                <c:pt idx="9779" formatCode="0.0000">
                  <c:v>7.0516666666666667</c:v>
                </c:pt>
                <c:pt idx="9780" formatCode="0.0000">
                  <c:v>7.0525000000000002</c:v>
                </c:pt>
                <c:pt idx="9781" formatCode="0.0000">
                  <c:v>7.0533333333333337</c:v>
                </c:pt>
                <c:pt idx="9782" formatCode="0.0000">
                  <c:v>7.0541666666666663</c:v>
                </c:pt>
                <c:pt idx="9783" formatCode="0.0000">
                  <c:v>7.0549999999999997</c:v>
                </c:pt>
                <c:pt idx="9784" formatCode="0.0000">
                  <c:v>7.0558333333333332</c:v>
                </c:pt>
                <c:pt idx="9785" formatCode="0.0000">
                  <c:v>7.0566666666666666</c:v>
                </c:pt>
                <c:pt idx="9786" formatCode="0.0000">
                  <c:v>7.0575000000000001</c:v>
                </c:pt>
                <c:pt idx="9787" formatCode="0.0000">
                  <c:v>7.0583333333333327</c:v>
                </c:pt>
                <c:pt idx="9788" formatCode="0.0000">
                  <c:v>7.0591666666666661</c:v>
                </c:pt>
                <c:pt idx="9789" formatCode="0.0000">
                  <c:v>7.06</c:v>
                </c:pt>
                <c:pt idx="9790" formatCode="0.0000">
                  <c:v>7.0608333333333331</c:v>
                </c:pt>
                <c:pt idx="9791" formatCode="0.0000">
                  <c:v>7.0616666666666674</c:v>
                </c:pt>
                <c:pt idx="9792" formatCode="0.0000">
                  <c:v>7.0625</c:v>
                </c:pt>
                <c:pt idx="9793" formatCode="0.0000">
                  <c:v>7.0633333333333335</c:v>
                </c:pt>
                <c:pt idx="9794" formatCode="0.0000">
                  <c:v>7.0641666666666669</c:v>
                </c:pt>
                <c:pt idx="9795" formatCode="0.0000">
                  <c:v>7.0650000000000004</c:v>
                </c:pt>
                <c:pt idx="9796" formatCode="0.0000">
                  <c:v>7.0658333333333339</c:v>
                </c:pt>
                <c:pt idx="9797" formatCode="0.0000">
                  <c:v>7.0666666666666664</c:v>
                </c:pt>
                <c:pt idx="9798" formatCode="0.0000">
                  <c:v>7.0674999999999999</c:v>
                </c:pt>
                <c:pt idx="9799" formatCode="0.0000">
                  <c:v>7.0683333333333334</c:v>
                </c:pt>
                <c:pt idx="9800" formatCode="0.0000">
                  <c:v>7.0691666666666668</c:v>
                </c:pt>
                <c:pt idx="9801" formatCode="0.0000">
                  <c:v>7.07</c:v>
                </c:pt>
                <c:pt idx="9802" formatCode="0.0000">
                  <c:v>7.0708333333333329</c:v>
                </c:pt>
                <c:pt idx="9803" formatCode="0.0000">
                  <c:v>7.0716666666666663</c:v>
                </c:pt>
                <c:pt idx="9804" formatCode="0.0000">
                  <c:v>7.0724999999999998</c:v>
                </c:pt>
                <c:pt idx="9805" formatCode="0.0000">
                  <c:v>7.0733333333333333</c:v>
                </c:pt>
                <c:pt idx="9806" formatCode="0.0000">
                  <c:v>7.0741666666666667</c:v>
                </c:pt>
                <c:pt idx="9807" formatCode="0.0000">
                  <c:v>7.0749999999999993</c:v>
                </c:pt>
                <c:pt idx="9808" formatCode="0.0000">
                  <c:v>7.0758333333333328</c:v>
                </c:pt>
                <c:pt idx="9809" formatCode="0.0000">
                  <c:v>7.0766666666666662</c:v>
                </c:pt>
                <c:pt idx="9810" formatCode="0.0000">
                  <c:v>7.0775000000000006</c:v>
                </c:pt>
                <c:pt idx="9811" formatCode="0.0000">
                  <c:v>7.078333333333334</c:v>
                </c:pt>
                <c:pt idx="9812" formatCode="0.0000">
                  <c:v>7.0791666666666666</c:v>
                </c:pt>
                <c:pt idx="9813" formatCode="0.0000">
                  <c:v>7.08</c:v>
                </c:pt>
                <c:pt idx="9814" formatCode="0.0000">
                  <c:v>7.0808333333333335</c:v>
                </c:pt>
                <c:pt idx="9815" formatCode="0.0000">
                  <c:v>7.081666666666667</c:v>
                </c:pt>
                <c:pt idx="9816" formatCode="0.0000">
                  <c:v>7.0825000000000005</c:v>
                </c:pt>
                <c:pt idx="9817" formatCode="0.0000">
                  <c:v>7.083333333333333</c:v>
                </c:pt>
                <c:pt idx="9818" formatCode="0.0000">
                  <c:v>7.0841666666666665</c:v>
                </c:pt>
                <c:pt idx="9819" formatCode="0.0000">
                  <c:v>7.085</c:v>
                </c:pt>
                <c:pt idx="9820" formatCode="0.0000">
                  <c:v>7.0858333333333334</c:v>
                </c:pt>
                <c:pt idx="9821" formatCode="0.0000">
                  <c:v>7.0866666666666669</c:v>
                </c:pt>
                <c:pt idx="9822" formatCode="0.0000">
                  <c:v>7.0874999999999995</c:v>
                </c:pt>
                <c:pt idx="9823" formatCode="0.0000">
                  <c:v>7.0883333333333329</c:v>
                </c:pt>
                <c:pt idx="9824" formatCode="0.0000">
                  <c:v>7.0891666666666664</c:v>
                </c:pt>
                <c:pt idx="9825" formatCode="0.0000">
                  <c:v>7.09</c:v>
                </c:pt>
                <c:pt idx="9826" formatCode="0.0000">
                  <c:v>7.0908333333333333</c:v>
                </c:pt>
                <c:pt idx="9827" formatCode="0.0000">
                  <c:v>7.0916666666666659</c:v>
                </c:pt>
                <c:pt idx="9828" formatCode="0.0000">
                  <c:v>7.0924999999999994</c:v>
                </c:pt>
                <c:pt idx="9829" formatCode="0.0000">
                  <c:v>7.0933333333333337</c:v>
                </c:pt>
                <c:pt idx="9830" formatCode="0.0000">
                  <c:v>7.0941666666666672</c:v>
                </c:pt>
                <c:pt idx="9831" formatCode="0.0000">
                  <c:v>7.0950000000000006</c:v>
                </c:pt>
                <c:pt idx="9832" formatCode="0.0000">
                  <c:v>7.0958333333333332</c:v>
                </c:pt>
                <c:pt idx="9833" formatCode="0.0000">
                  <c:v>7.0966666666666667</c:v>
                </c:pt>
                <c:pt idx="9834" formatCode="0.0000">
                  <c:v>7.0975000000000001</c:v>
                </c:pt>
                <c:pt idx="9835" formatCode="0.0000">
                  <c:v>7.0983333333333336</c:v>
                </c:pt>
                <c:pt idx="9836" formatCode="0.0000">
                  <c:v>7.0991666666666671</c:v>
                </c:pt>
                <c:pt idx="9837" formatCode="0.0000">
                  <c:v>7.1</c:v>
                </c:pt>
                <c:pt idx="9838" formatCode="0.0000">
                  <c:v>7.1008333333333331</c:v>
                </c:pt>
                <c:pt idx="9839" formatCode="0.0000">
                  <c:v>7.1016666666666666</c:v>
                </c:pt>
                <c:pt idx="9840" formatCode="0.0000">
                  <c:v>7.1025</c:v>
                </c:pt>
                <c:pt idx="9841" formatCode="0.0000">
                  <c:v>7.1033333333333335</c:v>
                </c:pt>
                <c:pt idx="9842" formatCode="0.0000">
                  <c:v>7.1041666666666661</c:v>
                </c:pt>
                <c:pt idx="9843" formatCode="0.0000">
                  <c:v>7.1049999999999995</c:v>
                </c:pt>
                <c:pt idx="9844" formatCode="0.0000">
                  <c:v>7.105833333333333</c:v>
                </c:pt>
                <c:pt idx="9845" formatCode="0.0000">
                  <c:v>7.1066666666666665</c:v>
                </c:pt>
                <c:pt idx="9846" formatCode="0.0000">
                  <c:v>7.1074999999999999</c:v>
                </c:pt>
                <c:pt idx="9847" formatCode="0.0000">
                  <c:v>7.1083333333333325</c:v>
                </c:pt>
                <c:pt idx="9848" formatCode="0.0000">
                  <c:v>7.1091666666666669</c:v>
                </c:pt>
                <c:pt idx="9849" formatCode="0.0000">
                  <c:v>7.11</c:v>
                </c:pt>
                <c:pt idx="9850" formatCode="0.0000">
                  <c:v>7.1108333333333338</c:v>
                </c:pt>
                <c:pt idx="9851" formatCode="0.0000">
                  <c:v>7.1116666666666672</c:v>
                </c:pt>
                <c:pt idx="9852" formatCode="0.0000">
                  <c:v>7.1124999999999998</c:v>
                </c:pt>
                <c:pt idx="9853" formatCode="0.0000">
                  <c:v>7.1133333333333333</c:v>
                </c:pt>
                <c:pt idx="9854" formatCode="0.0000">
                  <c:v>7.1141666666666667</c:v>
                </c:pt>
                <c:pt idx="9855" formatCode="0.0000">
                  <c:v>7.1150000000000002</c:v>
                </c:pt>
                <c:pt idx="9856" formatCode="0.0000">
                  <c:v>7.1158333333333337</c:v>
                </c:pt>
                <c:pt idx="9857" formatCode="0.0000">
                  <c:v>7.1166666666666663</c:v>
                </c:pt>
                <c:pt idx="9858" formatCode="0.0000">
                  <c:v>7.1174999999999997</c:v>
                </c:pt>
                <c:pt idx="9859" formatCode="0.0000">
                  <c:v>7.1183333333333332</c:v>
                </c:pt>
                <c:pt idx="9860" formatCode="0.0000">
                  <c:v>7.1191666666666666</c:v>
                </c:pt>
                <c:pt idx="9861" formatCode="0.0000">
                  <c:v>7.12</c:v>
                </c:pt>
                <c:pt idx="9862" formatCode="0.0000">
                  <c:v>7.1208333333333327</c:v>
                </c:pt>
                <c:pt idx="9863" formatCode="0.0000">
                  <c:v>7.1216666666666661</c:v>
                </c:pt>
                <c:pt idx="9864" formatCode="0.0000">
                  <c:v>7.1224999999999996</c:v>
                </c:pt>
                <c:pt idx="9865" formatCode="0.0000">
                  <c:v>7.1233333333333331</c:v>
                </c:pt>
                <c:pt idx="9866" formatCode="0.0000">
                  <c:v>7.1241666666666674</c:v>
                </c:pt>
                <c:pt idx="9867" formatCode="0.0000">
                  <c:v>7.125</c:v>
                </c:pt>
                <c:pt idx="9868" formatCode="0.0000">
                  <c:v>7.1258333333333335</c:v>
                </c:pt>
                <c:pt idx="9869" formatCode="0.0000">
                  <c:v>7.1266666666666669</c:v>
                </c:pt>
                <c:pt idx="9870" formatCode="0.0000">
                  <c:v>7.1275000000000004</c:v>
                </c:pt>
                <c:pt idx="9871" formatCode="0.0000">
                  <c:v>7.1283333333333339</c:v>
                </c:pt>
                <c:pt idx="9872" formatCode="0.0000">
                  <c:v>7.1291666666666664</c:v>
                </c:pt>
                <c:pt idx="9873" formatCode="0.0000">
                  <c:v>7.13</c:v>
                </c:pt>
                <c:pt idx="9874" formatCode="0.0000">
                  <c:v>7.1308333333333334</c:v>
                </c:pt>
                <c:pt idx="9875" formatCode="0.0000">
                  <c:v>7.1316666666666668</c:v>
                </c:pt>
                <c:pt idx="9876" formatCode="0.0000">
                  <c:v>7.1325000000000003</c:v>
                </c:pt>
                <c:pt idx="9877" formatCode="0.0000">
                  <c:v>7.1333333333333329</c:v>
                </c:pt>
                <c:pt idx="9878" formatCode="0.0000">
                  <c:v>7.1341666666666663</c:v>
                </c:pt>
                <c:pt idx="9879" formatCode="0.0000">
                  <c:v>7.1349999999999998</c:v>
                </c:pt>
                <c:pt idx="9880" formatCode="0.0000">
                  <c:v>7.1358333333333333</c:v>
                </c:pt>
                <c:pt idx="9881" formatCode="0.0000">
                  <c:v>7.1366666666666667</c:v>
                </c:pt>
                <c:pt idx="9882" formatCode="0.0000">
                  <c:v>7.1374999999999993</c:v>
                </c:pt>
                <c:pt idx="9883" formatCode="0.0000">
                  <c:v>7.1383333333333328</c:v>
                </c:pt>
                <c:pt idx="9884" formatCode="0.0000">
                  <c:v>7.1391666666666662</c:v>
                </c:pt>
                <c:pt idx="9885" formatCode="0.0000">
                  <c:v>7.1400000000000006</c:v>
                </c:pt>
                <c:pt idx="9886" formatCode="0.0000">
                  <c:v>7.140833333333334</c:v>
                </c:pt>
                <c:pt idx="9887" formatCode="0.0000">
                  <c:v>7.1416666666666666</c:v>
                </c:pt>
                <c:pt idx="9888" formatCode="0.0000">
                  <c:v>7.1425000000000001</c:v>
                </c:pt>
                <c:pt idx="9889" formatCode="0.0000">
                  <c:v>7.1433333333333335</c:v>
                </c:pt>
                <c:pt idx="9890" formatCode="0.0000">
                  <c:v>7.144166666666667</c:v>
                </c:pt>
                <c:pt idx="9891" formatCode="0.0000">
                  <c:v>7.1450000000000005</c:v>
                </c:pt>
                <c:pt idx="9892" formatCode="0.0000">
                  <c:v>7.145833333333333</c:v>
                </c:pt>
                <c:pt idx="9893" formatCode="0.0000">
                  <c:v>7.1466666666666665</c:v>
                </c:pt>
                <c:pt idx="9894" formatCode="0.0000">
                  <c:v>7.1475</c:v>
                </c:pt>
                <c:pt idx="9895" formatCode="0.0000">
                  <c:v>7.1483333333333334</c:v>
                </c:pt>
                <c:pt idx="9896" formatCode="0.0000">
                  <c:v>7.1491666666666669</c:v>
                </c:pt>
                <c:pt idx="9897" formatCode="0.0000">
                  <c:v>7.1499999999999995</c:v>
                </c:pt>
                <c:pt idx="9898" formatCode="0.0000">
                  <c:v>7.1508333333333329</c:v>
                </c:pt>
                <c:pt idx="9899" formatCode="0.0000">
                  <c:v>7.1516666666666664</c:v>
                </c:pt>
                <c:pt idx="9900" formatCode="0.0000">
                  <c:v>7.1524999999999999</c:v>
                </c:pt>
                <c:pt idx="9901" formatCode="0.0000">
                  <c:v>7.1533333333333333</c:v>
                </c:pt>
                <c:pt idx="9902" formatCode="0.0000">
                  <c:v>7.1541666666666659</c:v>
                </c:pt>
                <c:pt idx="9903" formatCode="0.0000">
                  <c:v>7.1549999999999994</c:v>
                </c:pt>
                <c:pt idx="9904" formatCode="0.0000">
                  <c:v>7.1558333333333337</c:v>
                </c:pt>
                <c:pt idx="9905" formatCode="0.0000">
                  <c:v>7.1566666666666672</c:v>
                </c:pt>
                <c:pt idx="9906" formatCode="0.0000">
                  <c:v>7.1575000000000006</c:v>
                </c:pt>
                <c:pt idx="9907" formatCode="0.0000">
                  <c:v>7.1583333333333332</c:v>
                </c:pt>
                <c:pt idx="9908" formatCode="0.0000">
                  <c:v>7.1591666666666667</c:v>
                </c:pt>
                <c:pt idx="9909" formatCode="0.0000">
                  <c:v>7.16</c:v>
                </c:pt>
                <c:pt idx="9910" formatCode="0.0000">
                  <c:v>7.1608333333333336</c:v>
                </c:pt>
                <c:pt idx="9911" formatCode="0.0000">
                  <c:v>7.1616666666666671</c:v>
                </c:pt>
                <c:pt idx="9912" formatCode="0.0000">
                  <c:v>7.1624999999999996</c:v>
                </c:pt>
                <c:pt idx="9913" formatCode="0.0000">
                  <c:v>7.1633333333333331</c:v>
                </c:pt>
                <c:pt idx="9914" formatCode="0.0000">
                  <c:v>7.1641666666666666</c:v>
                </c:pt>
                <c:pt idx="9915" formatCode="0.0000">
                  <c:v>7.165</c:v>
                </c:pt>
                <c:pt idx="9916" formatCode="0.0000">
                  <c:v>7.1658333333333335</c:v>
                </c:pt>
                <c:pt idx="9917" formatCode="0.0000">
                  <c:v>7.1666666666666661</c:v>
                </c:pt>
                <c:pt idx="9918" formatCode="0.0000">
                  <c:v>7.1674999999999995</c:v>
                </c:pt>
                <c:pt idx="9919" formatCode="0.0000">
                  <c:v>7.168333333333333</c:v>
                </c:pt>
                <c:pt idx="9920" formatCode="0.0000">
                  <c:v>7.1691666666666665</c:v>
                </c:pt>
                <c:pt idx="9921" formatCode="0.0000">
                  <c:v>7.17</c:v>
                </c:pt>
                <c:pt idx="9922" formatCode="0.0000">
                  <c:v>7.1708333333333325</c:v>
                </c:pt>
                <c:pt idx="9923" formatCode="0.0000">
                  <c:v>7.1716666666666669</c:v>
                </c:pt>
                <c:pt idx="9924" formatCode="0.0000">
                  <c:v>7.1725000000000003</c:v>
                </c:pt>
                <c:pt idx="9925" formatCode="0.0000">
                  <c:v>7.1733333333333338</c:v>
                </c:pt>
                <c:pt idx="9926" formatCode="0.0000">
                  <c:v>7.1741666666666672</c:v>
                </c:pt>
                <c:pt idx="9927" formatCode="0.0000">
                  <c:v>7.1749999999999998</c:v>
                </c:pt>
                <c:pt idx="9928" formatCode="0.0000">
                  <c:v>7.1758333333333333</c:v>
                </c:pt>
                <c:pt idx="9929" formatCode="0.0000">
                  <c:v>7.1766666666666667</c:v>
                </c:pt>
                <c:pt idx="9930" formatCode="0.0000">
                  <c:v>7.1775000000000002</c:v>
                </c:pt>
                <c:pt idx="9931" formatCode="0.0000">
                  <c:v>7.1783333333333337</c:v>
                </c:pt>
                <c:pt idx="9932" formatCode="0.0000">
                  <c:v>7.1791666666666663</c:v>
                </c:pt>
                <c:pt idx="9933" formatCode="0.0000">
                  <c:v>7.18</c:v>
                </c:pt>
                <c:pt idx="9934" formatCode="0.0000">
                  <c:v>7.1808333333333332</c:v>
                </c:pt>
                <c:pt idx="9935" formatCode="0.0000">
                  <c:v>7.1816666666666666</c:v>
                </c:pt>
                <c:pt idx="9936" formatCode="0.0000">
                  <c:v>7.1825000000000001</c:v>
                </c:pt>
                <c:pt idx="9937" formatCode="0.0000">
                  <c:v>7.1833333333333327</c:v>
                </c:pt>
                <c:pt idx="9938" formatCode="0.0000">
                  <c:v>7.1841666666666661</c:v>
                </c:pt>
                <c:pt idx="9939" formatCode="0.0000">
                  <c:v>7.1849999999999996</c:v>
                </c:pt>
                <c:pt idx="9940" formatCode="0.0000">
                  <c:v>7.1858333333333331</c:v>
                </c:pt>
                <c:pt idx="9941" formatCode="0.0000">
                  <c:v>7.1866666666666674</c:v>
                </c:pt>
                <c:pt idx="9942" formatCode="0.0000">
                  <c:v>7.1875</c:v>
                </c:pt>
                <c:pt idx="9943" formatCode="0.0000">
                  <c:v>7.1883333333333335</c:v>
                </c:pt>
                <c:pt idx="9944" formatCode="0.0000">
                  <c:v>7.1891666666666669</c:v>
                </c:pt>
                <c:pt idx="9945" formatCode="0.0000">
                  <c:v>7.19</c:v>
                </c:pt>
                <c:pt idx="9946" formatCode="0.0000">
                  <c:v>7.1908333333333339</c:v>
                </c:pt>
                <c:pt idx="9947" formatCode="0.0000">
                  <c:v>7.1916666666666664</c:v>
                </c:pt>
                <c:pt idx="9948" formatCode="0.0000">
                  <c:v>7.1924999999999999</c:v>
                </c:pt>
                <c:pt idx="9949" formatCode="0.0000">
                  <c:v>7.1933333333333334</c:v>
                </c:pt>
                <c:pt idx="9950" formatCode="0.0000">
                  <c:v>7.1941666666666668</c:v>
                </c:pt>
                <c:pt idx="9951" formatCode="0.0000">
                  <c:v>7.1950000000000003</c:v>
                </c:pt>
                <c:pt idx="9952" formatCode="0.0000">
                  <c:v>7.1958333333333329</c:v>
                </c:pt>
                <c:pt idx="9953" formatCode="0.0000">
                  <c:v>7.1966666666666663</c:v>
                </c:pt>
                <c:pt idx="9954" formatCode="0.0000">
                  <c:v>7.1974999999999998</c:v>
                </c:pt>
                <c:pt idx="9955" formatCode="0.0000">
                  <c:v>7.1983333333333333</c:v>
                </c:pt>
                <c:pt idx="9956" formatCode="0.0000">
                  <c:v>7.1991666666666667</c:v>
                </c:pt>
                <c:pt idx="9957" formatCode="0.0000">
                  <c:v>7.1999999999999993</c:v>
                </c:pt>
                <c:pt idx="9958" formatCode="0.0000">
                  <c:v>7.2008333333333328</c:v>
                </c:pt>
                <c:pt idx="9959" formatCode="0.0000">
                  <c:v>7.2016666666666662</c:v>
                </c:pt>
                <c:pt idx="9960" formatCode="0.0000">
                  <c:v>7.2025000000000006</c:v>
                </c:pt>
                <c:pt idx="9961" formatCode="0.0000">
                  <c:v>7.203333333333334</c:v>
                </c:pt>
                <c:pt idx="9962" formatCode="0.0000">
                  <c:v>7.2041666666666666</c:v>
                </c:pt>
                <c:pt idx="9963" formatCode="0.0000">
                  <c:v>7.2050000000000001</c:v>
                </c:pt>
                <c:pt idx="9964" formatCode="0.0000">
                  <c:v>7.2058333333333335</c:v>
                </c:pt>
                <c:pt idx="9965" formatCode="0.0000">
                  <c:v>7.206666666666667</c:v>
                </c:pt>
                <c:pt idx="9966" formatCode="0.0000">
                  <c:v>7.2075000000000005</c:v>
                </c:pt>
                <c:pt idx="9967" formatCode="0.0000">
                  <c:v>7.208333333333333</c:v>
                </c:pt>
                <c:pt idx="9968" formatCode="0.0000">
                  <c:v>7.2091666666666665</c:v>
                </c:pt>
                <c:pt idx="9969" formatCode="0.0000">
                  <c:v>7.21</c:v>
                </c:pt>
                <c:pt idx="9970" formatCode="0.0000">
                  <c:v>7.2108333333333334</c:v>
                </c:pt>
                <c:pt idx="9971" formatCode="0.0000">
                  <c:v>7.2116666666666669</c:v>
                </c:pt>
                <c:pt idx="9972" formatCode="0.0000">
                  <c:v>7.2124999999999995</c:v>
                </c:pt>
                <c:pt idx="9973" formatCode="0.0000">
                  <c:v>7.2133333333333329</c:v>
                </c:pt>
                <c:pt idx="9974" formatCode="0.0000">
                  <c:v>7.2141666666666664</c:v>
                </c:pt>
                <c:pt idx="9975" formatCode="0.0000">
                  <c:v>7.2149999999999999</c:v>
                </c:pt>
                <c:pt idx="9976" formatCode="0.0000">
                  <c:v>7.2158333333333333</c:v>
                </c:pt>
                <c:pt idx="9977" formatCode="0.0000">
                  <c:v>7.2166666666666659</c:v>
                </c:pt>
                <c:pt idx="9978" formatCode="0.0000">
                  <c:v>7.2174999999999994</c:v>
                </c:pt>
                <c:pt idx="9979" formatCode="0.0000">
                  <c:v>7.2183333333333337</c:v>
                </c:pt>
                <c:pt idx="9980" formatCode="0.0000">
                  <c:v>7.2191666666666672</c:v>
                </c:pt>
                <c:pt idx="9981" formatCode="0.0000">
                  <c:v>7.2200000000000006</c:v>
                </c:pt>
                <c:pt idx="9982" formatCode="0.0000">
                  <c:v>7.2208333333333332</c:v>
                </c:pt>
                <c:pt idx="9983" formatCode="0.0000">
                  <c:v>7.2216666666666667</c:v>
                </c:pt>
                <c:pt idx="9984" formatCode="0.0000">
                  <c:v>7.2225000000000001</c:v>
                </c:pt>
                <c:pt idx="9985" formatCode="0.0000">
                  <c:v>7.2233333333333336</c:v>
                </c:pt>
                <c:pt idx="9986" formatCode="0.0000">
                  <c:v>7.2241666666666671</c:v>
                </c:pt>
                <c:pt idx="9987" formatCode="0.0000">
                  <c:v>7.2249999999999996</c:v>
                </c:pt>
                <c:pt idx="9988" formatCode="0.0000">
                  <c:v>7.2258333333333331</c:v>
                </c:pt>
                <c:pt idx="9989" formatCode="0.0000">
                  <c:v>7.2266666666666666</c:v>
                </c:pt>
                <c:pt idx="9990" formatCode="0.0000">
                  <c:v>7.2275</c:v>
                </c:pt>
                <c:pt idx="9991" formatCode="0.0000">
                  <c:v>7.2283333333333335</c:v>
                </c:pt>
                <c:pt idx="9992" formatCode="0.0000">
                  <c:v>7.2291666666666661</c:v>
                </c:pt>
                <c:pt idx="9993" formatCode="0.0000">
                  <c:v>7.2299999999999995</c:v>
                </c:pt>
                <c:pt idx="9994" formatCode="0.0000">
                  <c:v>7.230833333333333</c:v>
                </c:pt>
                <c:pt idx="9995" formatCode="0.0000">
                  <c:v>7.2316666666666665</c:v>
                </c:pt>
                <c:pt idx="9996" formatCode="0.0000">
                  <c:v>7.2324999999999999</c:v>
                </c:pt>
                <c:pt idx="9997" formatCode="0.0000">
                  <c:v>7.2333333333333325</c:v>
                </c:pt>
                <c:pt idx="9998" formatCode="0.0000">
                  <c:v>7.2341666666666669</c:v>
                </c:pt>
                <c:pt idx="9999" formatCode="0.0000">
                  <c:v>7.2350000000000003</c:v>
                </c:pt>
                <c:pt idx="10000" formatCode="0.0000">
                  <c:v>7.2358333333333338</c:v>
                </c:pt>
                <c:pt idx="10001" formatCode="0.0000">
                  <c:v>7.2366666666666672</c:v>
                </c:pt>
                <c:pt idx="10002" formatCode="0.0000">
                  <c:v>7.2374999999999998</c:v>
                </c:pt>
                <c:pt idx="10003" formatCode="0.0000">
                  <c:v>7.2383333333333333</c:v>
                </c:pt>
                <c:pt idx="10004" formatCode="0.0000">
                  <c:v>7.2391666666666667</c:v>
                </c:pt>
                <c:pt idx="10005" formatCode="0.0000">
                  <c:v>7.24</c:v>
                </c:pt>
                <c:pt idx="10006" formatCode="0.0000">
                  <c:v>7.2408333333333337</c:v>
                </c:pt>
                <c:pt idx="10007" formatCode="0.0000">
                  <c:v>7.2416666666666663</c:v>
                </c:pt>
                <c:pt idx="10008" formatCode="0.0000">
                  <c:v>7.2424999999999997</c:v>
                </c:pt>
                <c:pt idx="10009" formatCode="0.0000">
                  <c:v>7.2433333333333332</c:v>
                </c:pt>
                <c:pt idx="10010" formatCode="0.0000">
                  <c:v>7.2441666666666666</c:v>
                </c:pt>
                <c:pt idx="10011" formatCode="0.0000">
                  <c:v>7.2450000000000001</c:v>
                </c:pt>
                <c:pt idx="10012" formatCode="0.0000">
                  <c:v>7.2458333333333327</c:v>
                </c:pt>
                <c:pt idx="10013" formatCode="0.0000">
                  <c:v>7.2466666666666661</c:v>
                </c:pt>
                <c:pt idx="10014" formatCode="0.0000">
                  <c:v>7.2474999999999996</c:v>
                </c:pt>
                <c:pt idx="10015" formatCode="0.0000">
                  <c:v>7.2483333333333331</c:v>
                </c:pt>
                <c:pt idx="10016" formatCode="0.0000">
                  <c:v>7.2491666666666674</c:v>
                </c:pt>
                <c:pt idx="10017" formatCode="0.0000">
                  <c:v>7.25</c:v>
                </c:pt>
                <c:pt idx="10018" formatCode="0.0000">
                  <c:v>7.2508333333333335</c:v>
                </c:pt>
                <c:pt idx="10019" formatCode="0.0000">
                  <c:v>7.2516666666666669</c:v>
                </c:pt>
                <c:pt idx="10020" formatCode="0.0000">
                  <c:v>7.2525000000000004</c:v>
                </c:pt>
                <c:pt idx="10021" formatCode="0.0000">
                  <c:v>7.2533333333333339</c:v>
                </c:pt>
                <c:pt idx="10022" formatCode="0.0000">
                  <c:v>7.2541666666666664</c:v>
                </c:pt>
                <c:pt idx="10023" formatCode="0.0000">
                  <c:v>7.2549999999999999</c:v>
                </c:pt>
                <c:pt idx="10024" formatCode="0.0000">
                  <c:v>7.2558333333333334</c:v>
                </c:pt>
                <c:pt idx="10025" formatCode="0.0000">
                  <c:v>7.2566666666666668</c:v>
                </c:pt>
                <c:pt idx="10026" formatCode="0.0000">
                  <c:v>7.2575000000000003</c:v>
                </c:pt>
                <c:pt idx="10027" formatCode="0.0000">
                  <c:v>7.2583333333333329</c:v>
                </c:pt>
                <c:pt idx="10028" formatCode="0.0000">
                  <c:v>7.2591666666666663</c:v>
                </c:pt>
                <c:pt idx="10029" formatCode="0.0000">
                  <c:v>7.26</c:v>
                </c:pt>
                <c:pt idx="10030" formatCode="0.0000">
                  <c:v>7.2608333333333333</c:v>
                </c:pt>
                <c:pt idx="10031" formatCode="0.0000">
                  <c:v>7.2616666666666667</c:v>
                </c:pt>
                <c:pt idx="10032" formatCode="0.0000">
                  <c:v>7.2624999999999993</c:v>
                </c:pt>
                <c:pt idx="10033" formatCode="0.0000">
                  <c:v>7.2633333333333328</c:v>
                </c:pt>
                <c:pt idx="10034" formatCode="0.0000">
                  <c:v>7.2641666666666662</c:v>
                </c:pt>
                <c:pt idx="10035" formatCode="0.0000">
                  <c:v>7.2650000000000006</c:v>
                </c:pt>
                <c:pt idx="10036" formatCode="0.0000">
                  <c:v>7.265833333333334</c:v>
                </c:pt>
                <c:pt idx="10037" formatCode="0.0000">
                  <c:v>7.2666666666666666</c:v>
                </c:pt>
                <c:pt idx="10038" formatCode="0.0000">
                  <c:v>7.2675000000000001</c:v>
                </c:pt>
                <c:pt idx="10039" formatCode="0.0000">
                  <c:v>7.2683333333333335</c:v>
                </c:pt>
                <c:pt idx="10040" formatCode="0.0000">
                  <c:v>7.269166666666667</c:v>
                </c:pt>
                <c:pt idx="10041" formatCode="0.0000">
                  <c:v>7.2700000000000005</c:v>
                </c:pt>
                <c:pt idx="10042" formatCode="0.0000">
                  <c:v>7.270833333333333</c:v>
                </c:pt>
                <c:pt idx="10043" formatCode="0.0000">
                  <c:v>7.2716666666666665</c:v>
                </c:pt>
                <c:pt idx="10044" formatCode="0.0000">
                  <c:v>7.2725</c:v>
                </c:pt>
                <c:pt idx="10045" formatCode="0.0000">
                  <c:v>7.2733333333333334</c:v>
                </c:pt>
                <c:pt idx="10046" formatCode="0.0000">
                  <c:v>7.2741666666666669</c:v>
                </c:pt>
                <c:pt idx="10047" formatCode="0.0000">
                  <c:v>7.2749999999999995</c:v>
                </c:pt>
                <c:pt idx="10048" formatCode="0.0000">
                  <c:v>7.2758333333333329</c:v>
                </c:pt>
                <c:pt idx="10049" formatCode="0.0000">
                  <c:v>7.2766666666666664</c:v>
                </c:pt>
                <c:pt idx="10050" formatCode="0.0000">
                  <c:v>7.2774999999999999</c:v>
                </c:pt>
                <c:pt idx="10051" formatCode="0.0000">
                  <c:v>7.2783333333333333</c:v>
                </c:pt>
                <c:pt idx="10052" formatCode="0.0000">
                  <c:v>7.2791666666666659</c:v>
                </c:pt>
                <c:pt idx="10053" formatCode="0.0000">
                  <c:v>7.2799999999999994</c:v>
                </c:pt>
                <c:pt idx="10054" formatCode="0.0000">
                  <c:v>7.2808333333333337</c:v>
                </c:pt>
                <c:pt idx="10055" formatCode="0.0000">
                  <c:v>7.2816666666666672</c:v>
                </c:pt>
                <c:pt idx="10056" formatCode="0.0000">
                  <c:v>7.2825000000000006</c:v>
                </c:pt>
                <c:pt idx="10057" formatCode="0.0000">
                  <c:v>7.2833333333333332</c:v>
                </c:pt>
                <c:pt idx="10058" formatCode="0.0000">
                  <c:v>7.2841666666666667</c:v>
                </c:pt>
                <c:pt idx="10059" formatCode="0.0000">
                  <c:v>7.2850000000000001</c:v>
                </c:pt>
                <c:pt idx="10060" formatCode="0.0000">
                  <c:v>7.2858333333333336</c:v>
                </c:pt>
                <c:pt idx="10061" formatCode="0.0000">
                  <c:v>7.2866666666666671</c:v>
                </c:pt>
                <c:pt idx="10062" formatCode="0.0000">
                  <c:v>7.2874999999999996</c:v>
                </c:pt>
                <c:pt idx="10063" formatCode="0.0000">
                  <c:v>7.2883333333333331</c:v>
                </c:pt>
                <c:pt idx="10064" formatCode="0.0000">
                  <c:v>7.2891666666666666</c:v>
                </c:pt>
                <c:pt idx="10065" formatCode="0.0000">
                  <c:v>7.29</c:v>
                </c:pt>
                <c:pt idx="10066" formatCode="0.0000">
                  <c:v>7.2908333333333335</c:v>
                </c:pt>
                <c:pt idx="10067" formatCode="0.0000">
                  <c:v>7.2916666666666661</c:v>
                </c:pt>
                <c:pt idx="10068" formatCode="0.0000">
                  <c:v>7.2924999999999995</c:v>
                </c:pt>
                <c:pt idx="10069" formatCode="0.0000">
                  <c:v>7.293333333333333</c:v>
                </c:pt>
                <c:pt idx="10070" formatCode="0.0000">
                  <c:v>7.2941666666666665</c:v>
                </c:pt>
                <c:pt idx="10071" formatCode="0.0000">
                  <c:v>7.2949999999999999</c:v>
                </c:pt>
                <c:pt idx="10072" formatCode="0.0000">
                  <c:v>7.2958333333333325</c:v>
                </c:pt>
                <c:pt idx="10073" formatCode="0.0000">
                  <c:v>7.2966666666666669</c:v>
                </c:pt>
                <c:pt idx="10074" formatCode="0.0000">
                  <c:v>7.2975000000000003</c:v>
                </c:pt>
                <c:pt idx="10075" formatCode="0.0000">
                  <c:v>7.2983333333333338</c:v>
                </c:pt>
                <c:pt idx="10076" formatCode="0.0000">
                  <c:v>7.2991666666666672</c:v>
                </c:pt>
                <c:pt idx="10077" formatCode="0.0000">
                  <c:v>7.3</c:v>
                </c:pt>
                <c:pt idx="10078" formatCode="0.0000">
                  <c:v>7.3008333333333333</c:v>
                </c:pt>
                <c:pt idx="10079" formatCode="0.0000">
                  <c:v>7.3016666666666667</c:v>
                </c:pt>
                <c:pt idx="10080" formatCode="0.0000">
                  <c:v>7.3025000000000002</c:v>
                </c:pt>
                <c:pt idx="10081" formatCode="0.0000">
                  <c:v>7.3033333333333337</c:v>
                </c:pt>
                <c:pt idx="10082" formatCode="0.0000">
                  <c:v>7.3041666666666663</c:v>
                </c:pt>
                <c:pt idx="10083" formatCode="0.0000">
                  <c:v>7.3049999999999997</c:v>
                </c:pt>
                <c:pt idx="10084" formatCode="0.0000">
                  <c:v>7.3058333333333332</c:v>
                </c:pt>
                <c:pt idx="10085" formatCode="0.0000">
                  <c:v>7.3066666666666666</c:v>
                </c:pt>
                <c:pt idx="10086" formatCode="0.0000">
                  <c:v>7.3075000000000001</c:v>
                </c:pt>
                <c:pt idx="10087" formatCode="0.0000">
                  <c:v>7.3083333333333327</c:v>
                </c:pt>
                <c:pt idx="10088" formatCode="0.0000">
                  <c:v>7.3091666666666661</c:v>
                </c:pt>
                <c:pt idx="10089" formatCode="0.0000">
                  <c:v>7.31</c:v>
                </c:pt>
                <c:pt idx="10090" formatCode="0.0000">
                  <c:v>7.3108333333333331</c:v>
                </c:pt>
                <c:pt idx="10091" formatCode="0.0000">
                  <c:v>7.3116666666666674</c:v>
                </c:pt>
                <c:pt idx="10092" formatCode="0.0000">
                  <c:v>7.3125</c:v>
                </c:pt>
                <c:pt idx="10093" formatCode="0.0000">
                  <c:v>7.3133333333333335</c:v>
                </c:pt>
                <c:pt idx="10094" formatCode="0.0000">
                  <c:v>7.3141666666666669</c:v>
                </c:pt>
                <c:pt idx="10095" formatCode="0.0000">
                  <c:v>7.3150000000000004</c:v>
                </c:pt>
                <c:pt idx="10096" formatCode="0.0000">
                  <c:v>7.3158333333333339</c:v>
                </c:pt>
                <c:pt idx="10097" formatCode="0.0000">
                  <c:v>7.3166666666666664</c:v>
                </c:pt>
                <c:pt idx="10098" formatCode="0.0000">
                  <c:v>7.3174999999999999</c:v>
                </c:pt>
                <c:pt idx="10099" formatCode="0.0000">
                  <c:v>7.3183333333333334</c:v>
                </c:pt>
                <c:pt idx="10100" formatCode="0.0000">
                  <c:v>7.3191666666666668</c:v>
                </c:pt>
                <c:pt idx="10101" formatCode="0.0000">
                  <c:v>7.32</c:v>
                </c:pt>
                <c:pt idx="10102" formatCode="0.0000">
                  <c:v>7.3208333333333329</c:v>
                </c:pt>
                <c:pt idx="10103" formatCode="0.0000">
                  <c:v>7.3216666666666663</c:v>
                </c:pt>
                <c:pt idx="10104" formatCode="0.0000">
                  <c:v>7.3224999999999998</c:v>
                </c:pt>
                <c:pt idx="10105" formatCode="0.0000">
                  <c:v>7.3233333333333333</c:v>
                </c:pt>
                <c:pt idx="10106" formatCode="0.0000">
                  <c:v>7.3241666666666667</c:v>
                </c:pt>
                <c:pt idx="10107" formatCode="0.0000">
                  <c:v>7.3249999999999993</c:v>
                </c:pt>
                <c:pt idx="10108" formatCode="0.0000">
                  <c:v>7.3258333333333328</c:v>
                </c:pt>
                <c:pt idx="10109" formatCode="0.0000">
                  <c:v>7.3266666666666662</c:v>
                </c:pt>
                <c:pt idx="10110" formatCode="0.0000">
                  <c:v>7.3275000000000006</c:v>
                </c:pt>
                <c:pt idx="10111" formatCode="0.0000">
                  <c:v>7.328333333333334</c:v>
                </c:pt>
                <c:pt idx="10112" formatCode="0.0000">
                  <c:v>7.3291666666666666</c:v>
                </c:pt>
                <c:pt idx="10113" formatCode="0.0000">
                  <c:v>7.33</c:v>
                </c:pt>
                <c:pt idx="10114" formatCode="0.0000">
                  <c:v>7.3308333333333335</c:v>
                </c:pt>
                <c:pt idx="10115" formatCode="0.0000">
                  <c:v>7.331666666666667</c:v>
                </c:pt>
                <c:pt idx="10116" formatCode="0.0000">
                  <c:v>7.3325000000000005</c:v>
                </c:pt>
                <c:pt idx="10117" formatCode="0.0000">
                  <c:v>7.333333333333333</c:v>
                </c:pt>
                <c:pt idx="10118" formatCode="0.0000">
                  <c:v>7.3341666666666665</c:v>
                </c:pt>
                <c:pt idx="10119" formatCode="0.0000">
                  <c:v>7.335</c:v>
                </c:pt>
                <c:pt idx="10120" formatCode="0.0000">
                  <c:v>7.3358333333333334</c:v>
                </c:pt>
                <c:pt idx="10121" formatCode="0.0000">
                  <c:v>7.3366666666666669</c:v>
                </c:pt>
                <c:pt idx="10122" formatCode="0.0000">
                  <c:v>7.3374999999999995</c:v>
                </c:pt>
                <c:pt idx="10123" formatCode="0.0000">
                  <c:v>7.3383333333333329</c:v>
                </c:pt>
                <c:pt idx="10124" formatCode="0.0000">
                  <c:v>7.3391666666666664</c:v>
                </c:pt>
                <c:pt idx="10125" formatCode="0.0000">
                  <c:v>7.34</c:v>
                </c:pt>
                <c:pt idx="10126" formatCode="0.0000">
                  <c:v>7.3408333333333333</c:v>
                </c:pt>
                <c:pt idx="10127" formatCode="0.0000">
                  <c:v>7.3416666666666659</c:v>
                </c:pt>
                <c:pt idx="10128" formatCode="0.0000">
                  <c:v>7.3424999999999994</c:v>
                </c:pt>
                <c:pt idx="10129" formatCode="0.0000">
                  <c:v>7.3433333333333337</c:v>
                </c:pt>
                <c:pt idx="10130" formatCode="0.0000">
                  <c:v>7.3441666666666672</c:v>
                </c:pt>
                <c:pt idx="10131" formatCode="0.0000">
                  <c:v>7.3450000000000006</c:v>
                </c:pt>
                <c:pt idx="10132" formatCode="0.0000">
                  <c:v>7.3458333333333332</c:v>
                </c:pt>
                <c:pt idx="10133" formatCode="0.0000">
                  <c:v>7.3466666666666667</c:v>
                </c:pt>
                <c:pt idx="10134" formatCode="0.0000">
                  <c:v>7.3475000000000001</c:v>
                </c:pt>
                <c:pt idx="10135" formatCode="0.0000">
                  <c:v>7.3483333333333336</c:v>
                </c:pt>
                <c:pt idx="10136" formatCode="0.0000">
                  <c:v>7.3491666666666671</c:v>
                </c:pt>
                <c:pt idx="10137" formatCode="0.0000">
                  <c:v>7.35</c:v>
                </c:pt>
                <c:pt idx="10138" formatCode="0.0000">
                  <c:v>7.3508333333333331</c:v>
                </c:pt>
                <c:pt idx="10139" formatCode="0.0000">
                  <c:v>7.3516666666666666</c:v>
                </c:pt>
                <c:pt idx="10140" formatCode="0.0000">
                  <c:v>7.3525</c:v>
                </c:pt>
                <c:pt idx="10141" formatCode="0.0000">
                  <c:v>7.3533333333333335</c:v>
                </c:pt>
                <c:pt idx="10142" formatCode="0.0000">
                  <c:v>7.3541666666666661</c:v>
                </c:pt>
                <c:pt idx="10143" formatCode="0.0000">
                  <c:v>7.3549999999999995</c:v>
                </c:pt>
                <c:pt idx="10144" formatCode="0.0000">
                  <c:v>7.355833333333333</c:v>
                </c:pt>
                <c:pt idx="10145" formatCode="0.0000">
                  <c:v>7.3566666666666665</c:v>
                </c:pt>
                <c:pt idx="10146" formatCode="0.0000">
                  <c:v>7.3574999999999999</c:v>
                </c:pt>
                <c:pt idx="10147" formatCode="0.0000">
                  <c:v>7.3583333333333325</c:v>
                </c:pt>
                <c:pt idx="10148" formatCode="0.0000">
                  <c:v>7.3591666666666669</c:v>
                </c:pt>
                <c:pt idx="10149" formatCode="0.0000">
                  <c:v>7.36</c:v>
                </c:pt>
                <c:pt idx="10150" formatCode="0.0000">
                  <c:v>7.3608333333333338</c:v>
                </c:pt>
                <c:pt idx="10151" formatCode="0.0000">
                  <c:v>7.3616666666666672</c:v>
                </c:pt>
                <c:pt idx="10152" formatCode="0.0000">
                  <c:v>7.3624999999999998</c:v>
                </c:pt>
                <c:pt idx="10153" formatCode="0.0000">
                  <c:v>7.3633333333333333</c:v>
                </c:pt>
                <c:pt idx="10154" formatCode="0.0000">
                  <c:v>7.3641666666666667</c:v>
                </c:pt>
                <c:pt idx="10155" formatCode="0.0000">
                  <c:v>7.3650000000000002</c:v>
                </c:pt>
                <c:pt idx="10156" formatCode="0.0000">
                  <c:v>7.3658333333333337</c:v>
                </c:pt>
                <c:pt idx="10157" formatCode="0.0000">
                  <c:v>7.3666666666666663</c:v>
                </c:pt>
                <c:pt idx="10158" formatCode="0.0000">
                  <c:v>7.3674999999999997</c:v>
                </c:pt>
                <c:pt idx="10159" formatCode="0.0000">
                  <c:v>7.3683333333333332</c:v>
                </c:pt>
                <c:pt idx="10160" formatCode="0.0000">
                  <c:v>7.3691666666666666</c:v>
                </c:pt>
                <c:pt idx="10161" formatCode="0.0000">
                  <c:v>7.37</c:v>
                </c:pt>
                <c:pt idx="10162" formatCode="0.0000">
                  <c:v>7.3708333333333327</c:v>
                </c:pt>
                <c:pt idx="10163" formatCode="0.0000">
                  <c:v>7.3716666666666661</c:v>
                </c:pt>
                <c:pt idx="10164" formatCode="0.0000">
                  <c:v>7.3724999999999996</c:v>
                </c:pt>
                <c:pt idx="10165" formatCode="0.0000">
                  <c:v>7.3733333333333331</c:v>
                </c:pt>
                <c:pt idx="10166" formatCode="0.0000">
                  <c:v>7.3741666666666674</c:v>
                </c:pt>
                <c:pt idx="10167" formatCode="0.0000">
                  <c:v>7.375</c:v>
                </c:pt>
                <c:pt idx="10168" formatCode="0.0000">
                  <c:v>7.3758333333333335</c:v>
                </c:pt>
                <c:pt idx="10169" formatCode="0.0000">
                  <c:v>7.3766666666666669</c:v>
                </c:pt>
                <c:pt idx="10170" formatCode="0.0000">
                  <c:v>7.3775000000000004</c:v>
                </c:pt>
                <c:pt idx="10171" formatCode="0.0000">
                  <c:v>7.3783333333333339</c:v>
                </c:pt>
                <c:pt idx="10172" formatCode="0.0000">
                  <c:v>7.3791666666666664</c:v>
                </c:pt>
                <c:pt idx="10173" formatCode="0.0000">
                  <c:v>7.38</c:v>
                </c:pt>
                <c:pt idx="10174" formatCode="0.0000">
                  <c:v>7.3808333333333334</c:v>
                </c:pt>
                <c:pt idx="10175" formatCode="0.0000">
                  <c:v>7.3816666666666668</c:v>
                </c:pt>
                <c:pt idx="10176" formatCode="0.0000">
                  <c:v>7.3825000000000003</c:v>
                </c:pt>
                <c:pt idx="10177" formatCode="0.0000">
                  <c:v>7.3833333333333329</c:v>
                </c:pt>
                <c:pt idx="10178" formatCode="0.0000">
                  <c:v>7.3841666666666663</c:v>
                </c:pt>
                <c:pt idx="10179" formatCode="0.0000">
                  <c:v>7.3849999999999998</c:v>
                </c:pt>
                <c:pt idx="10180" formatCode="0.0000">
                  <c:v>7.3858333333333333</c:v>
                </c:pt>
                <c:pt idx="10181" formatCode="0.0000">
                  <c:v>7.3866666666666667</c:v>
                </c:pt>
                <c:pt idx="10182" formatCode="0.0000">
                  <c:v>7.3874999999999993</c:v>
                </c:pt>
                <c:pt idx="10183" formatCode="0.0000">
                  <c:v>7.3883333333333328</c:v>
                </c:pt>
                <c:pt idx="10184" formatCode="0.0000">
                  <c:v>7.3891666666666662</c:v>
                </c:pt>
                <c:pt idx="10185" formatCode="0.0000">
                  <c:v>7.3900000000000006</c:v>
                </c:pt>
                <c:pt idx="10186" formatCode="0.0000">
                  <c:v>7.390833333333334</c:v>
                </c:pt>
                <c:pt idx="10187" formatCode="0.0000">
                  <c:v>7.3916666666666666</c:v>
                </c:pt>
                <c:pt idx="10188" formatCode="0.0000">
                  <c:v>7.3925000000000001</c:v>
                </c:pt>
                <c:pt idx="10189" formatCode="0.0000">
                  <c:v>7.3933333333333335</c:v>
                </c:pt>
                <c:pt idx="10190" formatCode="0.0000">
                  <c:v>7.394166666666667</c:v>
                </c:pt>
                <c:pt idx="10191" formatCode="0.0000">
                  <c:v>7.3950000000000005</c:v>
                </c:pt>
                <c:pt idx="10192" formatCode="0.0000">
                  <c:v>7.395833333333333</c:v>
                </c:pt>
                <c:pt idx="10193" formatCode="0.0000">
                  <c:v>7.3966666666666665</c:v>
                </c:pt>
                <c:pt idx="10194" formatCode="0.0000">
                  <c:v>7.3975</c:v>
                </c:pt>
                <c:pt idx="10195" formatCode="0.0000">
                  <c:v>7.3983333333333334</c:v>
                </c:pt>
                <c:pt idx="10196" formatCode="0.0000">
                  <c:v>7.3991666666666669</c:v>
                </c:pt>
                <c:pt idx="10197" formatCode="0.0000">
                  <c:v>7.3999999999999995</c:v>
                </c:pt>
                <c:pt idx="10198" formatCode="0.0000">
                  <c:v>7.4008333333333329</c:v>
                </c:pt>
                <c:pt idx="10199" formatCode="0.0000">
                  <c:v>7.4016666666666664</c:v>
                </c:pt>
                <c:pt idx="10200" formatCode="0.0000">
                  <c:v>7.4024999999999999</c:v>
                </c:pt>
                <c:pt idx="10201" formatCode="0.0000">
                  <c:v>7.4033333333333333</c:v>
                </c:pt>
                <c:pt idx="10202" formatCode="0.0000">
                  <c:v>7.4041666666666659</c:v>
                </c:pt>
                <c:pt idx="10203" formatCode="0.0000">
                  <c:v>7.4049999999999994</c:v>
                </c:pt>
                <c:pt idx="10204" formatCode="0.0000">
                  <c:v>7.4058333333333337</c:v>
                </c:pt>
                <c:pt idx="10205" formatCode="0.0000">
                  <c:v>7.4066666666666672</c:v>
                </c:pt>
                <c:pt idx="10206" formatCode="0.0000">
                  <c:v>7.4075000000000006</c:v>
                </c:pt>
                <c:pt idx="10207" formatCode="0.0000">
                  <c:v>7.4083333333333332</c:v>
                </c:pt>
                <c:pt idx="10208" formatCode="0.0000">
                  <c:v>7.4091666666666667</c:v>
                </c:pt>
                <c:pt idx="10209" formatCode="0.0000">
                  <c:v>7.41</c:v>
                </c:pt>
                <c:pt idx="10210" formatCode="0.0000">
                  <c:v>7.4108333333333336</c:v>
                </c:pt>
                <c:pt idx="10211" formatCode="0.0000">
                  <c:v>7.4116666666666671</c:v>
                </c:pt>
                <c:pt idx="10212" formatCode="0.0000">
                  <c:v>7.4124999999999996</c:v>
                </c:pt>
                <c:pt idx="10213" formatCode="0.0000">
                  <c:v>7.4133333333333331</c:v>
                </c:pt>
                <c:pt idx="10214" formatCode="0.0000">
                  <c:v>7.4141666666666666</c:v>
                </c:pt>
                <c:pt idx="10215" formatCode="0.0000">
                  <c:v>7.415</c:v>
                </c:pt>
                <c:pt idx="10216" formatCode="0.0000">
                  <c:v>7.4158333333333335</c:v>
                </c:pt>
                <c:pt idx="10217" formatCode="0.0000">
                  <c:v>7.4166666666666661</c:v>
                </c:pt>
                <c:pt idx="10218" formatCode="0.0000">
                  <c:v>7.4174999999999995</c:v>
                </c:pt>
                <c:pt idx="10219" formatCode="0.0000">
                  <c:v>7.418333333333333</c:v>
                </c:pt>
                <c:pt idx="10220" formatCode="0.0000">
                  <c:v>7.4191666666666665</c:v>
                </c:pt>
                <c:pt idx="10221" formatCode="0.0000">
                  <c:v>7.42</c:v>
                </c:pt>
                <c:pt idx="10222" formatCode="0.0000">
                  <c:v>7.4208333333333325</c:v>
                </c:pt>
                <c:pt idx="10223" formatCode="0.0000">
                  <c:v>7.4216666666666669</c:v>
                </c:pt>
                <c:pt idx="10224" formatCode="0.0000">
                  <c:v>7.4225000000000003</c:v>
                </c:pt>
                <c:pt idx="10225" formatCode="0.0000">
                  <c:v>7.4233333333333338</c:v>
                </c:pt>
                <c:pt idx="10226" formatCode="0.0000">
                  <c:v>7.4241666666666672</c:v>
                </c:pt>
                <c:pt idx="10227" formatCode="0.0000">
                  <c:v>7.4249999999999998</c:v>
                </c:pt>
                <c:pt idx="10228" formatCode="0.0000">
                  <c:v>7.4258333333333333</c:v>
                </c:pt>
                <c:pt idx="10229" formatCode="0.0000">
                  <c:v>7.4266666666666667</c:v>
                </c:pt>
                <c:pt idx="10230" formatCode="0.0000">
                  <c:v>7.4275000000000002</c:v>
                </c:pt>
                <c:pt idx="10231" formatCode="0.0000">
                  <c:v>7.4283333333333337</c:v>
                </c:pt>
                <c:pt idx="10232" formatCode="0.0000">
                  <c:v>7.4291666666666663</c:v>
                </c:pt>
                <c:pt idx="10233" formatCode="0.0000">
                  <c:v>7.43</c:v>
                </c:pt>
                <c:pt idx="10234" formatCode="0.0000">
                  <c:v>7.4308333333333332</c:v>
                </c:pt>
                <c:pt idx="10235" formatCode="0.0000">
                  <c:v>7.4316666666666666</c:v>
                </c:pt>
                <c:pt idx="10236" formatCode="0.0000">
                  <c:v>7.4325000000000001</c:v>
                </c:pt>
                <c:pt idx="10237" formatCode="0.0000">
                  <c:v>7.4333333333333327</c:v>
                </c:pt>
                <c:pt idx="10238" formatCode="0.0000">
                  <c:v>7.4341666666666661</c:v>
                </c:pt>
                <c:pt idx="10239" formatCode="0.0000">
                  <c:v>7.4349999999999996</c:v>
                </c:pt>
                <c:pt idx="10240" formatCode="0.0000">
                  <c:v>7.4358333333333331</c:v>
                </c:pt>
                <c:pt idx="10241" formatCode="0.0000">
                  <c:v>7.4366666666666674</c:v>
                </c:pt>
                <c:pt idx="10242" formatCode="0.0000">
                  <c:v>7.4375</c:v>
                </c:pt>
                <c:pt idx="10243" formatCode="0.0000">
                  <c:v>7.4383333333333335</c:v>
                </c:pt>
                <c:pt idx="10244" formatCode="0.0000">
                  <c:v>7.4391666666666669</c:v>
                </c:pt>
                <c:pt idx="10245" formatCode="0.0000">
                  <c:v>7.44</c:v>
                </c:pt>
                <c:pt idx="10246" formatCode="0.0000">
                  <c:v>7.4408333333333339</c:v>
                </c:pt>
                <c:pt idx="10247" formatCode="0.0000">
                  <c:v>7.4416666666666664</c:v>
                </c:pt>
                <c:pt idx="10248" formatCode="0.0000">
                  <c:v>7.4424999999999999</c:v>
                </c:pt>
                <c:pt idx="10249" formatCode="0.0000">
                  <c:v>7.4433333333333334</c:v>
                </c:pt>
                <c:pt idx="10250" formatCode="0.0000">
                  <c:v>7.4441666666666668</c:v>
                </c:pt>
                <c:pt idx="10251" formatCode="0.0000">
                  <c:v>7.4450000000000003</c:v>
                </c:pt>
                <c:pt idx="10252" formatCode="0.0000">
                  <c:v>7.4458333333333329</c:v>
                </c:pt>
                <c:pt idx="10253" formatCode="0.0000">
                  <c:v>7.4466666666666663</c:v>
                </c:pt>
                <c:pt idx="10254" formatCode="0.0000">
                  <c:v>7.4474999999999998</c:v>
                </c:pt>
                <c:pt idx="10255" formatCode="0.0000">
                  <c:v>7.4483333333333333</c:v>
                </c:pt>
                <c:pt idx="10256" formatCode="0.0000">
                  <c:v>7.4491666666666667</c:v>
                </c:pt>
                <c:pt idx="10257" formatCode="0.0000">
                  <c:v>7.4499999999999993</c:v>
                </c:pt>
                <c:pt idx="10258" formatCode="0.0000">
                  <c:v>7.4508333333333328</c:v>
                </c:pt>
                <c:pt idx="10259" formatCode="0.0000">
                  <c:v>7.4516666666666662</c:v>
                </c:pt>
                <c:pt idx="10260" formatCode="0.0000">
                  <c:v>7.4525000000000006</c:v>
                </c:pt>
                <c:pt idx="10261" formatCode="0.0000">
                  <c:v>7.453333333333334</c:v>
                </c:pt>
                <c:pt idx="10262" formatCode="0.0000">
                  <c:v>7.4541666666666666</c:v>
                </c:pt>
                <c:pt idx="10263" formatCode="0.0000">
                  <c:v>7.4550000000000001</c:v>
                </c:pt>
                <c:pt idx="10264" formatCode="0.0000">
                  <c:v>7.4558333333333335</c:v>
                </c:pt>
                <c:pt idx="10265" formatCode="0.0000">
                  <c:v>7.456666666666667</c:v>
                </c:pt>
                <c:pt idx="10266" formatCode="0.0000">
                  <c:v>7.4575000000000005</c:v>
                </c:pt>
                <c:pt idx="10267" formatCode="0.0000">
                  <c:v>7.458333333333333</c:v>
                </c:pt>
                <c:pt idx="10268" formatCode="0.0000">
                  <c:v>7.4591666666666665</c:v>
                </c:pt>
                <c:pt idx="10269" formatCode="0.0000">
                  <c:v>7.46</c:v>
                </c:pt>
                <c:pt idx="10270" formatCode="0.0000">
                  <c:v>7.4608333333333334</c:v>
                </c:pt>
                <c:pt idx="10271" formatCode="0.0000">
                  <c:v>7.4616666666666669</c:v>
                </c:pt>
                <c:pt idx="10272" formatCode="0.0000">
                  <c:v>7.4624999999999995</c:v>
                </c:pt>
                <c:pt idx="10273" formatCode="0.0000">
                  <c:v>7.4633333333333329</c:v>
                </c:pt>
                <c:pt idx="10274" formatCode="0.0000">
                  <c:v>7.4641666666666664</c:v>
                </c:pt>
                <c:pt idx="10275" formatCode="0.0000">
                  <c:v>7.4649999999999999</c:v>
                </c:pt>
                <c:pt idx="10276" formatCode="0.0000">
                  <c:v>7.4658333333333333</c:v>
                </c:pt>
                <c:pt idx="10277" formatCode="0.0000">
                  <c:v>7.4666666666666659</c:v>
                </c:pt>
                <c:pt idx="10278" formatCode="0.0000">
                  <c:v>7.4674999999999994</c:v>
                </c:pt>
                <c:pt idx="10279" formatCode="0.0000">
                  <c:v>7.4683333333333337</c:v>
                </c:pt>
                <c:pt idx="10280" formatCode="0.0000">
                  <c:v>7.4691666666666672</c:v>
                </c:pt>
                <c:pt idx="10281" formatCode="0.0000">
                  <c:v>7.4700000000000006</c:v>
                </c:pt>
                <c:pt idx="10282" formatCode="0.0000">
                  <c:v>7.4708333333333332</c:v>
                </c:pt>
                <c:pt idx="10283" formatCode="0.0000">
                  <c:v>7.4716666666666667</c:v>
                </c:pt>
                <c:pt idx="10284" formatCode="0.0000">
                  <c:v>7.4725000000000001</c:v>
                </c:pt>
                <c:pt idx="10285" formatCode="0.0000">
                  <c:v>7.4733333333333336</c:v>
                </c:pt>
                <c:pt idx="10286" formatCode="0.0000">
                  <c:v>7.4741666666666671</c:v>
                </c:pt>
                <c:pt idx="10287" formatCode="0.0000">
                  <c:v>7.4749999999999996</c:v>
                </c:pt>
                <c:pt idx="10288" formatCode="0.0000">
                  <c:v>7.4758333333333331</c:v>
                </c:pt>
                <c:pt idx="10289" formatCode="0.0000">
                  <c:v>7.4766666666666666</c:v>
                </c:pt>
                <c:pt idx="10290" formatCode="0.0000">
                  <c:v>7.4775</c:v>
                </c:pt>
                <c:pt idx="10291" formatCode="0.0000">
                  <c:v>7.4783333333333335</c:v>
                </c:pt>
                <c:pt idx="10292" formatCode="0.0000">
                  <c:v>7.4791666666666661</c:v>
                </c:pt>
                <c:pt idx="10293" formatCode="0.0000">
                  <c:v>7.4799999999999995</c:v>
                </c:pt>
                <c:pt idx="10294" formatCode="0.0000">
                  <c:v>7.480833333333333</c:v>
                </c:pt>
                <c:pt idx="10295" formatCode="0.0000">
                  <c:v>7.4816666666666665</c:v>
                </c:pt>
                <c:pt idx="10296" formatCode="0.0000">
                  <c:v>7.4824999999999999</c:v>
                </c:pt>
                <c:pt idx="10297" formatCode="0.0000">
                  <c:v>7.4833333333333325</c:v>
                </c:pt>
                <c:pt idx="10298" formatCode="0.0000">
                  <c:v>7.4841666666666669</c:v>
                </c:pt>
                <c:pt idx="10299" formatCode="0.0000">
                  <c:v>7.4850000000000003</c:v>
                </c:pt>
                <c:pt idx="10300" formatCode="0.0000">
                  <c:v>7.4858333333333338</c:v>
                </c:pt>
                <c:pt idx="10301" formatCode="0.0000">
                  <c:v>7.4866666666666672</c:v>
                </c:pt>
                <c:pt idx="10302" formatCode="0.0000">
                  <c:v>7.4874999999999998</c:v>
                </c:pt>
                <c:pt idx="10303" formatCode="0.0000">
                  <c:v>7.4883333333333333</c:v>
                </c:pt>
                <c:pt idx="10304" formatCode="0.0000">
                  <c:v>7.4891666666666667</c:v>
                </c:pt>
                <c:pt idx="10305" formatCode="0.0000">
                  <c:v>7.49</c:v>
                </c:pt>
                <c:pt idx="10306" formatCode="0.0000">
                  <c:v>7.4908333333333337</c:v>
                </c:pt>
                <c:pt idx="10307" formatCode="0.0000">
                  <c:v>7.4916666666666663</c:v>
                </c:pt>
                <c:pt idx="10308" formatCode="0.0000">
                  <c:v>7.4924999999999997</c:v>
                </c:pt>
                <c:pt idx="10309" formatCode="0.0000">
                  <c:v>7.4933333333333332</c:v>
                </c:pt>
                <c:pt idx="10310" formatCode="0.0000">
                  <c:v>7.4941666666666666</c:v>
                </c:pt>
                <c:pt idx="10311" formatCode="0.0000">
                  <c:v>7.4950000000000001</c:v>
                </c:pt>
                <c:pt idx="10312" formatCode="0.0000">
                  <c:v>7.4958333333333327</c:v>
                </c:pt>
                <c:pt idx="10313" formatCode="0.0000">
                  <c:v>7.4966666666666661</c:v>
                </c:pt>
                <c:pt idx="10314" formatCode="0.0000">
                  <c:v>7.4974999999999996</c:v>
                </c:pt>
                <c:pt idx="10315" formatCode="0.0000">
                  <c:v>7.4983333333333331</c:v>
                </c:pt>
                <c:pt idx="10316" formatCode="0.0000">
                  <c:v>7.4991666666666674</c:v>
                </c:pt>
                <c:pt idx="10317" formatCode="0.0000">
                  <c:v>7.5</c:v>
                </c:pt>
                <c:pt idx="10318" formatCode="0.0000">
                  <c:v>7.5008333333333335</c:v>
                </c:pt>
                <c:pt idx="10319" formatCode="0.0000">
                  <c:v>7.5016666666666669</c:v>
                </c:pt>
                <c:pt idx="10320" formatCode="0.0000">
                  <c:v>7.5025000000000004</c:v>
                </c:pt>
                <c:pt idx="10321" formatCode="0.0000">
                  <c:v>7.5033333333333339</c:v>
                </c:pt>
                <c:pt idx="10322" formatCode="0.0000">
                  <c:v>7.5041666666666664</c:v>
                </c:pt>
                <c:pt idx="10323" formatCode="0.0000">
                  <c:v>7.5049999999999999</c:v>
                </c:pt>
                <c:pt idx="10324" formatCode="0.0000">
                  <c:v>7.5058333333333334</c:v>
                </c:pt>
                <c:pt idx="10325" formatCode="0.0000">
                  <c:v>7.5066666666666668</c:v>
                </c:pt>
                <c:pt idx="10326" formatCode="0.0000">
                  <c:v>7.5075000000000003</c:v>
                </c:pt>
                <c:pt idx="10327" formatCode="0.0000">
                  <c:v>7.5083333333333329</c:v>
                </c:pt>
                <c:pt idx="10328" formatCode="0.0000">
                  <c:v>7.5091666666666663</c:v>
                </c:pt>
                <c:pt idx="10329" formatCode="0.0000">
                  <c:v>7.51</c:v>
                </c:pt>
                <c:pt idx="10330" formatCode="0.0000">
                  <c:v>7.5108333333333333</c:v>
                </c:pt>
                <c:pt idx="10331" formatCode="0.0000">
                  <c:v>7.5116666666666667</c:v>
                </c:pt>
                <c:pt idx="10332" formatCode="0.0000">
                  <c:v>7.5124999999999993</c:v>
                </c:pt>
                <c:pt idx="10333" formatCode="0.0000">
                  <c:v>7.5133333333333328</c:v>
                </c:pt>
                <c:pt idx="10334" formatCode="0.0000">
                  <c:v>7.5141666666666662</c:v>
                </c:pt>
                <c:pt idx="10335" formatCode="0.0000">
                  <c:v>7.5150000000000006</c:v>
                </c:pt>
                <c:pt idx="10336" formatCode="0.0000">
                  <c:v>7.515833333333334</c:v>
                </c:pt>
                <c:pt idx="10337" formatCode="0.0000">
                  <c:v>7.5166666666666666</c:v>
                </c:pt>
                <c:pt idx="10338" formatCode="0.0000">
                  <c:v>7.5175000000000001</c:v>
                </c:pt>
                <c:pt idx="10339" formatCode="0.0000">
                  <c:v>7.5183333333333335</c:v>
                </c:pt>
                <c:pt idx="10340" formatCode="0.0000">
                  <c:v>7.519166666666667</c:v>
                </c:pt>
                <c:pt idx="10341" formatCode="0.0000">
                  <c:v>7.5200000000000005</c:v>
                </c:pt>
                <c:pt idx="10342" formatCode="0.0000">
                  <c:v>7.520833333333333</c:v>
                </c:pt>
                <c:pt idx="10343" formatCode="0.0000">
                  <c:v>7.5216666666666665</c:v>
                </c:pt>
                <c:pt idx="10344" formatCode="0.0000">
                  <c:v>7.5225</c:v>
                </c:pt>
                <c:pt idx="10345" formatCode="0.0000">
                  <c:v>7.5233333333333334</c:v>
                </c:pt>
                <c:pt idx="10346" formatCode="0.0000">
                  <c:v>7.5241666666666669</c:v>
                </c:pt>
                <c:pt idx="10347" formatCode="0.0000">
                  <c:v>7.5249999999999995</c:v>
                </c:pt>
                <c:pt idx="10348" formatCode="0.0000">
                  <c:v>7.5258333333333329</c:v>
                </c:pt>
                <c:pt idx="10349" formatCode="0.0000">
                  <c:v>7.5266666666666664</c:v>
                </c:pt>
                <c:pt idx="10350" formatCode="0.0000">
                  <c:v>7.5274999999999999</c:v>
                </c:pt>
                <c:pt idx="10351" formatCode="0.0000">
                  <c:v>7.5283333333333333</c:v>
                </c:pt>
                <c:pt idx="10352" formatCode="0.0000">
                  <c:v>7.5291666666666659</c:v>
                </c:pt>
                <c:pt idx="10353" formatCode="0.0000">
                  <c:v>7.5299999999999994</c:v>
                </c:pt>
                <c:pt idx="10354" formatCode="0.0000">
                  <c:v>7.5308333333333337</c:v>
                </c:pt>
                <c:pt idx="10355" formatCode="0.0000">
                  <c:v>7.5316666666666672</c:v>
                </c:pt>
                <c:pt idx="10356" formatCode="0.0000">
                  <c:v>7.5325000000000006</c:v>
                </c:pt>
                <c:pt idx="10357" formatCode="0.0000">
                  <c:v>7.5333333333333332</c:v>
                </c:pt>
                <c:pt idx="10358" formatCode="0.0000">
                  <c:v>7.5341666666666667</c:v>
                </c:pt>
                <c:pt idx="10359" formatCode="0.0000">
                  <c:v>7.5350000000000001</c:v>
                </c:pt>
                <c:pt idx="10360" formatCode="0.0000">
                  <c:v>7.5358333333333336</c:v>
                </c:pt>
                <c:pt idx="10361" formatCode="0.0000">
                  <c:v>7.5366666666666671</c:v>
                </c:pt>
                <c:pt idx="10362" formatCode="0.0000">
                  <c:v>7.5374999999999996</c:v>
                </c:pt>
                <c:pt idx="10363" formatCode="0.0000">
                  <c:v>7.5383333333333331</c:v>
                </c:pt>
                <c:pt idx="10364" formatCode="0.0000">
                  <c:v>7.5391666666666666</c:v>
                </c:pt>
                <c:pt idx="10365" formatCode="0.0000">
                  <c:v>7.54</c:v>
                </c:pt>
                <c:pt idx="10366" formatCode="0.0000">
                  <c:v>7.5408333333333335</c:v>
                </c:pt>
                <c:pt idx="10367" formatCode="0.0000">
                  <c:v>7.5416666666666661</c:v>
                </c:pt>
                <c:pt idx="10368" formatCode="0.0000">
                  <c:v>7.5424999999999995</c:v>
                </c:pt>
                <c:pt idx="10369" formatCode="0.0000">
                  <c:v>7.543333333333333</c:v>
                </c:pt>
                <c:pt idx="10370" formatCode="0.0000">
                  <c:v>7.5441666666666665</c:v>
                </c:pt>
                <c:pt idx="10371" formatCode="0.0000">
                  <c:v>7.5449999999999999</c:v>
                </c:pt>
                <c:pt idx="10372" formatCode="0.0000">
                  <c:v>7.5458333333333325</c:v>
                </c:pt>
                <c:pt idx="10373" formatCode="0.0000">
                  <c:v>7.5466666666666669</c:v>
                </c:pt>
                <c:pt idx="10374" formatCode="0.0000">
                  <c:v>7.5475000000000003</c:v>
                </c:pt>
                <c:pt idx="10375" formatCode="0.0000">
                  <c:v>7.5483333333333338</c:v>
                </c:pt>
                <c:pt idx="10376" formatCode="0.0000">
                  <c:v>7.5491666666666672</c:v>
                </c:pt>
                <c:pt idx="10377" formatCode="0.0000">
                  <c:v>7.55</c:v>
                </c:pt>
                <c:pt idx="10378" formatCode="0.0000">
                  <c:v>7.5508333333333333</c:v>
                </c:pt>
                <c:pt idx="10379" formatCode="0.0000">
                  <c:v>7.5516666666666667</c:v>
                </c:pt>
                <c:pt idx="10380" formatCode="0.0000">
                  <c:v>7.5525000000000002</c:v>
                </c:pt>
                <c:pt idx="10381" formatCode="0.0000">
                  <c:v>7.5533333333333337</c:v>
                </c:pt>
                <c:pt idx="10382" formatCode="0.0000">
                  <c:v>7.5541666666666663</c:v>
                </c:pt>
                <c:pt idx="10383" formatCode="0.0000">
                  <c:v>7.5549999999999997</c:v>
                </c:pt>
                <c:pt idx="10384" formatCode="0.0000">
                  <c:v>7.5558333333333332</c:v>
                </c:pt>
                <c:pt idx="10385" formatCode="0.0000">
                  <c:v>7.5566666666666666</c:v>
                </c:pt>
                <c:pt idx="10386" formatCode="0.0000">
                  <c:v>7.5575000000000001</c:v>
                </c:pt>
                <c:pt idx="10387" formatCode="0.0000">
                  <c:v>7.5583333333333327</c:v>
                </c:pt>
                <c:pt idx="10388" formatCode="0.0000">
                  <c:v>7.5591666666666661</c:v>
                </c:pt>
                <c:pt idx="10389" formatCode="0.0000">
                  <c:v>7.56</c:v>
                </c:pt>
                <c:pt idx="10390" formatCode="0.0000">
                  <c:v>7.5608333333333331</c:v>
                </c:pt>
                <c:pt idx="10391" formatCode="0.0000">
                  <c:v>7.5616666666666674</c:v>
                </c:pt>
                <c:pt idx="10392" formatCode="0.0000">
                  <c:v>7.5625</c:v>
                </c:pt>
                <c:pt idx="10393" formatCode="0.0000">
                  <c:v>7.5633333333333335</c:v>
                </c:pt>
                <c:pt idx="10394" formatCode="0.0000">
                  <c:v>7.5641666666666669</c:v>
                </c:pt>
                <c:pt idx="10395" formatCode="0.0000">
                  <c:v>7.5650000000000004</c:v>
                </c:pt>
                <c:pt idx="10396" formatCode="0.0000">
                  <c:v>7.5658333333333339</c:v>
                </c:pt>
                <c:pt idx="10397" formatCode="0.0000">
                  <c:v>7.5666666666666664</c:v>
                </c:pt>
                <c:pt idx="10398" formatCode="0.0000">
                  <c:v>7.5674999999999999</c:v>
                </c:pt>
                <c:pt idx="10399" formatCode="0.0000">
                  <c:v>7.5683333333333334</c:v>
                </c:pt>
                <c:pt idx="10400" formatCode="0.0000">
                  <c:v>7.5691666666666668</c:v>
                </c:pt>
                <c:pt idx="10401" formatCode="0.0000">
                  <c:v>7.57</c:v>
                </c:pt>
                <c:pt idx="10402" formatCode="0.0000">
                  <c:v>7.5708333333333329</c:v>
                </c:pt>
                <c:pt idx="10403" formatCode="0.0000">
                  <c:v>7.5716666666666663</c:v>
                </c:pt>
                <c:pt idx="10404" formatCode="0.0000">
                  <c:v>7.5724999999999998</c:v>
                </c:pt>
                <c:pt idx="10405" formatCode="0.0000">
                  <c:v>7.5733333333333333</c:v>
                </c:pt>
                <c:pt idx="10406" formatCode="0.0000">
                  <c:v>7.5741666666666667</c:v>
                </c:pt>
                <c:pt idx="10407" formatCode="0.0000">
                  <c:v>7.5749999999999993</c:v>
                </c:pt>
                <c:pt idx="10408" formatCode="0.0000">
                  <c:v>7.5758333333333328</c:v>
                </c:pt>
                <c:pt idx="10409" formatCode="0.0000">
                  <c:v>7.5766666666666662</c:v>
                </c:pt>
                <c:pt idx="10410" formatCode="0.0000">
                  <c:v>7.5775000000000006</c:v>
                </c:pt>
                <c:pt idx="10411" formatCode="0.0000">
                  <c:v>7.578333333333334</c:v>
                </c:pt>
                <c:pt idx="10412" formatCode="0.0000">
                  <c:v>7.5791666666666666</c:v>
                </c:pt>
                <c:pt idx="10413" formatCode="0.0000">
                  <c:v>7.58</c:v>
                </c:pt>
                <c:pt idx="10414" formatCode="0.0000">
                  <c:v>7.5808333333333335</c:v>
                </c:pt>
                <c:pt idx="10415" formatCode="0.0000">
                  <c:v>7.581666666666667</c:v>
                </c:pt>
                <c:pt idx="10416" formatCode="0.0000">
                  <c:v>7.5825000000000005</c:v>
                </c:pt>
                <c:pt idx="10417" formatCode="0.0000">
                  <c:v>7.583333333333333</c:v>
                </c:pt>
                <c:pt idx="10418" formatCode="0.0000">
                  <c:v>7.5841666666666665</c:v>
                </c:pt>
                <c:pt idx="10419" formatCode="0.0000">
                  <c:v>7.585</c:v>
                </c:pt>
                <c:pt idx="10420" formatCode="0.0000">
                  <c:v>7.5858333333333334</c:v>
                </c:pt>
                <c:pt idx="10421" formatCode="0.0000">
                  <c:v>7.5866666666666669</c:v>
                </c:pt>
                <c:pt idx="10422" formatCode="0.0000">
                  <c:v>7.5874999999999995</c:v>
                </c:pt>
                <c:pt idx="10423" formatCode="0.0000">
                  <c:v>7.5883333333333329</c:v>
                </c:pt>
                <c:pt idx="10424" formatCode="0.0000">
                  <c:v>7.5891666666666664</c:v>
                </c:pt>
                <c:pt idx="10425" formatCode="0.0000">
                  <c:v>7.59</c:v>
                </c:pt>
                <c:pt idx="10426" formatCode="0.0000">
                  <c:v>7.5908333333333333</c:v>
                </c:pt>
                <c:pt idx="10427" formatCode="0.0000">
                  <c:v>7.5916666666666659</c:v>
                </c:pt>
                <c:pt idx="10428" formatCode="0.0000">
                  <c:v>7.5924999999999994</c:v>
                </c:pt>
                <c:pt idx="10429" formatCode="0.0000">
                  <c:v>7.5933333333333337</c:v>
                </c:pt>
                <c:pt idx="10430" formatCode="0.0000">
                  <c:v>7.5941666666666672</c:v>
                </c:pt>
                <c:pt idx="10431" formatCode="0.0000">
                  <c:v>7.5950000000000006</c:v>
                </c:pt>
                <c:pt idx="10432" formatCode="0.0000">
                  <c:v>7.5958333333333332</c:v>
                </c:pt>
                <c:pt idx="10433" formatCode="0.0000">
                  <c:v>7.5966666666666667</c:v>
                </c:pt>
                <c:pt idx="10434" formatCode="0.0000">
                  <c:v>7.5975000000000001</c:v>
                </c:pt>
                <c:pt idx="10435" formatCode="0.0000">
                  <c:v>7.5983333333333336</c:v>
                </c:pt>
                <c:pt idx="10436" formatCode="0.0000">
                  <c:v>7.5991666666666671</c:v>
                </c:pt>
                <c:pt idx="10437" formatCode="0.0000">
                  <c:v>7.6</c:v>
                </c:pt>
                <c:pt idx="10438" formatCode="0.0000">
                  <c:v>7.6008333333333331</c:v>
                </c:pt>
                <c:pt idx="10439" formatCode="0.0000">
                  <c:v>7.6016666666666666</c:v>
                </c:pt>
                <c:pt idx="10440" formatCode="0.0000">
                  <c:v>7.6025</c:v>
                </c:pt>
                <c:pt idx="10441" formatCode="0.0000">
                  <c:v>7.6033333333333335</c:v>
                </c:pt>
                <c:pt idx="10442" formatCode="0.0000">
                  <c:v>7.6041666666666661</c:v>
                </c:pt>
                <c:pt idx="10443" formatCode="0.0000">
                  <c:v>7.6049999999999995</c:v>
                </c:pt>
                <c:pt idx="10444" formatCode="0.0000">
                  <c:v>7.605833333333333</c:v>
                </c:pt>
                <c:pt idx="10445" formatCode="0.0000">
                  <c:v>7.6066666666666665</c:v>
                </c:pt>
                <c:pt idx="10446" formatCode="0.0000">
                  <c:v>7.6074999999999999</c:v>
                </c:pt>
                <c:pt idx="10447" formatCode="0.0000">
                  <c:v>7.6083333333333325</c:v>
                </c:pt>
                <c:pt idx="10448" formatCode="0.0000">
                  <c:v>7.6091666666666669</c:v>
                </c:pt>
                <c:pt idx="10449" formatCode="0.0000">
                  <c:v>7.61</c:v>
                </c:pt>
                <c:pt idx="10450" formatCode="0.0000">
                  <c:v>7.6108333333333338</c:v>
                </c:pt>
                <c:pt idx="10451" formatCode="0.0000">
                  <c:v>7.6116666666666672</c:v>
                </c:pt>
                <c:pt idx="10452" formatCode="0.0000">
                  <c:v>7.6124999999999998</c:v>
                </c:pt>
                <c:pt idx="10453" formatCode="0.0000">
                  <c:v>7.6133333333333333</c:v>
                </c:pt>
                <c:pt idx="10454" formatCode="0.0000">
                  <c:v>7.6141666666666667</c:v>
                </c:pt>
                <c:pt idx="10455" formatCode="0.0000">
                  <c:v>7.6150000000000002</c:v>
                </c:pt>
                <c:pt idx="10456" formatCode="0.0000">
                  <c:v>7.6158333333333337</c:v>
                </c:pt>
                <c:pt idx="10457" formatCode="0.0000">
                  <c:v>7.6166666666666663</c:v>
                </c:pt>
                <c:pt idx="10458" formatCode="0.0000">
                  <c:v>7.6174999999999997</c:v>
                </c:pt>
                <c:pt idx="10459" formatCode="0.0000">
                  <c:v>7.6183333333333332</c:v>
                </c:pt>
                <c:pt idx="10460" formatCode="0.0000">
                  <c:v>7.6191666666666666</c:v>
                </c:pt>
                <c:pt idx="10461" formatCode="0.0000">
                  <c:v>7.62</c:v>
                </c:pt>
                <c:pt idx="10462" formatCode="0.0000">
                  <c:v>7.6208333333333327</c:v>
                </c:pt>
                <c:pt idx="10463" formatCode="0.0000">
                  <c:v>7.6216666666666661</c:v>
                </c:pt>
                <c:pt idx="10464" formatCode="0.0000">
                  <c:v>7.6224999999999996</c:v>
                </c:pt>
                <c:pt idx="10465" formatCode="0.0000">
                  <c:v>7.6233333333333331</c:v>
                </c:pt>
                <c:pt idx="10466" formatCode="0.0000">
                  <c:v>7.6241666666666674</c:v>
                </c:pt>
                <c:pt idx="10467" formatCode="0.0000">
                  <c:v>7.625</c:v>
                </c:pt>
                <c:pt idx="10468" formatCode="0.0000">
                  <c:v>7.6258333333333335</c:v>
                </c:pt>
                <c:pt idx="10469" formatCode="0.0000">
                  <c:v>7.6266666666666669</c:v>
                </c:pt>
                <c:pt idx="10470" formatCode="0.0000">
                  <c:v>7.6275000000000004</c:v>
                </c:pt>
                <c:pt idx="10471" formatCode="0.0000">
                  <c:v>7.6283333333333339</c:v>
                </c:pt>
                <c:pt idx="10472" formatCode="0.0000">
                  <c:v>7.6291666666666664</c:v>
                </c:pt>
                <c:pt idx="10473" formatCode="0.0000">
                  <c:v>7.63</c:v>
                </c:pt>
                <c:pt idx="10474" formatCode="0.0000">
                  <c:v>7.6308333333333334</c:v>
                </c:pt>
                <c:pt idx="10475" formatCode="0.0000">
                  <c:v>7.6316666666666668</c:v>
                </c:pt>
                <c:pt idx="10476" formatCode="0.0000">
                  <c:v>7.6325000000000003</c:v>
                </c:pt>
                <c:pt idx="10477" formatCode="0.0000">
                  <c:v>7.6333333333333329</c:v>
                </c:pt>
                <c:pt idx="10478" formatCode="0.0000">
                  <c:v>7.6341666666666663</c:v>
                </c:pt>
                <c:pt idx="10479" formatCode="0.0000">
                  <c:v>7.6349999999999998</c:v>
                </c:pt>
                <c:pt idx="10480" formatCode="0.0000">
                  <c:v>7.6358333333333333</c:v>
                </c:pt>
                <c:pt idx="10481" formatCode="0.0000">
                  <c:v>7.6366666666666667</c:v>
                </c:pt>
                <c:pt idx="10482" formatCode="0.0000">
                  <c:v>7.6374999999999993</c:v>
                </c:pt>
                <c:pt idx="10483" formatCode="0.0000">
                  <c:v>7.6383333333333328</c:v>
                </c:pt>
                <c:pt idx="10484" formatCode="0.0000">
                  <c:v>7.6391666666666662</c:v>
                </c:pt>
                <c:pt idx="10485" formatCode="0.0000">
                  <c:v>7.6400000000000006</c:v>
                </c:pt>
                <c:pt idx="10486" formatCode="0.0000">
                  <c:v>7.640833333333334</c:v>
                </c:pt>
                <c:pt idx="10487" formatCode="0.0000">
                  <c:v>7.6416666666666666</c:v>
                </c:pt>
                <c:pt idx="10488" formatCode="0.0000">
                  <c:v>7.6425000000000001</c:v>
                </c:pt>
                <c:pt idx="10489" formatCode="0.0000">
                  <c:v>7.6433333333333335</c:v>
                </c:pt>
                <c:pt idx="10490" formatCode="0.0000">
                  <c:v>7.644166666666667</c:v>
                </c:pt>
                <c:pt idx="10491" formatCode="0.0000">
                  <c:v>7.6450000000000005</c:v>
                </c:pt>
                <c:pt idx="10492" formatCode="0.0000">
                  <c:v>7.645833333333333</c:v>
                </c:pt>
                <c:pt idx="10493" formatCode="0.0000">
                  <c:v>7.6466666666666665</c:v>
                </c:pt>
                <c:pt idx="10494" formatCode="0.0000">
                  <c:v>7.6475</c:v>
                </c:pt>
                <c:pt idx="10495" formatCode="0.0000">
                  <c:v>7.6483333333333334</c:v>
                </c:pt>
                <c:pt idx="10496" formatCode="0.0000">
                  <c:v>7.6491666666666669</c:v>
                </c:pt>
                <c:pt idx="10497" formatCode="0.0000">
                  <c:v>7.6499999999999995</c:v>
                </c:pt>
                <c:pt idx="10498" formatCode="0.0000">
                  <c:v>7.6508333333333329</c:v>
                </c:pt>
                <c:pt idx="10499" formatCode="0.0000">
                  <c:v>7.6516666666666664</c:v>
                </c:pt>
                <c:pt idx="10500" formatCode="0.0000">
                  <c:v>7.6524999999999999</c:v>
                </c:pt>
                <c:pt idx="10501" formatCode="0.0000">
                  <c:v>7.6533333333333333</c:v>
                </c:pt>
                <c:pt idx="10502" formatCode="0.0000">
                  <c:v>7.6541666666666659</c:v>
                </c:pt>
                <c:pt idx="10503" formatCode="0.0000">
                  <c:v>7.6549999999999994</c:v>
                </c:pt>
                <c:pt idx="10504" formatCode="0.0000">
                  <c:v>7.6558333333333337</c:v>
                </c:pt>
                <c:pt idx="10505" formatCode="0.0000">
                  <c:v>7.6566666666666672</c:v>
                </c:pt>
                <c:pt idx="10506" formatCode="0.0000">
                  <c:v>7.6575000000000006</c:v>
                </c:pt>
                <c:pt idx="10507" formatCode="0.0000">
                  <c:v>7.6583333333333332</c:v>
                </c:pt>
                <c:pt idx="10508" formatCode="0.0000">
                  <c:v>7.6591666666666667</c:v>
                </c:pt>
                <c:pt idx="10509" formatCode="0.0000">
                  <c:v>7.66</c:v>
                </c:pt>
                <c:pt idx="10510" formatCode="0.0000">
                  <c:v>7.6608333333333336</c:v>
                </c:pt>
                <c:pt idx="10511" formatCode="0.0000">
                  <c:v>7.6616666666666671</c:v>
                </c:pt>
                <c:pt idx="10512" formatCode="0.0000">
                  <c:v>7.6624999999999996</c:v>
                </c:pt>
                <c:pt idx="10513" formatCode="0.0000">
                  <c:v>7.6633333333333331</c:v>
                </c:pt>
                <c:pt idx="10514" formatCode="0.0000">
                  <c:v>7.6641666666666666</c:v>
                </c:pt>
                <c:pt idx="10515" formatCode="0.0000">
                  <c:v>7.665</c:v>
                </c:pt>
                <c:pt idx="10516" formatCode="0.0000">
                  <c:v>7.6658333333333335</c:v>
                </c:pt>
                <c:pt idx="10517" formatCode="0.0000">
                  <c:v>7.6666666666666661</c:v>
                </c:pt>
                <c:pt idx="10518" formatCode="0.0000">
                  <c:v>7.6674999999999995</c:v>
                </c:pt>
                <c:pt idx="10519" formatCode="0.0000">
                  <c:v>7.668333333333333</c:v>
                </c:pt>
                <c:pt idx="10520" formatCode="0.0000">
                  <c:v>7.6691666666666665</c:v>
                </c:pt>
                <c:pt idx="10521" formatCode="0.0000">
                  <c:v>7.67</c:v>
                </c:pt>
                <c:pt idx="10522" formatCode="0.0000">
                  <c:v>7.6708333333333325</c:v>
                </c:pt>
                <c:pt idx="10523" formatCode="0.0000">
                  <c:v>7.6716666666666669</c:v>
                </c:pt>
                <c:pt idx="10524" formatCode="0.0000">
                  <c:v>7.6725000000000003</c:v>
                </c:pt>
                <c:pt idx="10525" formatCode="0.0000">
                  <c:v>7.6733333333333338</c:v>
                </c:pt>
                <c:pt idx="10526" formatCode="0.0000">
                  <c:v>7.6741666666666672</c:v>
                </c:pt>
                <c:pt idx="10527" formatCode="0.0000">
                  <c:v>7.6749999999999998</c:v>
                </c:pt>
                <c:pt idx="10528" formatCode="0.0000">
                  <c:v>7.6758333333333333</c:v>
                </c:pt>
                <c:pt idx="10529" formatCode="0.0000">
                  <c:v>7.6766666666666667</c:v>
                </c:pt>
                <c:pt idx="10530" formatCode="0.0000">
                  <c:v>7.6775000000000002</c:v>
                </c:pt>
                <c:pt idx="10531" formatCode="0.0000">
                  <c:v>7.6783333333333337</c:v>
                </c:pt>
                <c:pt idx="10532" formatCode="0.0000">
                  <c:v>7.6791666666666663</c:v>
                </c:pt>
                <c:pt idx="10533" formatCode="0.0000">
                  <c:v>7.68</c:v>
                </c:pt>
              </c:numCache>
            </c:numRef>
          </c:xVal>
          <c:yVal>
            <c:numRef>
              <c:f>'Instrument 1'!$F$3:$F$9215</c:f>
              <c:numCache>
                <c:formatCode>General</c:formatCode>
                <c:ptCount val="9213"/>
                <c:pt idx="0">
                  <c:v>7.2750000000000004</c:v>
                </c:pt>
                <c:pt idx="1">
                  <c:v>7.2750000000000004</c:v>
                </c:pt>
                <c:pt idx="2">
                  <c:v>7.2759999999999998</c:v>
                </c:pt>
                <c:pt idx="3">
                  <c:v>7.2750000000000004</c:v>
                </c:pt>
                <c:pt idx="4">
                  <c:v>7.2750000000000004</c:v>
                </c:pt>
                <c:pt idx="5">
                  <c:v>7.2750000000000004</c:v>
                </c:pt>
                <c:pt idx="6">
                  <c:v>7.2750000000000004</c:v>
                </c:pt>
                <c:pt idx="7">
                  <c:v>7.2759999999999998</c:v>
                </c:pt>
                <c:pt idx="8">
                  <c:v>7.2750000000000004</c:v>
                </c:pt>
                <c:pt idx="9">
                  <c:v>7.2750000000000004</c:v>
                </c:pt>
                <c:pt idx="10">
                  <c:v>7.2750000000000004</c:v>
                </c:pt>
                <c:pt idx="11">
                  <c:v>7.2750000000000004</c:v>
                </c:pt>
                <c:pt idx="12">
                  <c:v>7.2750000000000004</c:v>
                </c:pt>
                <c:pt idx="13">
                  <c:v>7.2750000000000004</c:v>
                </c:pt>
                <c:pt idx="14">
                  <c:v>7.2759999999999998</c:v>
                </c:pt>
                <c:pt idx="15">
                  <c:v>7.2759999999999998</c:v>
                </c:pt>
                <c:pt idx="16">
                  <c:v>7.2759999999999998</c:v>
                </c:pt>
                <c:pt idx="17">
                  <c:v>7.2759999999999998</c:v>
                </c:pt>
                <c:pt idx="18">
                  <c:v>7.2759999999999998</c:v>
                </c:pt>
                <c:pt idx="19">
                  <c:v>7.2759999999999998</c:v>
                </c:pt>
                <c:pt idx="20">
                  <c:v>7.2759999999999998</c:v>
                </c:pt>
                <c:pt idx="21">
                  <c:v>7.2759999999999998</c:v>
                </c:pt>
                <c:pt idx="22">
                  <c:v>7.2759999999999998</c:v>
                </c:pt>
                <c:pt idx="23">
                  <c:v>7.2770000000000001</c:v>
                </c:pt>
                <c:pt idx="24">
                  <c:v>7.2770000000000001</c:v>
                </c:pt>
                <c:pt idx="25">
                  <c:v>7.2770000000000001</c:v>
                </c:pt>
                <c:pt idx="26">
                  <c:v>7.2770000000000001</c:v>
                </c:pt>
                <c:pt idx="27">
                  <c:v>7.2770000000000001</c:v>
                </c:pt>
                <c:pt idx="28">
                  <c:v>7.2770000000000001</c:v>
                </c:pt>
                <c:pt idx="29">
                  <c:v>7.2779999999999996</c:v>
                </c:pt>
                <c:pt idx="30">
                  <c:v>7.2779999999999996</c:v>
                </c:pt>
                <c:pt idx="31">
                  <c:v>7.2770000000000001</c:v>
                </c:pt>
                <c:pt idx="32">
                  <c:v>7.2770000000000001</c:v>
                </c:pt>
                <c:pt idx="33">
                  <c:v>7.2770000000000001</c:v>
                </c:pt>
                <c:pt idx="34">
                  <c:v>7.2770000000000001</c:v>
                </c:pt>
                <c:pt idx="35">
                  <c:v>7.2770000000000001</c:v>
                </c:pt>
                <c:pt idx="36">
                  <c:v>7.2770000000000001</c:v>
                </c:pt>
                <c:pt idx="37">
                  <c:v>7.2770000000000001</c:v>
                </c:pt>
                <c:pt idx="38">
                  <c:v>7.2770000000000001</c:v>
                </c:pt>
                <c:pt idx="39">
                  <c:v>7.2770000000000001</c:v>
                </c:pt>
                <c:pt idx="40">
                  <c:v>7.2770000000000001</c:v>
                </c:pt>
                <c:pt idx="41">
                  <c:v>7.2779999999999996</c:v>
                </c:pt>
                <c:pt idx="42">
                  <c:v>7.2779999999999996</c:v>
                </c:pt>
                <c:pt idx="43">
                  <c:v>7.2770000000000001</c:v>
                </c:pt>
                <c:pt idx="44">
                  <c:v>7.2779999999999996</c:v>
                </c:pt>
                <c:pt idx="45">
                  <c:v>7.2779999999999996</c:v>
                </c:pt>
                <c:pt idx="46">
                  <c:v>7.2779999999999996</c:v>
                </c:pt>
                <c:pt idx="47">
                  <c:v>7.2779999999999996</c:v>
                </c:pt>
                <c:pt idx="48">
                  <c:v>7.2779999999999996</c:v>
                </c:pt>
                <c:pt idx="49">
                  <c:v>7.2779999999999996</c:v>
                </c:pt>
                <c:pt idx="50">
                  <c:v>7.28</c:v>
                </c:pt>
                <c:pt idx="51">
                  <c:v>7.282</c:v>
                </c:pt>
                <c:pt idx="52">
                  <c:v>7.28</c:v>
                </c:pt>
                <c:pt idx="53">
                  <c:v>7.2779999999999996</c:v>
                </c:pt>
                <c:pt idx="54">
                  <c:v>7.2759999999999998</c:v>
                </c:pt>
                <c:pt idx="55">
                  <c:v>7.2779999999999996</c:v>
                </c:pt>
                <c:pt idx="56">
                  <c:v>7.2779999999999996</c:v>
                </c:pt>
                <c:pt idx="57">
                  <c:v>7.282</c:v>
                </c:pt>
                <c:pt idx="58">
                  <c:v>7.28</c:v>
                </c:pt>
                <c:pt idx="59">
                  <c:v>7.2770000000000001</c:v>
                </c:pt>
                <c:pt idx="60">
                  <c:v>7.2759999999999998</c:v>
                </c:pt>
                <c:pt idx="61">
                  <c:v>7.2789999999999999</c:v>
                </c:pt>
                <c:pt idx="62">
                  <c:v>7.282</c:v>
                </c:pt>
                <c:pt idx="63">
                  <c:v>7.282</c:v>
                </c:pt>
                <c:pt idx="64">
                  <c:v>7.28</c:v>
                </c:pt>
                <c:pt idx="65">
                  <c:v>7.2770000000000001</c:v>
                </c:pt>
                <c:pt idx="66">
                  <c:v>7.2770000000000001</c:v>
                </c:pt>
                <c:pt idx="67">
                  <c:v>7.28</c:v>
                </c:pt>
                <c:pt idx="68">
                  <c:v>7.282</c:v>
                </c:pt>
                <c:pt idx="69">
                  <c:v>7.28</c:v>
                </c:pt>
                <c:pt idx="70">
                  <c:v>7.2779999999999996</c:v>
                </c:pt>
                <c:pt idx="71">
                  <c:v>7.2779999999999996</c:v>
                </c:pt>
                <c:pt idx="72">
                  <c:v>7.2759999999999998</c:v>
                </c:pt>
                <c:pt idx="73">
                  <c:v>7.2759999999999998</c:v>
                </c:pt>
                <c:pt idx="74">
                  <c:v>7.2809999999999997</c:v>
                </c:pt>
                <c:pt idx="75">
                  <c:v>7.2809999999999997</c:v>
                </c:pt>
                <c:pt idx="76">
                  <c:v>7.2770000000000001</c:v>
                </c:pt>
                <c:pt idx="77">
                  <c:v>7.2750000000000004</c:v>
                </c:pt>
                <c:pt idx="78">
                  <c:v>7.2779999999999996</c:v>
                </c:pt>
                <c:pt idx="79">
                  <c:v>7.2779999999999996</c:v>
                </c:pt>
                <c:pt idx="80">
                  <c:v>7.2830000000000004</c:v>
                </c:pt>
                <c:pt idx="81">
                  <c:v>7.28</c:v>
                </c:pt>
                <c:pt idx="82">
                  <c:v>7.2759999999999998</c:v>
                </c:pt>
                <c:pt idx="83">
                  <c:v>7.2759999999999998</c:v>
                </c:pt>
                <c:pt idx="84">
                  <c:v>7.2789999999999999</c:v>
                </c:pt>
                <c:pt idx="85">
                  <c:v>7.282</c:v>
                </c:pt>
                <c:pt idx="86">
                  <c:v>7.2809999999999997</c:v>
                </c:pt>
                <c:pt idx="87">
                  <c:v>7.2809999999999997</c:v>
                </c:pt>
                <c:pt idx="88">
                  <c:v>7.2779999999999996</c:v>
                </c:pt>
                <c:pt idx="89">
                  <c:v>7.2759999999999998</c:v>
                </c:pt>
                <c:pt idx="90">
                  <c:v>7.28</c:v>
                </c:pt>
                <c:pt idx="91">
                  <c:v>7.2839999999999998</c:v>
                </c:pt>
                <c:pt idx="92">
                  <c:v>7.2809999999999997</c:v>
                </c:pt>
                <c:pt idx="93">
                  <c:v>7.2770000000000001</c:v>
                </c:pt>
                <c:pt idx="94">
                  <c:v>7.2759999999999998</c:v>
                </c:pt>
                <c:pt idx="95">
                  <c:v>7.2759999999999998</c:v>
                </c:pt>
                <c:pt idx="96">
                  <c:v>7.2789999999999999</c:v>
                </c:pt>
                <c:pt idx="97">
                  <c:v>7.2809999999999997</c:v>
                </c:pt>
                <c:pt idx="98">
                  <c:v>7.28</c:v>
                </c:pt>
                <c:pt idx="99">
                  <c:v>7.2770000000000001</c:v>
                </c:pt>
                <c:pt idx="100">
                  <c:v>7.2770000000000001</c:v>
                </c:pt>
                <c:pt idx="101">
                  <c:v>7.28</c:v>
                </c:pt>
                <c:pt idx="102">
                  <c:v>7.282</c:v>
                </c:pt>
                <c:pt idx="103">
                  <c:v>7.282</c:v>
                </c:pt>
                <c:pt idx="104">
                  <c:v>7.2809999999999997</c:v>
                </c:pt>
                <c:pt idx="105">
                  <c:v>7.2779999999999996</c:v>
                </c:pt>
                <c:pt idx="106">
                  <c:v>7.2770000000000001</c:v>
                </c:pt>
                <c:pt idx="107">
                  <c:v>7.2809999999999997</c:v>
                </c:pt>
                <c:pt idx="108">
                  <c:v>7.2839999999999998</c:v>
                </c:pt>
                <c:pt idx="109">
                  <c:v>7.282</c:v>
                </c:pt>
                <c:pt idx="110">
                  <c:v>7.282</c:v>
                </c:pt>
                <c:pt idx="111">
                  <c:v>7.2779999999999996</c:v>
                </c:pt>
                <c:pt idx="112">
                  <c:v>7.2759999999999998</c:v>
                </c:pt>
                <c:pt idx="113">
                  <c:v>7.28</c:v>
                </c:pt>
                <c:pt idx="114">
                  <c:v>7.2839999999999998</c:v>
                </c:pt>
                <c:pt idx="115">
                  <c:v>7.282</c:v>
                </c:pt>
                <c:pt idx="116">
                  <c:v>7.2779999999999996</c:v>
                </c:pt>
                <c:pt idx="117">
                  <c:v>7.2770000000000001</c:v>
                </c:pt>
                <c:pt idx="118">
                  <c:v>7.2770000000000001</c:v>
                </c:pt>
                <c:pt idx="119">
                  <c:v>7.2809999999999997</c:v>
                </c:pt>
                <c:pt idx="120">
                  <c:v>7.2839999999999998</c:v>
                </c:pt>
                <c:pt idx="121">
                  <c:v>7.282</c:v>
                </c:pt>
                <c:pt idx="122">
                  <c:v>7.2779999999999996</c:v>
                </c:pt>
                <c:pt idx="123">
                  <c:v>7.2770000000000001</c:v>
                </c:pt>
                <c:pt idx="124">
                  <c:v>7.2809999999999997</c:v>
                </c:pt>
                <c:pt idx="125">
                  <c:v>7.2830000000000004</c:v>
                </c:pt>
                <c:pt idx="126">
                  <c:v>7.2830000000000004</c:v>
                </c:pt>
                <c:pt idx="127">
                  <c:v>7.2809999999999997</c:v>
                </c:pt>
                <c:pt idx="128">
                  <c:v>7.2779999999999996</c:v>
                </c:pt>
                <c:pt idx="129">
                  <c:v>7.2779999999999996</c:v>
                </c:pt>
                <c:pt idx="130">
                  <c:v>7.2809999999999997</c:v>
                </c:pt>
                <c:pt idx="131">
                  <c:v>7.2830000000000004</c:v>
                </c:pt>
                <c:pt idx="132">
                  <c:v>7.2809999999999997</c:v>
                </c:pt>
                <c:pt idx="133">
                  <c:v>7.2779999999999996</c:v>
                </c:pt>
                <c:pt idx="134">
                  <c:v>7.2779999999999996</c:v>
                </c:pt>
                <c:pt idx="135">
                  <c:v>7.2759999999999998</c:v>
                </c:pt>
                <c:pt idx="136">
                  <c:v>7.28</c:v>
                </c:pt>
                <c:pt idx="137">
                  <c:v>7.2830000000000004</c:v>
                </c:pt>
                <c:pt idx="138">
                  <c:v>7.2809999999999997</c:v>
                </c:pt>
                <c:pt idx="139">
                  <c:v>7.2779999999999996</c:v>
                </c:pt>
                <c:pt idx="140">
                  <c:v>7.2779999999999996</c:v>
                </c:pt>
                <c:pt idx="141">
                  <c:v>7.2809999999999997</c:v>
                </c:pt>
                <c:pt idx="142">
                  <c:v>7.2809999999999997</c:v>
                </c:pt>
                <c:pt idx="143">
                  <c:v>7.282</c:v>
                </c:pt>
                <c:pt idx="144">
                  <c:v>7.282</c:v>
                </c:pt>
                <c:pt idx="145">
                  <c:v>7.2789999999999999</c:v>
                </c:pt>
                <c:pt idx="146">
                  <c:v>7.2770000000000001</c:v>
                </c:pt>
                <c:pt idx="147">
                  <c:v>7.282</c:v>
                </c:pt>
                <c:pt idx="148">
                  <c:v>7.2830000000000004</c:v>
                </c:pt>
                <c:pt idx="149">
                  <c:v>7.2830000000000004</c:v>
                </c:pt>
                <c:pt idx="150">
                  <c:v>7.28</c:v>
                </c:pt>
                <c:pt idx="151">
                  <c:v>7.2779999999999996</c:v>
                </c:pt>
                <c:pt idx="152">
                  <c:v>7.2779999999999996</c:v>
                </c:pt>
                <c:pt idx="153">
                  <c:v>7.282</c:v>
                </c:pt>
                <c:pt idx="154">
                  <c:v>7.2830000000000004</c:v>
                </c:pt>
                <c:pt idx="155">
                  <c:v>7.2809999999999997</c:v>
                </c:pt>
                <c:pt idx="156">
                  <c:v>7.2789999999999999</c:v>
                </c:pt>
                <c:pt idx="157">
                  <c:v>7.2789999999999999</c:v>
                </c:pt>
                <c:pt idx="158">
                  <c:v>7.2779999999999996</c:v>
                </c:pt>
                <c:pt idx="159">
                  <c:v>7.2809999999999997</c:v>
                </c:pt>
                <c:pt idx="160">
                  <c:v>7.2830000000000004</c:v>
                </c:pt>
                <c:pt idx="161">
                  <c:v>7.28</c:v>
                </c:pt>
                <c:pt idx="162">
                  <c:v>7.2770000000000001</c:v>
                </c:pt>
                <c:pt idx="163">
                  <c:v>7.2759999999999998</c:v>
                </c:pt>
                <c:pt idx="164">
                  <c:v>7.28</c:v>
                </c:pt>
                <c:pt idx="165">
                  <c:v>7.28</c:v>
                </c:pt>
                <c:pt idx="166">
                  <c:v>7.2859999999999996</c:v>
                </c:pt>
                <c:pt idx="167">
                  <c:v>7.2850000000000001</c:v>
                </c:pt>
                <c:pt idx="168">
                  <c:v>7.2789999999999999</c:v>
                </c:pt>
                <c:pt idx="169">
                  <c:v>7.2779999999999996</c:v>
                </c:pt>
                <c:pt idx="170">
                  <c:v>7.2830000000000004</c:v>
                </c:pt>
                <c:pt idx="171">
                  <c:v>7.2850000000000001</c:v>
                </c:pt>
                <c:pt idx="172">
                  <c:v>7.282</c:v>
                </c:pt>
                <c:pt idx="173">
                  <c:v>7.282</c:v>
                </c:pt>
                <c:pt idx="174">
                  <c:v>7.2789999999999999</c:v>
                </c:pt>
                <c:pt idx="175">
                  <c:v>7.2789999999999999</c:v>
                </c:pt>
                <c:pt idx="176">
                  <c:v>7.282</c:v>
                </c:pt>
                <c:pt idx="177">
                  <c:v>7.2830000000000004</c:v>
                </c:pt>
                <c:pt idx="178">
                  <c:v>7.282</c:v>
                </c:pt>
                <c:pt idx="179">
                  <c:v>7.2789999999999999</c:v>
                </c:pt>
                <c:pt idx="180">
                  <c:v>7.28</c:v>
                </c:pt>
                <c:pt idx="181">
                  <c:v>7.28</c:v>
                </c:pt>
                <c:pt idx="182">
                  <c:v>7.2850000000000001</c:v>
                </c:pt>
                <c:pt idx="183">
                  <c:v>7.2809999999999997</c:v>
                </c:pt>
                <c:pt idx="184">
                  <c:v>7.2789999999999999</c:v>
                </c:pt>
                <c:pt idx="185">
                  <c:v>7.2789999999999999</c:v>
                </c:pt>
                <c:pt idx="186">
                  <c:v>7.2789999999999999</c:v>
                </c:pt>
                <c:pt idx="187">
                  <c:v>7.2830000000000004</c:v>
                </c:pt>
                <c:pt idx="188">
                  <c:v>7.2839999999999998</c:v>
                </c:pt>
                <c:pt idx="189">
                  <c:v>7.2839999999999998</c:v>
                </c:pt>
                <c:pt idx="190">
                  <c:v>7.2830000000000004</c:v>
                </c:pt>
                <c:pt idx="191">
                  <c:v>7.274</c:v>
                </c:pt>
                <c:pt idx="192">
                  <c:v>7.2750000000000004</c:v>
                </c:pt>
                <c:pt idx="193">
                  <c:v>7.2850000000000001</c:v>
                </c:pt>
                <c:pt idx="194">
                  <c:v>7.2850000000000001</c:v>
                </c:pt>
                <c:pt idx="195">
                  <c:v>7.282</c:v>
                </c:pt>
                <c:pt idx="196">
                  <c:v>7.282</c:v>
                </c:pt>
                <c:pt idx="197">
                  <c:v>7.2779999999999996</c:v>
                </c:pt>
                <c:pt idx="198">
                  <c:v>7.2770000000000001</c:v>
                </c:pt>
                <c:pt idx="199">
                  <c:v>7.2830000000000004</c:v>
                </c:pt>
                <c:pt idx="200">
                  <c:v>7.2850000000000001</c:v>
                </c:pt>
                <c:pt idx="201">
                  <c:v>7.282</c:v>
                </c:pt>
                <c:pt idx="202">
                  <c:v>7.2789999999999999</c:v>
                </c:pt>
                <c:pt idx="203">
                  <c:v>7.2789999999999999</c:v>
                </c:pt>
                <c:pt idx="204">
                  <c:v>7.2789999999999999</c:v>
                </c:pt>
                <c:pt idx="205">
                  <c:v>7.2839999999999998</c:v>
                </c:pt>
                <c:pt idx="206">
                  <c:v>7.2839999999999998</c:v>
                </c:pt>
                <c:pt idx="207">
                  <c:v>7.282</c:v>
                </c:pt>
                <c:pt idx="208">
                  <c:v>7.28</c:v>
                </c:pt>
                <c:pt idx="209">
                  <c:v>7.28</c:v>
                </c:pt>
                <c:pt idx="210">
                  <c:v>7.2859999999999996</c:v>
                </c:pt>
                <c:pt idx="211">
                  <c:v>7.2869999999999999</c:v>
                </c:pt>
                <c:pt idx="212">
                  <c:v>7.2869999999999999</c:v>
                </c:pt>
                <c:pt idx="213">
                  <c:v>7.2830000000000004</c:v>
                </c:pt>
                <c:pt idx="214">
                  <c:v>7.2809999999999997</c:v>
                </c:pt>
                <c:pt idx="215">
                  <c:v>7.274</c:v>
                </c:pt>
                <c:pt idx="216">
                  <c:v>7.2789999999999999</c:v>
                </c:pt>
                <c:pt idx="217">
                  <c:v>7.2859999999999996</c:v>
                </c:pt>
                <c:pt idx="218">
                  <c:v>7.2830000000000004</c:v>
                </c:pt>
                <c:pt idx="219">
                  <c:v>7.28</c:v>
                </c:pt>
                <c:pt idx="220">
                  <c:v>7.28</c:v>
                </c:pt>
                <c:pt idx="221">
                  <c:v>7.282</c:v>
                </c:pt>
                <c:pt idx="222">
                  <c:v>7.2850000000000001</c:v>
                </c:pt>
                <c:pt idx="223">
                  <c:v>7.2850000000000001</c:v>
                </c:pt>
                <c:pt idx="224">
                  <c:v>7.2830000000000004</c:v>
                </c:pt>
                <c:pt idx="225">
                  <c:v>7.2809999999999997</c:v>
                </c:pt>
                <c:pt idx="226">
                  <c:v>7.282</c:v>
                </c:pt>
                <c:pt idx="227">
                  <c:v>7.2859999999999996</c:v>
                </c:pt>
                <c:pt idx="228">
                  <c:v>7.2859999999999996</c:v>
                </c:pt>
                <c:pt idx="229">
                  <c:v>7.2869999999999999</c:v>
                </c:pt>
                <c:pt idx="230">
                  <c:v>7.2850000000000001</c:v>
                </c:pt>
                <c:pt idx="231">
                  <c:v>7.282</c:v>
                </c:pt>
                <c:pt idx="232">
                  <c:v>7.282</c:v>
                </c:pt>
                <c:pt idx="233">
                  <c:v>7.2859999999999996</c:v>
                </c:pt>
                <c:pt idx="234">
                  <c:v>7.2859999999999996</c:v>
                </c:pt>
                <c:pt idx="235">
                  <c:v>7.2859999999999996</c:v>
                </c:pt>
                <c:pt idx="236">
                  <c:v>7.282</c:v>
                </c:pt>
                <c:pt idx="237">
                  <c:v>7.28</c:v>
                </c:pt>
                <c:pt idx="238">
                  <c:v>7.28</c:v>
                </c:pt>
                <c:pt idx="239">
                  <c:v>7.2850000000000001</c:v>
                </c:pt>
                <c:pt idx="240">
                  <c:v>7.2859999999999996</c:v>
                </c:pt>
                <c:pt idx="241">
                  <c:v>7.282</c:v>
                </c:pt>
                <c:pt idx="242">
                  <c:v>7.2809999999999997</c:v>
                </c:pt>
                <c:pt idx="243">
                  <c:v>7.2809999999999997</c:v>
                </c:pt>
                <c:pt idx="244">
                  <c:v>7.2830000000000004</c:v>
                </c:pt>
                <c:pt idx="245">
                  <c:v>7.2859999999999996</c:v>
                </c:pt>
                <c:pt idx="246">
                  <c:v>7.2889999999999997</c:v>
                </c:pt>
                <c:pt idx="247">
                  <c:v>7.2969999999999997</c:v>
                </c:pt>
                <c:pt idx="248">
                  <c:v>7.2910000000000004</c:v>
                </c:pt>
                <c:pt idx="249">
                  <c:v>7.28</c:v>
                </c:pt>
                <c:pt idx="250">
                  <c:v>7.2779999999999996</c:v>
                </c:pt>
                <c:pt idx="251">
                  <c:v>7.2779999999999996</c:v>
                </c:pt>
                <c:pt idx="252">
                  <c:v>7.2809999999999997</c:v>
                </c:pt>
                <c:pt idx="253">
                  <c:v>7.2809999999999997</c:v>
                </c:pt>
                <c:pt idx="254">
                  <c:v>7.2759999999999998</c:v>
                </c:pt>
                <c:pt idx="255">
                  <c:v>7.28</c:v>
                </c:pt>
                <c:pt idx="256">
                  <c:v>7.2839999999999998</c:v>
                </c:pt>
                <c:pt idx="257">
                  <c:v>7.2850000000000001</c:v>
                </c:pt>
                <c:pt idx="258">
                  <c:v>7.2830000000000004</c:v>
                </c:pt>
                <c:pt idx="259">
                  <c:v>7.2830000000000004</c:v>
                </c:pt>
                <c:pt idx="260">
                  <c:v>7.2809999999999997</c:v>
                </c:pt>
                <c:pt idx="261">
                  <c:v>7.282</c:v>
                </c:pt>
                <c:pt idx="262">
                  <c:v>7.2850000000000001</c:v>
                </c:pt>
                <c:pt idx="263">
                  <c:v>7.2830000000000004</c:v>
                </c:pt>
                <c:pt idx="264">
                  <c:v>7.2830000000000004</c:v>
                </c:pt>
                <c:pt idx="265">
                  <c:v>7.2830000000000004</c:v>
                </c:pt>
                <c:pt idx="266">
                  <c:v>7.2830000000000004</c:v>
                </c:pt>
                <c:pt idx="267">
                  <c:v>7.2830000000000004</c:v>
                </c:pt>
                <c:pt idx="268">
                  <c:v>7.2859999999999996</c:v>
                </c:pt>
                <c:pt idx="269">
                  <c:v>7.2859999999999996</c:v>
                </c:pt>
                <c:pt idx="270">
                  <c:v>7.282</c:v>
                </c:pt>
                <c:pt idx="271">
                  <c:v>7.28</c:v>
                </c:pt>
                <c:pt idx="272">
                  <c:v>7.2809999999999997</c:v>
                </c:pt>
                <c:pt idx="273">
                  <c:v>7.2839999999999998</c:v>
                </c:pt>
                <c:pt idx="274">
                  <c:v>7.2850000000000001</c:v>
                </c:pt>
                <c:pt idx="275">
                  <c:v>7.2850000000000001</c:v>
                </c:pt>
                <c:pt idx="276">
                  <c:v>7.282</c:v>
                </c:pt>
                <c:pt idx="277">
                  <c:v>7.2789999999999999</c:v>
                </c:pt>
                <c:pt idx="278">
                  <c:v>7.2809999999999997</c:v>
                </c:pt>
                <c:pt idx="279">
                  <c:v>7.2859999999999996</c:v>
                </c:pt>
                <c:pt idx="280">
                  <c:v>7.2839999999999998</c:v>
                </c:pt>
                <c:pt idx="281">
                  <c:v>7.2789999999999999</c:v>
                </c:pt>
                <c:pt idx="282">
                  <c:v>7.2789999999999999</c:v>
                </c:pt>
                <c:pt idx="283">
                  <c:v>7.2789999999999999</c:v>
                </c:pt>
                <c:pt idx="284">
                  <c:v>7.282</c:v>
                </c:pt>
                <c:pt idx="285">
                  <c:v>7.2839999999999998</c:v>
                </c:pt>
                <c:pt idx="286">
                  <c:v>7.2859999999999996</c:v>
                </c:pt>
                <c:pt idx="287">
                  <c:v>7.282</c:v>
                </c:pt>
                <c:pt idx="288">
                  <c:v>7.2789999999999999</c:v>
                </c:pt>
                <c:pt idx="289">
                  <c:v>7.2830000000000004</c:v>
                </c:pt>
                <c:pt idx="290">
                  <c:v>7.2830000000000004</c:v>
                </c:pt>
                <c:pt idx="291">
                  <c:v>7.2859999999999996</c:v>
                </c:pt>
                <c:pt idx="292">
                  <c:v>7.2839999999999998</c:v>
                </c:pt>
                <c:pt idx="293">
                  <c:v>7.2830000000000004</c:v>
                </c:pt>
                <c:pt idx="294">
                  <c:v>7.2830000000000004</c:v>
                </c:pt>
                <c:pt idx="295">
                  <c:v>7.2830000000000004</c:v>
                </c:pt>
                <c:pt idx="296">
                  <c:v>7.2859999999999996</c:v>
                </c:pt>
                <c:pt idx="297">
                  <c:v>7.2850000000000001</c:v>
                </c:pt>
                <c:pt idx="298">
                  <c:v>7.2850000000000001</c:v>
                </c:pt>
                <c:pt idx="299">
                  <c:v>7.2809999999999997</c:v>
                </c:pt>
                <c:pt idx="300">
                  <c:v>7.2789999999999999</c:v>
                </c:pt>
                <c:pt idx="301">
                  <c:v>7.282</c:v>
                </c:pt>
                <c:pt idx="302">
                  <c:v>7.2859999999999996</c:v>
                </c:pt>
                <c:pt idx="303">
                  <c:v>7.2839999999999998</c:v>
                </c:pt>
                <c:pt idx="304">
                  <c:v>7.28</c:v>
                </c:pt>
                <c:pt idx="305">
                  <c:v>7.28</c:v>
                </c:pt>
                <c:pt idx="306">
                  <c:v>7.28</c:v>
                </c:pt>
                <c:pt idx="307">
                  <c:v>7.2839999999999998</c:v>
                </c:pt>
                <c:pt idx="308">
                  <c:v>7.2859999999999996</c:v>
                </c:pt>
                <c:pt idx="309">
                  <c:v>7.2850000000000001</c:v>
                </c:pt>
                <c:pt idx="310">
                  <c:v>7.2809999999999997</c:v>
                </c:pt>
                <c:pt idx="311">
                  <c:v>7.28</c:v>
                </c:pt>
                <c:pt idx="312">
                  <c:v>7.2830000000000004</c:v>
                </c:pt>
                <c:pt idx="313">
                  <c:v>7.2859999999999996</c:v>
                </c:pt>
                <c:pt idx="314">
                  <c:v>7.2859999999999996</c:v>
                </c:pt>
                <c:pt idx="315">
                  <c:v>7.2850000000000001</c:v>
                </c:pt>
                <c:pt idx="316">
                  <c:v>7.28</c:v>
                </c:pt>
                <c:pt idx="317">
                  <c:v>7.2789999999999999</c:v>
                </c:pt>
                <c:pt idx="318">
                  <c:v>7.2850000000000001</c:v>
                </c:pt>
                <c:pt idx="319">
                  <c:v>7.2869999999999999</c:v>
                </c:pt>
                <c:pt idx="320">
                  <c:v>7.2839999999999998</c:v>
                </c:pt>
                <c:pt idx="321">
                  <c:v>7.2839999999999998</c:v>
                </c:pt>
                <c:pt idx="322">
                  <c:v>7.2809999999999997</c:v>
                </c:pt>
                <c:pt idx="323">
                  <c:v>7.28</c:v>
                </c:pt>
                <c:pt idx="324">
                  <c:v>7.2830000000000004</c:v>
                </c:pt>
                <c:pt idx="325">
                  <c:v>7.2859999999999996</c:v>
                </c:pt>
                <c:pt idx="326">
                  <c:v>7.2839999999999998</c:v>
                </c:pt>
                <c:pt idx="327">
                  <c:v>7.2779999999999996</c:v>
                </c:pt>
                <c:pt idx="328">
                  <c:v>7.2789999999999999</c:v>
                </c:pt>
                <c:pt idx="329">
                  <c:v>7.2789999999999999</c:v>
                </c:pt>
                <c:pt idx="330">
                  <c:v>7.2839999999999998</c:v>
                </c:pt>
                <c:pt idx="331">
                  <c:v>7.2859999999999996</c:v>
                </c:pt>
                <c:pt idx="332">
                  <c:v>7.2850000000000001</c:v>
                </c:pt>
                <c:pt idx="333">
                  <c:v>7.2809999999999997</c:v>
                </c:pt>
                <c:pt idx="334">
                  <c:v>7.28</c:v>
                </c:pt>
                <c:pt idx="335">
                  <c:v>7.28</c:v>
                </c:pt>
                <c:pt idx="336">
                  <c:v>7.2830000000000004</c:v>
                </c:pt>
                <c:pt idx="337">
                  <c:v>7.2859999999999996</c:v>
                </c:pt>
                <c:pt idx="338">
                  <c:v>7.2859999999999996</c:v>
                </c:pt>
                <c:pt idx="339">
                  <c:v>7.2839999999999998</c:v>
                </c:pt>
                <c:pt idx="340">
                  <c:v>7.2809999999999997</c:v>
                </c:pt>
                <c:pt idx="341">
                  <c:v>7.2809999999999997</c:v>
                </c:pt>
                <c:pt idx="342">
                  <c:v>7.2850000000000001</c:v>
                </c:pt>
                <c:pt idx="343">
                  <c:v>7.2850000000000001</c:v>
                </c:pt>
                <c:pt idx="344">
                  <c:v>7.2859999999999996</c:v>
                </c:pt>
                <c:pt idx="345">
                  <c:v>7.2839999999999998</c:v>
                </c:pt>
                <c:pt idx="346">
                  <c:v>7.2809999999999997</c:v>
                </c:pt>
                <c:pt idx="347">
                  <c:v>7.28</c:v>
                </c:pt>
                <c:pt idx="348">
                  <c:v>7.2850000000000001</c:v>
                </c:pt>
                <c:pt idx="349">
                  <c:v>7.2869999999999999</c:v>
                </c:pt>
                <c:pt idx="350">
                  <c:v>7.2850000000000001</c:v>
                </c:pt>
                <c:pt idx="351">
                  <c:v>7.2850000000000001</c:v>
                </c:pt>
                <c:pt idx="352">
                  <c:v>7.282</c:v>
                </c:pt>
                <c:pt idx="353">
                  <c:v>7.28</c:v>
                </c:pt>
                <c:pt idx="354">
                  <c:v>7.2839999999999998</c:v>
                </c:pt>
                <c:pt idx="355">
                  <c:v>7.2859999999999996</c:v>
                </c:pt>
                <c:pt idx="356">
                  <c:v>7.2850000000000001</c:v>
                </c:pt>
                <c:pt idx="357">
                  <c:v>7.28</c:v>
                </c:pt>
                <c:pt idx="358">
                  <c:v>7.2789999999999999</c:v>
                </c:pt>
                <c:pt idx="359">
                  <c:v>7.2789999999999999</c:v>
                </c:pt>
                <c:pt idx="360">
                  <c:v>7.2830000000000004</c:v>
                </c:pt>
                <c:pt idx="361">
                  <c:v>7.2839999999999998</c:v>
                </c:pt>
                <c:pt idx="362">
                  <c:v>7.2830000000000004</c:v>
                </c:pt>
                <c:pt idx="363">
                  <c:v>7.28</c:v>
                </c:pt>
                <c:pt idx="364">
                  <c:v>7.28</c:v>
                </c:pt>
                <c:pt idx="365">
                  <c:v>7.2850000000000001</c:v>
                </c:pt>
                <c:pt idx="366">
                  <c:v>7.2850000000000001</c:v>
                </c:pt>
                <c:pt idx="367">
                  <c:v>7.2859999999999996</c:v>
                </c:pt>
                <c:pt idx="368">
                  <c:v>7.282</c:v>
                </c:pt>
                <c:pt idx="369">
                  <c:v>7.28</c:v>
                </c:pt>
                <c:pt idx="370">
                  <c:v>7.2789999999999999</c:v>
                </c:pt>
                <c:pt idx="371">
                  <c:v>7.2839999999999998</c:v>
                </c:pt>
                <c:pt idx="372">
                  <c:v>7.2850000000000001</c:v>
                </c:pt>
                <c:pt idx="373">
                  <c:v>7.2830000000000004</c:v>
                </c:pt>
                <c:pt idx="374">
                  <c:v>7.2830000000000004</c:v>
                </c:pt>
                <c:pt idx="375">
                  <c:v>7.28</c:v>
                </c:pt>
                <c:pt idx="376">
                  <c:v>7.2779999999999996</c:v>
                </c:pt>
                <c:pt idx="377">
                  <c:v>7.2839999999999998</c:v>
                </c:pt>
                <c:pt idx="378">
                  <c:v>7.2859999999999996</c:v>
                </c:pt>
                <c:pt idx="379">
                  <c:v>7.2809999999999997</c:v>
                </c:pt>
                <c:pt idx="380">
                  <c:v>7.2789999999999999</c:v>
                </c:pt>
                <c:pt idx="381">
                  <c:v>7.2789999999999999</c:v>
                </c:pt>
                <c:pt idx="382">
                  <c:v>7.2789999999999999</c:v>
                </c:pt>
                <c:pt idx="383">
                  <c:v>7.282</c:v>
                </c:pt>
                <c:pt idx="384">
                  <c:v>7.2839999999999998</c:v>
                </c:pt>
                <c:pt idx="385">
                  <c:v>7.282</c:v>
                </c:pt>
                <c:pt idx="386">
                  <c:v>7.2779999999999996</c:v>
                </c:pt>
                <c:pt idx="387">
                  <c:v>7.2789999999999999</c:v>
                </c:pt>
                <c:pt idx="388">
                  <c:v>7.2839999999999998</c:v>
                </c:pt>
                <c:pt idx="389">
                  <c:v>7.2850000000000001</c:v>
                </c:pt>
                <c:pt idx="390">
                  <c:v>7.2850000000000001</c:v>
                </c:pt>
                <c:pt idx="391">
                  <c:v>7.2830000000000004</c:v>
                </c:pt>
                <c:pt idx="392">
                  <c:v>7.2789999999999999</c:v>
                </c:pt>
                <c:pt idx="393">
                  <c:v>7.2789999999999999</c:v>
                </c:pt>
                <c:pt idx="394">
                  <c:v>7.2839999999999998</c:v>
                </c:pt>
                <c:pt idx="395">
                  <c:v>7.2859999999999996</c:v>
                </c:pt>
                <c:pt idx="396">
                  <c:v>7.2830000000000004</c:v>
                </c:pt>
                <c:pt idx="397">
                  <c:v>7.28</c:v>
                </c:pt>
                <c:pt idx="398">
                  <c:v>7.28</c:v>
                </c:pt>
                <c:pt idx="399">
                  <c:v>7.28</c:v>
                </c:pt>
                <c:pt idx="400">
                  <c:v>7.2839999999999998</c:v>
                </c:pt>
                <c:pt idx="401">
                  <c:v>7.2859999999999996</c:v>
                </c:pt>
                <c:pt idx="402">
                  <c:v>7.2830000000000004</c:v>
                </c:pt>
                <c:pt idx="403">
                  <c:v>7.28</c:v>
                </c:pt>
                <c:pt idx="404">
                  <c:v>7.2809999999999997</c:v>
                </c:pt>
                <c:pt idx="405">
                  <c:v>7.2809999999999997</c:v>
                </c:pt>
                <c:pt idx="406">
                  <c:v>7.2869999999999999</c:v>
                </c:pt>
                <c:pt idx="407">
                  <c:v>7.2869999999999999</c:v>
                </c:pt>
                <c:pt idx="408">
                  <c:v>7.282</c:v>
                </c:pt>
                <c:pt idx="409">
                  <c:v>7.28</c:v>
                </c:pt>
                <c:pt idx="410">
                  <c:v>7.2809999999999997</c:v>
                </c:pt>
                <c:pt idx="411">
                  <c:v>7.2859999999999996</c:v>
                </c:pt>
                <c:pt idx="412">
                  <c:v>7.2859999999999996</c:v>
                </c:pt>
                <c:pt idx="413">
                  <c:v>7.2859999999999996</c:v>
                </c:pt>
                <c:pt idx="414">
                  <c:v>7.2830000000000004</c:v>
                </c:pt>
                <c:pt idx="415">
                  <c:v>7.2809999999999997</c:v>
                </c:pt>
                <c:pt idx="416">
                  <c:v>7.282</c:v>
                </c:pt>
                <c:pt idx="417">
                  <c:v>7.2850000000000001</c:v>
                </c:pt>
                <c:pt idx="418">
                  <c:v>7.2859999999999996</c:v>
                </c:pt>
                <c:pt idx="419">
                  <c:v>7.2839999999999998</c:v>
                </c:pt>
                <c:pt idx="420">
                  <c:v>7.2809999999999997</c:v>
                </c:pt>
                <c:pt idx="421">
                  <c:v>7.2809999999999997</c:v>
                </c:pt>
                <c:pt idx="422">
                  <c:v>7.2839999999999998</c:v>
                </c:pt>
                <c:pt idx="423">
                  <c:v>7.2880000000000003</c:v>
                </c:pt>
                <c:pt idx="424">
                  <c:v>7.2859999999999996</c:v>
                </c:pt>
                <c:pt idx="425">
                  <c:v>7.2830000000000004</c:v>
                </c:pt>
                <c:pt idx="426">
                  <c:v>7.2809999999999997</c:v>
                </c:pt>
                <c:pt idx="427">
                  <c:v>7.28</c:v>
                </c:pt>
                <c:pt idx="428">
                  <c:v>7.2859999999999996</c:v>
                </c:pt>
                <c:pt idx="429">
                  <c:v>7.2859999999999996</c:v>
                </c:pt>
                <c:pt idx="430">
                  <c:v>7.2889999999999997</c:v>
                </c:pt>
                <c:pt idx="431">
                  <c:v>7.2850000000000001</c:v>
                </c:pt>
                <c:pt idx="432">
                  <c:v>7.2809999999999997</c:v>
                </c:pt>
                <c:pt idx="433">
                  <c:v>7.2809999999999997</c:v>
                </c:pt>
                <c:pt idx="434">
                  <c:v>7.2869999999999999</c:v>
                </c:pt>
                <c:pt idx="435">
                  <c:v>7.2889999999999997</c:v>
                </c:pt>
                <c:pt idx="436">
                  <c:v>7.2850000000000001</c:v>
                </c:pt>
                <c:pt idx="437">
                  <c:v>7.2850000000000001</c:v>
                </c:pt>
                <c:pt idx="438">
                  <c:v>7.2809999999999997</c:v>
                </c:pt>
                <c:pt idx="439">
                  <c:v>7.2809999999999997</c:v>
                </c:pt>
                <c:pt idx="440">
                  <c:v>7.2850000000000001</c:v>
                </c:pt>
                <c:pt idx="441">
                  <c:v>7.2869999999999999</c:v>
                </c:pt>
                <c:pt idx="442">
                  <c:v>7.2839999999999998</c:v>
                </c:pt>
                <c:pt idx="443">
                  <c:v>7.2809999999999997</c:v>
                </c:pt>
                <c:pt idx="444">
                  <c:v>7.2830000000000004</c:v>
                </c:pt>
                <c:pt idx="445">
                  <c:v>7.2830000000000004</c:v>
                </c:pt>
                <c:pt idx="446">
                  <c:v>7.2880000000000003</c:v>
                </c:pt>
                <c:pt idx="447">
                  <c:v>7.2869999999999999</c:v>
                </c:pt>
                <c:pt idx="448">
                  <c:v>7.2830000000000004</c:v>
                </c:pt>
                <c:pt idx="449">
                  <c:v>7.282</c:v>
                </c:pt>
                <c:pt idx="450">
                  <c:v>7.2839999999999998</c:v>
                </c:pt>
                <c:pt idx="451">
                  <c:v>7.2889999999999997</c:v>
                </c:pt>
                <c:pt idx="452">
                  <c:v>7.2889999999999997</c:v>
                </c:pt>
                <c:pt idx="453">
                  <c:v>7.2880000000000003</c:v>
                </c:pt>
                <c:pt idx="454">
                  <c:v>7.2889999999999997</c:v>
                </c:pt>
                <c:pt idx="455">
                  <c:v>7.2859999999999996</c:v>
                </c:pt>
                <c:pt idx="456">
                  <c:v>7.282</c:v>
                </c:pt>
                <c:pt idx="457">
                  <c:v>7.2859999999999996</c:v>
                </c:pt>
                <c:pt idx="458">
                  <c:v>7.2850000000000001</c:v>
                </c:pt>
                <c:pt idx="459">
                  <c:v>7.282</c:v>
                </c:pt>
                <c:pt idx="460">
                  <c:v>7.282</c:v>
                </c:pt>
                <c:pt idx="461">
                  <c:v>7.2839999999999998</c:v>
                </c:pt>
                <c:pt idx="462">
                  <c:v>7.2880000000000003</c:v>
                </c:pt>
                <c:pt idx="463">
                  <c:v>7.2869999999999999</c:v>
                </c:pt>
                <c:pt idx="464">
                  <c:v>7.2859999999999996</c:v>
                </c:pt>
                <c:pt idx="465">
                  <c:v>7.2850000000000001</c:v>
                </c:pt>
                <c:pt idx="466">
                  <c:v>7.282</c:v>
                </c:pt>
                <c:pt idx="467">
                  <c:v>7.2830000000000004</c:v>
                </c:pt>
                <c:pt idx="468">
                  <c:v>7.2830000000000004</c:v>
                </c:pt>
                <c:pt idx="469">
                  <c:v>7.2839999999999998</c:v>
                </c:pt>
                <c:pt idx="470">
                  <c:v>7.2839999999999998</c:v>
                </c:pt>
                <c:pt idx="471">
                  <c:v>7.2839999999999998</c:v>
                </c:pt>
                <c:pt idx="472">
                  <c:v>7.2830000000000004</c:v>
                </c:pt>
                <c:pt idx="473">
                  <c:v>7.2850000000000001</c:v>
                </c:pt>
                <c:pt idx="474">
                  <c:v>7.2889999999999997</c:v>
                </c:pt>
                <c:pt idx="475">
                  <c:v>7.2880000000000003</c:v>
                </c:pt>
                <c:pt idx="476">
                  <c:v>7.2880000000000003</c:v>
                </c:pt>
                <c:pt idx="477">
                  <c:v>7.2839999999999998</c:v>
                </c:pt>
                <c:pt idx="478">
                  <c:v>7.2830000000000004</c:v>
                </c:pt>
                <c:pt idx="479">
                  <c:v>7.2830000000000004</c:v>
                </c:pt>
                <c:pt idx="480">
                  <c:v>7.2850000000000001</c:v>
                </c:pt>
                <c:pt idx="481">
                  <c:v>7.2859999999999996</c:v>
                </c:pt>
                <c:pt idx="482">
                  <c:v>7.2839999999999998</c:v>
                </c:pt>
                <c:pt idx="483">
                  <c:v>7.2789999999999999</c:v>
                </c:pt>
                <c:pt idx="484">
                  <c:v>7.2789999999999999</c:v>
                </c:pt>
                <c:pt idx="485">
                  <c:v>7.2859999999999996</c:v>
                </c:pt>
                <c:pt idx="486">
                  <c:v>7.2919999999999998</c:v>
                </c:pt>
                <c:pt idx="487">
                  <c:v>7.2869999999999999</c:v>
                </c:pt>
                <c:pt idx="488">
                  <c:v>7.2839999999999998</c:v>
                </c:pt>
                <c:pt idx="489">
                  <c:v>7.28</c:v>
                </c:pt>
                <c:pt idx="490">
                  <c:v>7.2809999999999997</c:v>
                </c:pt>
                <c:pt idx="491">
                  <c:v>7.2809999999999997</c:v>
                </c:pt>
                <c:pt idx="492">
                  <c:v>7.2859999999999996</c:v>
                </c:pt>
                <c:pt idx="493">
                  <c:v>7.2859999999999996</c:v>
                </c:pt>
                <c:pt idx="494">
                  <c:v>7.2839999999999998</c:v>
                </c:pt>
                <c:pt idx="495">
                  <c:v>7.282</c:v>
                </c:pt>
                <c:pt idx="496">
                  <c:v>7.2839999999999998</c:v>
                </c:pt>
                <c:pt idx="497">
                  <c:v>7.2839999999999998</c:v>
                </c:pt>
                <c:pt idx="498">
                  <c:v>7.282</c:v>
                </c:pt>
                <c:pt idx="499">
                  <c:v>7.282</c:v>
                </c:pt>
                <c:pt idx="500">
                  <c:v>7.282</c:v>
                </c:pt>
                <c:pt idx="501">
                  <c:v>7.2830000000000004</c:v>
                </c:pt>
                <c:pt idx="502">
                  <c:v>7.2830000000000004</c:v>
                </c:pt>
                <c:pt idx="503">
                  <c:v>7.2839999999999998</c:v>
                </c:pt>
                <c:pt idx="504">
                  <c:v>7.2839999999999998</c:v>
                </c:pt>
                <c:pt idx="505">
                  <c:v>7.2830000000000004</c:v>
                </c:pt>
                <c:pt idx="506">
                  <c:v>7.2830000000000004</c:v>
                </c:pt>
                <c:pt idx="507">
                  <c:v>7.2830000000000004</c:v>
                </c:pt>
                <c:pt idx="508">
                  <c:v>7.2809999999999997</c:v>
                </c:pt>
                <c:pt idx="509">
                  <c:v>7.28</c:v>
                </c:pt>
                <c:pt idx="510">
                  <c:v>7.282</c:v>
                </c:pt>
                <c:pt idx="511">
                  <c:v>7.2830000000000004</c:v>
                </c:pt>
                <c:pt idx="512">
                  <c:v>7.2839999999999998</c:v>
                </c:pt>
                <c:pt idx="513">
                  <c:v>7.2830000000000004</c:v>
                </c:pt>
                <c:pt idx="514">
                  <c:v>7.282</c:v>
                </c:pt>
                <c:pt idx="515">
                  <c:v>7.282</c:v>
                </c:pt>
                <c:pt idx="516">
                  <c:v>7.2830000000000004</c:v>
                </c:pt>
                <c:pt idx="517">
                  <c:v>7.2830000000000004</c:v>
                </c:pt>
                <c:pt idx="518">
                  <c:v>7.2839999999999998</c:v>
                </c:pt>
                <c:pt idx="519">
                  <c:v>7.2869999999999999</c:v>
                </c:pt>
                <c:pt idx="520">
                  <c:v>7.2839999999999998</c:v>
                </c:pt>
                <c:pt idx="521">
                  <c:v>7.2830000000000004</c:v>
                </c:pt>
                <c:pt idx="522">
                  <c:v>7.2830000000000004</c:v>
                </c:pt>
                <c:pt idx="523">
                  <c:v>7.2830000000000004</c:v>
                </c:pt>
                <c:pt idx="524">
                  <c:v>7.282</c:v>
                </c:pt>
                <c:pt idx="525">
                  <c:v>7.282</c:v>
                </c:pt>
                <c:pt idx="526">
                  <c:v>7.282</c:v>
                </c:pt>
                <c:pt idx="527">
                  <c:v>7.2839999999999998</c:v>
                </c:pt>
                <c:pt idx="528">
                  <c:v>7.2839999999999998</c:v>
                </c:pt>
                <c:pt idx="529">
                  <c:v>7.2830000000000004</c:v>
                </c:pt>
                <c:pt idx="530">
                  <c:v>7.282</c:v>
                </c:pt>
                <c:pt idx="531">
                  <c:v>7.282</c:v>
                </c:pt>
                <c:pt idx="532">
                  <c:v>7.282</c:v>
                </c:pt>
                <c:pt idx="533">
                  <c:v>7.2830000000000004</c:v>
                </c:pt>
                <c:pt idx="534">
                  <c:v>7.282</c:v>
                </c:pt>
                <c:pt idx="535">
                  <c:v>7.282</c:v>
                </c:pt>
                <c:pt idx="536">
                  <c:v>7.2839999999999998</c:v>
                </c:pt>
                <c:pt idx="537">
                  <c:v>7.2839999999999998</c:v>
                </c:pt>
                <c:pt idx="538">
                  <c:v>7.2839999999999998</c:v>
                </c:pt>
                <c:pt idx="539">
                  <c:v>7.2830000000000004</c:v>
                </c:pt>
                <c:pt idx="540">
                  <c:v>7.282</c:v>
                </c:pt>
                <c:pt idx="541">
                  <c:v>7.2809999999999997</c:v>
                </c:pt>
                <c:pt idx="542">
                  <c:v>7.2830000000000004</c:v>
                </c:pt>
                <c:pt idx="543">
                  <c:v>7.2830000000000004</c:v>
                </c:pt>
                <c:pt idx="544">
                  <c:v>7.2830000000000004</c:v>
                </c:pt>
                <c:pt idx="545">
                  <c:v>7.282</c:v>
                </c:pt>
                <c:pt idx="546">
                  <c:v>7.282</c:v>
                </c:pt>
                <c:pt idx="547">
                  <c:v>7.2809999999999997</c:v>
                </c:pt>
                <c:pt idx="548">
                  <c:v>7.28</c:v>
                </c:pt>
                <c:pt idx="549">
                  <c:v>7.2809999999999997</c:v>
                </c:pt>
                <c:pt idx="550">
                  <c:v>7.2809999999999997</c:v>
                </c:pt>
                <c:pt idx="551">
                  <c:v>7.2809999999999997</c:v>
                </c:pt>
                <c:pt idx="552">
                  <c:v>7.2830000000000004</c:v>
                </c:pt>
                <c:pt idx="553">
                  <c:v>7.2830000000000004</c:v>
                </c:pt>
                <c:pt idx="554">
                  <c:v>7.2830000000000004</c:v>
                </c:pt>
                <c:pt idx="555">
                  <c:v>7.2809999999999997</c:v>
                </c:pt>
                <c:pt idx="556">
                  <c:v>7.282</c:v>
                </c:pt>
                <c:pt idx="557">
                  <c:v>7.2809999999999997</c:v>
                </c:pt>
                <c:pt idx="558">
                  <c:v>7.2830000000000004</c:v>
                </c:pt>
                <c:pt idx="559">
                  <c:v>7.2839999999999998</c:v>
                </c:pt>
                <c:pt idx="560">
                  <c:v>7.282</c:v>
                </c:pt>
                <c:pt idx="561">
                  <c:v>7.282</c:v>
                </c:pt>
                <c:pt idx="562">
                  <c:v>7.282</c:v>
                </c:pt>
                <c:pt idx="563">
                  <c:v>7.282</c:v>
                </c:pt>
                <c:pt idx="564">
                  <c:v>7.2830000000000004</c:v>
                </c:pt>
                <c:pt idx="565">
                  <c:v>7.2850000000000001</c:v>
                </c:pt>
                <c:pt idx="566">
                  <c:v>7.2830000000000004</c:v>
                </c:pt>
                <c:pt idx="567">
                  <c:v>7.2809999999999997</c:v>
                </c:pt>
                <c:pt idx="568">
                  <c:v>7.2809999999999997</c:v>
                </c:pt>
                <c:pt idx="569">
                  <c:v>7.282</c:v>
                </c:pt>
                <c:pt idx="570">
                  <c:v>7.282</c:v>
                </c:pt>
                <c:pt idx="571">
                  <c:v>7.282</c:v>
                </c:pt>
                <c:pt idx="572">
                  <c:v>7.2809999999999997</c:v>
                </c:pt>
                <c:pt idx="573">
                  <c:v>7.282</c:v>
                </c:pt>
                <c:pt idx="574">
                  <c:v>7.2809999999999997</c:v>
                </c:pt>
                <c:pt idx="575">
                  <c:v>7.2809999999999997</c:v>
                </c:pt>
                <c:pt idx="576">
                  <c:v>7.28</c:v>
                </c:pt>
                <c:pt idx="577">
                  <c:v>7.28</c:v>
                </c:pt>
                <c:pt idx="578">
                  <c:v>7.28</c:v>
                </c:pt>
                <c:pt idx="579">
                  <c:v>7.2809999999999997</c:v>
                </c:pt>
                <c:pt idx="580">
                  <c:v>7.2809999999999997</c:v>
                </c:pt>
                <c:pt idx="581">
                  <c:v>7.282</c:v>
                </c:pt>
                <c:pt idx="582">
                  <c:v>7.2809999999999997</c:v>
                </c:pt>
                <c:pt idx="583">
                  <c:v>7.2809999999999997</c:v>
                </c:pt>
                <c:pt idx="584">
                  <c:v>7.2830000000000004</c:v>
                </c:pt>
                <c:pt idx="585">
                  <c:v>7.2830000000000004</c:v>
                </c:pt>
                <c:pt idx="586">
                  <c:v>7.2809999999999997</c:v>
                </c:pt>
                <c:pt idx="587">
                  <c:v>7.2809999999999997</c:v>
                </c:pt>
                <c:pt idx="588">
                  <c:v>7.28</c:v>
                </c:pt>
                <c:pt idx="589">
                  <c:v>7.28</c:v>
                </c:pt>
                <c:pt idx="590">
                  <c:v>7.2809999999999997</c:v>
                </c:pt>
                <c:pt idx="591">
                  <c:v>7.2809999999999997</c:v>
                </c:pt>
                <c:pt idx="592">
                  <c:v>7.2809999999999997</c:v>
                </c:pt>
                <c:pt idx="593">
                  <c:v>7.2809999999999997</c:v>
                </c:pt>
                <c:pt idx="594">
                  <c:v>7.2809999999999997</c:v>
                </c:pt>
                <c:pt idx="595">
                  <c:v>7.2809999999999997</c:v>
                </c:pt>
                <c:pt idx="596">
                  <c:v>7.2809999999999997</c:v>
                </c:pt>
                <c:pt idx="597">
                  <c:v>7.28</c:v>
                </c:pt>
                <c:pt idx="598">
                  <c:v>7.28</c:v>
                </c:pt>
                <c:pt idx="599">
                  <c:v>7.28</c:v>
                </c:pt>
                <c:pt idx="600">
                  <c:v>7.28</c:v>
                </c:pt>
                <c:pt idx="601">
                  <c:v>7.28</c:v>
                </c:pt>
                <c:pt idx="602">
                  <c:v>7.2809999999999997</c:v>
                </c:pt>
                <c:pt idx="603">
                  <c:v>7.2809999999999997</c:v>
                </c:pt>
                <c:pt idx="604">
                  <c:v>7.2809999999999997</c:v>
                </c:pt>
                <c:pt idx="605">
                  <c:v>7.28</c:v>
                </c:pt>
                <c:pt idx="606">
                  <c:v>7.28</c:v>
                </c:pt>
                <c:pt idx="607">
                  <c:v>7.282</c:v>
                </c:pt>
                <c:pt idx="608">
                  <c:v>7.2809999999999997</c:v>
                </c:pt>
                <c:pt idx="609">
                  <c:v>7.2809999999999997</c:v>
                </c:pt>
                <c:pt idx="610">
                  <c:v>7.282</c:v>
                </c:pt>
                <c:pt idx="611">
                  <c:v>7.282</c:v>
                </c:pt>
                <c:pt idx="612">
                  <c:v>7.2809999999999997</c:v>
                </c:pt>
                <c:pt idx="613">
                  <c:v>7.28</c:v>
                </c:pt>
                <c:pt idx="614">
                  <c:v>7.2809999999999997</c:v>
                </c:pt>
                <c:pt idx="615">
                  <c:v>7.282</c:v>
                </c:pt>
                <c:pt idx="616">
                  <c:v>7.2830000000000004</c:v>
                </c:pt>
                <c:pt idx="617">
                  <c:v>7.2830000000000004</c:v>
                </c:pt>
                <c:pt idx="618">
                  <c:v>7.2809999999999997</c:v>
                </c:pt>
                <c:pt idx="619">
                  <c:v>7.28</c:v>
                </c:pt>
                <c:pt idx="620">
                  <c:v>7.2809999999999997</c:v>
                </c:pt>
                <c:pt idx="621">
                  <c:v>7.2809999999999997</c:v>
                </c:pt>
                <c:pt idx="622">
                  <c:v>7.2789999999999999</c:v>
                </c:pt>
                <c:pt idx="623">
                  <c:v>7.28</c:v>
                </c:pt>
                <c:pt idx="624">
                  <c:v>7.28</c:v>
                </c:pt>
                <c:pt idx="625">
                  <c:v>7.28</c:v>
                </c:pt>
                <c:pt idx="626">
                  <c:v>7.28</c:v>
                </c:pt>
                <c:pt idx="627">
                  <c:v>7.282</c:v>
                </c:pt>
                <c:pt idx="628">
                  <c:v>7.2830000000000004</c:v>
                </c:pt>
                <c:pt idx="629">
                  <c:v>7.2809999999999997</c:v>
                </c:pt>
                <c:pt idx="630">
                  <c:v>7.28</c:v>
                </c:pt>
                <c:pt idx="631">
                  <c:v>7.2809999999999997</c:v>
                </c:pt>
                <c:pt idx="632">
                  <c:v>7.2809999999999997</c:v>
                </c:pt>
                <c:pt idx="633">
                  <c:v>7.2809999999999997</c:v>
                </c:pt>
                <c:pt idx="634">
                  <c:v>7.2809999999999997</c:v>
                </c:pt>
                <c:pt idx="635">
                  <c:v>7.28</c:v>
                </c:pt>
                <c:pt idx="636">
                  <c:v>7.2809999999999997</c:v>
                </c:pt>
                <c:pt idx="637">
                  <c:v>7.282</c:v>
                </c:pt>
                <c:pt idx="638">
                  <c:v>7.282</c:v>
                </c:pt>
                <c:pt idx="639">
                  <c:v>7.2809999999999997</c:v>
                </c:pt>
                <c:pt idx="640">
                  <c:v>7.2809999999999997</c:v>
                </c:pt>
                <c:pt idx="641">
                  <c:v>7.28</c:v>
                </c:pt>
                <c:pt idx="642">
                  <c:v>7.28</c:v>
                </c:pt>
                <c:pt idx="643">
                  <c:v>7.2809999999999997</c:v>
                </c:pt>
                <c:pt idx="644">
                  <c:v>7.2830000000000004</c:v>
                </c:pt>
                <c:pt idx="645">
                  <c:v>7.2830000000000004</c:v>
                </c:pt>
                <c:pt idx="646">
                  <c:v>7.2809999999999997</c:v>
                </c:pt>
                <c:pt idx="647">
                  <c:v>7.2809999999999997</c:v>
                </c:pt>
                <c:pt idx="648">
                  <c:v>7.2809999999999997</c:v>
                </c:pt>
                <c:pt idx="649">
                  <c:v>7.2809999999999997</c:v>
                </c:pt>
                <c:pt idx="650">
                  <c:v>7.2809999999999997</c:v>
                </c:pt>
                <c:pt idx="651">
                  <c:v>7.2809999999999997</c:v>
                </c:pt>
                <c:pt idx="652">
                  <c:v>7.2809999999999997</c:v>
                </c:pt>
                <c:pt idx="653">
                  <c:v>7.28</c:v>
                </c:pt>
                <c:pt idx="654">
                  <c:v>7.2809999999999997</c:v>
                </c:pt>
                <c:pt idx="655">
                  <c:v>7.2830000000000004</c:v>
                </c:pt>
                <c:pt idx="656">
                  <c:v>7.2830000000000004</c:v>
                </c:pt>
                <c:pt idx="657">
                  <c:v>7.2830000000000004</c:v>
                </c:pt>
                <c:pt idx="658">
                  <c:v>7.2809999999999997</c:v>
                </c:pt>
                <c:pt idx="659">
                  <c:v>7.282</c:v>
                </c:pt>
                <c:pt idx="660">
                  <c:v>7.2809999999999997</c:v>
                </c:pt>
                <c:pt idx="661">
                  <c:v>7.28</c:v>
                </c:pt>
                <c:pt idx="662">
                  <c:v>7.28</c:v>
                </c:pt>
                <c:pt idx="663">
                  <c:v>7.28</c:v>
                </c:pt>
                <c:pt idx="664">
                  <c:v>7.2809999999999997</c:v>
                </c:pt>
                <c:pt idx="665">
                  <c:v>7.28</c:v>
                </c:pt>
                <c:pt idx="666">
                  <c:v>7.2809999999999997</c:v>
                </c:pt>
                <c:pt idx="667">
                  <c:v>7.282</c:v>
                </c:pt>
                <c:pt idx="668">
                  <c:v>7.2809999999999997</c:v>
                </c:pt>
                <c:pt idx="669">
                  <c:v>7.2809999999999997</c:v>
                </c:pt>
                <c:pt idx="670">
                  <c:v>7.2809999999999997</c:v>
                </c:pt>
                <c:pt idx="671">
                  <c:v>7.2809999999999997</c:v>
                </c:pt>
                <c:pt idx="672">
                  <c:v>7.2809999999999997</c:v>
                </c:pt>
                <c:pt idx="673">
                  <c:v>7.282</c:v>
                </c:pt>
                <c:pt idx="674">
                  <c:v>7.2809999999999997</c:v>
                </c:pt>
                <c:pt idx="675">
                  <c:v>7.2809999999999997</c:v>
                </c:pt>
                <c:pt idx="676">
                  <c:v>7.282</c:v>
                </c:pt>
                <c:pt idx="677">
                  <c:v>7.282</c:v>
                </c:pt>
                <c:pt idx="678">
                  <c:v>7.282</c:v>
                </c:pt>
                <c:pt idx="679">
                  <c:v>7.282</c:v>
                </c:pt>
                <c:pt idx="680">
                  <c:v>7.282</c:v>
                </c:pt>
                <c:pt idx="681">
                  <c:v>7.282</c:v>
                </c:pt>
                <c:pt idx="682">
                  <c:v>7.282</c:v>
                </c:pt>
                <c:pt idx="683">
                  <c:v>7.282</c:v>
                </c:pt>
                <c:pt idx="684">
                  <c:v>7.282</c:v>
                </c:pt>
                <c:pt idx="685">
                  <c:v>7.282</c:v>
                </c:pt>
                <c:pt idx="686">
                  <c:v>7.282</c:v>
                </c:pt>
                <c:pt idx="687">
                  <c:v>7.282</c:v>
                </c:pt>
                <c:pt idx="688">
                  <c:v>7.282</c:v>
                </c:pt>
                <c:pt idx="689">
                  <c:v>7.282</c:v>
                </c:pt>
                <c:pt idx="690">
                  <c:v>7.282</c:v>
                </c:pt>
                <c:pt idx="691">
                  <c:v>7.282</c:v>
                </c:pt>
                <c:pt idx="692">
                  <c:v>7.2809999999999997</c:v>
                </c:pt>
                <c:pt idx="693">
                  <c:v>7.2809999999999997</c:v>
                </c:pt>
                <c:pt idx="694">
                  <c:v>7.282</c:v>
                </c:pt>
                <c:pt idx="695">
                  <c:v>7.282</c:v>
                </c:pt>
                <c:pt idx="696">
                  <c:v>7.2809999999999997</c:v>
                </c:pt>
                <c:pt idx="697">
                  <c:v>7.282</c:v>
                </c:pt>
                <c:pt idx="698">
                  <c:v>7.2809999999999997</c:v>
                </c:pt>
                <c:pt idx="699">
                  <c:v>7.2809999999999997</c:v>
                </c:pt>
                <c:pt idx="700">
                  <c:v>7.2809999999999997</c:v>
                </c:pt>
                <c:pt idx="701">
                  <c:v>7.282</c:v>
                </c:pt>
                <c:pt idx="702">
                  <c:v>7.282</c:v>
                </c:pt>
                <c:pt idx="703">
                  <c:v>7.282</c:v>
                </c:pt>
                <c:pt idx="704">
                  <c:v>7.282</c:v>
                </c:pt>
                <c:pt idx="705">
                  <c:v>7.2830000000000004</c:v>
                </c:pt>
                <c:pt idx="706">
                  <c:v>7.282</c:v>
                </c:pt>
                <c:pt idx="707">
                  <c:v>7.282</c:v>
                </c:pt>
                <c:pt idx="708">
                  <c:v>7.282</c:v>
                </c:pt>
                <c:pt idx="709">
                  <c:v>7.282</c:v>
                </c:pt>
                <c:pt idx="710">
                  <c:v>7.282</c:v>
                </c:pt>
                <c:pt idx="711">
                  <c:v>7.282</c:v>
                </c:pt>
                <c:pt idx="712">
                  <c:v>7.282</c:v>
                </c:pt>
                <c:pt idx="713">
                  <c:v>7.282</c:v>
                </c:pt>
                <c:pt idx="714">
                  <c:v>7.282</c:v>
                </c:pt>
                <c:pt idx="715">
                  <c:v>7.2809999999999997</c:v>
                </c:pt>
                <c:pt idx="716">
                  <c:v>7.282</c:v>
                </c:pt>
                <c:pt idx="717">
                  <c:v>7.282</c:v>
                </c:pt>
                <c:pt idx="718">
                  <c:v>7.282</c:v>
                </c:pt>
                <c:pt idx="719">
                  <c:v>7.282</c:v>
                </c:pt>
                <c:pt idx="720">
                  <c:v>7.282</c:v>
                </c:pt>
                <c:pt idx="721">
                  <c:v>7.282</c:v>
                </c:pt>
                <c:pt idx="722">
                  <c:v>7.2809999999999997</c:v>
                </c:pt>
                <c:pt idx="723">
                  <c:v>7.2809999999999997</c:v>
                </c:pt>
                <c:pt idx="724">
                  <c:v>7.2809999999999997</c:v>
                </c:pt>
                <c:pt idx="725">
                  <c:v>7.2789999999999999</c:v>
                </c:pt>
                <c:pt idx="726">
                  <c:v>7.2789999999999999</c:v>
                </c:pt>
                <c:pt idx="727">
                  <c:v>7.2759999999999998</c:v>
                </c:pt>
                <c:pt idx="728">
                  <c:v>7.2759999999999998</c:v>
                </c:pt>
                <c:pt idx="729">
                  <c:v>7.28</c:v>
                </c:pt>
                <c:pt idx="730">
                  <c:v>7.2809999999999997</c:v>
                </c:pt>
                <c:pt idx="731">
                  <c:v>7.282</c:v>
                </c:pt>
                <c:pt idx="732">
                  <c:v>7.2850000000000001</c:v>
                </c:pt>
                <c:pt idx="733">
                  <c:v>7.2850000000000001</c:v>
                </c:pt>
                <c:pt idx="734">
                  <c:v>7.2850000000000001</c:v>
                </c:pt>
                <c:pt idx="735">
                  <c:v>7.282</c:v>
                </c:pt>
                <c:pt idx="736">
                  <c:v>7.2809999999999997</c:v>
                </c:pt>
                <c:pt idx="737">
                  <c:v>7.2809999999999997</c:v>
                </c:pt>
                <c:pt idx="738">
                  <c:v>7.2789999999999999</c:v>
                </c:pt>
                <c:pt idx="739">
                  <c:v>7.2789999999999999</c:v>
                </c:pt>
                <c:pt idx="740">
                  <c:v>7.2809999999999997</c:v>
                </c:pt>
                <c:pt idx="741">
                  <c:v>7.28</c:v>
                </c:pt>
                <c:pt idx="742">
                  <c:v>7.28</c:v>
                </c:pt>
                <c:pt idx="743">
                  <c:v>7.282</c:v>
                </c:pt>
                <c:pt idx="744">
                  <c:v>7.2850000000000001</c:v>
                </c:pt>
                <c:pt idx="745">
                  <c:v>7.282</c:v>
                </c:pt>
                <c:pt idx="746">
                  <c:v>7.2809999999999997</c:v>
                </c:pt>
                <c:pt idx="747">
                  <c:v>7.28</c:v>
                </c:pt>
                <c:pt idx="748">
                  <c:v>7.28</c:v>
                </c:pt>
                <c:pt idx="749">
                  <c:v>7.28</c:v>
                </c:pt>
                <c:pt idx="750">
                  <c:v>7.282</c:v>
                </c:pt>
                <c:pt idx="751">
                  <c:v>7.2809999999999997</c:v>
                </c:pt>
                <c:pt idx="752">
                  <c:v>7.2809999999999997</c:v>
                </c:pt>
                <c:pt idx="753">
                  <c:v>7.2809999999999997</c:v>
                </c:pt>
                <c:pt idx="754">
                  <c:v>7.28</c:v>
                </c:pt>
                <c:pt idx="755">
                  <c:v>7.2779999999999996</c:v>
                </c:pt>
                <c:pt idx="756">
                  <c:v>7.2789999999999999</c:v>
                </c:pt>
                <c:pt idx="757">
                  <c:v>7.2789999999999999</c:v>
                </c:pt>
                <c:pt idx="758">
                  <c:v>7.28</c:v>
                </c:pt>
                <c:pt idx="759">
                  <c:v>7.2809999999999997</c:v>
                </c:pt>
                <c:pt idx="760">
                  <c:v>7.282</c:v>
                </c:pt>
                <c:pt idx="761">
                  <c:v>7.282</c:v>
                </c:pt>
                <c:pt idx="762">
                  <c:v>7.282</c:v>
                </c:pt>
                <c:pt idx="763">
                  <c:v>7.2839999999999998</c:v>
                </c:pt>
                <c:pt idx="764">
                  <c:v>7.2839999999999998</c:v>
                </c:pt>
                <c:pt idx="765">
                  <c:v>7.2839999999999998</c:v>
                </c:pt>
                <c:pt idx="766">
                  <c:v>7.282</c:v>
                </c:pt>
                <c:pt idx="767">
                  <c:v>7.2830000000000004</c:v>
                </c:pt>
                <c:pt idx="768">
                  <c:v>7.2830000000000004</c:v>
                </c:pt>
                <c:pt idx="769">
                  <c:v>7.282</c:v>
                </c:pt>
                <c:pt idx="770">
                  <c:v>7.2809999999999997</c:v>
                </c:pt>
                <c:pt idx="771">
                  <c:v>7.2809999999999997</c:v>
                </c:pt>
                <c:pt idx="772">
                  <c:v>7.282</c:v>
                </c:pt>
                <c:pt idx="773">
                  <c:v>7.282</c:v>
                </c:pt>
                <c:pt idx="774">
                  <c:v>7.2809999999999997</c:v>
                </c:pt>
                <c:pt idx="775">
                  <c:v>7.2789999999999999</c:v>
                </c:pt>
                <c:pt idx="776">
                  <c:v>7.2789999999999999</c:v>
                </c:pt>
                <c:pt idx="777">
                  <c:v>7.28</c:v>
                </c:pt>
                <c:pt idx="778">
                  <c:v>7.2809999999999997</c:v>
                </c:pt>
                <c:pt idx="779">
                  <c:v>7.28</c:v>
                </c:pt>
                <c:pt idx="780">
                  <c:v>7.28</c:v>
                </c:pt>
                <c:pt idx="781">
                  <c:v>7.28</c:v>
                </c:pt>
                <c:pt idx="782">
                  <c:v>7.28</c:v>
                </c:pt>
                <c:pt idx="783">
                  <c:v>7.28</c:v>
                </c:pt>
                <c:pt idx="784">
                  <c:v>7.2809999999999997</c:v>
                </c:pt>
                <c:pt idx="785">
                  <c:v>7.2830000000000004</c:v>
                </c:pt>
                <c:pt idx="786">
                  <c:v>7.2850000000000001</c:v>
                </c:pt>
                <c:pt idx="787">
                  <c:v>7.2850000000000001</c:v>
                </c:pt>
                <c:pt idx="788">
                  <c:v>7.2869999999999999</c:v>
                </c:pt>
                <c:pt idx="789">
                  <c:v>7.2869999999999999</c:v>
                </c:pt>
                <c:pt idx="790">
                  <c:v>7.2889999999999997</c:v>
                </c:pt>
                <c:pt idx="791">
                  <c:v>7.2869999999999999</c:v>
                </c:pt>
                <c:pt idx="792">
                  <c:v>7.2869999999999999</c:v>
                </c:pt>
                <c:pt idx="793">
                  <c:v>7.2880000000000003</c:v>
                </c:pt>
                <c:pt idx="794">
                  <c:v>7.2910000000000004</c:v>
                </c:pt>
                <c:pt idx="795">
                  <c:v>7.2930000000000001</c:v>
                </c:pt>
                <c:pt idx="796">
                  <c:v>7.2930000000000001</c:v>
                </c:pt>
                <c:pt idx="797">
                  <c:v>7.29</c:v>
                </c:pt>
                <c:pt idx="798">
                  <c:v>7.2889999999999997</c:v>
                </c:pt>
                <c:pt idx="799">
                  <c:v>7.29</c:v>
                </c:pt>
                <c:pt idx="800">
                  <c:v>7.2919999999999998</c:v>
                </c:pt>
                <c:pt idx="801">
                  <c:v>7.2949999999999999</c:v>
                </c:pt>
                <c:pt idx="802">
                  <c:v>7.2919999999999998</c:v>
                </c:pt>
                <c:pt idx="803">
                  <c:v>7.29</c:v>
                </c:pt>
                <c:pt idx="804">
                  <c:v>7.29</c:v>
                </c:pt>
                <c:pt idx="805">
                  <c:v>7.29</c:v>
                </c:pt>
                <c:pt idx="806">
                  <c:v>7.2910000000000004</c:v>
                </c:pt>
                <c:pt idx="807">
                  <c:v>7.2939999999999996</c:v>
                </c:pt>
                <c:pt idx="808">
                  <c:v>7.2910000000000004</c:v>
                </c:pt>
                <c:pt idx="809">
                  <c:v>7.2889999999999997</c:v>
                </c:pt>
                <c:pt idx="810">
                  <c:v>7.29</c:v>
                </c:pt>
                <c:pt idx="811">
                  <c:v>7.2919999999999998</c:v>
                </c:pt>
                <c:pt idx="812">
                  <c:v>7.2919999999999998</c:v>
                </c:pt>
                <c:pt idx="813">
                  <c:v>7.2930000000000001</c:v>
                </c:pt>
                <c:pt idx="814">
                  <c:v>7.2919999999999998</c:v>
                </c:pt>
                <c:pt idx="815">
                  <c:v>7.2919999999999998</c:v>
                </c:pt>
                <c:pt idx="816">
                  <c:v>7.2919999999999998</c:v>
                </c:pt>
                <c:pt idx="817">
                  <c:v>7.2910000000000004</c:v>
                </c:pt>
                <c:pt idx="818">
                  <c:v>7.2910000000000004</c:v>
                </c:pt>
                <c:pt idx="819">
                  <c:v>7.2919999999999998</c:v>
                </c:pt>
                <c:pt idx="820">
                  <c:v>7.2919999999999998</c:v>
                </c:pt>
                <c:pt idx="821">
                  <c:v>7.2919999999999998</c:v>
                </c:pt>
                <c:pt idx="822">
                  <c:v>7.2910000000000004</c:v>
                </c:pt>
                <c:pt idx="823">
                  <c:v>7.29</c:v>
                </c:pt>
                <c:pt idx="824">
                  <c:v>7.2910000000000004</c:v>
                </c:pt>
                <c:pt idx="825">
                  <c:v>7.2910000000000004</c:v>
                </c:pt>
                <c:pt idx="826">
                  <c:v>7.2910000000000004</c:v>
                </c:pt>
                <c:pt idx="827">
                  <c:v>7.2910000000000004</c:v>
                </c:pt>
                <c:pt idx="828">
                  <c:v>7.2910000000000004</c:v>
                </c:pt>
                <c:pt idx="829">
                  <c:v>7.2910000000000004</c:v>
                </c:pt>
                <c:pt idx="830">
                  <c:v>7.2910000000000004</c:v>
                </c:pt>
                <c:pt idx="831">
                  <c:v>7.2910000000000004</c:v>
                </c:pt>
                <c:pt idx="832">
                  <c:v>7.2910000000000004</c:v>
                </c:pt>
                <c:pt idx="833">
                  <c:v>7.2910000000000004</c:v>
                </c:pt>
                <c:pt idx="834">
                  <c:v>7.2910000000000004</c:v>
                </c:pt>
                <c:pt idx="835">
                  <c:v>7.2910000000000004</c:v>
                </c:pt>
                <c:pt idx="836">
                  <c:v>7.2910000000000004</c:v>
                </c:pt>
                <c:pt idx="837">
                  <c:v>7.2910000000000004</c:v>
                </c:pt>
                <c:pt idx="838">
                  <c:v>7.2910000000000004</c:v>
                </c:pt>
                <c:pt idx="839">
                  <c:v>7.29</c:v>
                </c:pt>
                <c:pt idx="840">
                  <c:v>7.29</c:v>
                </c:pt>
                <c:pt idx="841">
                  <c:v>7.29</c:v>
                </c:pt>
                <c:pt idx="842">
                  <c:v>7.29</c:v>
                </c:pt>
                <c:pt idx="843">
                  <c:v>7.29</c:v>
                </c:pt>
                <c:pt idx="844">
                  <c:v>7.2910000000000004</c:v>
                </c:pt>
                <c:pt idx="845">
                  <c:v>7.2910000000000004</c:v>
                </c:pt>
                <c:pt idx="846">
                  <c:v>7.29</c:v>
                </c:pt>
                <c:pt idx="847">
                  <c:v>7.29</c:v>
                </c:pt>
                <c:pt idx="848">
                  <c:v>7.29</c:v>
                </c:pt>
                <c:pt idx="849">
                  <c:v>7.29</c:v>
                </c:pt>
                <c:pt idx="850">
                  <c:v>7.29</c:v>
                </c:pt>
                <c:pt idx="851">
                  <c:v>7.29</c:v>
                </c:pt>
                <c:pt idx="852">
                  <c:v>7.29</c:v>
                </c:pt>
                <c:pt idx="853">
                  <c:v>7.29</c:v>
                </c:pt>
                <c:pt idx="854">
                  <c:v>7.29</c:v>
                </c:pt>
                <c:pt idx="855">
                  <c:v>7.29</c:v>
                </c:pt>
                <c:pt idx="856">
                  <c:v>7.29</c:v>
                </c:pt>
                <c:pt idx="857">
                  <c:v>7.2910000000000004</c:v>
                </c:pt>
                <c:pt idx="858">
                  <c:v>7.2910000000000004</c:v>
                </c:pt>
                <c:pt idx="859">
                  <c:v>7.2910000000000004</c:v>
                </c:pt>
                <c:pt idx="860">
                  <c:v>7.2910000000000004</c:v>
                </c:pt>
                <c:pt idx="861">
                  <c:v>7.29</c:v>
                </c:pt>
                <c:pt idx="862">
                  <c:v>7.2910000000000004</c:v>
                </c:pt>
                <c:pt idx="863">
                  <c:v>7.29</c:v>
                </c:pt>
                <c:pt idx="864">
                  <c:v>7.2910000000000004</c:v>
                </c:pt>
                <c:pt idx="865">
                  <c:v>7.2910000000000004</c:v>
                </c:pt>
                <c:pt idx="866">
                  <c:v>7.2910000000000004</c:v>
                </c:pt>
                <c:pt idx="867">
                  <c:v>7.2910000000000004</c:v>
                </c:pt>
                <c:pt idx="868">
                  <c:v>7.2910000000000004</c:v>
                </c:pt>
                <c:pt idx="869">
                  <c:v>7.29</c:v>
                </c:pt>
                <c:pt idx="870">
                  <c:v>7.2910000000000004</c:v>
                </c:pt>
                <c:pt idx="871">
                  <c:v>7.2919999999999998</c:v>
                </c:pt>
                <c:pt idx="872">
                  <c:v>7.2910000000000004</c:v>
                </c:pt>
                <c:pt idx="873">
                  <c:v>7.2919999999999998</c:v>
                </c:pt>
                <c:pt idx="874">
                  <c:v>7.2919999999999998</c:v>
                </c:pt>
                <c:pt idx="875">
                  <c:v>7.2919999999999998</c:v>
                </c:pt>
                <c:pt idx="876">
                  <c:v>7.2919999999999998</c:v>
                </c:pt>
                <c:pt idx="877">
                  <c:v>7.2919999999999998</c:v>
                </c:pt>
                <c:pt idx="878">
                  <c:v>7.2919999999999998</c:v>
                </c:pt>
                <c:pt idx="879">
                  <c:v>7.2910000000000004</c:v>
                </c:pt>
                <c:pt idx="880">
                  <c:v>7.2910000000000004</c:v>
                </c:pt>
                <c:pt idx="881">
                  <c:v>7.2910000000000004</c:v>
                </c:pt>
                <c:pt idx="882">
                  <c:v>7.2910000000000004</c:v>
                </c:pt>
                <c:pt idx="883">
                  <c:v>7.2919999999999998</c:v>
                </c:pt>
                <c:pt idx="884">
                  <c:v>7.2919999999999998</c:v>
                </c:pt>
                <c:pt idx="885">
                  <c:v>7.2919999999999998</c:v>
                </c:pt>
                <c:pt idx="886">
                  <c:v>7.2919999999999998</c:v>
                </c:pt>
                <c:pt idx="887">
                  <c:v>7.2919999999999998</c:v>
                </c:pt>
                <c:pt idx="888">
                  <c:v>7.2919999999999998</c:v>
                </c:pt>
                <c:pt idx="889">
                  <c:v>7.2919999999999998</c:v>
                </c:pt>
                <c:pt idx="890">
                  <c:v>7.2919999999999998</c:v>
                </c:pt>
                <c:pt idx="891">
                  <c:v>7.2919999999999998</c:v>
                </c:pt>
                <c:pt idx="892">
                  <c:v>7.2930000000000001</c:v>
                </c:pt>
                <c:pt idx="893">
                  <c:v>7.2919999999999998</c:v>
                </c:pt>
                <c:pt idx="894">
                  <c:v>7.2919999999999998</c:v>
                </c:pt>
                <c:pt idx="895">
                  <c:v>7.2919999999999998</c:v>
                </c:pt>
                <c:pt idx="896">
                  <c:v>7.2919999999999998</c:v>
                </c:pt>
                <c:pt idx="897">
                  <c:v>7.2919999999999998</c:v>
                </c:pt>
                <c:pt idx="898">
                  <c:v>7.2919999999999998</c:v>
                </c:pt>
                <c:pt idx="899">
                  <c:v>7.2919999999999998</c:v>
                </c:pt>
                <c:pt idx="900">
                  <c:v>7.2919999999999998</c:v>
                </c:pt>
                <c:pt idx="901">
                  <c:v>7.2919999999999998</c:v>
                </c:pt>
                <c:pt idx="902">
                  <c:v>7.2919999999999998</c:v>
                </c:pt>
                <c:pt idx="903">
                  <c:v>7.2919999999999998</c:v>
                </c:pt>
                <c:pt idx="904">
                  <c:v>7.2919999999999998</c:v>
                </c:pt>
                <c:pt idx="905">
                  <c:v>7.2930000000000001</c:v>
                </c:pt>
                <c:pt idx="906">
                  <c:v>7.2930000000000001</c:v>
                </c:pt>
                <c:pt idx="907">
                  <c:v>7.2930000000000001</c:v>
                </c:pt>
                <c:pt idx="908">
                  <c:v>7.2930000000000001</c:v>
                </c:pt>
                <c:pt idx="909">
                  <c:v>7.2919999999999998</c:v>
                </c:pt>
                <c:pt idx="910">
                  <c:v>7.2919999999999998</c:v>
                </c:pt>
                <c:pt idx="911">
                  <c:v>7.2919999999999998</c:v>
                </c:pt>
                <c:pt idx="912">
                  <c:v>7.2919999999999998</c:v>
                </c:pt>
                <c:pt idx="913">
                  <c:v>7.2919999999999998</c:v>
                </c:pt>
                <c:pt idx="914">
                  <c:v>7.2919999999999998</c:v>
                </c:pt>
                <c:pt idx="915">
                  <c:v>7.2939999999999996</c:v>
                </c:pt>
                <c:pt idx="916">
                  <c:v>7.2939999999999996</c:v>
                </c:pt>
                <c:pt idx="917">
                  <c:v>7.2910000000000004</c:v>
                </c:pt>
                <c:pt idx="918">
                  <c:v>7.2910000000000004</c:v>
                </c:pt>
                <c:pt idx="919">
                  <c:v>7.2919999999999998</c:v>
                </c:pt>
                <c:pt idx="920">
                  <c:v>7.2910000000000004</c:v>
                </c:pt>
                <c:pt idx="921">
                  <c:v>7.2910000000000004</c:v>
                </c:pt>
                <c:pt idx="922">
                  <c:v>7.2880000000000003</c:v>
                </c:pt>
                <c:pt idx="923">
                  <c:v>7.29</c:v>
                </c:pt>
                <c:pt idx="924">
                  <c:v>7.2930000000000001</c:v>
                </c:pt>
                <c:pt idx="925">
                  <c:v>7.2930000000000001</c:v>
                </c:pt>
                <c:pt idx="926">
                  <c:v>7.2949999999999999</c:v>
                </c:pt>
                <c:pt idx="927">
                  <c:v>7.2969999999999997</c:v>
                </c:pt>
                <c:pt idx="928">
                  <c:v>7.2939999999999996</c:v>
                </c:pt>
                <c:pt idx="929">
                  <c:v>7.2939999999999996</c:v>
                </c:pt>
                <c:pt idx="930">
                  <c:v>7.2949999999999999</c:v>
                </c:pt>
                <c:pt idx="931">
                  <c:v>7.2960000000000003</c:v>
                </c:pt>
                <c:pt idx="932">
                  <c:v>7.2939999999999996</c:v>
                </c:pt>
                <c:pt idx="933">
                  <c:v>7.2919999999999998</c:v>
                </c:pt>
                <c:pt idx="934">
                  <c:v>7.2930000000000001</c:v>
                </c:pt>
                <c:pt idx="935">
                  <c:v>7.2949999999999999</c:v>
                </c:pt>
                <c:pt idx="936">
                  <c:v>7.2939999999999996</c:v>
                </c:pt>
                <c:pt idx="937">
                  <c:v>7.2939999999999996</c:v>
                </c:pt>
                <c:pt idx="938">
                  <c:v>7.2949999999999999</c:v>
                </c:pt>
                <c:pt idx="939">
                  <c:v>7.2960000000000003</c:v>
                </c:pt>
                <c:pt idx="940">
                  <c:v>7.2919999999999998</c:v>
                </c:pt>
                <c:pt idx="941">
                  <c:v>7.2910000000000004</c:v>
                </c:pt>
                <c:pt idx="942">
                  <c:v>7.2919999999999998</c:v>
                </c:pt>
                <c:pt idx="943">
                  <c:v>7.2930000000000001</c:v>
                </c:pt>
                <c:pt idx="944">
                  <c:v>7.2939999999999996</c:v>
                </c:pt>
                <c:pt idx="945">
                  <c:v>7.2939999999999996</c:v>
                </c:pt>
                <c:pt idx="946">
                  <c:v>7.2930000000000001</c:v>
                </c:pt>
                <c:pt idx="947">
                  <c:v>7.2919999999999998</c:v>
                </c:pt>
                <c:pt idx="948">
                  <c:v>7.2969999999999997</c:v>
                </c:pt>
                <c:pt idx="949">
                  <c:v>7.2969999999999997</c:v>
                </c:pt>
                <c:pt idx="950">
                  <c:v>7.2910000000000004</c:v>
                </c:pt>
                <c:pt idx="951">
                  <c:v>7.2910000000000004</c:v>
                </c:pt>
                <c:pt idx="952">
                  <c:v>7.2919999999999998</c:v>
                </c:pt>
                <c:pt idx="953">
                  <c:v>7.2919999999999998</c:v>
                </c:pt>
                <c:pt idx="954">
                  <c:v>7.2910000000000004</c:v>
                </c:pt>
                <c:pt idx="955">
                  <c:v>7.2939999999999996</c:v>
                </c:pt>
                <c:pt idx="956">
                  <c:v>7.2969999999999997</c:v>
                </c:pt>
                <c:pt idx="957">
                  <c:v>7.2939999999999996</c:v>
                </c:pt>
                <c:pt idx="958">
                  <c:v>7.2910000000000004</c:v>
                </c:pt>
                <c:pt idx="959">
                  <c:v>7.2839999999999998</c:v>
                </c:pt>
                <c:pt idx="960">
                  <c:v>7.2839999999999998</c:v>
                </c:pt>
                <c:pt idx="961">
                  <c:v>7.2839999999999998</c:v>
                </c:pt>
                <c:pt idx="962">
                  <c:v>7.2919999999999998</c:v>
                </c:pt>
                <c:pt idx="963">
                  <c:v>7.2910000000000004</c:v>
                </c:pt>
                <c:pt idx="964">
                  <c:v>7.2889999999999997</c:v>
                </c:pt>
                <c:pt idx="965">
                  <c:v>7.2919999999999998</c:v>
                </c:pt>
                <c:pt idx="966">
                  <c:v>7.2930000000000001</c:v>
                </c:pt>
                <c:pt idx="967">
                  <c:v>7.2919999999999998</c:v>
                </c:pt>
                <c:pt idx="968">
                  <c:v>7.2919999999999998</c:v>
                </c:pt>
                <c:pt idx="969">
                  <c:v>7.2919999999999998</c:v>
                </c:pt>
                <c:pt idx="970">
                  <c:v>7.2919999999999998</c:v>
                </c:pt>
                <c:pt idx="971">
                  <c:v>7.2919999999999998</c:v>
                </c:pt>
                <c:pt idx="972">
                  <c:v>7.2919999999999998</c:v>
                </c:pt>
                <c:pt idx="973">
                  <c:v>7.2919999999999998</c:v>
                </c:pt>
                <c:pt idx="974">
                  <c:v>7.2910000000000004</c:v>
                </c:pt>
                <c:pt idx="975">
                  <c:v>7.2919999999999998</c:v>
                </c:pt>
                <c:pt idx="976">
                  <c:v>7.2919999999999998</c:v>
                </c:pt>
                <c:pt idx="977">
                  <c:v>7.2919999999999998</c:v>
                </c:pt>
                <c:pt idx="978">
                  <c:v>7.2919999999999998</c:v>
                </c:pt>
                <c:pt idx="979">
                  <c:v>7.2910000000000004</c:v>
                </c:pt>
                <c:pt idx="980">
                  <c:v>7.2910000000000004</c:v>
                </c:pt>
                <c:pt idx="981">
                  <c:v>7.2910000000000004</c:v>
                </c:pt>
                <c:pt idx="982">
                  <c:v>7.2910000000000004</c:v>
                </c:pt>
                <c:pt idx="983">
                  <c:v>7.2919999999999998</c:v>
                </c:pt>
                <c:pt idx="984">
                  <c:v>7.2919999999999998</c:v>
                </c:pt>
                <c:pt idx="985">
                  <c:v>7.2910000000000004</c:v>
                </c:pt>
                <c:pt idx="986">
                  <c:v>7.2910000000000004</c:v>
                </c:pt>
                <c:pt idx="987">
                  <c:v>7.2910000000000004</c:v>
                </c:pt>
                <c:pt idx="988">
                  <c:v>7.2910000000000004</c:v>
                </c:pt>
                <c:pt idx="989">
                  <c:v>7.2910000000000004</c:v>
                </c:pt>
                <c:pt idx="990">
                  <c:v>7.2910000000000004</c:v>
                </c:pt>
                <c:pt idx="991">
                  <c:v>7.2919999999999998</c:v>
                </c:pt>
                <c:pt idx="992">
                  <c:v>7.2919999999999998</c:v>
                </c:pt>
                <c:pt idx="993">
                  <c:v>7.2919999999999998</c:v>
                </c:pt>
                <c:pt idx="994">
                  <c:v>7.2919999999999998</c:v>
                </c:pt>
                <c:pt idx="995">
                  <c:v>7.2919999999999998</c:v>
                </c:pt>
                <c:pt idx="996">
                  <c:v>7.2919999999999998</c:v>
                </c:pt>
                <c:pt idx="997">
                  <c:v>7.2919999999999998</c:v>
                </c:pt>
                <c:pt idx="998">
                  <c:v>7.2910000000000004</c:v>
                </c:pt>
                <c:pt idx="999">
                  <c:v>7.2910000000000004</c:v>
                </c:pt>
                <c:pt idx="1000">
                  <c:v>7.2910000000000004</c:v>
                </c:pt>
                <c:pt idx="1001">
                  <c:v>7.2919999999999998</c:v>
                </c:pt>
                <c:pt idx="1002">
                  <c:v>7.2919999999999998</c:v>
                </c:pt>
                <c:pt idx="1003">
                  <c:v>7.2919999999999998</c:v>
                </c:pt>
                <c:pt idx="1004">
                  <c:v>7.2930000000000001</c:v>
                </c:pt>
                <c:pt idx="1005">
                  <c:v>7.2919999999999998</c:v>
                </c:pt>
                <c:pt idx="1006">
                  <c:v>7.2919999999999998</c:v>
                </c:pt>
                <c:pt idx="1007">
                  <c:v>7.2919999999999998</c:v>
                </c:pt>
                <c:pt idx="1008">
                  <c:v>7.2930000000000001</c:v>
                </c:pt>
                <c:pt idx="1009">
                  <c:v>7.2930000000000001</c:v>
                </c:pt>
                <c:pt idx="1010">
                  <c:v>7.2919999999999998</c:v>
                </c:pt>
                <c:pt idx="1011">
                  <c:v>7.2919999999999998</c:v>
                </c:pt>
                <c:pt idx="1012">
                  <c:v>7.2930000000000001</c:v>
                </c:pt>
                <c:pt idx="1013">
                  <c:v>7.2930000000000001</c:v>
                </c:pt>
                <c:pt idx="1014">
                  <c:v>7.2930000000000001</c:v>
                </c:pt>
                <c:pt idx="1015">
                  <c:v>7.2930000000000001</c:v>
                </c:pt>
                <c:pt idx="1016">
                  <c:v>7.2930000000000001</c:v>
                </c:pt>
                <c:pt idx="1017">
                  <c:v>7.2939999999999996</c:v>
                </c:pt>
                <c:pt idx="1018">
                  <c:v>7.2939999999999996</c:v>
                </c:pt>
                <c:pt idx="1019">
                  <c:v>7.2939999999999996</c:v>
                </c:pt>
                <c:pt idx="1020">
                  <c:v>7.2939999999999996</c:v>
                </c:pt>
                <c:pt idx="1021">
                  <c:v>7.2930000000000001</c:v>
                </c:pt>
                <c:pt idx="1022">
                  <c:v>7.2930000000000001</c:v>
                </c:pt>
                <c:pt idx="1023">
                  <c:v>7.2930000000000001</c:v>
                </c:pt>
                <c:pt idx="1024">
                  <c:v>7.2930000000000001</c:v>
                </c:pt>
                <c:pt idx="1025">
                  <c:v>7.2939999999999996</c:v>
                </c:pt>
                <c:pt idx="1026">
                  <c:v>7.2939999999999996</c:v>
                </c:pt>
                <c:pt idx="1027">
                  <c:v>7.2939999999999996</c:v>
                </c:pt>
                <c:pt idx="1028">
                  <c:v>7.2930000000000001</c:v>
                </c:pt>
                <c:pt idx="1029">
                  <c:v>7.2930000000000001</c:v>
                </c:pt>
                <c:pt idx="1030">
                  <c:v>7.2930000000000001</c:v>
                </c:pt>
                <c:pt idx="1031">
                  <c:v>7.2930000000000001</c:v>
                </c:pt>
                <c:pt idx="1032">
                  <c:v>7.2930000000000001</c:v>
                </c:pt>
                <c:pt idx="1033">
                  <c:v>7.2939999999999996</c:v>
                </c:pt>
                <c:pt idx="1034">
                  <c:v>7.2939999999999996</c:v>
                </c:pt>
                <c:pt idx="1035">
                  <c:v>7.2939999999999996</c:v>
                </c:pt>
                <c:pt idx="1036">
                  <c:v>7.2939999999999996</c:v>
                </c:pt>
                <c:pt idx="1037">
                  <c:v>7.2939999999999996</c:v>
                </c:pt>
                <c:pt idx="1038">
                  <c:v>7.2939999999999996</c:v>
                </c:pt>
                <c:pt idx="1039">
                  <c:v>7.2939999999999996</c:v>
                </c:pt>
                <c:pt idx="1040">
                  <c:v>7.2939999999999996</c:v>
                </c:pt>
                <c:pt idx="1041">
                  <c:v>7.2939999999999996</c:v>
                </c:pt>
                <c:pt idx="1042">
                  <c:v>7.2939999999999996</c:v>
                </c:pt>
                <c:pt idx="1043">
                  <c:v>7.2939999999999996</c:v>
                </c:pt>
                <c:pt idx="1044">
                  <c:v>7.2939999999999996</c:v>
                </c:pt>
                <c:pt idx="1045">
                  <c:v>7.2939999999999996</c:v>
                </c:pt>
                <c:pt idx="1046">
                  <c:v>7.2939999999999996</c:v>
                </c:pt>
                <c:pt idx="1047">
                  <c:v>7.2939999999999996</c:v>
                </c:pt>
                <c:pt idx="1048">
                  <c:v>7.2949999999999999</c:v>
                </c:pt>
                <c:pt idx="1049">
                  <c:v>7.2949999999999999</c:v>
                </c:pt>
                <c:pt idx="1050">
                  <c:v>7.2939999999999996</c:v>
                </c:pt>
                <c:pt idx="1051">
                  <c:v>7.2939999999999996</c:v>
                </c:pt>
                <c:pt idx="1052">
                  <c:v>7.3090000000000002</c:v>
                </c:pt>
                <c:pt idx="1053">
                  <c:v>7.335</c:v>
                </c:pt>
                <c:pt idx="1054">
                  <c:v>7.335</c:v>
                </c:pt>
                <c:pt idx="1055">
                  <c:v>7.3490000000000002</c:v>
                </c:pt>
                <c:pt idx="1056">
                  <c:v>7.3520000000000003</c:v>
                </c:pt>
                <c:pt idx="1057">
                  <c:v>7.3529999999999998</c:v>
                </c:pt>
                <c:pt idx="1058">
                  <c:v>7.3529999999999998</c:v>
                </c:pt>
                <c:pt idx="1059">
                  <c:v>7.3520000000000003</c:v>
                </c:pt>
                <c:pt idx="1060">
                  <c:v>7.3550000000000004</c:v>
                </c:pt>
                <c:pt idx="1061">
                  <c:v>7.3570000000000002</c:v>
                </c:pt>
                <c:pt idx="1062">
                  <c:v>7.3570000000000002</c:v>
                </c:pt>
                <c:pt idx="1063">
                  <c:v>7.3579999999999997</c:v>
                </c:pt>
                <c:pt idx="1064">
                  <c:v>7.3570000000000002</c:v>
                </c:pt>
                <c:pt idx="1065">
                  <c:v>7.3570000000000002</c:v>
                </c:pt>
                <c:pt idx="1066">
                  <c:v>7.3579999999999997</c:v>
                </c:pt>
                <c:pt idx="1067">
                  <c:v>7.3570000000000002</c:v>
                </c:pt>
                <c:pt idx="1068">
                  <c:v>7.3570000000000002</c:v>
                </c:pt>
                <c:pt idx="1069">
                  <c:v>7.3570000000000002</c:v>
                </c:pt>
                <c:pt idx="1070">
                  <c:v>7.3570000000000002</c:v>
                </c:pt>
                <c:pt idx="1071">
                  <c:v>7.3579999999999997</c:v>
                </c:pt>
                <c:pt idx="1072">
                  <c:v>7.3559999999999999</c:v>
                </c:pt>
                <c:pt idx="1073">
                  <c:v>7.3559999999999999</c:v>
                </c:pt>
                <c:pt idx="1074">
                  <c:v>7.3570000000000002</c:v>
                </c:pt>
                <c:pt idx="1075">
                  <c:v>7.359</c:v>
                </c:pt>
                <c:pt idx="1076">
                  <c:v>7.3609999999999998</c:v>
                </c:pt>
                <c:pt idx="1077">
                  <c:v>7.36</c:v>
                </c:pt>
                <c:pt idx="1078">
                  <c:v>7.36</c:v>
                </c:pt>
                <c:pt idx="1079">
                  <c:v>7.359</c:v>
                </c:pt>
                <c:pt idx="1080">
                  <c:v>7.36</c:v>
                </c:pt>
                <c:pt idx="1081">
                  <c:v>7.36</c:v>
                </c:pt>
                <c:pt idx="1082">
                  <c:v>7.3609999999999998</c:v>
                </c:pt>
                <c:pt idx="1083">
                  <c:v>7.3609999999999998</c:v>
                </c:pt>
                <c:pt idx="1084">
                  <c:v>7.3620000000000001</c:v>
                </c:pt>
                <c:pt idx="1085">
                  <c:v>7.3620000000000001</c:v>
                </c:pt>
                <c:pt idx="1086">
                  <c:v>7.3620000000000001</c:v>
                </c:pt>
                <c:pt idx="1087">
                  <c:v>7.3609999999999998</c:v>
                </c:pt>
                <c:pt idx="1088">
                  <c:v>7.3639999999999999</c:v>
                </c:pt>
                <c:pt idx="1089">
                  <c:v>7.3639999999999999</c:v>
                </c:pt>
                <c:pt idx="1090">
                  <c:v>7.3620000000000001</c:v>
                </c:pt>
                <c:pt idx="1091">
                  <c:v>7.3620000000000001</c:v>
                </c:pt>
                <c:pt idx="1092">
                  <c:v>7.3630000000000004</c:v>
                </c:pt>
                <c:pt idx="1093">
                  <c:v>7.3630000000000004</c:v>
                </c:pt>
                <c:pt idx="1094">
                  <c:v>7.3639999999999999</c:v>
                </c:pt>
                <c:pt idx="1095">
                  <c:v>7.3620000000000001</c:v>
                </c:pt>
                <c:pt idx="1096">
                  <c:v>7.3620000000000001</c:v>
                </c:pt>
                <c:pt idx="1097">
                  <c:v>7.3620000000000001</c:v>
                </c:pt>
                <c:pt idx="1098">
                  <c:v>7.3630000000000004</c:v>
                </c:pt>
                <c:pt idx="1099">
                  <c:v>7.3620000000000001</c:v>
                </c:pt>
                <c:pt idx="1100">
                  <c:v>7.3620000000000001</c:v>
                </c:pt>
                <c:pt idx="1101">
                  <c:v>7.3620000000000001</c:v>
                </c:pt>
                <c:pt idx="1102">
                  <c:v>7.3630000000000004</c:v>
                </c:pt>
                <c:pt idx="1103">
                  <c:v>7.3630000000000004</c:v>
                </c:pt>
                <c:pt idx="1104">
                  <c:v>7.3620000000000001</c:v>
                </c:pt>
                <c:pt idx="1105">
                  <c:v>7.3609999999999998</c:v>
                </c:pt>
                <c:pt idx="1106">
                  <c:v>7.3609999999999998</c:v>
                </c:pt>
                <c:pt idx="1107">
                  <c:v>7.3630000000000004</c:v>
                </c:pt>
                <c:pt idx="1108">
                  <c:v>7.3630000000000004</c:v>
                </c:pt>
                <c:pt idx="1109">
                  <c:v>7.3630000000000004</c:v>
                </c:pt>
                <c:pt idx="1110">
                  <c:v>7.3620000000000001</c:v>
                </c:pt>
                <c:pt idx="1111">
                  <c:v>7.3620000000000001</c:v>
                </c:pt>
                <c:pt idx="1112">
                  <c:v>7.3620000000000001</c:v>
                </c:pt>
                <c:pt idx="1113">
                  <c:v>7.3630000000000004</c:v>
                </c:pt>
                <c:pt idx="1114">
                  <c:v>7.3620000000000001</c:v>
                </c:pt>
                <c:pt idx="1115">
                  <c:v>7.3620000000000001</c:v>
                </c:pt>
                <c:pt idx="1116">
                  <c:v>7.3620000000000001</c:v>
                </c:pt>
                <c:pt idx="1117">
                  <c:v>7.3620000000000001</c:v>
                </c:pt>
                <c:pt idx="1118">
                  <c:v>7.3620000000000001</c:v>
                </c:pt>
                <c:pt idx="1119">
                  <c:v>7.3620000000000001</c:v>
                </c:pt>
                <c:pt idx="1120">
                  <c:v>7.3630000000000004</c:v>
                </c:pt>
                <c:pt idx="1121">
                  <c:v>7.3650000000000002</c:v>
                </c:pt>
                <c:pt idx="1122">
                  <c:v>7.3650000000000002</c:v>
                </c:pt>
                <c:pt idx="1123">
                  <c:v>7.3639999999999999</c:v>
                </c:pt>
                <c:pt idx="1124">
                  <c:v>7.3620000000000001</c:v>
                </c:pt>
                <c:pt idx="1125">
                  <c:v>7.3620000000000001</c:v>
                </c:pt>
                <c:pt idx="1126">
                  <c:v>7.3630000000000004</c:v>
                </c:pt>
                <c:pt idx="1127">
                  <c:v>7.3650000000000002</c:v>
                </c:pt>
                <c:pt idx="1128">
                  <c:v>7.3659999999999997</c:v>
                </c:pt>
                <c:pt idx="1129">
                  <c:v>7.3650000000000002</c:v>
                </c:pt>
                <c:pt idx="1130">
                  <c:v>7.3639999999999999</c:v>
                </c:pt>
                <c:pt idx="1131">
                  <c:v>7.3630000000000004</c:v>
                </c:pt>
                <c:pt idx="1132">
                  <c:v>7.3650000000000002</c:v>
                </c:pt>
                <c:pt idx="1133">
                  <c:v>7.3650000000000002</c:v>
                </c:pt>
                <c:pt idx="1134">
                  <c:v>7.3650000000000002</c:v>
                </c:pt>
                <c:pt idx="1135">
                  <c:v>7.3639999999999999</c:v>
                </c:pt>
                <c:pt idx="1136">
                  <c:v>7.3639999999999999</c:v>
                </c:pt>
                <c:pt idx="1137">
                  <c:v>7.3630000000000004</c:v>
                </c:pt>
                <c:pt idx="1138">
                  <c:v>7.3630000000000004</c:v>
                </c:pt>
                <c:pt idx="1139">
                  <c:v>7.3630000000000004</c:v>
                </c:pt>
                <c:pt idx="1140">
                  <c:v>7.3630000000000004</c:v>
                </c:pt>
                <c:pt idx="1141">
                  <c:v>7.3639999999999999</c:v>
                </c:pt>
                <c:pt idx="1142">
                  <c:v>7.3639999999999999</c:v>
                </c:pt>
                <c:pt idx="1143">
                  <c:v>7.3630000000000004</c:v>
                </c:pt>
                <c:pt idx="1144">
                  <c:v>7.3650000000000002</c:v>
                </c:pt>
                <c:pt idx="1145">
                  <c:v>7.3650000000000002</c:v>
                </c:pt>
                <c:pt idx="1146">
                  <c:v>7.3639999999999999</c:v>
                </c:pt>
                <c:pt idx="1147">
                  <c:v>7.3630000000000004</c:v>
                </c:pt>
                <c:pt idx="1148">
                  <c:v>7.3630000000000004</c:v>
                </c:pt>
                <c:pt idx="1149">
                  <c:v>7.3639999999999999</c:v>
                </c:pt>
                <c:pt idx="1150">
                  <c:v>7.3650000000000002</c:v>
                </c:pt>
                <c:pt idx="1151">
                  <c:v>7.3639999999999999</c:v>
                </c:pt>
                <c:pt idx="1152">
                  <c:v>7.3650000000000002</c:v>
                </c:pt>
                <c:pt idx="1153">
                  <c:v>7.3650000000000002</c:v>
                </c:pt>
                <c:pt idx="1154">
                  <c:v>7.3659999999999997</c:v>
                </c:pt>
                <c:pt idx="1155">
                  <c:v>7.3659999999999997</c:v>
                </c:pt>
                <c:pt idx="1156">
                  <c:v>7.3659999999999997</c:v>
                </c:pt>
                <c:pt idx="1157">
                  <c:v>7.3659999999999997</c:v>
                </c:pt>
                <c:pt idx="1158">
                  <c:v>7.3650000000000002</c:v>
                </c:pt>
                <c:pt idx="1159">
                  <c:v>7.3639999999999999</c:v>
                </c:pt>
                <c:pt idx="1160">
                  <c:v>7.3659999999999997</c:v>
                </c:pt>
                <c:pt idx="1161">
                  <c:v>7.367</c:v>
                </c:pt>
                <c:pt idx="1162">
                  <c:v>7.3659999999999997</c:v>
                </c:pt>
                <c:pt idx="1163">
                  <c:v>7.3639999999999999</c:v>
                </c:pt>
                <c:pt idx="1164">
                  <c:v>7.3639999999999999</c:v>
                </c:pt>
                <c:pt idx="1165">
                  <c:v>7.3630000000000004</c:v>
                </c:pt>
                <c:pt idx="1166">
                  <c:v>7.3659999999999997</c:v>
                </c:pt>
                <c:pt idx="1167">
                  <c:v>7.3659999999999997</c:v>
                </c:pt>
                <c:pt idx="1168">
                  <c:v>7.3639999999999999</c:v>
                </c:pt>
                <c:pt idx="1169">
                  <c:v>7.3639999999999999</c:v>
                </c:pt>
                <c:pt idx="1170">
                  <c:v>7.3639999999999999</c:v>
                </c:pt>
                <c:pt idx="1171">
                  <c:v>7.3650000000000002</c:v>
                </c:pt>
                <c:pt idx="1172">
                  <c:v>7.3650000000000002</c:v>
                </c:pt>
                <c:pt idx="1173">
                  <c:v>7.3650000000000002</c:v>
                </c:pt>
                <c:pt idx="1174">
                  <c:v>7.3639999999999999</c:v>
                </c:pt>
                <c:pt idx="1175">
                  <c:v>7.3639999999999999</c:v>
                </c:pt>
                <c:pt idx="1176">
                  <c:v>7.3650000000000002</c:v>
                </c:pt>
                <c:pt idx="1177">
                  <c:v>7.3650000000000002</c:v>
                </c:pt>
                <c:pt idx="1178">
                  <c:v>7.3639999999999999</c:v>
                </c:pt>
                <c:pt idx="1179">
                  <c:v>7.3639999999999999</c:v>
                </c:pt>
                <c:pt idx="1180">
                  <c:v>7.3650000000000002</c:v>
                </c:pt>
                <c:pt idx="1181">
                  <c:v>7.3650000000000002</c:v>
                </c:pt>
                <c:pt idx="1182">
                  <c:v>7.3650000000000002</c:v>
                </c:pt>
                <c:pt idx="1183">
                  <c:v>7.3639999999999999</c:v>
                </c:pt>
                <c:pt idx="1184">
                  <c:v>7.3650000000000002</c:v>
                </c:pt>
                <c:pt idx="1185">
                  <c:v>7.3650000000000002</c:v>
                </c:pt>
                <c:pt idx="1186">
                  <c:v>7.3650000000000002</c:v>
                </c:pt>
                <c:pt idx="1187">
                  <c:v>7.3650000000000002</c:v>
                </c:pt>
                <c:pt idx="1188">
                  <c:v>7.3639999999999999</c:v>
                </c:pt>
                <c:pt idx="1189">
                  <c:v>7.3639999999999999</c:v>
                </c:pt>
                <c:pt idx="1190">
                  <c:v>7.3639999999999999</c:v>
                </c:pt>
                <c:pt idx="1191">
                  <c:v>7.3639999999999999</c:v>
                </c:pt>
                <c:pt idx="1192">
                  <c:v>7.3639999999999999</c:v>
                </c:pt>
                <c:pt idx="1193">
                  <c:v>7.3639999999999999</c:v>
                </c:pt>
                <c:pt idx="1194">
                  <c:v>7.3639999999999999</c:v>
                </c:pt>
                <c:pt idx="1195">
                  <c:v>7.3639999999999999</c:v>
                </c:pt>
                <c:pt idx="1196">
                  <c:v>7.3639999999999999</c:v>
                </c:pt>
                <c:pt idx="1197">
                  <c:v>7.3639999999999999</c:v>
                </c:pt>
                <c:pt idx="1198">
                  <c:v>7.3639999999999999</c:v>
                </c:pt>
                <c:pt idx="1199">
                  <c:v>7.3639999999999999</c:v>
                </c:pt>
                <c:pt idx="1200">
                  <c:v>7.3609999999999998</c:v>
                </c:pt>
                <c:pt idx="1201">
                  <c:v>7.3620000000000001</c:v>
                </c:pt>
                <c:pt idx="1202">
                  <c:v>7.367</c:v>
                </c:pt>
                <c:pt idx="1203">
                  <c:v>7.367</c:v>
                </c:pt>
                <c:pt idx="1204">
                  <c:v>7.3659999999999997</c:v>
                </c:pt>
                <c:pt idx="1205">
                  <c:v>7.3620000000000001</c:v>
                </c:pt>
                <c:pt idx="1206">
                  <c:v>7.3609999999999998</c:v>
                </c:pt>
                <c:pt idx="1207">
                  <c:v>7.3639999999999999</c:v>
                </c:pt>
                <c:pt idx="1208">
                  <c:v>7.3639999999999999</c:v>
                </c:pt>
                <c:pt idx="1209">
                  <c:v>7.3639999999999999</c:v>
                </c:pt>
                <c:pt idx="1210">
                  <c:v>7.3630000000000004</c:v>
                </c:pt>
                <c:pt idx="1211">
                  <c:v>7.3630000000000004</c:v>
                </c:pt>
                <c:pt idx="1212">
                  <c:v>7.3630000000000004</c:v>
                </c:pt>
                <c:pt idx="1213">
                  <c:v>7.3630000000000004</c:v>
                </c:pt>
                <c:pt idx="1214">
                  <c:v>7.3620000000000001</c:v>
                </c:pt>
                <c:pt idx="1215">
                  <c:v>7.3630000000000004</c:v>
                </c:pt>
                <c:pt idx="1216">
                  <c:v>7.3620000000000001</c:v>
                </c:pt>
                <c:pt idx="1217">
                  <c:v>7.3630000000000004</c:v>
                </c:pt>
                <c:pt idx="1218">
                  <c:v>7.3630000000000004</c:v>
                </c:pt>
                <c:pt idx="1219">
                  <c:v>7.3630000000000004</c:v>
                </c:pt>
                <c:pt idx="1220">
                  <c:v>7.3630000000000004</c:v>
                </c:pt>
                <c:pt idx="1221">
                  <c:v>7.3630000000000004</c:v>
                </c:pt>
                <c:pt idx="1222">
                  <c:v>7.3620000000000001</c:v>
                </c:pt>
                <c:pt idx="1223">
                  <c:v>7.3630000000000004</c:v>
                </c:pt>
                <c:pt idx="1224">
                  <c:v>7.3620000000000001</c:v>
                </c:pt>
                <c:pt idx="1225">
                  <c:v>7.3620000000000001</c:v>
                </c:pt>
                <c:pt idx="1226">
                  <c:v>7.3620000000000001</c:v>
                </c:pt>
                <c:pt idx="1227">
                  <c:v>7.3630000000000004</c:v>
                </c:pt>
                <c:pt idx="1228">
                  <c:v>7.3620000000000001</c:v>
                </c:pt>
                <c:pt idx="1229">
                  <c:v>7.3620000000000001</c:v>
                </c:pt>
                <c:pt idx="1230">
                  <c:v>7.3620000000000001</c:v>
                </c:pt>
                <c:pt idx="1231">
                  <c:v>7.3620000000000001</c:v>
                </c:pt>
                <c:pt idx="1232">
                  <c:v>7.3630000000000004</c:v>
                </c:pt>
                <c:pt idx="1233">
                  <c:v>7.3630000000000004</c:v>
                </c:pt>
                <c:pt idx="1234">
                  <c:v>7.3630000000000004</c:v>
                </c:pt>
                <c:pt idx="1235">
                  <c:v>7.3630000000000004</c:v>
                </c:pt>
                <c:pt idx="1236">
                  <c:v>7.3630000000000004</c:v>
                </c:pt>
                <c:pt idx="1237">
                  <c:v>7.3630000000000004</c:v>
                </c:pt>
                <c:pt idx="1238">
                  <c:v>7.3620000000000001</c:v>
                </c:pt>
                <c:pt idx="1239">
                  <c:v>7.3620000000000001</c:v>
                </c:pt>
                <c:pt idx="1240">
                  <c:v>7.3630000000000004</c:v>
                </c:pt>
                <c:pt idx="1241">
                  <c:v>7.3639999999999999</c:v>
                </c:pt>
                <c:pt idx="1242">
                  <c:v>7.3639999999999999</c:v>
                </c:pt>
                <c:pt idx="1243">
                  <c:v>7.3630000000000004</c:v>
                </c:pt>
                <c:pt idx="1244">
                  <c:v>7.3620000000000001</c:v>
                </c:pt>
                <c:pt idx="1245">
                  <c:v>7.3630000000000004</c:v>
                </c:pt>
                <c:pt idx="1246">
                  <c:v>7.3620000000000001</c:v>
                </c:pt>
                <c:pt idx="1247">
                  <c:v>7.3620000000000001</c:v>
                </c:pt>
                <c:pt idx="1248">
                  <c:v>7.3630000000000004</c:v>
                </c:pt>
                <c:pt idx="1249">
                  <c:v>7.3630000000000004</c:v>
                </c:pt>
                <c:pt idx="1250">
                  <c:v>7.3630000000000004</c:v>
                </c:pt>
                <c:pt idx="1251">
                  <c:v>7.3630000000000004</c:v>
                </c:pt>
                <c:pt idx="1252">
                  <c:v>7.3620000000000001</c:v>
                </c:pt>
                <c:pt idx="1253">
                  <c:v>7.3609999999999998</c:v>
                </c:pt>
                <c:pt idx="1254">
                  <c:v>7.3609999999999998</c:v>
                </c:pt>
                <c:pt idx="1255">
                  <c:v>7.3609999999999998</c:v>
                </c:pt>
                <c:pt idx="1256">
                  <c:v>7.3620000000000001</c:v>
                </c:pt>
                <c:pt idx="1257">
                  <c:v>7.3620000000000001</c:v>
                </c:pt>
                <c:pt idx="1258">
                  <c:v>7.3620000000000001</c:v>
                </c:pt>
                <c:pt idx="1259">
                  <c:v>7.3630000000000004</c:v>
                </c:pt>
                <c:pt idx="1260">
                  <c:v>7.3620000000000001</c:v>
                </c:pt>
                <c:pt idx="1261">
                  <c:v>7.3620000000000001</c:v>
                </c:pt>
                <c:pt idx="1262">
                  <c:v>7.3620000000000001</c:v>
                </c:pt>
                <c:pt idx="1263">
                  <c:v>7.3620000000000001</c:v>
                </c:pt>
                <c:pt idx="1264">
                  <c:v>7.3630000000000004</c:v>
                </c:pt>
                <c:pt idx="1265">
                  <c:v>7.3630000000000004</c:v>
                </c:pt>
                <c:pt idx="1266">
                  <c:v>7.3620000000000001</c:v>
                </c:pt>
                <c:pt idx="1267">
                  <c:v>7.3620000000000001</c:v>
                </c:pt>
                <c:pt idx="1268">
                  <c:v>7.3620000000000001</c:v>
                </c:pt>
                <c:pt idx="1269">
                  <c:v>7.3620000000000001</c:v>
                </c:pt>
                <c:pt idx="1270">
                  <c:v>7.3620000000000001</c:v>
                </c:pt>
                <c:pt idx="1271">
                  <c:v>7.3620000000000001</c:v>
                </c:pt>
                <c:pt idx="1272">
                  <c:v>7.3609999999999998</c:v>
                </c:pt>
                <c:pt idx="1273">
                  <c:v>7.3609999999999998</c:v>
                </c:pt>
                <c:pt idx="1274">
                  <c:v>7.3620000000000001</c:v>
                </c:pt>
                <c:pt idx="1275">
                  <c:v>7.3639999999999999</c:v>
                </c:pt>
                <c:pt idx="1276">
                  <c:v>7.3630000000000004</c:v>
                </c:pt>
                <c:pt idx="1277">
                  <c:v>7.3620000000000001</c:v>
                </c:pt>
                <c:pt idx="1278">
                  <c:v>7.3609999999999998</c:v>
                </c:pt>
                <c:pt idx="1279">
                  <c:v>7.3609999999999998</c:v>
                </c:pt>
                <c:pt idx="1280">
                  <c:v>7.3620000000000001</c:v>
                </c:pt>
                <c:pt idx="1281">
                  <c:v>7.3620000000000001</c:v>
                </c:pt>
                <c:pt idx="1282">
                  <c:v>7.3609999999999998</c:v>
                </c:pt>
                <c:pt idx="1283">
                  <c:v>7.36</c:v>
                </c:pt>
                <c:pt idx="1284">
                  <c:v>7.36</c:v>
                </c:pt>
                <c:pt idx="1285">
                  <c:v>7.36</c:v>
                </c:pt>
                <c:pt idx="1286">
                  <c:v>7.3609999999999998</c:v>
                </c:pt>
                <c:pt idx="1287">
                  <c:v>7.3609999999999998</c:v>
                </c:pt>
                <c:pt idx="1288">
                  <c:v>7.3609999999999998</c:v>
                </c:pt>
                <c:pt idx="1289">
                  <c:v>7.3609999999999998</c:v>
                </c:pt>
                <c:pt idx="1290">
                  <c:v>7.3609999999999998</c:v>
                </c:pt>
                <c:pt idx="1291">
                  <c:v>7.3609999999999998</c:v>
                </c:pt>
                <c:pt idx="1292">
                  <c:v>7.3609999999999998</c:v>
                </c:pt>
                <c:pt idx="1293">
                  <c:v>7.3620000000000001</c:v>
                </c:pt>
                <c:pt idx="1294">
                  <c:v>7.3609999999999998</c:v>
                </c:pt>
                <c:pt idx="1295">
                  <c:v>7.36</c:v>
                </c:pt>
                <c:pt idx="1296">
                  <c:v>7.3609999999999998</c:v>
                </c:pt>
                <c:pt idx="1297">
                  <c:v>7.3609999999999998</c:v>
                </c:pt>
                <c:pt idx="1298">
                  <c:v>7.3609999999999998</c:v>
                </c:pt>
                <c:pt idx="1299">
                  <c:v>7.36</c:v>
                </c:pt>
                <c:pt idx="1300">
                  <c:v>7.36</c:v>
                </c:pt>
                <c:pt idx="1301">
                  <c:v>7.36</c:v>
                </c:pt>
                <c:pt idx="1302">
                  <c:v>7.3609999999999998</c:v>
                </c:pt>
                <c:pt idx="1303">
                  <c:v>7.3609999999999998</c:v>
                </c:pt>
                <c:pt idx="1304">
                  <c:v>7.3609999999999998</c:v>
                </c:pt>
                <c:pt idx="1305">
                  <c:v>7.3609999999999998</c:v>
                </c:pt>
                <c:pt idx="1306">
                  <c:v>7.3609999999999998</c:v>
                </c:pt>
                <c:pt idx="1307">
                  <c:v>7.36</c:v>
                </c:pt>
                <c:pt idx="1308">
                  <c:v>7.36</c:v>
                </c:pt>
                <c:pt idx="1309">
                  <c:v>7.36</c:v>
                </c:pt>
                <c:pt idx="1310">
                  <c:v>7.36</c:v>
                </c:pt>
                <c:pt idx="1311">
                  <c:v>7.36</c:v>
                </c:pt>
                <c:pt idx="1312">
                  <c:v>7.36</c:v>
                </c:pt>
                <c:pt idx="1313">
                  <c:v>7.36</c:v>
                </c:pt>
                <c:pt idx="1314">
                  <c:v>7.36</c:v>
                </c:pt>
                <c:pt idx="1315">
                  <c:v>7.36</c:v>
                </c:pt>
                <c:pt idx="1316">
                  <c:v>7.36</c:v>
                </c:pt>
                <c:pt idx="1317">
                  <c:v>7.36</c:v>
                </c:pt>
                <c:pt idx="1318">
                  <c:v>7.3609999999999998</c:v>
                </c:pt>
                <c:pt idx="1319">
                  <c:v>7.36</c:v>
                </c:pt>
                <c:pt idx="1320">
                  <c:v>7.36</c:v>
                </c:pt>
                <c:pt idx="1321">
                  <c:v>7.36</c:v>
                </c:pt>
                <c:pt idx="1322">
                  <c:v>7.36</c:v>
                </c:pt>
                <c:pt idx="1323">
                  <c:v>7.36</c:v>
                </c:pt>
                <c:pt idx="1324">
                  <c:v>7.36</c:v>
                </c:pt>
                <c:pt idx="1325">
                  <c:v>7.36</c:v>
                </c:pt>
                <c:pt idx="1326">
                  <c:v>7.36</c:v>
                </c:pt>
                <c:pt idx="1327">
                  <c:v>7.359</c:v>
                </c:pt>
                <c:pt idx="1328">
                  <c:v>7.359</c:v>
                </c:pt>
                <c:pt idx="1329">
                  <c:v>7.359</c:v>
                </c:pt>
                <c:pt idx="1330">
                  <c:v>7.36</c:v>
                </c:pt>
                <c:pt idx="1331">
                  <c:v>7.36</c:v>
                </c:pt>
                <c:pt idx="1332">
                  <c:v>7.36</c:v>
                </c:pt>
                <c:pt idx="1333">
                  <c:v>7.36</c:v>
                </c:pt>
                <c:pt idx="1334">
                  <c:v>7.36</c:v>
                </c:pt>
                <c:pt idx="1335">
                  <c:v>7.36</c:v>
                </c:pt>
                <c:pt idx="1336">
                  <c:v>7.36</c:v>
                </c:pt>
                <c:pt idx="1337">
                  <c:v>7.36</c:v>
                </c:pt>
                <c:pt idx="1338">
                  <c:v>7.36</c:v>
                </c:pt>
                <c:pt idx="1339">
                  <c:v>7.36</c:v>
                </c:pt>
                <c:pt idx="1340">
                  <c:v>7.359</c:v>
                </c:pt>
                <c:pt idx="1341">
                  <c:v>7.359</c:v>
                </c:pt>
                <c:pt idx="1342">
                  <c:v>7.359</c:v>
                </c:pt>
                <c:pt idx="1343">
                  <c:v>7.359</c:v>
                </c:pt>
                <c:pt idx="1344">
                  <c:v>7.359</c:v>
                </c:pt>
                <c:pt idx="1345">
                  <c:v>7.359</c:v>
                </c:pt>
                <c:pt idx="1346">
                  <c:v>7.359</c:v>
                </c:pt>
                <c:pt idx="1347">
                  <c:v>7.359</c:v>
                </c:pt>
                <c:pt idx="1348">
                  <c:v>7.359</c:v>
                </c:pt>
                <c:pt idx="1349">
                  <c:v>7.359</c:v>
                </c:pt>
                <c:pt idx="1350">
                  <c:v>7.359</c:v>
                </c:pt>
                <c:pt idx="1351">
                  <c:v>7.359</c:v>
                </c:pt>
                <c:pt idx="1352">
                  <c:v>7.359</c:v>
                </c:pt>
                <c:pt idx="1353">
                  <c:v>7.359</c:v>
                </c:pt>
                <c:pt idx="1354">
                  <c:v>7.359</c:v>
                </c:pt>
                <c:pt idx="1355">
                  <c:v>7.359</c:v>
                </c:pt>
                <c:pt idx="1356">
                  <c:v>7.359</c:v>
                </c:pt>
                <c:pt idx="1357">
                  <c:v>7.359</c:v>
                </c:pt>
                <c:pt idx="1358">
                  <c:v>7.359</c:v>
                </c:pt>
                <c:pt idx="1359">
                  <c:v>7.359</c:v>
                </c:pt>
                <c:pt idx="1360">
                  <c:v>7.359</c:v>
                </c:pt>
                <c:pt idx="1361">
                  <c:v>7.359</c:v>
                </c:pt>
                <c:pt idx="1362">
                  <c:v>7.359</c:v>
                </c:pt>
                <c:pt idx="1363">
                  <c:v>7.359</c:v>
                </c:pt>
                <c:pt idx="1364">
                  <c:v>7.359</c:v>
                </c:pt>
                <c:pt idx="1365">
                  <c:v>7.359</c:v>
                </c:pt>
                <c:pt idx="1366">
                  <c:v>7.359</c:v>
                </c:pt>
                <c:pt idx="1367">
                  <c:v>7.359</c:v>
                </c:pt>
                <c:pt idx="1368">
                  <c:v>7.359</c:v>
                </c:pt>
                <c:pt idx="1369">
                  <c:v>7.359</c:v>
                </c:pt>
                <c:pt idx="1370">
                  <c:v>7.359</c:v>
                </c:pt>
                <c:pt idx="1371">
                  <c:v>7.3579999999999997</c:v>
                </c:pt>
                <c:pt idx="1372">
                  <c:v>7.3579999999999997</c:v>
                </c:pt>
                <c:pt idx="1373">
                  <c:v>7.3579999999999997</c:v>
                </c:pt>
                <c:pt idx="1374">
                  <c:v>7.3579999999999997</c:v>
                </c:pt>
                <c:pt idx="1375">
                  <c:v>7.3579999999999997</c:v>
                </c:pt>
                <c:pt idx="1376">
                  <c:v>7.3579999999999997</c:v>
                </c:pt>
                <c:pt idx="1377">
                  <c:v>7.3579999999999997</c:v>
                </c:pt>
                <c:pt idx="1378">
                  <c:v>7.3579999999999997</c:v>
                </c:pt>
                <c:pt idx="1379">
                  <c:v>7.359</c:v>
                </c:pt>
                <c:pt idx="1380">
                  <c:v>7.3579999999999997</c:v>
                </c:pt>
                <c:pt idx="1381">
                  <c:v>7.3579999999999997</c:v>
                </c:pt>
                <c:pt idx="1382">
                  <c:v>7.3579999999999997</c:v>
                </c:pt>
                <c:pt idx="1383">
                  <c:v>7.3579999999999997</c:v>
                </c:pt>
                <c:pt idx="1384">
                  <c:v>7.3579999999999997</c:v>
                </c:pt>
                <c:pt idx="1385">
                  <c:v>7.359</c:v>
                </c:pt>
                <c:pt idx="1386">
                  <c:v>7.3579999999999997</c:v>
                </c:pt>
                <c:pt idx="1387">
                  <c:v>7.3579999999999997</c:v>
                </c:pt>
                <c:pt idx="1388">
                  <c:v>7.3579999999999997</c:v>
                </c:pt>
                <c:pt idx="1389">
                  <c:v>7.3579999999999997</c:v>
                </c:pt>
                <c:pt idx="1390">
                  <c:v>7.3579999999999997</c:v>
                </c:pt>
                <c:pt idx="1391">
                  <c:v>7.3579999999999997</c:v>
                </c:pt>
                <c:pt idx="1392">
                  <c:v>7.3579999999999997</c:v>
                </c:pt>
                <c:pt idx="1393">
                  <c:v>7.3579999999999997</c:v>
                </c:pt>
                <c:pt idx="1394">
                  <c:v>7.3579999999999997</c:v>
                </c:pt>
                <c:pt idx="1395">
                  <c:v>7.3579999999999997</c:v>
                </c:pt>
                <c:pt idx="1396">
                  <c:v>7.3579999999999997</c:v>
                </c:pt>
                <c:pt idx="1397">
                  <c:v>7.3579999999999997</c:v>
                </c:pt>
                <c:pt idx="1398">
                  <c:v>7.3579999999999997</c:v>
                </c:pt>
                <c:pt idx="1399">
                  <c:v>7.3579999999999997</c:v>
                </c:pt>
                <c:pt idx="1400">
                  <c:v>7.3579999999999997</c:v>
                </c:pt>
                <c:pt idx="1401">
                  <c:v>7.3579999999999997</c:v>
                </c:pt>
                <c:pt idx="1402">
                  <c:v>7.3579999999999997</c:v>
                </c:pt>
                <c:pt idx="1403">
                  <c:v>7.3579999999999997</c:v>
                </c:pt>
                <c:pt idx="1404">
                  <c:v>7.3579999999999997</c:v>
                </c:pt>
                <c:pt idx="1405">
                  <c:v>7.3579999999999997</c:v>
                </c:pt>
                <c:pt idx="1406">
                  <c:v>7.3579999999999997</c:v>
                </c:pt>
                <c:pt idx="1407">
                  <c:v>7.3579999999999997</c:v>
                </c:pt>
                <c:pt idx="1408">
                  <c:v>7.3579999999999997</c:v>
                </c:pt>
                <c:pt idx="1409">
                  <c:v>7.3579999999999997</c:v>
                </c:pt>
                <c:pt idx="1410">
                  <c:v>7.3570000000000002</c:v>
                </c:pt>
                <c:pt idx="1411">
                  <c:v>7.3570000000000002</c:v>
                </c:pt>
                <c:pt idx="1412">
                  <c:v>7.3579999999999997</c:v>
                </c:pt>
                <c:pt idx="1413">
                  <c:v>7.3570000000000002</c:v>
                </c:pt>
                <c:pt idx="1414">
                  <c:v>7.3570000000000002</c:v>
                </c:pt>
                <c:pt idx="1415">
                  <c:v>7.3570000000000002</c:v>
                </c:pt>
                <c:pt idx="1416">
                  <c:v>7.3570000000000002</c:v>
                </c:pt>
                <c:pt idx="1417">
                  <c:v>7.3570000000000002</c:v>
                </c:pt>
                <c:pt idx="1418">
                  <c:v>7.3579999999999997</c:v>
                </c:pt>
                <c:pt idx="1419">
                  <c:v>7.3579999999999997</c:v>
                </c:pt>
                <c:pt idx="1420">
                  <c:v>7.3570000000000002</c:v>
                </c:pt>
                <c:pt idx="1421">
                  <c:v>7.3570000000000002</c:v>
                </c:pt>
                <c:pt idx="1422">
                  <c:v>7.3570000000000002</c:v>
                </c:pt>
                <c:pt idx="1423">
                  <c:v>7.3570000000000002</c:v>
                </c:pt>
                <c:pt idx="1424">
                  <c:v>7.3570000000000002</c:v>
                </c:pt>
                <c:pt idx="1425">
                  <c:v>7.3550000000000004</c:v>
                </c:pt>
                <c:pt idx="1426">
                  <c:v>7.3559999999999999</c:v>
                </c:pt>
                <c:pt idx="1427">
                  <c:v>7.3570000000000002</c:v>
                </c:pt>
                <c:pt idx="1428">
                  <c:v>7.3570000000000002</c:v>
                </c:pt>
                <c:pt idx="1429">
                  <c:v>7.3570000000000002</c:v>
                </c:pt>
                <c:pt idx="1430">
                  <c:v>7.3570000000000002</c:v>
                </c:pt>
                <c:pt idx="1431">
                  <c:v>7.3570000000000002</c:v>
                </c:pt>
                <c:pt idx="1432">
                  <c:v>7.3570000000000002</c:v>
                </c:pt>
                <c:pt idx="1433">
                  <c:v>7.3570000000000002</c:v>
                </c:pt>
                <c:pt idx="1434">
                  <c:v>7.3570000000000002</c:v>
                </c:pt>
                <c:pt idx="1435">
                  <c:v>7.3570000000000002</c:v>
                </c:pt>
                <c:pt idx="1436">
                  <c:v>7.3570000000000002</c:v>
                </c:pt>
                <c:pt idx="1437">
                  <c:v>7.3570000000000002</c:v>
                </c:pt>
                <c:pt idx="1438">
                  <c:v>7.3570000000000002</c:v>
                </c:pt>
                <c:pt idx="1439">
                  <c:v>7.3559999999999999</c:v>
                </c:pt>
                <c:pt idx="1440">
                  <c:v>7.3559999999999999</c:v>
                </c:pt>
                <c:pt idx="1441">
                  <c:v>7.3570000000000002</c:v>
                </c:pt>
                <c:pt idx="1442">
                  <c:v>7.3570000000000002</c:v>
                </c:pt>
                <c:pt idx="1443">
                  <c:v>7.3559999999999999</c:v>
                </c:pt>
                <c:pt idx="1444">
                  <c:v>7.3579999999999997</c:v>
                </c:pt>
                <c:pt idx="1445">
                  <c:v>7.3579999999999997</c:v>
                </c:pt>
                <c:pt idx="1446">
                  <c:v>7.3570000000000002</c:v>
                </c:pt>
                <c:pt idx="1447">
                  <c:v>7.3570000000000002</c:v>
                </c:pt>
                <c:pt idx="1448">
                  <c:v>7.3570000000000002</c:v>
                </c:pt>
                <c:pt idx="1449">
                  <c:v>7.3559999999999999</c:v>
                </c:pt>
                <c:pt idx="1450">
                  <c:v>7.3559999999999999</c:v>
                </c:pt>
                <c:pt idx="1451">
                  <c:v>7.3559999999999999</c:v>
                </c:pt>
                <c:pt idx="1452">
                  <c:v>7.3559999999999999</c:v>
                </c:pt>
                <c:pt idx="1453">
                  <c:v>7.3559999999999999</c:v>
                </c:pt>
                <c:pt idx="1454">
                  <c:v>7.3570000000000002</c:v>
                </c:pt>
                <c:pt idx="1455">
                  <c:v>7.3570000000000002</c:v>
                </c:pt>
                <c:pt idx="1456">
                  <c:v>7.3570000000000002</c:v>
                </c:pt>
                <c:pt idx="1457">
                  <c:v>7.3550000000000004</c:v>
                </c:pt>
                <c:pt idx="1458">
                  <c:v>7.3550000000000004</c:v>
                </c:pt>
                <c:pt idx="1459">
                  <c:v>7.3559999999999999</c:v>
                </c:pt>
                <c:pt idx="1460">
                  <c:v>7.3540000000000001</c:v>
                </c:pt>
                <c:pt idx="1461">
                  <c:v>7.3540000000000001</c:v>
                </c:pt>
                <c:pt idx="1462">
                  <c:v>7.3550000000000004</c:v>
                </c:pt>
                <c:pt idx="1463">
                  <c:v>7.3559999999999999</c:v>
                </c:pt>
                <c:pt idx="1464">
                  <c:v>7.3559999999999999</c:v>
                </c:pt>
                <c:pt idx="1465">
                  <c:v>7.3550000000000004</c:v>
                </c:pt>
                <c:pt idx="1466">
                  <c:v>7.3559999999999999</c:v>
                </c:pt>
                <c:pt idx="1467">
                  <c:v>7.3540000000000001</c:v>
                </c:pt>
                <c:pt idx="1468">
                  <c:v>7.3529999999999998</c:v>
                </c:pt>
                <c:pt idx="1469">
                  <c:v>7.3529999999999998</c:v>
                </c:pt>
                <c:pt idx="1470">
                  <c:v>7.3540000000000001</c:v>
                </c:pt>
                <c:pt idx="1471">
                  <c:v>7.3550000000000004</c:v>
                </c:pt>
                <c:pt idx="1472">
                  <c:v>7.3559999999999999</c:v>
                </c:pt>
                <c:pt idx="1473">
                  <c:v>7.3550000000000004</c:v>
                </c:pt>
                <c:pt idx="1474">
                  <c:v>7.3550000000000004</c:v>
                </c:pt>
                <c:pt idx="1475">
                  <c:v>7.3550000000000004</c:v>
                </c:pt>
                <c:pt idx="1476">
                  <c:v>7.3559999999999999</c:v>
                </c:pt>
                <c:pt idx="1477">
                  <c:v>7.3559999999999999</c:v>
                </c:pt>
                <c:pt idx="1478">
                  <c:v>7.3570000000000002</c:v>
                </c:pt>
                <c:pt idx="1479">
                  <c:v>7.3559999999999999</c:v>
                </c:pt>
                <c:pt idx="1480">
                  <c:v>7.3520000000000003</c:v>
                </c:pt>
                <c:pt idx="1481">
                  <c:v>7.3550000000000004</c:v>
                </c:pt>
                <c:pt idx="1482">
                  <c:v>7.3570000000000002</c:v>
                </c:pt>
                <c:pt idx="1483">
                  <c:v>7.3550000000000004</c:v>
                </c:pt>
                <c:pt idx="1484">
                  <c:v>7.3550000000000004</c:v>
                </c:pt>
                <c:pt idx="1485">
                  <c:v>7.3570000000000002</c:v>
                </c:pt>
                <c:pt idx="1486">
                  <c:v>7.3550000000000004</c:v>
                </c:pt>
                <c:pt idx="1487">
                  <c:v>7.3550000000000004</c:v>
                </c:pt>
                <c:pt idx="1488">
                  <c:v>7.3540000000000001</c:v>
                </c:pt>
                <c:pt idx="1489">
                  <c:v>7.3529999999999998</c:v>
                </c:pt>
                <c:pt idx="1490">
                  <c:v>7.3550000000000004</c:v>
                </c:pt>
                <c:pt idx="1491">
                  <c:v>7.3550000000000004</c:v>
                </c:pt>
                <c:pt idx="1492">
                  <c:v>7.3550000000000004</c:v>
                </c:pt>
                <c:pt idx="1493">
                  <c:v>7.3550000000000004</c:v>
                </c:pt>
                <c:pt idx="1494">
                  <c:v>7.3550000000000004</c:v>
                </c:pt>
                <c:pt idx="1495">
                  <c:v>7.3550000000000004</c:v>
                </c:pt>
                <c:pt idx="1496">
                  <c:v>7.3540000000000001</c:v>
                </c:pt>
                <c:pt idx="1497">
                  <c:v>7.3540000000000001</c:v>
                </c:pt>
                <c:pt idx="1498">
                  <c:v>7.3550000000000004</c:v>
                </c:pt>
                <c:pt idx="1499">
                  <c:v>7.3550000000000004</c:v>
                </c:pt>
                <c:pt idx="1500">
                  <c:v>7.3550000000000004</c:v>
                </c:pt>
                <c:pt idx="1501">
                  <c:v>7.3550000000000004</c:v>
                </c:pt>
                <c:pt idx="1502">
                  <c:v>7.3540000000000001</c:v>
                </c:pt>
                <c:pt idx="1503">
                  <c:v>7.3540000000000001</c:v>
                </c:pt>
                <c:pt idx="1504">
                  <c:v>7.3540000000000001</c:v>
                </c:pt>
                <c:pt idx="1505">
                  <c:v>7.3520000000000003</c:v>
                </c:pt>
                <c:pt idx="1506">
                  <c:v>7.3529999999999998</c:v>
                </c:pt>
                <c:pt idx="1507">
                  <c:v>7.3540000000000001</c:v>
                </c:pt>
                <c:pt idx="1508">
                  <c:v>7.3540000000000001</c:v>
                </c:pt>
                <c:pt idx="1509">
                  <c:v>7.3529999999999998</c:v>
                </c:pt>
                <c:pt idx="1510">
                  <c:v>7.3529999999999998</c:v>
                </c:pt>
                <c:pt idx="1511">
                  <c:v>7.3529999999999998</c:v>
                </c:pt>
                <c:pt idx="1512">
                  <c:v>7.3529999999999998</c:v>
                </c:pt>
                <c:pt idx="1513">
                  <c:v>7.3520000000000003</c:v>
                </c:pt>
                <c:pt idx="1514">
                  <c:v>7.3520000000000003</c:v>
                </c:pt>
                <c:pt idx="1515">
                  <c:v>7.3520000000000003</c:v>
                </c:pt>
                <c:pt idx="1516">
                  <c:v>7.3520000000000003</c:v>
                </c:pt>
                <c:pt idx="1517">
                  <c:v>7.3540000000000001</c:v>
                </c:pt>
                <c:pt idx="1518">
                  <c:v>7.3540000000000001</c:v>
                </c:pt>
                <c:pt idx="1519">
                  <c:v>7.3529999999999998</c:v>
                </c:pt>
                <c:pt idx="1520">
                  <c:v>7.3520000000000003</c:v>
                </c:pt>
                <c:pt idx="1521">
                  <c:v>7.35</c:v>
                </c:pt>
                <c:pt idx="1522">
                  <c:v>7.351</c:v>
                </c:pt>
                <c:pt idx="1523">
                  <c:v>7.351</c:v>
                </c:pt>
                <c:pt idx="1524">
                  <c:v>7.3529999999999998</c:v>
                </c:pt>
                <c:pt idx="1525">
                  <c:v>7.3529999999999998</c:v>
                </c:pt>
                <c:pt idx="1526">
                  <c:v>7.3540000000000001</c:v>
                </c:pt>
                <c:pt idx="1527">
                  <c:v>7.3520000000000003</c:v>
                </c:pt>
                <c:pt idx="1528">
                  <c:v>7.3540000000000001</c:v>
                </c:pt>
                <c:pt idx="1529">
                  <c:v>7.3570000000000002</c:v>
                </c:pt>
                <c:pt idx="1530">
                  <c:v>7.3550000000000004</c:v>
                </c:pt>
                <c:pt idx="1531">
                  <c:v>7.3550000000000004</c:v>
                </c:pt>
                <c:pt idx="1532">
                  <c:v>7.3529999999999998</c:v>
                </c:pt>
                <c:pt idx="1533">
                  <c:v>7.3540000000000001</c:v>
                </c:pt>
                <c:pt idx="1534">
                  <c:v>7.3570000000000002</c:v>
                </c:pt>
                <c:pt idx="1535">
                  <c:v>7.3559999999999999</c:v>
                </c:pt>
                <c:pt idx="1536">
                  <c:v>7.3529999999999998</c:v>
                </c:pt>
                <c:pt idx="1537">
                  <c:v>7.3529999999999998</c:v>
                </c:pt>
                <c:pt idx="1538">
                  <c:v>7.3529999999999998</c:v>
                </c:pt>
                <c:pt idx="1539">
                  <c:v>7.3529999999999998</c:v>
                </c:pt>
                <c:pt idx="1540">
                  <c:v>7.3540000000000001</c:v>
                </c:pt>
                <c:pt idx="1541">
                  <c:v>7.3520000000000003</c:v>
                </c:pt>
                <c:pt idx="1542">
                  <c:v>7.351</c:v>
                </c:pt>
                <c:pt idx="1543">
                  <c:v>7.3550000000000004</c:v>
                </c:pt>
                <c:pt idx="1544">
                  <c:v>7.3550000000000004</c:v>
                </c:pt>
                <c:pt idx="1545">
                  <c:v>7.3520000000000003</c:v>
                </c:pt>
                <c:pt idx="1546">
                  <c:v>7.3529999999999998</c:v>
                </c:pt>
                <c:pt idx="1547">
                  <c:v>7.3529999999999998</c:v>
                </c:pt>
                <c:pt idx="1548">
                  <c:v>7.3540000000000001</c:v>
                </c:pt>
                <c:pt idx="1549">
                  <c:v>7.3529999999999998</c:v>
                </c:pt>
                <c:pt idx="1550">
                  <c:v>7.5670000000000002</c:v>
                </c:pt>
                <c:pt idx="1551">
                  <c:v>7.5670000000000002</c:v>
                </c:pt>
                <c:pt idx="1552">
                  <c:v>7.7649999999999997</c:v>
                </c:pt>
                <c:pt idx="1553">
                  <c:v>7.7640000000000002</c:v>
                </c:pt>
                <c:pt idx="1554">
                  <c:v>7.7629999999999999</c:v>
                </c:pt>
                <c:pt idx="1555">
                  <c:v>7.7629999999999999</c:v>
                </c:pt>
                <c:pt idx="1556">
                  <c:v>7.7629999999999999</c:v>
                </c:pt>
                <c:pt idx="1557">
                  <c:v>7.766</c:v>
                </c:pt>
                <c:pt idx="1558">
                  <c:v>7.7670000000000003</c:v>
                </c:pt>
                <c:pt idx="1559">
                  <c:v>7.7690000000000001</c:v>
                </c:pt>
                <c:pt idx="1560">
                  <c:v>7.7690000000000001</c:v>
                </c:pt>
                <c:pt idx="1561">
                  <c:v>7.7679999999999998</c:v>
                </c:pt>
                <c:pt idx="1562">
                  <c:v>7.7670000000000003</c:v>
                </c:pt>
                <c:pt idx="1563">
                  <c:v>7.766</c:v>
                </c:pt>
                <c:pt idx="1564">
                  <c:v>7.7640000000000002</c:v>
                </c:pt>
                <c:pt idx="1565">
                  <c:v>7.7619999999999996</c:v>
                </c:pt>
                <c:pt idx="1566">
                  <c:v>7.7569999999999997</c:v>
                </c:pt>
                <c:pt idx="1567">
                  <c:v>7.7510000000000003</c:v>
                </c:pt>
                <c:pt idx="1568">
                  <c:v>7.7480000000000002</c:v>
                </c:pt>
                <c:pt idx="1569">
                  <c:v>7.742</c:v>
                </c:pt>
                <c:pt idx="1570">
                  <c:v>7.7350000000000003</c:v>
                </c:pt>
                <c:pt idx="1571">
                  <c:v>7.7290000000000001</c:v>
                </c:pt>
                <c:pt idx="1572">
                  <c:v>7.726</c:v>
                </c:pt>
                <c:pt idx="1573">
                  <c:v>7.72</c:v>
                </c:pt>
                <c:pt idx="1574">
                  <c:v>7.7140000000000004</c:v>
                </c:pt>
                <c:pt idx="1575">
                  <c:v>7.7089999999999996</c:v>
                </c:pt>
                <c:pt idx="1576">
                  <c:v>7.7080000000000002</c:v>
                </c:pt>
                <c:pt idx="1577">
                  <c:v>7.7050000000000001</c:v>
                </c:pt>
                <c:pt idx="1578">
                  <c:v>7.7030000000000003</c:v>
                </c:pt>
                <c:pt idx="1579">
                  <c:v>7.702</c:v>
                </c:pt>
                <c:pt idx="1580">
                  <c:v>7.7009999999999996</c:v>
                </c:pt>
                <c:pt idx="1581">
                  <c:v>7.7</c:v>
                </c:pt>
                <c:pt idx="1582">
                  <c:v>7.6989999999999998</c:v>
                </c:pt>
                <c:pt idx="1583">
                  <c:v>7.6989999999999998</c:v>
                </c:pt>
                <c:pt idx="1584">
                  <c:v>7.6989999999999998</c:v>
                </c:pt>
                <c:pt idx="1585">
                  <c:v>7.6989999999999998</c:v>
                </c:pt>
                <c:pt idx="1586">
                  <c:v>7.7</c:v>
                </c:pt>
                <c:pt idx="1587">
                  <c:v>7.7</c:v>
                </c:pt>
                <c:pt idx="1588">
                  <c:v>7.7</c:v>
                </c:pt>
                <c:pt idx="1589">
                  <c:v>7.7</c:v>
                </c:pt>
                <c:pt idx="1590">
                  <c:v>7.7009999999999996</c:v>
                </c:pt>
                <c:pt idx="1591">
                  <c:v>7.7</c:v>
                </c:pt>
                <c:pt idx="1592">
                  <c:v>7.7</c:v>
                </c:pt>
                <c:pt idx="1593">
                  <c:v>7.7</c:v>
                </c:pt>
                <c:pt idx="1594">
                  <c:v>7.7</c:v>
                </c:pt>
                <c:pt idx="1595">
                  <c:v>7.7</c:v>
                </c:pt>
                <c:pt idx="1596">
                  <c:v>7.7</c:v>
                </c:pt>
                <c:pt idx="1597">
                  <c:v>7.7</c:v>
                </c:pt>
                <c:pt idx="1598">
                  <c:v>7.6989999999999998</c:v>
                </c:pt>
                <c:pt idx="1599">
                  <c:v>7.6989999999999998</c:v>
                </c:pt>
                <c:pt idx="1600">
                  <c:v>7.6980000000000004</c:v>
                </c:pt>
                <c:pt idx="1601">
                  <c:v>7.6970000000000001</c:v>
                </c:pt>
                <c:pt idx="1602">
                  <c:v>7.6959999999999997</c:v>
                </c:pt>
                <c:pt idx="1603">
                  <c:v>7.6950000000000003</c:v>
                </c:pt>
                <c:pt idx="1604">
                  <c:v>7.6929999999999996</c:v>
                </c:pt>
                <c:pt idx="1605">
                  <c:v>7.69</c:v>
                </c:pt>
                <c:pt idx="1606">
                  <c:v>7.6859999999999999</c:v>
                </c:pt>
                <c:pt idx="1607">
                  <c:v>7.6849999999999996</c:v>
                </c:pt>
                <c:pt idx="1608">
                  <c:v>7.681</c:v>
                </c:pt>
                <c:pt idx="1609">
                  <c:v>7.6779999999999999</c:v>
                </c:pt>
                <c:pt idx="1610">
                  <c:v>7.6740000000000004</c:v>
                </c:pt>
                <c:pt idx="1611">
                  <c:v>7.6719999999999997</c:v>
                </c:pt>
                <c:pt idx="1612">
                  <c:v>7.67</c:v>
                </c:pt>
                <c:pt idx="1613">
                  <c:v>7.6689999999999996</c:v>
                </c:pt>
                <c:pt idx="1614">
                  <c:v>7.6689999999999996</c:v>
                </c:pt>
                <c:pt idx="1615">
                  <c:v>7.6689999999999996</c:v>
                </c:pt>
                <c:pt idx="1616">
                  <c:v>7.6680000000000001</c:v>
                </c:pt>
                <c:pt idx="1617">
                  <c:v>7.6660000000000004</c:v>
                </c:pt>
                <c:pt idx="1618">
                  <c:v>7.6639999999999997</c:v>
                </c:pt>
                <c:pt idx="1619">
                  <c:v>7.6630000000000003</c:v>
                </c:pt>
                <c:pt idx="1620">
                  <c:v>7.6639999999999997</c:v>
                </c:pt>
                <c:pt idx="1621">
                  <c:v>7.6639999999999997</c:v>
                </c:pt>
                <c:pt idx="1622">
                  <c:v>7.6630000000000003</c:v>
                </c:pt>
                <c:pt idx="1623">
                  <c:v>7.6619999999999999</c:v>
                </c:pt>
                <c:pt idx="1624">
                  <c:v>7.6609999999999996</c:v>
                </c:pt>
                <c:pt idx="1625">
                  <c:v>7.66</c:v>
                </c:pt>
                <c:pt idx="1626">
                  <c:v>7.6580000000000004</c:v>
                </c:pt>
                <c:pt idx="1627">
                  <c:v>7.657</c:v>
                </c:pt>
                <c:pt idx="1628">
                  <c:v>7.6559999999999997</c:v>
                </c:pt>
                <c:pt idx="1629">
                  <c:v>7.6550000000000002</c:v>
                </c:pt>
                <c:pt idx="1630">
                  <c:v>7.6539999999999999</c:v>
                </c:pt>
                <c:pt idx="1631">
                  <c:v>7.6529999999999996</c:v>
                </c:pt>
                <c:pt idx="1632">
                  <c:v>7.65</c:v>
                </c:pt>
                <c:pt idx="1633">
                  <c:v>7.6479999999999997</c:v>
                </c:pt>
                <c:pt idx="1634">
                  <c:v>7.6449999999999996</c:v>
                </c:pt>
                <c:pt idx="1635">
                  <c:v>7.6440000000000001</c:v>
                </c:pt>
                <c:pt idx="1636">
                  <c:v>7.641</c:v>
                </c:pt>
                <c:pt idx="1637">
                  <c:v>7.6379999999999999</c:v>
                </c:pt>
                <c:pt idx="1638">
                  <c:v>7.6349999999999998</c:v>
                </c:pt>
                <c:pt idx="1639">
                  <c:v>7.6340000000000003</c:v>
                </c:pt>
                <c:pt idx="1640">
                  <c:v>7.6319999999999997</c:v>
                </c:pt>
                <c:pt idx="1641">
                  <c:v>7.6289999999999996</c:v>
                </c:pt>
                <c:pt idx="1642">
                  <c:v>7.6280000000000001</c:v>
                </c:pt>
                <c:pt idx="1643">
                  <c:v>7.625</c:v>
                </c:pt>
                <c:pt idx="1644">
                  <c:v>7.6230000000000002</c:v>
                </c:pt>
                <c:pt idx="1645">
                  <c:v>7.6210000000000004</c:v>
                </c:pt>
                <c:pt idx="1646">
                  <c:v>7.62</c:v>
                </c:pt>
                <c:pt idx="1647">
                  <c:v>7.6180000000000003</c:v>
                </c:pt>
                <c:pt idx="1648">
                  <c:v>7.6150000000000002</c:v>
                </c:pt>
                <c:pt idx="1649">
                  <c:v>7.6139999999999999</c:v>
                </c:pt>
                <c:pt idx="1650">
                  <c:v>7.6130000000000004</c:v>
                </c:pt>
                <c:pt idx="1651">
                  <c:v>7.6120000000000001</c:v>
                </c:pt>
                <c:pt idx="1652">
                  <c:v>7.61</c:v>
                </c:pt>
                <c:pt idx="1653">
                  <c:v>7.6079999999999997</c:v>
                </c:pt>
                <c:pt idx="1654">
                  <c:v>7.6070000000000002</c:v>
                </c:pt>
                <c:pt idx="1655">
                  <c:v>7.6040000000000001</c:v>
                </c:pt>
                <c:pt idx="1656">
                  <c:v>7.6020000000000003</c:v>
                </c:pt>
                <c:pt idx="1657">
                  <c:v>7.6020000000000003</c:v>
                </c:pt>
                <c:pt idx="1658">
                  <c:v>7.6020000000000003</c:v>
                </c:pt>
                <c:pt idx="1659">
                  <c:v>7.6020000000000003</c:v>
                </c:pt>
                <c:pt idx="1660">
                  <c:v>7.6</c:v>
                </c:pt>
                <c:pt idx="1661">
                  <c:v>7.601</c:v>
                </c:pt>
                <c:pt idx="1662">
                  <c:v>7.6020000000000003</c:v>
                </c:pt>
                <c:pt idx="1663">
                  <c:v>7.6040000000000001</c:v>
                </c:pt>
                <c:pt idx="1664">
                  <c:v>7.6059999999999999</c:v>
                </c:pt>
                <c:pt idx="1665">
                  <c:v>7.6070000000000002</c:v>
                </c:pt>
                <c:pt idx="1666">
                  <c:v>7.6079999999999997</c:v>
                </c:pt>
                <c:pt idx="1667">
                  <c:v>7.6079999999999997</c:v>
                </c:pt>
                <c:pt idx="1668">
                  <c:v>7.609</c:v>
                </c:pt>
                <c:pt idx="1669">
                  <c:v>7.609</c:v>
                </c:pt>
                <c:pt idx="1670">
                  <c:v>7.609</c:v>
                </c:pt>
                <c:pt idx="1671">
                  <c:v>7.609</c:v>
                </c:pt>
                <c:pt idx="1672">
                  <c:v>7.6079999999999997</c:v>
                </c:pt>
                <c:pt idx="1673">
                  <c:v>7.6079999999999997</c:v>
                </c:pt>
                <c:pt idx="1674">
                  <c:v>7.6079999999999997</c:v>
                </c:pt>
                <c:pt idx="1675">
                  <c:v>7.6079999999999997</c:v>
                </c:pt>
                <c:pt idx="1676">
                  <c:v>7.6159999999999997</c:v>
                </c:pt>
                <c:pt idx="1677">
                  <c:v>7.633</c:v>
                </c:pt>
                <c:pt idx="1678">
                  <c:v>7.64</c:v>
                </c:pt>
                <c:pt idx="1679">
                  <c:v>7.6479999999999997</c:v>
                </c:pt>
                <c:pt idx="1680">
                  <c:v>7.6520000000000001</c:v>
                </c:pt>
                <c:pt idx="1681">
                  <c:v>7.6529999999999996</c:v>
                </c:pt>
                <c:pt idx="1682">
                  <c:v>7.6509999999999998</c:v>
                </c:pt>
                <c:pt idx="1683">
                  <c:v>7.6429999999999998</c:v>
                </c:pt>
                <c:pt idx="1684">
                  <c:v>7.6420000000000003</c:v>
                </c:pt>
                <c:pt idx="1685">
                  <c:v>7.64</c:v>
                </c:pt>
                <c:pt idx="1686">
                  <c:v>7.6379999999999999</c:v>
                </c:pt>
                <c:pt idx="1687">
                  <c:v>7.6360000000000001</c:v>
                </c:pt>
                <c:pt idx="1688">
                  <c:v>7.6369999999999996</c:v>
                </c:pt>
                <c:pt idx="1689">
                  <c:v>7.6379999999999999</c:v>
                </c:pt>
                <c:pt idx="1690">
                  <c:v>7.6420000000000003</c:v>
                </c:pt>
                <c:pt idx="1691">
                  <c:v>7.6440000000000001</c:v>
                </c:pt>
                <c:pt idx="1692">
                  <c:v>7.6459999999999999</c:v>
                </c:pt>
                <c:pt idx="1693">
                  <c:v>7.6470000000000002</c:v>
                </c:pt>
                <c:pt idx="1694">
                  <c:v>7.6479999999999997</c:v>
                </c:pt>
                <c:pt idx="1695">
                  <c:v>7.6479999999999997</c:v>
                </c:pt>
                <c:pt idx="1696">
                  <c:v>7.6479999999999997</c:v>
                </c:pt>
                <c:pt idx="1697">
                  <c:v>7.649</c:v>
                </c:pt>
                <c:pt idx="1698">
                  <c:v>7.65</c:v>
                </c:pt>
                <c:pt idx="1699">
                  <c:v>7.649</c:v>
                </c:pt>
                <c:pt idx="1700">
                  <c:v>7.65</c:v>
                </c:pt>
                <c:pt idx="1701">
                  <c:v>7.6509999999999998</c:v>
                </c:pt>
                <c:pt idx="1702">
                  <c:v>7.6509999999999998</c:v>
                </c:pt>
                <c:pt idx="1703">
                  <c:v>7.65</c:v>
                </c:pt>
                <c:pt idx="1704">
                  <c:v>7.65</c:v>
                </c:pt>
                <c:pt idx="1705">
                  <c:v>7.6509999999999998</c:v>
                </c:pt>
                <c:pt idx="1706">
                  <c:v>7.6509999999999998</c:v>
                </c:pt>
                <c:pt idx="1707">
                  <c:v>7.6509999999999998</c:v>
                </c:pt>
                <c:pt idx="1708">
                  <c:v>7.6509999999999998</c:v>
                </c:pt>
                <c:pt idx="1709">
                  <c:v>7.6509999999999998</c:v>
                </c:pt>
                <c:pt idx="1710">
                  <c:v>7.6520000000000001</c:v>
                </c:pt>
                <c:pt idx="1711">
                  <c:v>7.6520000000000001</c:v>
                </c:pt>
                <c:pt idx="1712">
                  <c:v>7.6520000000000001</c:v>
                </c:pt>
                <c:pt idx="1713">
                  <c:v>7.6520000000000001</c:v>
                </c:pt>
                <c:pt idx="1714">
                  <c:v>7.6520000000000001</c:v>
                </c:pt>
                <c:pt idx="1715">
                  <c:v>7.6529999999999996</c:v>
                </c:pt>
                <c:pt idx="1716">
                  <c:v>7.6529999999999996</c:v>
                </c:pt>
                <c:pt idx="1717">
                  <c:v>7.6539999999999999</c:v>
                </c:pt>
                <c:pt idx="1718">
                  <c:v>7.6539999999999999</c:v>
                </c:pt>
                <c:pt idx="1719">
                  <c:v>7.6529999999999996</c:v>
                </c:pt>
                <c:pt idx="1720">
                  <c:v>7.6539999999999999</c:v>
                </c:pt>
                <c:pt idx="1721">
                  <c:v>7.6539999999999999</c:v>
                </c:pt>
                <c:pt idx="1722">
                  <c:v>7.6550000000000002</c:v>
                </c:pt>
                <c:pt idx="1723">
                  <c:v>7.6550000000000002</c:v>
                </c:pt>
                <c:pt idx="1724">
                  <c:v>7.6550000000000002</c:v>
                </c:pt>
                <c:pt idx="1725">
                  <c:v>7.6559999999999997</c:v>
                </c:pt>
                <c:pt idx="1726">
                  <c:v>7.6390000000000002</c:v>
                </c:pt>
                <c:pt idx="1727">
                  <c:v>7.6029999999999998</c:v>
                </c:pt>
                <c:pt idx="1728">
                  <c:v>7.585</c:v>
                </c:pt>
                <c:pt idx="1729">
                  <c:v>7.5940000000000003</c:v>
                </c:pt>
                <c:pt idx="1730">
                  <c:v>7.6079999999999997</c:v>
                </c:pt>
                <c:pt idx="1731">
                  <c:v>7.6120000000000001</c:v>
                </c:pt>
                <c:pt idx="1732">
                  <c:v>7.6109999999999998</c:v>
                </c:pt>
                <c:pt idx="1733">
                  <c:v>7.6070000000000002</c:v>
                </c:pt>
                <c:pt idx="1734">
                  <c:v>7.601</c:v>
                </c:pt>
                <c:pt idx="1735">
                  <c:v>7.5960000000000001</c:v>
                </c:pt>
                <c:pt idx="1736">
                  <c:v>7.593</c:v>
                </c:pt>
                <c:pt idx="1737">
                  <c:v>7.5880000000000001</c:v>
                </c:pt>
                <c:pt idx="1738">
                  <c:v>7.585</c:v>
                </c:pt>
                <c:pt idx="1739">
                  <c:v>7.5830000000000002</c:v>
                </c:pt>
                <c:pt idx="1740">
                  <c:v>7.5830000000000002</c:v>
                </c:pt>
                <c:pt idx="1741">
                  <c:v>7.5819999999999999</c:v>
                </c:pt>
                <c:pt idx="1742">
                  <c:v>7.5810000000000004</c:v>
                </c:pt>
                <c:pt idx="1743">
                  <c:v>7.5810000000000004</c:v>
                </c:pt>
                <c:pt idx="1744">
                  <c:v>7.5810000000000004</c:v>
                </c:pt>
                <c:pt idx="1745">
                  <c:v>7.5810000000000004</c:v>
                </c:pt>
                <c:pt idx="1746">
                  <c:v>7.58</c:v>
                </c:pt>
                <c:pt idx="1747">
                  <c:v>7.58</c:v>
                </c:pt>
                <c:pt idx="1748">
                  <c:v>7.58</c:v>
                </c:pt>
                <c:pt idx="1749">
                  <c:v>7.58</c:v>
                </c:pt>
                <c:pt idx="1750">
                  <c:v>7.58</c:v>
                </c:pt>
                <c:pt idx="1751">
                  <c:v>7.5789999999999997</c:v>
                </c:pt>
                <c:pt idx="1752">
                  <c:v>7.5789999999999997</c:v>
                </c:pt>
                <c:pt idx="1753">
                  <c:v>7.5789999999999997</c:v>
                </c:pt>
                <c:pt idx="1754">
                  <c:v>7.58</c:v>
                </c:pt>
                <c:pt idx="1755">
                  <c:v>7.58</c:v>
                </c:pt>
                <c:pt idx="1756">
                  <c:v>7.58</c:v>
                </c:pt>
                <c:pt idx="1757">
                  <c:v>7.58</c:v>
                </c:pt>
                <c:pt idx="1758">
                  <c:v>7.58</c:v>
                </c:pt>
                <c:pt idx="1759">
                  <c:v>7.5810000000000004</c:v>
                </c:pt>
                <c:pt idx="1760">
                  <c:v>7.5810000000000004</c:v>
                </c:pt>
                <c:pt idx="1761">
                  <c:v>7.5810000000000004</c:v>
                </c:pt>
                <c:pt idx="1762">
                  <c:v>7.5810000000000004</c:v>
                </c:pt>
                <c:pt idx="1763">
                  <c:v>7.5819999999999999</c:v>
                </c:pt>
                <c:pt idx="1764">
                  <c:v>7.5819999999999999</c:v>
                </c:pt>
                <c:pt idx="1765">
                  <c:v>7.5819999999999999</c:v>
                </c:pt>
                <c:pt idx="1766">
                  <c:v>7.5819999999999999</c:v>
                </c:pt>
                <c:pt idx="1767">
                  <c:v>7.5819999999999999</c:v>
                </c:pt>
                <c:pt idx="1768">
                  <c:v>7.5819999999999999</c:v>
                </c:pt>
                <c:pt idx="1769">
                  <c:v>7.5819999999999999</c:v>
                </c:pt>
                <c:pt idx="1770">
                  <c:v>7.5819999999999999</c:v>
                </c:pt>
                <c:pt idx="1771">
                  <c:v>7.5819999999999999</c:v>
                </c:pt>
                <c:pt idx="1772">
                  <c:v>7.5880000000000001</c:v>
                </c:pt>
                <c:pt idx="1773">
                  <c:v>7.5970000000000004</c:v>
                </c:pt>
                <c:pt idx="1774">
                  <c:v>7.601</c:v>
                </c:pt>
                <c:pt idx="1775">
                  <c:v>7.6040000000000001</c:v>
                </c:pt>
                <c:pt idx="1776">
                  <c:v>7.6139999999999999</c:v>
                </c:pt>
                <c:pt idx="1777">
                  <c:v>7.6130000000000004</c:v>
                </c:pt>
                <c:pt idx="1778">
                  <c:v>7.6079999999999997</c:v>
                </c:pt>
                <c:pt idx="1779">
                  <c:v>7.6050000000000004</c:v>
                </c:pt>
                <c:pt idx="1780">
                  <c:v>7.5990000000000002</c:v>
                </c:pt>
                <c:pt idx="1781">
                  <c:v>7.593</c:v>
                </c:pt>
                <c:pt idx="1782">
                  <c:v>7.59</c:v>
                </c:pt>
                <c:pt idx="1783">
                  <c:v>7.5880000000000001</c:v>
                </c:pt>
                <c:pt idx="1784">
                  <c:v>7.5869999999999997</c:v>
                </c:pt>
                <c:pt idx="1785">
                  <c:v>7.5860000000000003</c:v>
                </c:pt>
                <c:pt idx="1786">
                  <c:v>7.5860000000000003</c:v>
                </c:pt>
                <c:pt idx="1787">
                  <c:v>7.5860000000000003</c:v>
                </c:pt>
                <c:pt idx="1788">
                  <c:v>7.5860000000000003</c:v>
                </c:pt>
                <c:pt idx="1789">
                  <c:v>7.585</c:v>
                </c:pt>
                <c:pt idx="1790">
                  <c:v>7.5839999999999996</c:v>
                </c:pt>
                <c:pt idx="1791">
                  <c:v>7.5839999999999996</c:v>
                </c:pt>
                <c:pt idx="1792">
                  <c:v>7.5830000000000002</c:v>
                </c:pt>
                <c:pt idx="1793">
                  <c:v>7.5819999999999999</c:v>
                </c:pt>
                <c:pt idx="1794">
                  <c:v>7.5819999999999999</c:v>
                </c:pt>
                <c:pt idx="1795">
                  <c:v>7.5819999999999999</c:v>
                </c:pt>
                <c:pt idx="1796">
                  <c:v>7.5819999999999999</c:v>
                </c:pt>
                <c:pt idx="1797">
                  <c:v>7.5819999999999999</c:v>
                </c:pt>
                <c:pt idx="1798">
                  <c:v>7.5819999999999999</c:v>
                </c:pt>
                <c:pt idx="1799">
                  <c:v>7.5819999999999999</c:v>
                </c:pt>
                <c:pt idx="1800">
                  <c:v>7.5819999999999999</c:v>
                </c:pt>
                <c:pt idx="1801">
                  <c:v>7.5819999999999999</c:v>
                </c:pt>
                <c:pt idx="1802">
                  <c:v>7.5819999999999999</c:v>
                </c:pt>
                <c:pt idx="1803">
                  <c:v>7.5830000000000002</c:v>
                </c:pt>
                <c:pt idx="1804">
                  <c:v>7.5819999999999999</c:v>
                </c:pt>
                <c:pt idx="1805">
                  <c:v>7.5819999999999999</c:v>
                </c:pt>
                <c:pt idx="1806">
                  <c:v>7.5819999999999999</c:v>
                </c:pt>
                <c:pt idx="1807">
                  <c:v>7.5819999999999999</c:v>
                </c:pt>
                <c:pt idx="1808">
                  <c:v>7.5819999999999999</c:v>
                </c:pt>
                <c:pt idx="1809">
                  <c:v>7.5819999999999999</c:v>
                </c:pt>
                <c:pt idx="1810">
                  <c:v>7.5819999999999999</c:v>
                </c:pt>
                <c:pt idx="1811">
                  <c:v>7.5819999999999999</c:v>
                </c:pt>
                <c:pt idx="1812">
                  <c:v>7.5810000000000004</c:v>
                </c:pt>
                <c:pt idx="1813">
                  <c:v>7.5810000000000004</c:v>
                </c:pt>
                <c:pt idx="1814">
                  <c:v>7.5819999999999999</c:v>
                </c:pt>
                <c:pt idx="1815">
                  <c:v>7.5819999999999999</c:v>
                </c:pt>
                <c:pt idx="1816">
                  <c:v>7.5819999999999999</c:v>
                </c:pt>
                <c:pt idx="1817">
                  <c:v>7.5830000000000002</c:v>
                </c:pt>
                <c:pt idx="1818">
                  <c:v>7.5830000000000002</c:v>
                </c:pt>
                <c:pt idx="1819">
                  <c:v>7.5830000000000002</c:v>
                </c:pt>
                <c:pt idx="1820">
                  <c:v>7.5839999999999996</c:v>
                </c:pt>
                <c:pt idx="1821">
                  <c:v>7.5839999999999996</c:v>
                </c:pt>
                <c:pt idx="1822">
                  <c:v>7.5839999999999996</c:v>
                </c:pt>
                <c:pt idx="1823">
                  <c:v>7.5839999999999996</c:v>
                </c:pt>
                <c:pt idx="1824">
                  <c:v>7.5839999999999996</c:v>
                </c:pt>
                <c:pt idx="1825">
                  <c:v>7.5830000000000002</c:v>
                </c:pt>
                <c:pt idx="1826">
                  <c:v>7.5819999999999999</c:v>
                </c:pt>
                <c:pt idx="1827">
                  <c:v>7.5819999999999999</c:v>
                </c:pt>
                <c:pt idx="1828">
                  <c:v>7.5819999999999999</c:v>
                </c:pt>
                <c:pt idx="1829">
                  <c:v>7.5830000000000002</c:v>
                </c:pt>
                <c:pt idx="1830">
                  <c:v>7.5830000000000002</c:v>
                </c:pt>
                <c:pt idx="1831">
                  <c:v>7.5830000000000002</c:v>
                </c:pt>
                <c:pt idx="1832">
                  <c:v>7.5830000000000002</c:v>
                </c:pt>
                <c:pt idx="1833">
                  <c:v>7.5830000000000002</c:v>
                </c:pt>
                <c:pt idx="1834">
                  <c:v>7.5830000000000002</c:v>
                </c:pt>
                <c:pt idx="1835">
                  <c:v>7.5819999999999999</c:v>
                </c:pt>
                <c:pt idx="1836">
                  <c:v>7.5830000000000002</c:v>
                </c:pt>
                <c:pt idx="1837">
                  <c:v>7.5830000000000002</c:v>
                </c:pt>
                <c:pt idx="1838">
                  <c:v>7.5839999999999996</c:v>
                </c:pt>
                <c:pt idx="1839">
                  <c:v>7.5830000000000002</c:v>
                </c:pt>
                <c:pt idx="1840">
                  <c:v>7.5839999999999996</c:v>
                </c:pt>
                <c:pt idx="1841">
                  <c:v>7.5839999999999996</c:v>
                </c:pt>
                <c:pt idx="1842">
                  <c:v>7.5839999999999996</c:v>
                </c:pt>
                <c:pt idx="1843">
                  <c:v>7.5839999999999996</c:v>
                </c:pt>
                <c:pt idx="1844">
                  <c:v>7.5839999999999996</c:v>
                </c:pt>
                <c:pt idx="1845">
                  <c:v>7.5839999999999996</c:v>
                </c:pt>
                <c:pt idx="1846">
                  <c:v>7.585</c:v>
                </c:pt>
                <c:pt idx="1847">
                  <c:v>7.585</c:v>
                </c:pt>
                <c:pt idx="1848">
                  <c:v>7.5839999999999996</c:v>
                </c:pt>
                <c:pt idx="1849">
                  <c:v>7.585</c:v>
                </c:pt>
                <c:pt idx="1850">
                  <c:v>7.585</c:v>
                </c:pt>
                <c:pt idx="1851">
                  <c:v>7.585</c:v>
                </c:pt>
                <c:pt idx="1852">
                  <c:v>7.585</c:v>
                </c:pt>
                <c:pt idx="1853">
                  <c:v>7.585</c:v>
                </c:pt>
                <c:pt idx="1854">
                  <c:v>7.585</c:v>
                </c:pt>
                <c:pt idx="1855">
                  <c:v>7.585</c:v>
                </c:pt>
                <c:pt idx="1856">
                  <c:v>7.5839999999999996</c:v>
                </c:pt>
                <c:pt idx="1857">
                  <c:v>7.5839999999999996</c:v>
                </c:pt>
                <c:pt idx="1858">
                  <c:v>7.5839999999999996</c:v>
                </c:pt>
                <c:pt idx="1859">
                  <c:v>7.585</c:v>
                </c:pt>
                <c:pt idx="1860">
                  <c:v>7.5869999999999997</c:v>
                </c:pt>
                <c:pt idx="1861">
                  <c:v>7.5880000000000001</c:v>
                </c:pt>
                <c:pt idx="1862">
                  <c:v>7.5890000000000004</c:v>
                </c:pt>
                <c:pt idx="1863">
                  <c:v>7.5890000000000004</c:v>
                </c:pt>
                <c:pt idx="1864">
                  <c:v>7.5880000000000001</c:v>
                </c:pt>
                <c:pt idx="1865">
                  <c:v>7.5869999999999997</c:v>
                </c:pt>
                <c:pt idx="1866">
                  <c:v>7.5869999999999997</c:v>
                </c:pt>
                <c:pt idx="1867">
                  <c:v>7.5860000000000003</c:v>
                </c:pt>
                <c:pt idx="1868">
                  <c:v>7.585</c:v>
                </c:pt>
                <c:pt idx="1869">
                  <c:v>7.585</c:v>
                </c:pt>
                <c:pt idx="1870">
                  <c:v>7.5839999999999996</c:v>
                </c:pt>
                <c:pt idx="1871">
                  <c:v>7.5839999999999996</c:v>
                </c:pt>
                <c:pt idx="1872">
                  <c:v>7.5830000000000002</c:v>
                </c:pt>
                <c:pt idx="1873">
                  <c:v>7.5839999999999996</c:v>
                </c:pt>
                <c:pt idx="1874">
                  <c:v>7.5830000000000002</c:v>
                </c:pt>
                <c:pt idx="1875">
                  <c:v>7.5830000000000002</c:v>
                </c:pt>
                <c:pt idx="1876">
                  <c:v>7.5830000000000002</c:v>
                </c:pt>
                <c:pt idx="1877">
                  <c:v>7.5830000000000002</c:v>
                </c:pt>
                <c:pt idx="1878">
                  <c:v>7.5830000000000002</c:v>
                </c:pt>
                <c:pt idx="1879">
                  <c:v>7.5819999999999999</c:v>
                </c:pt>
                <c:pt idx="1880">
                  <c:v>7.5819999999999999</c:v>
                </c:pt>
                <c:pt idx="1881">
                  <c:v>7.5819999999999999</c:v>
                </c:pt>
                <c:pt idx="1882">
                  <c:v>7.5830000000000002</c:v>
                </c:pt>
                <c:pt idx="1883">
                  <c:v>7.5819999999999999</c:v>
                </c:pt>
                <c:pt idx="1884">
                  <c:v>7.5819999999999999</c:v>
                </c:pt>
                <c:pt idx="1885">
                  <c:v>7.5819999999999999</c:v>
                </c:pt>
                <c:pt idx="1886">
                  <c:v>7.5819999999999999</c:v>
                </c:pt>
                <c:pt idx="1887">
                  <c:v>7.5819999999999999</c:v>
                </c:pt>
                <c:pt idx="1888">
                  <c:v>7.5819999999999999</c:v>
                </c:pt>
                <c:pt idx="1889">
                  <c:v>7.5819999999999999</c:v>
                </c:pt>
                <c:pt idx="1890">
                  <c:v>7.5819999999999999</c:v>
                </c:pt>
                <c:pt idx="1891">
                  <c:v>7.5819999999999999</c:v>
                </c:pt>
                <c:pt idx="1892">
                  <c:v>7.5819999999999999</c:v>
                </c:pt>
                <c:pt idx="1893">
                  <c:v>7.5819999999999999</c:v>
                </c:pt>
                <c:pt idx="1894">
                  <c:v>7.5819999999999999</c:v>
                </c:pt>
                <c:pt idx="1895">
                  <c:v>7.5819999999999999</c:v>
                </c:pt>
                <c:pt idx="1896">
                  <c:v>7.5819999999999999</c:v>
                </c:pt>
                <c:pt idx="1897">
                  <c:v>7.5819999999999999</c:v>
                </c:pt>
                <c:pt idx="1898">
                  <c:v>7.5819999999999999</c:v>
                </c:pt>
                <c:pt idx="1899">
                  <c:v>7.5810000000000004</c:v>
                </c:pt>
                <c:pt idx="1900">
                  <c:v>7.5819999999999999</c:v>
                </c:pt>
                <c:pt idx="1901">
                  <c:v>7.5819999999999999</c:v>
                </c:pt>
                <c:pt idx="1902">
                  <c:v>7.5819999999999999</c:v>
                </c:pt>
                <c:pt idx="1903">
                  <c:v>7.5819999999999999</c:v>
                </c:pt>
                <c:pt idx="1904">
                  <c:v>7.5819999999999999</c:v>
                </c:pt>
                <c:pt idx="1905">
                  <c:v>7.5819999999999999</c:v>
                </c:pt>
                <c:pt idx="1906">
                  <c:v>7.5819999999999999</c:v>
                </c:pt>
                <c:pt idx="1907">
                  <c:v>7.5819999999999999</c:v>
                </c:pt>
                <c:pt idx="1908">
                  <c:v>7.5819999999999999</c:v>
                </c:pt>
                <c:pt idx="1909">
                  <c:v>7.5819999999999999</c:v>
                </c:pt>
                <c:pt idx="1910">
                  <c:v>7.5830000000000002</c:v>
                </c:pt>
                <c:pt idx="1911">
                  <c:v>7.5819999999999999</c:v>
                </c:pt>
                <c:pt idx="1912">
                  <c:v>7.5819999999999999</c:v>
                </c:pt>
                <c:pt idx="1913">
                  <c:v>7.5819999999999999</c:v>
                </c:pt>
                <c:pt idx="1914">
                  <c:v>7.5819999999999999</c:v>
                </c:pt>
                <c:pt idx="1915">
                  <c:v>7.5830000000000002</c:v>
                </c:pt>
                <c:pt idx="1916">
                  <c:v>7.5830000000000002</c:v>
                </c:pt>
                <c:pt idx="1917">
                  <c:v>7.5830000000000002</c:v>
                </c:pt>
                <c:pt idx="1918">
                  <c:v>7.5839999999999996</c:v>
                </c:pt>
                <c:pt idx="1919">
                  <c:v>7.5839999999999996</c:v>
                </c:pt>
                <c:pt idx="1920">
                  <c:v>7.5830000000000002</c:v>
                </c:pt>
                <c:pt idx="1921">
                  <c:v>7.5839999999999996</c:v>
                </c:pt>
                <c:pt idx="1922">
                  <c:v>7.5839999999999996</c:v>
                </c:pt>
                <c:pt idx="1923">
                  <c:v>7.5839999999999996</c:v>
                </c:pt>
                <c:pt idx="1924">
                  <c:v>7.5839999999999996</c:v>
                </c:pt>
                <c:pt idx="1925">
                  <c:v>7.5839999999999996</c:v>
                </c:pt>
                <c:pt idx="1926">
                  <c:v>7.5839999999999996</c:v>
                </c:pt>
                <c:pt idx="1927">
                  <c:v>7.5839999999999996</c:v>
                </c:pt>
                <c:pt idx="1928">
                  <c:v>7.5830000000000002</c:v>
                </c:pt>
                <c:pt idx="1929">
                  <c:v>7.5839999999999996</c:v>
                </c:pt>
                <c:pt idx="1930">
                  <c:v>7.5839999999999996</c:v>
                </c:pt>
                <c:pt idx="1931">
                  <c:v>7.585</c:v>
                </c:pt>
                <c:pt idx="1932">
                  <c:v>7.5839999999999996</c:v>
                </c:pt>
                <c:pt idx="1933">
                  <c:v>7.5839999999999996</c:v>
                </c:pt>
                <c:pt idx="1934">
                  <c:v>7.5839999999999996</c:v>
                </c:pt>
                <c:pt idx="1935">
                  <c:v>7.5839999999999996</c:v>
                </c:pt>
                <c:pt idx="1936">
                  <c:v>7.5839999999999996</c:v>
                </c:pt>
                <c:pt idx="1937">
                  <c:v>7.5839999999999996</c:v>
                </c:pt>
                <c:pt idx="1938">
                  <c:v>7.5839999999999996</c:v>
                </c:pt>
                <c:pt idx="1939">
                  <c:v>7.585</c:v>
                </c:pt>
                <c:pt idx="1940">
                  <c:v>7.5839999999999996</c:v>
                </c:pt>
                <c:pt idx="1941">
                  <c:v>7.5839999999999996</c:v>
                </c:pt>
                <c:pt idx="1942">
                  <c:v>7.585</c:v>
                </c:pt>
                <c:pt idx="1943">
                  <c:v>7.585</c:v>
                </c:pt>
                <c:pt idx="1944">
                  <c:v>7.585</c:v>
                </c:pt>
                <c:pt idx="1945">
                  <c:v>7.585</c:v>
                </c:pt>
                <c:pt idx="1946">
                  <c:v>7.585</c:v>
                </c:pt>
                <c:pt idx="1947">
                  <c:v>7.585</c:v>
                </c:pt>
                <c:pt idx="1948">
                  <c:v>7.5839999999999996</c:v>
                </c:pt>
                <c:pt idx="1949">
                  <c:v>7.5839999999999996</c:v>
                </c:pt>
                <c:pt idx="1950">
                  <c:v>7.5839999999999996</c:v>
                </c:pt>
                <c:pt idx="1951">
                  <c:v>7.5839999999999996</c:v>
                </c:pt>
                <c:pt idx="1952">
                  <c:v>7.585</c:v>
                </c:pt>
                <c:pt idx="1953">
                  <c:v>7.5910000000000002</c:v>
                </c:pt>
                <c:pt idx="1954">
                  <c:v>7.5949999999999998</c:v>
                </c:pt>
                <c:pt idx="1955">
                  <c:v>7.5919999999999996</c:v>
                </c:pt>
                <c:pt idx="1956">
                  <c:v>7.5869999999999997</c:v>
                </c:pt>
                <c:pt idx="1957">
                  <c:v>7.5869999999999997</c:v>
                </c:pt>
                <c:pt idx="1958">
                  <c:v>7.593</c:v>
                </c:pt>
                <c:pt idx="1959">
                  <c:v>7.5970000000000004</c:v>
                </c:pt>
                <c:pt idx="1960">
                  <c:v>7.6</c:v>
                </c:pt>
                <c:pt idx="1961">
                  <c:v>7.601</c:v>
                </c:pt>
                <c:pt idx="1962">
                  <c:v>7.5979999999999999</c:v>
                </c:pt>
                <c:pt idx="1963">
                  <c:v>7.5949999999999998</c:v>
                </c:pt>
                <c:pt idx="1964">
                  <c:v>7.5910000000000002</c:v>
                </c:pt>
                <c:pt idx="1965">
                  <c:v>7.5880000000000001</c:v>
                </c:pt>
                <c:pt idx="1966">
                  <c:v>7.5860000000000003</c:v>
                </c:pt>
                <c:pt idx="1967">
                  <c:v>7.585</c:v>
                </c:pt>
                <c:pt idx="1968">
                  <c:v>7.5830000000000002</c:v>
                </c:pt>
                <c:pt idx="1969">
                  <c:v>7.5830000000000002</c:v>
                </c:pt>
                <c:pt idx="1970">
                  <c:v>7.5819999999999999</c:v>
                </c:pt>
                <c:pt idx="1971">
                  <c:v>7.5819999999999999</c:v>
                </c:pt>
                <c:pt idx="1972">
                  <c:v>7.5819999999999999</c:v>
                </c:pt>
                <c:pt idx="1973">
                  <c:v>7.5810000000000004</c:v>
                </c:pt>
                <c:pt idx="1974">
                  <c:v>7.5810000000000004</c:v>
                </c:pt>
                <c:pt idx="1975">
                  <c:v>7.5810000000000004</c:v>
                </c:pt>
                <c:pt idx="1976">
                  <c:v>7.5810000000000004</c:v>
                </c:pt>
                <c:pt idx="1977">
                  <c:v>7.5810000000000004</c:v>
                </c:pt>
                <c:pt idx="1978">
                  <c:v>7.58</c:v>
                </c:pt>
                <c:pt idx="1979">
                  <c:v>7.5869999999999997</c:v>
                </c:pt>
                <c:pt idx="1980">
                  <c:v>7.5949999999999998</c:v>
                </c:pt>
                <c:pt idx="1981">
                  <c:v>7.5970000000000004</c:v>
                </c:pt>
                <c:pt idx="1982">
                  <c:v>7.5979999999999999</c:v>
                </c:pt>
                <c:pt idx="1983">
                  <c:v>7.601</c:v>
                </c:pt>
                <c:pt idx="1984">
                  <c:v>7.5970000000000004</c:v>
                </c:pt>
                <c:pt idx="1985">
                  <c:v>7.5949999999999998</c:v>
                </c:pt>
                <c:pt idx="1986">
                  <c:v>7.593</c:v>
                </c:pt>
                <c:pt idx="1987">
                  <c:v>7.59</c:v>
                </c:pt>
                <c:pt idx="1988">
                  <c:v>7.5830000000000002</c:v>
                </c:pt>
                <c:pt idx="1989">
                  <c:v>7.5720000000000001</c:v>
                </c:pt>
                <c:pt idx="1990">
                  <c:v>7.5659999999999998</c:v>
                </c:pt>
                <c:pt idx="1991">
                  <c:v>7.56</c:v>
                </c:pt>
                <c:pt idx="1992">
                  <c:v>7.5570000000000004</c:v>
                </c:pt>
                <c:pt idx="1993">
                  <c:v>7.5570000000000004</c:v>
                </c:pt>
                <c:pt idx="1994">
                  <c:v>7.5570000000000004</c:v>
                </c:pt>
                <c:pt idx="1995">
                  <c:v>7.5659999999999998</c:v>
                </c:pt>
                <c:pt idx="1996">
                  <c:v>7.5810000000000004</c:v>
                </c:pt>
                <c:pt idx="1997">
                  <c:v>7.5880000000000001</c:v>
                </c:pt>
                <c:pt idx="1998">
                  <c:v>7.5880000000000001</c:v>
                </c:pt>
                <c:pt idx="1999">
                  <c:v>7.59</c:v>
                </c:pt>
                <c:pt idx="2000">
                  <c:v>7.5890000000000004</c:v>
                </c:pt>
                <c:pt idx="2001">
                  <c:v>7.5890000000000004</c:v>
                </c:pt>
                <c:pt idx="2002">
                  <c:v>7.5890000000000004</c:v>
                </c:pt>
                <c:pt idx="2003">
                  <c:v>7.59</c:v>
                </c:pt>
                <c:pt idx="2004">
                  <c:v>7.5890000000000004</c:v>
                </c:pt>
                <c:pt idx="2005">
                  <c:v>7.5890000000000004</c:v>
                </c:pt>
                <c:pt idx="2006">
                  <c:v>7.5890000000000004</c:v>
                </c:pt>
                <c:pt idx="2007">
                  <c:v>7.5890000000000004</c:v>
                </c:pt>
                <c:pt idx="2008">
                  <c:v>7.5890000000000004</c:v>
                </c:pt>
                <c:pt idx="2009">
                  <c:v>7.5890000000000004</c:v>
                </c:pt>
                <c:pt idx="2010">
                  <c:v>7.59</c:v>
                </c:pt>
                <c:pt idx="2011">
                  <c:v>7.59</c:v>
                </c:pt>
                <c:pt idx="2012">
                  <c:v>7.59</c:v>
                </c:pt>
                <c:pt idx="2013">
                  <c:v>7.59</c:v>
                </c:pt>
                <c:pt idx="2014">
                  <c:v>7.59</c:v>
                </c:pt>
                <c:pt idx="2015">
                  <c:v>7.59</c:v>
                </c:pt>
                <c:pt idx="2016">
                  <c:v>7.59</c:v>
                </c:pt>
                <c:pt idx="2017">
                  <c:v>7.59</c:v>
                </c:pt>
                <c:pt idx="2018">
                  <c:v>7.59</c:v>
                </c:pt>
                <c:pt idx="2019">
                  <c:v>7.59</c:v>
                </c:pt>
                <c:pt idx="2020">
                  <c:v>7.59</c:v>
                </c:pt>
                <c:pt idx="2021">
                  <c:v>7.59</c:v>
                </c:pt>
                <c:pt idx="2022">
                  <c:v>7.59</c:v>
                </c:pt>
                <c:pt idx="2023">
                  <c:v>7.5910000000000002</c:v>
                </c:pt>
                <c:pt idx="2024">
                  <c:v>7.5910000000000002</c:v>
                </c:pt>
                <c:pt idx="2025">
                  <c:v>7.5910000000000002</c:v>
                </c:pt>
                <c:pt idx="2026">
                  <c:v>7.5910000000000002</c:v>
                </c:pt>
                <c:pt idx="2027">
                  <c:v>7.5910000000000002</c:v>
                </c:pt>
                <c:pt idx="2028">
                  <c:v>7.5910000000000002</c:v>
                </c:pt>
                <c:pt idx="2029">
                  <c:v>7.5910000000000002</c:v>
                </c:pt>
                <c:pt idx="2030">
                  <c:v>7.5919999999999996</c:v>
                </c:pt>
                <c:pt idx="2031">
                  <c:v>7.5919999999999996</c:v>
                </c:pt>
                <c:pt idx="2032">
                  <c:v>7.5919999999999996</c:v>
                </c:pt>
                <c:pt idx="2033">
                  <c:v>7.5919999999999996</c:v>
                </c:pt>
                <c:pt idx="2034">
                  <c:v>7.5919999999999996</c:v>
                </c:pt>
                <c:pt idx="2035">
                  <c:v>7.5919999999999996</c:v>
                </c:pt>
                <c:pt idx="2036">
                  <c:v>7.5919999999999996</c:v>
                </c:pt>
                <c:pt idx="2037">
                  <c:v>7.5919999999999996</c:v>
                </c:pt>
                <c:pt idx="2038">
                  <c:v>7.5919999999999996</c:v>
                </c:pt>
                <c:pt idx="2039">
                  <c:v>7.5919999999999996</c:v>
                </c:pt>
                <c:pt idx="2040">
                  <c:v>7.593</c:v>
                </c:pt>
                <c:pt idx="2041">
                  <c:v>7.593</c:v>
                </c:pt>
                <c:pt idx="2042">
                  <c:v>7.593</c:v>
                </c:pt>
                <c:pt idx="2043">
                  <c:v>7.593</c:v>
                </c:pt>
                <c:pt idx="2044">
                  <c:v>7.5940000000000003</c:v>
                </c:pt>
                <c:pt idx="2045">
                  <c:v>7.5940000000000003</c:v>
                </c:pt>
                <c:pt idx="2046">
                  <c:v>7.5940000000000003</c:v>
                </c:pt>
                <c:pt idx="2047">
                  <c:v>7.59</c:v>
                </c:pt>
                <c:pt idx="2048">
                  <c:v>7.5869999999999997</c:v>
                </c:pt>
                <c:pt idx="2049">
                  <c:v>7.5860000000000003</c:v>
                </c:pt>
                <c:pt idx="2050">
                  <c:v>7.5839999999999996</c:v>
                </c:pt>
                <c:pt idx="2051">
                  <c:v>7.57</c:v>
                </c:pt>
                <c:pt idx="2052">
                  <c:v>7.5410000000000004</c:v>
                </c:pt>
                <c:pt idx="2053">
                  <c:v>7.5259999999999998</c:v>
                </c:pt>
                <c:pt idx="2054">
                  <c:v>7.5789999999999997</c:v>
                </c:pt>
                <c:pt idx="2055">
                  <c:v>7.5190000000000001</c:v>
                </c:pt>
                <c:pt idx="2056">
                  <c:v>7.3630000000000004</c:v>
                </c:pt>
                <c:pt idx="2057">
                  <c:v>7.34</c:v>
                </c:pt>
                <c:pt idx="2058">
                  <c:v>7.31</c:v>
                </c:pt>
                <c:pt idx="2059">
                  <c:v>7.2679999999999998</c:v>
                </c:pt>
                <c:pt idx="2060">
                  <c:v>7.2039999999999997</c:v>
                </c:pt>
                <c:pt idx="2061">
                  <c:v>7.1719999999999997</c:v>
                </c:pt>
                <c:pt idx="2062">
                  <c:v>7.2309999999999999</c:v>
                </c:pt>
                <c:pt idx="2063">
                  <c:v>7.3010000000000002</c:v>
                </c:pt>
                <c:pt idx="2064">
                  <c:v>7.3049999999999997</c:v>
                </c:pt>
                <c:pt idx="2065">
                  <c:v>7.3070000000000004</c:v>
                </c:pt>
                <c:pt idx="2066">
                  <c:v>7.3079999999999998</c:v>
                </c:pt>
                <c:pt idx="2067">
                  <c:v>7.3049999999999997</c:v>
                </c:pt>
                <c:pt idx="2068">
                  <c:v>7.298</c:v>
                </c:pt>
                <c:pt idx="2069">
                  <c:v>7.2949999999999999</c:v>
                </c:pt>
                <c:pt idx="2070">
                  <c:v>7.2859999999999996</c:v>
                </c:pt>
                <c:pt idx="2071">
                  <c:v>7.2779999999999996</c:v>
                </c:pt>
                <c:pt idx="2072">
                  <c:v>7.2750000000000004</c:v>
                </c:pt>
                <c:pt idx="2073">
                  <c:v>7.2679999999999998</c:v>
                </c:pt>
                <c:pt idx="2074">
                  <c:v>7.2610000000000001</c:v>
                </c:pt>
                <c:pt idx="2075">
                  <c:v>7.2539999999999996</c:v>
                </c:pt>
                <c:pt idx="2076">
                  <c:v>7.2510000000000003</c:v>
                </c:pt>
                <c:pt idx="2077">
                  <c:v>7.24</c:v>
                </c:pt>
                <c:pt idx="2078">
                  <c:v>7.2320000000000002</c:v>
                </c:pt>
                <c:pt idx="2079">
                  <c:v>7.2270000000000003</c:v>
                </c:pt>
                <c:pt idx="2080">
                  <c:v>7.2229999999999999</c:v>
                </c:pt>
                <c:pt idx="2081">
                  <c:v>7.2149999999999999</c:v>
                </c:pt>
                <c:pt idx="2082">
                  <c:v>7.2069999999999999</c:v>
                </c:pt>
                <c:pt idx="2083">
                  <c:v>7.2</c:v>
                </c:pt>
                <c:pt idx="2084">
                  <c:v>7.1959999999999997</c:v>
                </c:pt>
                <c:pt idx="2085">
                  <c:v>7.1890000000000001</c:v>
                </c:pt>
                <c:pt idx="2086">
                  <c:v>7.1790000000000003</c:v>
                </c:pt>
                <c:pt idx="2087">
                  <c:v>7.1669999999999998</c:v>
                </c:pt>
                <c:pt idx="2088">
                  <c:v>7.1609999999999996</c:v>
                </c:pt>
                <c:pt idx="2089">
                  <c:v>7.1529999999999996</c:v>
                </c:pt>
                <c:pt idx="2090">
                  <c:v>7.149</c:v>
                </c:pt>
                <c:pt idx="2091">
                  <c:v>7.14</c:v>
                </c:pt>
                <c:pt idx="2092">
                  <c:v>7.133</c:v>
                </c:pt>
                <c:pt idx="2093">
                  <c:v>7.1189999999999998</c:v>
                </c:pt>
                <c:pt idx="2094">
                  <c:v>7.1070000000000002</c:v>
                </c:pt>
                <c:pt idx="2095">
                  <c:v>7.1079999999999997</c:v>
                </c:pt>
                <c:pt idx="2096">
                  <c:v>7.1079999999999997</c:v>
                </c:pt>
                <c:pt idx="2097">
                  <c:v>7.1040000000000001</c:v>
                </c:pt>
                <c:pt idx="2098">
                  <c:v>7.0970000000000004</c:v>
                </c:pt>
                <c:pt idx="2099">
                  <c:v>7.0919999999999996</c:v>
                </c:pt>
                <c:pt idx="2100">
                  <c:v>7.0910000000000002</c:v>
                </c:pt>
                <c:pt idx="2101">
                  <c:v>7.0910000000000002</c:v>
                </c:pt>
                <c:pt idx="2102">
                  <c:v>7.0919999999999996</c:v>
                </c:pt>
                <c:pt idx="2103">
                  <c:v>7.0890000000000004</c:v>
                </c:pt>
                <c:pt idx="2104">
                  <c:v>7.0880000000000001</c:v>
                </c:pt>
                <c:pt idx="2105">
                  <c:v>7.085</c:v>
                </c:pt>
                <c:pt idx="2106">
                  <c:v>7.0789999999999997</c:v>
                </c:pt>
                <c:pt idx="2107">
                  <c:v>7.0730000000000004</c:v>
                </c:pt>
                <c:pt idx="2108">
                  <c:v>7.069</c:v>
                </c:pt>
                <c:pt idx="2109">
                  <c:v>7.0679999999999996</c:v>
                </c:pt>
                <c:pt idx="2110">
                  <c:v>7.07</c:v>
                </c:pt>
                <c:pt idx="2111">
                  <c:v>7.0650000000000004</c:v>
                </c:pt>
                <c:pt idx="2112">
                  <c:v>7.0629999999999997</c:v>
                </c:pt>
                <c:pt idx="2113">
                  <c:v>7.0590000000000002</c:v>
                </c:pt>
                <c:pt idx="2114">
                  <c:v>7.0570000000000004</c:v>
                </c:pt>
                <c:pt idx="2115">
                  <c:v>7.0549999999999997</c:v>
                </c:pt>
                <c:pt idx="2116">
                  <c:v>7.0549999999999997</c:v>
                </c:pt>
                <c:pt idx="2117">
                  <c:v>7.0529999999999999</c:v>
                </c:pt>
                <c:pt idx="2118">
                  <c:v>7.048</c:v>
                </c:pt>
                <c:pt idx="2119">
                  <c:v>7.0439999999999996</c:v>
                </c:pt>
                <c:pt idx="2120">
                  <c:v>7.0369999999999999</c:v>
                </c:pt>
                <c:pt idx="2121">
                  <c:v>7.0359999999999996</c:v>
                </c:pt>
                <c:pt idx="2122">
                  <c:v>7.0369999999999999</c:v>
                </c:pt>
                <c:pt idx="2123">
                  <c:v>7.0380000000000003</c:v>
                </c:pt>
                <c:pt idx="2124">
                  <c:v>7.0359999999999996</c:v>
                </c:pt>
                <c:pt idx="2125">
                  <c:v>7.0270000000000001</c:v>
                </c:pt>
                <c:pt idx="2126">
                  <c:v>7.0190000000000001</c:v>
                </c:pt>
                <c:pt idx="2127">
                  <c:v>7.0179999999999998</c:v>
                </c:pt>
                <c:pt idx="2128">
                  <c:v>7.0170000000000003</c:v>
                </c:pt>
                <c:pt idx="2129">
                  <c:v>7.0170000000000003</c:v>
                </c:pt>
                <c:pt idx="2130">
                  <c:v>7.0129999999999999</c:v>
                </c:pt>
                <c:pt idx="2131">
                  <c:v>7.01</c:v>
                </c:pt>
                <c:pt idx="2132">
                  <c:v>7.0119999999999996</c:v>
                </c:pt>
                <c:pt idx="2133">
                  <c:v>7.0149999999999997</c:v>
                </c:pt>
                <c:pt idx="2134">
                  <c:v>7.0149999999999997</c:v>
                </c:pt>
                <c:pt idx="2135">
                  <c:v>7.0149999999999997</c:v>
                </c:pt>
                <c:pt idx="2136">
                  <c:v>7.0170000000000003</c:v>
                </c:pt>
                <c:pt idx="2137">
                  <c:v>7.0179999999999998</c:v>
                </c:pt>
                <c:pt idx="2138">
                  <c:v>7.0119999999999996</c:v>
                </c:pt>
                <c:pt idx="2139">
                  <c:v>7.0069999999999997</c:v>
                </c:pt>
                <c:pt idx="2140">
                  <c:v>6.9989999999999997</c:v>
                </c:pt>
                <c:pt idx="2141">
                  <c:v>6.9980000000000002</c:v>
                </c:pt>
                <c:pt idx="2142">
                  <c:v>7</c:v>
                </c:pt>
                <c:pt idx="2143">
                  <c:v>7</c:v>
                </c:pt>
                <c:pt idx="2144">
                  <c:v>6.9969999999999999</c:v>
                </c:pt>
                <c:pt idx="2145">
                  <c:v>6.9889999999999999</c:v>
                </c:pt>
                <c:pt idx="2146">
                  <c:v>6.9889999999999999</c:v>
                </c:pt>
                <c:pt idx="2147">
                  <c:v>6.992</c:v>
                </c:pt>
                <c:pt idx="2148">
                  <c:v>7.0179999999999998</c:v>
                </c:pt>
                <c:pt idx="2149">
                  <c:v>7.0410000000000004</c:v>
                </c:pt>
                <c:pt idx="2150">
                  <c:v>7.0369999999999999</c:v>
                </c:pt>
                <c:pt idx="2151">
                  <c:v>7.0330000000000004</c:v>
                </c:pt>
                <c:pt idx="2152">
                  <c:v>7.0309999999999997</c:v>
                </c:pt>
                <c:pt idx="2153">
                  <c:v>7.0380000000000003</c:v>
                </c:pt>
                <c:pt idx="2154">
                  <c:v>7.0359999999999996</c:v>
                </c:pt>
                <c:pt idx="2155">
                  <c:v>7.0209999999999999</c:v>
                </c:pt>
                <c:pt idx="2156">
                  <c:v>7.0179999999999998</c:v>
                </c:pt>
                <c:pt idx="2157">
                  <c:v>7.032</c:v>
                </c:pt>
                <c:pt idx="2158">
                  <c:v>7.0380000000000003</c:v>
                </c:pt>
                <c:pt idx="2159">
                  <c:v>7.05</c:v>
                </c:pt>
                <c:pt idx="2160">
                  <c:v>7.0709999999999997</c:v>
                </c:pt>
                <c:pt idx="2161">
                  <c:v>7.0709999999999997</c:v>
                </c:pt>
                <c:pt idx="2162">
                  <c:v>7.0739999999999998</c:v>
                </c:pt>
                <c:pt idx="2163">
                  <c:v>7.0730000000000004</c:v>
                </c:pt>
                <c:pt idx="2164">
                  <c:v>7.0640000000000001</c:v>
                </c:pt>
                <c:pt idx="2165">
                  <c:v>7.0650000000000004</c:v>
                </c:pt>
                <c:pt idx="2166">
                  <c:v>7.093</c:v>
                </c:pt>
                <c:pt idx="2167">
                  <c:v>7.1340000000000003</c:v>
                </c:pt>
                <c:pt idx="2168">
                  <c:v>7.1589999999999998</c:v>
                </c:pt>
                <c:pt idx="2169">
                  <c:v>7.1589999999999998</c:v>
                </c:pt>
                <c:pt idx="2170">
                  <c:v>7.23</c:v>
                </c:pt>
                <c:pt idx="2171">
                  <c:v>7.258</c:v>
                </c:pt>
                <c:pt idx="2172">
                  <c:v>7.2130000000000001</c:v>
                </c:pt>
                <c:pt idx="2173">
                  <c:v>7.2030000000000003</c:v>
                </c:pt>
                <c:pt idx="2174">
                  <c:v>7.2779999999999996</c:v>
                </c:pt>
                <c:pt idx="2175">
                  <c:v>7.2919999999999998</c:v>
                </c:pt>
                <c:pt idx="2176">
                  <c:v>7.2919999999999998</c:v>
                </c:pt>
                <c:pt idx="2177">
                  <c:v>7.2270000000000003</c:v>
                </c:pt>
                <c:pt idx="2178">
                  <c:v>7.2359999999999998</c:v>
                </c:pt>
                <c:pt idx="2179">
                  <c:v>7.2270000000000003</c:v>
                </c:pt>
                <c:pt idx="2180">
                  <c:v>7.2009999999999996</c:v>
                </c:pt>
                <c:pt idx="2181">
                  <c:v>7.2060000000000004</c:v>
                </c:pt>
                <c:pt idx="2182">
                  <c:v>7.282</c:v>
                </c:pt>
                <c:pt idx="2183">
                  <c:v>7.3550000000000004</c:v>
                </c:pt>
                <c:pt idx="2184">
                  <c:v>7.3550000000000004</c:v>
                </c:pt>
                <c:pt idx="2185">
                  <c:v>7.3339999999999996</c:v>
                </c:pt>
                <c:pt idx="2186">
                  <c:v>7.2830000000000004</c:v>
                </c:pt>
                <c:pt idx="2187">
                  <c:v>7.2809999999999997</c:v>
                </c:pt>
                <c:pt idx="2188">
                  <c:v>7.2869999999999999</c:v>
                </c:pt>
                <c:pt idx="2189">
                  <c:v>7.2519999999999998</c:v>
                </c:pt>
                <c:pt idx="2190">
                  <c:v>7.2240000000000002</c:v>
                </c:pt>
                <c:pt idx="2191">
                  <c:v>7.2149999999999999</c:v>
                </c:pt>
                <c:pt idx="2192">
                  <c:v>7.2149999999999999</c:v>
                </c:pt>
                <c:pt idx="2193">
                  <c:v>7.21</c:v>
                </c:pt>
                <c:pt idx="2194">
                  <c:v>7.2060000000000004</c:v>
                </c:pt>
                <c:pt idx="2195">
                  <c:v>7.2069999999999999</c:v>
                </c:pt>
                <c:pt idx="2196">
                  <c:v>7.21</c:v>
                </c:pt>
                <c:pt idx="2197">
                  <c:v>7.21</c:v>
                </c:pt>
                <c:pt idx="2198">
                  <c:v>7.2080000000000002</c:v>
                </c:pt>
                <c:pt idx="2199">
                  <c:v>7.2009999999999996</c:v>
                </c:pt>
                <c:pt idx="2200">
                  <c:v>7.2009999999999996</c:v>
                </c:pt>
                <c:pt idx="2201">
                  <c:v>7.194</c:v>
                </c:pt>
                <c:pt idx="2202">
                  <c:v>7.1909999999999998</c:v>
                </c:pt>
                <c:pt idx="2203">
                  <c:v>7.1929999999999996</c:v>
                </c:pt>
                <c:pt idx="2204">
                  <c:v>7.194</c:v>
                </c:pt>
                <c:pt idx="2205">
                  <c:v>7.1890000000000001</c:v>
                </c:pt>
                <c:pt idx="2206">
                  <c:v>7.1829999999999998</c:v>
                </c:pt>
                <c:pt idx="2207">
                  <c:v>7.1890000000000001</c:v>
                </c:pt>
                <c:pt idx="2208">
                  <c:v>7.1890000000000001</c:v>
                </c:pt>
                <c:pt idx="2209">
                  <c:v>7.1909999999999998</c:v>
                </c:pt>
                <c:pt idx="2210">
                  <c:v>7.1870000000000003</c:v>
                </c:pt>
                <c:pt idx="2211">
                  <c:v>7.1820000000000004</c:v>
                </c:pt>
                <c:pt idx="2212">
                  <c:v>7.18</c:v>
                </c:pt>
                <c:pt idx="2213">
                  <c:v>7.181</c:v>
                </c:pt>
                <c:pt idx="2214">
                  <c:v>7.1719999999999997</c:v>
                </c:pt>
                <c:pt idx="2215">
                  <c:v>7.1719999999999997</c:v>
                </c:pt>
                <c:pt idx="2216">
                  <c:v>7.1669999999999998</c:v>
                </c:pt>
                <c:pt idx="2217">
                  <c:v>7.165</c:v>
                </c:pt>
                <c:pt idx="2218">
                  <c:v>7.157</c:v>
                </c:pt>
                <c:pt idx="2219">
                  <c:v>7.15</c:v>
                </c:pt>
                <c:pt idx="2220">
                  <c:v>7.1429999999999998</c:v>
                </c:pt>
                <c:pt idx="2221">
                  <c:v>7.133</c:v>
                </c:pt>
                <c:pt idx="2222">
                  <c:v>7.13</c:v>
                </c:pt>
                <c:pt idx="2223">
                  <c:v>7.13</c:v>
                </c:pt>
                <c:pt idx="2224">
                  <c:v>7.1280000000000001</c:v>
                </c:pt>
                <c:pt idx="2225">
                  <c:v>7.1210000000000004</c:v>
                </c:pt>
                <c:pt idx="2226">
                  <c:v>7.1109999999999998</c:v>
                </c:pt>
                <c:pt idx="2227">
                  <c:v>7.1029999999999998</c:v>
                </c:pt>
                <c:pt idx="2228">
                  <c:v>7.0990000000000002</c:v>
                </c:pt>
                <c:pt idx="2229">
                  <c:v>7.093</c:v>
                </c:pt>
                <c:pt idx="2230">
                  <c:v>7.0869999999999997</c:v>
                </c:pt>
                <c:pt idx="2231">
                  <c:v>7.0869999999999997</c:v>
                </c:pt>
                <c:pt idx="2232">
                  <c:v>7.093</c:v>
                </c:pt>
                <c:pt idx="2233">
                  <c:v>7.0890000000000004</c:v>
                </c:pt>
                <c:pt idx="2234">
                  <c:v>7.0810000000000004</c:v>
                </c:pt>
                <c:pt idx="2235">
                  <c:v>7.0839999999999996</c:v>
                </c:pt>
                <c:pt idx="2236">
                  <c:v>7.0819999999999999</c:v>
                </c:pt>
                <c:pt idx="2237">
                  <c:v>7.0730000000000004</c:v>
                </c:pt>
                <c:pt idx="2238">
                  <c:v>7.0650000000000004</c:v>
                </c:pt>
                <c:pt idx="2239">
                  <c:v>7.0650000000000004</c:v>
                </c:pt>
                <c:pt idx="2240">
                  <c:v>7.0529999999999999</c:v>
                </c:pt>
                <c:pt idx="2241">
                  <c:v>7.0430000000000001</c:v>
                </c:pt>
                <c:pt idx="2242">
                  <c:v>7.0389999999999997</c:v>
                </c:pt>
                <c:pt idx="2243">
                  <c:v>7.0330000000000004</c:v>
                </c:pt>
                <c:pt idx="2244">
                  <c:v>7.0309999999999997</c:v>
                </c:pt>
                <c:pt idx="2245">
                  <c:v>7.032</c:v>
                </c:pt>
                <c:pt idx="2246">
                  <c:v>7.0229999999999997</c:v>
                </c:pt>
                <c:pt idx="2247">
                  <c:v>7.0229999999999997</c:v>
                </c:pt>
                <c:pt idx="2248">
                  <c:v>7.0090000000000003</c:v>
                </c:pt>
                <c:pt idx="2249">
                  <c:v>7.0019999999999998</c:v>
                </c:pt>
                <c:pt idx="2250">
                  <c:v>6.9939999999999998</c:v>
                </c:pt>
                <c:pt idx="2251">
                  <c:v>6.992</c:v>
                </c:pt>
                <c:pt idx="2252">
                  <c:v>6.9909999999999997</c:v>
                </c:pt>
                <c:pt idx="2253">
                  <c:v>6.9909999999999997</c:v>
                </c:pt>
                <c:pt idx="2254">
                  <c:v>6.9960000000000004</c:v>
                </c:pt>
                <c:pt idx="2255">
                  <c:v>6.9960000000000004</c:v>
                </c:pt>
                <c:pt idx="2256">
                  <c:v>6.9980000000000002</c:v>
                </c:pt>
                <c:pt idx="2257">
                  <c:v>6.9980000000000002</c:v>
                </c:pt>
                <c:pt idx="2258">
                  <c:v>6.9989999999999997</c:v>
                </c:pt>
                <c:pt idx="2259">
                  <c:v>7.0019999999999998</c:v>
                </c:pt>
                <c:pt idx="2260">
                  <c:v>7.0049999999999999</c:v>
                </c:pt>
                <c:pt idx="2261">
                  <c:v>7.0060000000000002</c:v>
                </c:pt>
                <c:pt idx="2262">
                  <c:v>7.0060000000000002</c:v>
                </c:pt>
                <c:pt idx="2263">
                  <c:v>7.0090000000000003</c:v>
                </c:pt>
                <c:pt idx="2264">
                  <c:v>7.0190000000000001</c:v>
                </c:pt>
                <c:pt idx="2265">
                  <c:v>7.0350000000000001</c:v>
                </c:pt>
                <c:pt idx="2266">
                  <c:v>7.0439999999999996</c:v>
                </c:pt>
                <c:pt idx="2267">
                  <c:v>7.0439999999999996</c:v>
                </c:pt>
                <c:pt idx="2268">
                  <c:v>7.0449999999999999</c:v>
                </c:pt>
                <c:pt idx="2269">
                  <c:v>7.0469999999999997</c:v>
                </c:pt>
                <c:pt idx="2270">
                  <c:v>7.0469999999999997</c:v>
                </c:pt>
                <c:pt idx="2271">
                  <c:v>7.0469999999999997</c:v>
                </c:pt>
                <c:pt idx="2272">
                  <c:v>7.0460000000000003</c:v>
                </c:pt>
                <c:pt idx="2273">
                  <c:v>7.0449999999999999</c:v>
                </c:pt>
                <c:pt idx="2274">
                  <c:v>7.0490000000000004</c:v>
                </c:pt>
                <c:pt idx="2275">
                  <c:v>7.0510000000000002</c:v>
                </c:pt>
                <c:pt idx="2276">
                  <c:v>7.048</c:v>
                </c:pt>
                <c:pt idx="2277">
                  <c:v>7.0469999999999997</c:v>
                </c:pt>
                <c:pt idx="2278">
                  <c:v>7.0469999999999997</c:v>
                </c:pt>
                <c:pt idx="2279">
                  <c:v>7.0460000000000003</c:v>
                </c:pt>
                <c:pt idx="2280">
                  <c:v>7.0490000000000004</c:v>
                </c:pt>
                <c:pt idx="2281">
                  <c:v>7.0529999999999999</c:v>
                </c:pt>
                <c:pt idx="2282">
                  <c:v>7.0510000000000002</c:v>
                </c:pt>
                <c:pt idx="2283">
                  <c:v>7.0490000000000004</c:v>
                </c:pt>
                <c:pt idx="2284">
                  <c:v>7.048</c:v>
                </c:pt>
                <c:pt idx="2285">
                  <c:v>7.048</c:v>
                </c:pt>
                <c:pt idx="2286">
                  <c:v>7.048</c:v>
                </c:pt>
                <c:pt idx="2287">
                  <c:v>7.048</c:v>
                </c:pt>
                <c:pt idx="2288">
                  <c:v>7.0490000000000004</c:v>
                </c:pt>
                <c:pt idx="2289">
                  <c:v>7.05</c:v>
                </c:pt>
                <c:pt idx="2290">
                  <c:v>7.05</c:v>
                </c:pt>
                <c:pt idx="2291">
                  <c:v>7.05</c:v>
                </c:pt>
                <c:pt idx="2292">
                  <c:v>7.0519999999999996</c:v>
                </c:pt>
                <c:pt idx="2293">
                  <c:v>7.0529999999999999</c:v>
                </c:pt>
                <c:pt idx="2294">
                  <c:v>7.0529999999999999</c:v>
                </c:pt>
                <c:pt idx="2295">
                  <c:v>7.0529999999999999</c:v>
                </c:pt>
                <c:pt idx="2296">
                  <c:v>7.0629999999999997</c:v>
                </c:pt>
                <c:pt idx="2297">
                  <c:v>7.0730000000000004</c:v>
                </c:pt>
                <c:pt idx="2298">
                  <c:v>7.0759999999999996</c:v>
                </c:pt>
                <c:pt idx="2299">
                  <c:v>7.1020000000000003</c:v>
                </c:pt>
                <c:pt idx="2300">
                  <c:v>7.1349999999999998</c:v>
                </c:pt>
                <c:pt idx="2301">
                  <c:v>7.1349999999999998</c:v>
                </c:pt>
                <c:pt idx="2302">
                  <c:v>7.1630000000000003</c:v>
                </c:pt>
                <c:pt idx="2303">
                  <c:v>7.1820000000000004</c:v>
                </c:pt>
                <c:pt idx="2304">
                  <c:v>7.1980000000000004</c:v>
                </c:pt>
                <c:pt idx="2305">
                  <c:v>7.2140000000000004</c:v>
                </c:pt>
                <c:pt idx="2306">
                  <c:v>7.2290000000000001</c:v>
                </c:pt>
                <c:pt idx="2307">
                  <c:v>7.2409999999999997</c:v>
                </c:pt>
                <c:pt idx="2308">
                  <c:v>7.2510000000000003</c:v>
                </c:pt>
                <c:pt idx="2309">
                  <c:v>7.2510000000000003</c:v>
                </c:pt>
                <c:pt idx="2310">
                  <c:v>7.2549999999999999</c:v>
                </c:pt>
                <c:pt idx="2311">
                  <c:v>7.2539999999999996</c:v>
                </c:pt>
                <c:pt idx="2312">
                  <c:v>7.2670000000000003</c:v>
                </c:pt>
                <c:pt idx="2313">
                  <c:v>7.282</c:v>
                </c:pt>
                <c:pt idx="2314">
                  <c:v>7.28</c:v>
                </c:pt>
                <c:pt idx="2315">
                  <c:v>7.266</c:v>
                </c:pt>
                <c:pt idx="2316">
                  <c:v>7.258</c:v>
                </c:pt>
                <c:pt idx="2317">
                  <c:v>7.258</c:v>
                </c:pt>
                <c:pt idx="2318">
                  <c:v>7.26</c:v>
                </c:pt>
                <c:pt idx="2319">
                  <c:v>7.266</c:v>
                </c:pt>
                <c:pt idx="2320">
                  <c:v>7.27</c:v>
                </c:pt>
                <c:pt idx="2321">
                  <c:v>7.274</c:v>
                </c:pt>
                <c:pt idx="2322">
                  <c:v>7.2709999999999999</c:v>
                </c:pt>
                <c:pt idx="2323">
                  <c:v>7.2679999999999998</c:v>
                </c:pt>
                <c:pt idx="2324">
                  <c:v>7.2690000000000001</c:v>
                </c:pt>
                <c:pt idx="2325">
                  <c:v>7.2690000000000001</c:v>
                </c:pt>
                <c:pt idx="2326">
                  <c:v>7.2729999999999997</c:v>
                </c:pt>
                <c:pt idx="2327">
                  <c:v>7.2759999999999998</c:v>
                </c:pt>
                <c:pt idx="2328">
                  <c:v>7.2770000000000001</c:v>
                </c:pt>
                <c:pt idx="2329">
                  <c:v>7.2779999999999996</c:v>
                </c:pt>
                <c:pt idx="2330">
                  <c:v>7.2779999999999996</c:v>
                </c:pt>
                <c:pt idx="2331">
                  <c:v>7.282</c:v>
                </c:pt>
                <c:pt idx="2332">
                  <c:v>7.2830000000000004</c:v>
                </c:pt>
                <c:pt idx="2333">
                  <c:v>7.2830000000000004</c:v>
                </c:pt>
                <c:pt idx="2334">
                  <c:v>7.2789999999999999</c:v>
                </c:pt>
                <c:pt idx="2335">
                  <c:v>7.2789999999999999</c:v>
                </c:pt>
                <c:pt idx="2336">
                  <c:v>7.2809999999999997</c:v>
                </c:pt>
                <c:pt idx="2337">
                  <c:v>7.2839999999999998</c:v>
                </c:pt>
                <c:pt idx="2338">
                  <c:v>7.2839999999999998</c:v>
                </c:pt>
                <c:pt idx="2339">
                  <c:v>7.2859999999999996</c:v>
                </c:pt>
                <c:pt idx="2340">
                  <c:v>7.2859999999999996</c:v>
                </c:pt>
                <c:pt idx="2341">
                  <c:v>7.2859999999999996</c:v>
                </c:pt>
                <c:pt idx="2342">
                  <c:v>7.2859999999999996</c:v>
                </c:pt>
                <c:pt idx="2343">
                  <c:v>7.2880000000000003</c:v>
                </c:pt>
                <c:pt idx="2344">
                  <c:v>7.2889999999999997</c:v>
                </c:pt>
                <c:pt idx="2345">
                  <c:v>7.2910000000000004</c:v>
                </c:pt>
                <c:pt idx="2346">
                  <c:v>7.2939999999999996</c:v>
                </c:pt>
                <c:pt idx="2347">
                  <c:v>7.2969999999999997</c:v>
                </c:pt>
                <c:pt idx="2348">
                  <c:v>7.2969999999999997</c:v>
                </c:pt>
                <c:pt idx="2349">
                  <c:v>7.3129999999999997</c:v>
                </c:pt>
                <c:pt idx="2350">
                  <c:v>7.3209999999999997</c:v>
                </c:pt>
                <c:pt idx="2351">
                  <c:v>7.3090000000000002</c:v>
                </c:pt>
                <c:pt idx="2352">
                  <c:v>7.3029999999999999</c:v>
                </c:pt>
                <c:pt idx="2353">
                  <c:v>7.3029999999999999</c:v>
                </c:pt>
                <c:pt idx="2354">
                  <c:v>7.3129999999999997</c:v>
                </c:pt>
                <c:pt idx="2355">
                  <c:v>7.3159999999999998</c:v>
                </c:pt>
                <c:pt idx="2356">
                  <c:v>7.3159999999999998</c:v>
                </c:pt>
                <c:pt idx="2357">
                  <c:v>7.3079999999999998</c:v>
                </c:pt>
                <c:pt idx="2358">
                  <c:v>7.3070000000000004</c:v>
                </c:pt>
                <c:pt idx="2359">
                  <c:v>7.3159999999999998</c:v>
                </c:pt>
                <c:pt idx="2360">
                  <c:v>7.319</c:v>
                </c:pt>
                <c:pt idx="2361">
                  <c:v>7.32</c:v>
                </c:pt>
                <c:pt idx="2362">
                  <c:v>7.3259999999999996</c:v>
                </c:pt>
                <c:pt idx="2363">
                  <c:v>7.327</c:v>
                </c:pt>
                <c:pt idx="2364">
                  <c:v>7.327</c:v>
                </c:pt>
                <c:pt idx="2365">
                  <c:v>7.3289999999999997</c:v>
                </c:pt>
                <c:pt idx="2366">
                  <c:v>7.3360000000000003</c:v>
                </c:pt>
                <c:pt idx="2367">
                  <c:v>7.3390000000000004</c:v>
                </c:pt>
                <c:pt idx="2368">
                  <c:v>7.3390000000000004</c:v>
                </c:pt>
                <c:pt idx="2369">
                  <c:v>7.3390000000000004</c:v>
                </c:pt>
                <c:pt idx="2370">
                  <c:v>7.34</c:v>
                </c:pt>
                <c:pt idx="2371">
                  <c:v>7.34</c:v>
                </c:pt>
                <c:pt idx="2372">
                  <c:v>7.34</c:v>
                </c:pt>
                <c:pt idx="2373">
                  <c:v>7.3460000000000001</c:v>
                </c:pt>
                <c:pt idx="2374">
                  <c:v>7.3529999999999998</c:v>
                </c:pt>
                <c:pt idx="2375">
                  <c:v>7.3470000000000004</c:v>
                </c:pt>
                <c:pt idx="2376">
                  <c:v>7.343</c:v>
                </c:pt>
                <c:pt idx="2377">
                  <c:v>7.3460000000000001</c:v>
                </c:pt>
                <c:pt idx="2378">
                  <c:v>7.351</c:v>
                </c:pt>
                <c:pt idx="2379">
                  <c:v>7.3559999999999999</c:v>
                </c:pt>
                <c:pt idx="2380">
                  <c:v>7.3559999999999999</c:v>
                </c:pt>
                <c:pt idx="2381">
                  <c:v>7.3570000000000002</c:v>
                </c:pt>
                <c:pt idx="2382">
                  <c:v>7.3559999999999999</c:v>
                </c:pt>
                <c:pt idx="2383">
                  <c:v>7.3559999999999999</c:v>
                </c:pt>
                <c:pt idx="2384">
                  <c:v>7.3609999999999998</c:v>
                </c:pt>
                <c:pt idx="2385">
                  <c:v>7.367</c:v>
                </c:pt>
                <c:pt idx="2386">
                  <c:v>7.37</c:v>
                </c:pt>
                <c:pt idx="2387">
                  <c:v>7.37</c:v>
                </c:pt>
                <c:pt idx="2388">
                  <c:v>7.3689999999999998</c:v>
                </c:pt>
                <c:pt idx="2389">
                  <c:v>7.3630000000000004</c:v>
                </c:pt>
                <c:pt idx="2390">
                  <c:v>7.3659999999999997</c:v>
                </c:pt>
                <c:pt idx="2391">
                  <c:v>7.3680000000000003</c:v>
                </c:pt>
                <c:pt idx="2392">
                  <c:v>7.3680000000000003</c:v>
                </c:pt>
                <c:pt idx="2393">
                  <c:v>7.37</c:v>
                </c:pt>
                <c:pt idx="2394">
                  <c:v>7.37</c:v>
                </c:pt>
                <c:pt idx="2395">
                  <c:v>7.37</c:v>
                </c:pt>
                <c:pt idx="2396">
                  <c:v>7.3730000000000002</c:v>
                </c:pt>
                <c:pt idx="2397">
                  <c:v>7.375</c:v>
                </c:pt>
                <c:pt idx="2398">
                  <c:v>7.375</c:v>
                </c:pt>
                <c:pt idx="2399">
                  <c:v>7.3840000000000003</c:v>
                </c:pt>
                <c:pt idx="2400">
                  <c:v>7.3849999999999998</c:v>
                </c:pt>
                <c:pt idx="2401">
                  <c:v>7.3780000000000001</c:v>
                </c:pt>
                <c:pt idx="2402">
                  <c:v>7.3810000000000002</c:v>
                </c:pt>
                <c:pt idx="2403">
                  <c:v>7.3810000000000002</c:v>
                </c:pt>
                <c:pt idx="2404">
                  <c:v>7.3819999999999997</c:v>
                </c:pt>
                <c:pt idx="2405">
                  <c:v>7.3869999999999996</c:v>
                </c:pt>
                <c:pt idx="2406">
                  <c:v>7.3890000000000002</c:v>
                </c:pt>
                <c:pt idx="2407">
                  <c:v>7.3849999999999998</c:v>
                </c:pt>
                <c:pt idx="2408">
                  <c:v>7.3860000000000001</c:v>
                </c:pt>
                <c:pt idx="2409">
                  <c:v>7.3860000000000001</c:v>
                </c:pt>
                <c:pt idx="2410">
                  <c:v>7.3860000000000001</c:v>
                </c:pt>
                <c:pt idx="2411">
                  <c:v>7.3860000000000001</c:v>
                </c:pt>
                <c:pt idx="2412">
                  <c:v>7.3890000000000002</c:v>
                </c:pt>
                <c:pt idx="2413">
                  <c:v>7.391</c:v>
                </c:pt>
                <c:pt idx="2414">
                  <c:v>7.3920000000000003</c:v>
                </c:pt>
                <c:pt idx="2415">
                  <c:v>7.3929999999999998</c:v>
                </c:pt>
                <c:pt idx="2416">
                  <c:v>7.3929999999999998</c:v>
                </c:pt>
                <c:pt idx="2417">
                  <c:v>7.391</c:v>
                </c:pt>
                <c:pt idx="2418">
                  <c:v>7.3929999999999998</c:v>
                </c:pt>
                <c:pt idx="2419">
                  <c:v>7.3929999999999998</c:v>
                </c:pt>
                <c:pt idx="2420">
                  <c:v>7.3979999999999997</c:v>
                </c:pt>
                <c:pt idx="2421">
                  <c:v>7.399</c:v>
                </c:pt>
                <c:pt idx="2422">
                  <c:v>7.3979999999999997</c:v>
                </c:pt>
                <c:pt idx="2423">
                  <c:v>7.3970000000000002</c:v>
                </c:pt>
                <c:pt idx="2424">
                  <c:v>7.3959999999999999</c:v>
                </c:pt>
                <c:pt idx="2425">
                  <c:v>7.399</c:v>
                </c:pt>
                <c:pt idx="2426">
                  <c:v>7.4029999999999996</c:v>
                </c:pt>
                <c:pt idx="2427">
                  <c:v>7.4029999999999996</c:v>
                </c:pt>
                <c:pt idx="2428">
                  <c:v>7.41</c:v>
                </c:pt>
                <c:pt idx="2429">
                  <c:v>7.4109999999999996</c:v>
                </c:pt>
                <c:pt idx="2430">
                  <c:v>7.4039999999999999</c:v>
                </c:pt>
                <c:pt idx="2431">
                  <c:v>7.4029999999999996</c:v>
                </c:pt>
                <c:pt idx="2432">
                  <c:v>7.4059999999999997</c:v>
                </c:pt>
                <c:pt idx="2433">
                  <c:v>7.41</c:v>
                </c:pt>
                <c:pt idx="2434">
                  <c:v>7.41</c:v>
                </c:pt>
                <c:pt idx="2435">
                  <c:v>7.4130000000000003</c:v>
                </c:pt>
                <c:pt idx="2436">
                  <c:v>7.4109999999999996</c:v>
                </c:pt>
                <c:pt idx="2437">
                  <c:v>7.41</c:v>
                </c:pt>
                <c:pt idx="2438">
                  <c:v>7.41</c:v>
                </c:pt>
                <c:pt idx="2439">
                  <c:v>7.4130000000000003</c:v>
                </c:pt>
                <c:pt idx="2440">
                  <c:v>7.4189999999999996</c:v>
                </c:pt>
                <c:pt idx="2441">
                  <c:v>7.4180000000000001</c:v>
                </c:pt>
                <c:pt idx="2442">
                  <c:v>7.4180000000000001</c:v>
                </c:pt>
                <c:pt idx="2443">
                  <c:v>7.415</c:v>
                </c:pt>
                <c:pt idx="2444">
                  <c:v>7.4169999999999998</c:v>
                </c:pt>
                <c:pt idx="2445">
                  <c:v>7.415</c:v>
                </c:pt>
                <c:pt idx="2446">
                  <c:v>7.4189999999999996</c:v>
                </c:pt>
                <c:pt idx="2447">
                  <c:v>7.423</c:v>
                </c:pt>
                <c:pt idx="2448">
                  <c:v>7.42</c:v>
                </c:pt>
                <c:pt idx="2449">
                  <c:v>7.4189999999999996</c:v>
                </c:pt>
                <c:pt idx="2450">
                  <c:v>7.4189999999999996</c:v>
                </c:pt>
                <c:pt idx="2451">
                  <c:v>7.423</c:v>
                </c:pt>
                <c:pt idx="2452">
                  <c:v>7.43</c:v>
                </c:pt>
                <c:pt idx="2453">
                  <c:v>7.4320000000000004</c:v>
                </c:pt>
                <c:pt idx="2454">
                  <c:v>7.4269999999999996</c:v>
                </c:pt>
                <c:pt idx="2455">
                  <c:v>7.4249999999999998</c:v>
                </c:pt>
                <c:pt idx="2456">
                  <c:v>7.423</c:v>
                </c:pt>
                <c:pt idx="2457">
                  <c:v>7.4260000000000002</c:v>
                </c:pt>
                <c:pt idx="2458">
                  <c:v>7.4260000000000002</c:v>
                </c:pt>
                <c:pt idx="2459">
                  <c:v>7.4329999999999998</c:v>
                </c:pt>
                <c:pt idx="2460">
                  <c:v>7.431</c:v>
                </c:pt>
                <c:pt idx="2461">
                  <c:v>7.43</c:v>
                </c:pt>
                <c:pt idx="2462">
                  <c:v>7.4340000000000002</c:v>
                </c:pt>
                <c:pt idx="2463">
                  <c:v>7.4340000000000002</c:v>
                </c:pt>
                <c:pt idx="2464">
                  <c:v>7.431</c:v>
                </c:pt>
                <c:pt idx="2465">
                  <c:v>7.431</c:v>
                </c:pt>
                <c:pt idx="2466">
                  <c:v>7.431</c:v>
                </c:pt>
                <c:pt idx="2467">
                  <c:v>7.4359999999999999</c:v>
                </c:pt>
                <c:pt idx="2468">
                  <c:v>7.4390000000000001</c:v>
                </c:pt>
                <c:pt idx="2469">
                  <c:v>7.4370000000000003</c:v>
                </c:pt>
                <c:pt idx="2470">
                  <c:v>7.4370000000000003</c:v>
                </c:pt>
                <c:pt idx="2471">
                  <c:v>7.4370000000000003</c:v>
                </c:pt>
                <c:pt idx="2472">
                  <c:v>7.44</c:v>
                </c:pt>
                <c:pt idx="2473">
                  <c:v>7.44</c:v>
                </c:pt>
                <c:pt idx="2474">
                  <c:v>7.4409999999999998</c:v>
                </c:pt>
                <c:pt idx="2475">
                  <c:v>7.444</c:v>
                </c:pt>
                <c:pt idx="2476">
                  <c:v>7.4459999999999997</c:v>
                </c:pt>
                <c:pt idx="2477">
                  <c:v>7.4420000000000002</c:v>
                </c:pt>
                <c:pt idx="2478">
                  <c:v>7.4480000000000004</c:v>
                </c:pt>
                <c:pt idx="2479">
                  <c:v>7.4550000000000001</c:v>
                </c:pt>
                <c:pt idx="2480">
                  <c:v>7.4569999999999999</c:v>
                </c:pt>
                <c:pt idx="2481">
                  <c:v>7.4569999999999999</c:v>
                </c:pt>
                <c:pt idx="2482">
                  <c:v>7.46</c:v>
                </c:pt>
                <c:pt idx="2483">
                  <c:v>7.4630000000000001</c:v>
                </c:pt>
                <c:pt idx="2484">
                  <c:v>7.46</c:v>
                </c:pt>
                <c:pt idx="2485">
                  <c:v>7.46</c:v>
                </c:pt>
                <c:pt idx="2486">
                  <c:v>7.4660000000000002</c:v>
                </c:pt>
                <c:pt idx="2487">
                  <c:v>7.4669999999999996</c:v>
                </c:pt>
                <c:pt idx="2488">
                  <c:v>7.4690000000000003</c:v>
                </c:pt>
                <c:pt idx="2489">
                  <c:v>7.4690000000000003</c:v>
                </c:pt>
                <c:pt idx="2490">
                  <c:v>7.4710000000000001</c:v>
                </c:pt>
                <c:pt idx="2491">
                  <c:v>7.47</c:v>
                </c:pt>
                <c:pt idx="2492">
                  <c:v>7.476</c:v>
                </c:pt>
                <c:pt idx="2493">
                  <c:v>7.4779999999999998</c:v>
                </c:pt>
                <c:pt idx="2494">
                  <c:v>7.4779999999999998</c:v>
                </c:pt>
                <c:pt idx="2495">
                  <c:v>7.4749999999999996</c:v>
                </c:pt>
                <c:pt idx="2496">
                  <c:v>7.476</c:v>
                </c:pt>
                <c:pt idx="2497">
                  <c:v>7.476</c:v>
                </c:pt>
                <c:pt idx="2498">
                  <c:v>7.4790000000000001</c:v>
                </c:pt>
                <c:pt idx="2499">
                  <c:v>7.4829999999999997</c:v>
                </c:pt>
                <c:pt idx="2500">
                  <c:v>7.49</c:v>
                </c:pt>
                <c:pt idx="2501">
                  <c:v>7.4889999999999999</c:v>
                </c:pt>
                <c:pt idx="2502">
                  <c:v>7.49</c:v>
                </c:pt>
                <c:pt idx="2503">
                  <c:v>7.4909999999999997</c:v>
                </c:pt>
                <c:pt idx="2504">
                  <c:v>7.4909999999999997</c:v>
                </c:pt>
                <c:pt idx="2505">
                  <c:v>7.4909999999999997</c:v>
                </c:pt>
                <c:pt idx="2506">
                  <c:v>7.4989999999999997</c:v>
                </c:pt>
                <c:pt idx="2507">
                  <c:v>7.5010000000000003</c:v>
                </c:pt>
                <c:pt idx="2508">
                  <c:v>7.4969999999999999</c:v>
                </c:pt>
                <c:pt idx="2509">
                  <c:v>7.4980000000000002</c:v>
                </c:pt>
                <c:pt idx="2510">
                  <c:v>7.4980000000000002</c:v>
                </c:pt>
                <c:pt idx="2511">
                  <c:v>7.4980000000000002</c:v>
                </c:pt>
                <c:pt idx="2512">
                  <c:v>7.5039999999999996</c:v>
                </c:pt>
                <c:pt idx="2513">
                  <c:v>7.5039999999999996</c:v>
                </c:pt>
                <c:pt idx="2514">
                  <c:v>7.508</c:v>
                </c:pt>
                <c:pt idx="2515">
                  <c:v>7.5069999999999997</c:v>
                </c:pt>
                <c:pt idx="2516">
                  <c:v>7.5069999999999997</c:v>
                </c:pt>
                <c:pt idx="2517">
                  <c:v>7.5090000000000003</c:v>
                </c:pt>
                <c:pt idx="2518">
                  <c:v>7.5090000000000003</c:v>
                </c:pt>
                <c:pt idx="2519">
                  <c:v>7.5129999999999999</c:v>
                </c:pt>
                <c:pt idx="2520">
                  <c:v>7.5129999999999999</c:v>
                </c:pt>
                <c:pt idx="2521">
                  <c:v>7.5170000000000003</c:v>
                </c:pt>
                <c:pt idx="2522">
                  <c:v>7.5190000000000001</c:v>
                </c:pt>
                <c:pt idx="2523">
                  <c:v>7.5190000000000001</c:v>
                </c:pt>
                <c:pt idx="2524">
                  <c:v>7.5209999999999999</c:v>
                </c:pt>
                <c:pt idx="2525">
                  <c:v>7.5250000000000004</c:v>
                </c:pt>
                <c:pt idx="2526">
                  <c:v>7.5270000000000001</c:v>
                </c:pt>
                <c:pt idx="2527">
                  <c:v>7.5270000000000001</c:v>
                </c:pt>
                <c:pt idx="2528">
                  <c:v>7.5270000000000001</c:v>
                </c:pt>
                <c:pt idx="2529">
                  <c:v>7.532</c:v>
                </c:pt>
                <c:pt idx="2530">
                  <c:v>7.5350000000000001</c:v>
                </c:pt>
                <c:pt idx="2531">
                  <c:v>7.532</c:v>
                </c:pt>
                <c:pt idx="2532">
                  <c:v>7.532</c:v>
                </c:pt>
                <c:pt idx="2533">
                  <c:v>7.5339999999999998</c:v>
                </c:pt>
                <c:pt idx="2534">
                  <c:v>7.5350000000000001</c:v>
                </c:pt>
                <c:pt idx="2535">
                  <c:v>7.5389999999999997</c:v>
                </c:pt>
                <c:pt idx="2536">
                  <c:v>7.5389999999999997</c:v>
                </c:pt>
                <c:pt idx="2537">
                  <c:v>7.5380000000000003</c:v>
                </c:pt>
                <c:pt idx="2538">
                  <c:v>7.5369999999999999</c:v>
                </c:pt>
                <c:pt idx="2539">
                  <c:v>7.54</c:v>
                </c:pt>
                <c:pt idx="2540">
                  <c:v>7.5419999999999998</c:v>
                </c:pt>
                <c:pt idx="2541">
                  <c:v>7.5449999999999999</c:v>
                </c:pt>
                <c:pt idx="2542">
                  <c:v>7.548</c:v>
                </c:pt>
                <c:pt idx="2543">
                  <c:v>7.5469999999999997</c:v>
                </c:pt>
                <c:pt idx="2544">
                  <c:v>7.5469999999999997</c:v>
                </c:pt>
                <c:pt idx="2545">
                  <c:v>7.5469999999999997</c:v>
                </c:pt>
                <c:pt idx="2546">
                  <c:v>7.5510000000000002</c:v>
                </c:pt>
                <c:pt idx="2547">
                  <c:v>7.5540000000000003</c:v>
                </c:pt>
                <c:pt idx="2548">
                  <c:v>7.556</c:v>
                </c:pt>
                <c:pt idx="2549">
                  <c:v>7.5579999999999998</c:v>
                </c:pt>
                <c:pt idx="2550">
                  <c:v>7.5570000000000004</c:v>
                </c:pt>
                <c:pt idx="2551">
                  <c:v>7.5570000000000004</c:v>
                </c:pt>
                <c:pt idx="2552">
                  <c:v>7.5570000000000004</c:v>
                </c:pt>
                <c:pt idx="2553">
                  <c:v>7.5620000000000003</c:v>
                </c:pt>
                <c:pt idx="2554">
                  <c:v>7.5659999999999998</c:v>
                </c:pt>
                <c:pt idx="2555">
                  <c:v>7.5659999999999998</c:v>
                </c:pt>
                <c:pt idx="2556">
                  <c:v>7.5640000000000001</c:v>
                </c:pt>
                <c:pt idx="2557">
                  <c:v>7.5609999999999999</c:v>
                </c:pt>
                <c:pt idx="2558">
                  <c:v>7.5679999999999996</c:v>
                </c:pt>
                <c:pt idx="2559">
                  <c:v>7.5679999999999996</c:v>
                </c:pt>
                <c:pt idx="2560">
                  <c:v>7.5720000000000001</c:v>
                </c:pt>
                <c:pt idx="2561">
                  <c:v>7.5709999999999997</c:v>
                </c:pt>
                <c:pt idx="2562">
                  <c:v>7.5720000000000001</c:v>
                </c:pt>
                <c:pt idx="2563">
                  <c:v>7.5709999999999997</c:v>
                </c:pt>
                <c:pt idx="2564">
                  <c:v>7.569</c:v>
                </c:pt>
                <c:pt idx="2565">
                  <c:v>7.5720000000000001</c:v>
                </c:pt>
                <c:pt idx="2566">
                  <c:v>7.5780000000000003</c:v>
                </c:pt>
                <c:pt idx="2567">
                  <c:v>7.5780000000000003</c:v>
                </c:pt>
                <c:pt idx="2568">
                  <c:v>7.58</c:v>
                </c:pt>
                <c:pt idx="2569">
                  <c:v>7.58</c:v>
                </c:pt>
                <c:pt idx="2570">
                  <c:v>7.5780000000000003</c:v>
                </c:pt>
                <c:pt idx="2571">
                  <c:v>7.5780000000000003</c:v>
                </c:pt>
                <c:pt idx="2572">
                  <c:v>7.5830000000000002</c:v>
                </c:pt>
                <c:pt idx="2573">
                  <c:v>7.5880000000000001</c:v>
                </c:pt>
                <c:pt idx="2574">
                  <c:v>7.5890000000000004</c:v>
                </c:pt>
                <c:pt idx="2575">
                  <c:v>7.5890000000000004</c:v>
                </c:pt>
                <c:pt idx="2576">
                  <c:v>7.59</c:v>
                </c:pt>
                <c:pt idx="2577">
                  <c:v>7.5890000000000004</c:v>
                </c:pt>
                <c:pt idx="2578">
                  <c:v>7.5880000000000001</c:v>
                </c:pt>
                <c:pt idx="2579">
                  <c:v>7.5919999999999996</c:v>
                </c:pt>
                <c:pt idx="2580">
                  <c:v>7.593</c:v>
                </c:pt>
                <c:pt idx="2581">
                  <c:v>7.59</c:v>
                </c:pt>
                <c:pt idx="2582">
                  <c:v>7.5910000000000002</c:v>
                </c:pt>
                <c:pt idx="2583">
                  <c:v>7.5910000000000002</c:v>
                </c:pt>
                <c:pt idx="2584">
                  <c:v>7.5949999999999998</c:v>
                </c:pt>
                <c:pt idx="2585">
                  <c:v>7.5960000000000001</c:v>
                </c:pt>
                <c:pt idx="2586">
                  <c:v>7.6020000000000003</c:v>
                </c:pt>
                <c:pt idx="2587">
                  <c:v>7.6050000000000004</c:v>
                </c:pt>
                <c:pt idx="2588">
                  <c:v>7.601</c:v>
                </c:pt>
                <c:pt idx="2589">
                  <c:v>7.6029999999999998</c:v>
                </c:pt>
                <c:pt idx="2590">
                  <c:v>7.6040000000000001</c:v>
                </c:pt>
                <c:pt idx="2591">
                  <c:v>7.6040000000000001</c:v>
                </c:pt>
                <c:pt idx="2592">
                  <c:v>7.6029999999999998</c:v>
                </c:pt>
                <c:pt idx="2593">
                  <c:v>7.6050000000000004</c:v>
                </c:pt>
                <c:pt idx="2594">
                  <c:v>7.6079999999999997</c:v>
                </c:pt>
                <c:pt idx="2595">
                  <c:v>7.609</c:v>
                </c:pt>
                <c:pt idx="2596">
                  <c:v>7.6130000000000004</c:v>
                </c:pt>
                <c:pt idx="2597">
                  <c:v>7.6130000000000004</c:v>
                </c:pt>
                <c:pt idx="2598">
                  <c:v>7.61</c:v>
                </c:pt>
                <c:pt idx="2599">
                  <c:v>7.61</c:v>
                </c:pt>
                <c:pt idx="2600">
                  <c:v>7.6130000000000004</c:v>
                </c:pt>
                <c:pt idx="2601">
                  <c:v>7.617</c:v>
                </c:pt>
                <c:pt idx="2602">
                  <c:v>7.617</c:v>
                </c:pt>
                <c:pt idx="2603">
                  <c:v>7.6180000000000003</c:v>
                </c:pt>
                <c:pt idx="2604">
                  <c:v>7.617</c:v>
                </c:pt>
                <c:pt idx="2605">
                  <c:v>7.6139999999999999</c:v>
                </c:pt>
                <c:pt idx="2606">
                  <c:v>7.6139999999999999</c:v>
                </c:pt>
                <c:pt idx="2607">
                  <c:v>7.6180000000000003</c:v>
                </c:pt>
                <c:pt idx="2608">
                  <c:v>7.6230000000000002</c:v>
                </c:pt>
                <c:pt idx="2609">
                  <c:v>7.625</c:v>
                </c:pt>
                <c:pt idx="2610">
                  <c:v>7.6260000000000003</c:v>
                </c:pt>
                <c:pt idx="2611">
                  <c:v>7.6269999999999998</c:v>
                </c:pt>
                <c:pt idx="2612">
                  <c:v>7.63</c:v>
                </c:pt>
                <c:pt idx="2613">
                  <c:v>7.6310000000000002</c:v>
                </c:pt>
                <c:pt idx="2614">
                  <c:v>7.6310000000000002</c:v>
                </c:pt>
                <c:pt idx="2615">
                  <c:v>7.63</c:v>
                </c:pt>
                <c:pt idx="2616">
                  <c:v>7.63</c:v>
                </c:pt>
                <c:pt idx="2617">
                  <c:v>7.6280000000000001</c:v>
                </c:pt>
                <c:pt idx="2618">
                  <c:v>7.6289999999999996</c:v>
                </c:pt>
                <c:pt idx="2619">
                  <c:v>7.6340000000000003</c:v>
                </c:pt>
                <c:pt idx="2620">
                  <c:v>7.6360000000000001</c:v>
                </c:pt>
                <c:pt idx="2621">
                  <c:v>7.6360000000000001</c:v>
                </c:pt>
                <c:pt idx="2622">
                  <c:v>7.6360000000000001</c:v>
                </c:pt>
                <c:pt idx="2623">
                  <c:v>7.6360000000000001</c:v>
                </c:pt>
                <c:pt idx="2624">
                  <c:v>7.6369999999999996</c:v>
                </c:pt>
                <c:pt idx="2625">
                  <c:v>7.6379999999999999</c:v>
                </c:pt>
                <c:pt idx="2626">
                  <c:v>7.641</c:v>
                </c:pt>
                <c:pt idx="2627">
                  <c:v>7.6440000000000001</c:v>
                </c:pt>
                <c:pt idx="2628">
                  <c:v>7.6429999999999998</c:v>
                </c:pt>
                <c:pt idx="2629">
                  <c:v>7.6429999999999998</c:v>
                </c:pt>
                <c:pt idx="2630">
                  <c:v>7.6429999999999998</c:v>
                </c:pt>
                <c:pt idx="2631">
                  <c:v>7.6420000000000003</c:v>
                </c:pt>
                <c:pt idx="2632">
                  <c:v>7.6429999999999998</c:v>
                </c:pt>
                <c:pt idx="2633">
                  <c:v>7.6470000000000002</c:v>
                </c:pt>
                <c:pt idx="2634">
                  <c:v>7.6479999999999997</c:v>
                </c:pt>
                <c:pt idx="2635">
                  <c:v>7.6470000000000002</c:v>
                </c:pt>
                <c:pt idx="2636">
                  <c:v>7.6479999999999997</c:v>
                </c:pt>
                <c:pt idx="2637">
                  <c:v>7.6479999999999997</c:v>
                </c:pt>
                <c:pt idx="2638">
                  <c:v>7.6479999999999997</c:v>
                </c:pt>
                <c:pt idx="2639">
                  <c:v>7.65</c:v>
                </c:pt>
                <c:pt idx="2640">
                  <c:v>7.6520000000000001</c:v>
                </c:pt>
                <c:pt idx="2641">
                  <c:v>7.6539999999999999</c:v>
                </c:pt>
                <c:pt idx="2642">
                  <c:v>7.6539999999999999</c:v>
                </c:pt>
                <c:pt idx="2643">
                  <c:v>7.6539999999999999</c:v>
                </c:pt>
                <c:pt idx="2644">
                  <c:v>7.6550000000000002</c:v>
                </c:pt>
                <c:pt idx="2645">
                  <c:v>7.6550000000000002</c:v>
                </c:pt>
                <c:pt idx="2646">
                  <c:v>7.6559999999999997</c:v>
                </c:pt>
                <c:pt idx="2647">
                  <c:v>7.657</c:v>
                </c:pt>
                <c:pt idx="2648">
                  <c:v>7.6589999999999998</c:v>
                </c:pt>
                <c:pt idx="2649">
                  <c:v>7.6589999999999998</c:v>
                </c:pt>
                <c:pt idx="2650">
                  <c:v>7.6589999999999998</c:v>
                </c:pt>
                <c:pt idx="2651">
                  <c:v>7.66</c:v>
                </c:pt>
                <c:pt idx="2652">
                  <c:v>7.6619999999999999</c:v>
                </c:pt>
                <c:pt idx="2653">
                  <c:v>7.6619999999999999</c:v>
                </c:pt>
                <c:pt idx="2654">
                  <c:v>7.6639999999999997</c:v>
                </c:pt>
                <c:pt idx="2655">
                  <c:v>7.6630000000000003</c:v>
                </c:pt>
                <c:pt idx="2656">
                  <c:v>7.6689999999999996</c:v>
                </c:pt>
                <c:pt idx="2657">
                  <c:v>7.6710000000000003</c:v>
                </c:pt>
                <c:pt idx="2658">
                  <c:v>7.6669999999999998</c:v>
                </c:pt>
                <c:pt idx="2659">
                  <c:v>7.6680000000000001</c:v>
                </c:pt>
                <c:pt idx="2660">
                  <c:v>7.67</c:v>
                </c:pt>
                <c:pt idx="2661">
                  <c:v>7.67</c:v>
                </c:pt>
                <c:pt idx="2662">
                  <c:v>7.6689999999999996</c:v>
                </c:pt>
                <c:pt idx="2663">
                  <c:v>7.67</c:v>
                </c:pt>
                <c:pt idx="2664">
                  <c:v>7.67</c:v>
                </c:pt>
                <c:pt idx="2665">
                  <c:v>7.67</c:v>
                </c:pt>
                <c:pt idx="2666">
                  <c:v>7.673</c:v>
                </c:pt>
                <c:pt idx="2667">
                  <c:v>7.6749999999999998</c:v>
                </c:pt>
                <c:pt idx="2668">
                  <c:v>7.6740000000000004</c:v>
                </c:pt>
                <c:pt idx="2669">
                  <c:v>7.6740000000000004</c:v>
                </c:pt>
                <c:pt idx="2670">
                  <c:v>7.6740000000000004</c:v>
                </c:pt>
                <c:pt idx="2671">
                  <c:v>7.6740000000000004</c:v>
                </c:pt>
                <c:pt idx="2672">
                  <c:v>7.6749999999999998</c:v>
                </c:pt>
                <c:pt idx="2673">
                  <c:v>7.6769999999999996</c:v>
                </c:pt>
                <c:pt idx="2674">
                  <c:v>7.6790000000000003</c:v>
                </c:pt>
                <c:pt idx="2675">
                  <c:v>7.68</c:v>
                </c:pt>
                <c:pt idx="2676">
                  <c:v>7.6790000000000003</c:v>
                </c:pt>
                <c:pt idx="2677">
                  <c:v>7.6790000000000003</c:v>
                </c:pt>
                <c:pt idx="2678">
                  <c:v>7.6790000000000003</c:v>
                </c:pt>
                <c:pt idx="2679">
                  <c:v>7.68</c:v>
                </c:pt>
                <c:pt idx="2680">
                  <c:v>7.6829999999999998</c:v>
                </c:pt>
                <c:pt idx="2681">
                  <c:v>7.6840000000000002</c:v>
                </c:pt>
                <c:pt idx="2682">
                  <c:v>7.6829999999999998</c:v>
                </c:pt>
                <c:pt idx="2683">
                  <c:v>7.6840000000000002</c:v>
                </c:pt>
                <c:pt idx="2684">
                  <c:v>7.6840000000000002</c:v>
                </c:pt>
                <c:pt idx="2685">
                  <c:v>7.6840000000000002</c:v>
                </c:pt>
                <c:pt idx="2686">
                  <c:v>7.6859999999999999</c:v>
                </c:pt>
                <c:pt idx="2687">
                  <c:v>7.6849999999999996</c:v>
                </c:pt>
                <c:pt idx="2688">
                  <c:v>7.6849999999999996</c:v>
                </c:pt>
                <c:pt idx="2689">
                  <c:v>7.6849999999999996</c:v>
                </c:pt>
                <c:pt idx="2690">
                  <c:v>7.6870000000000003</c:v>
                </c:pt>
                <c:pt idx="2691">
                  <c:v>7.6890000000000001</c:v>
                </c:pt>
                <c:pt idx="2692">
                  <c:v>7.69</c:v>
                </c:pt>
                <c:pt idx="2693">
                  <c:v>7.6929999999999996</c:v>
                </c:pt>
                <c:pt idx="2694">
                  <c:v>7.6929999999999996</c:v>
                </c:pt>
                <c:pt idx="2695">
                  <c:v>7.6920000000000002</c:v>
                </c:pt>
                <c:pt idx="2696">
                  <c:v>7.6920000000000002</c:v>
                </c:pt>
                <c:pt idx="2697">
                  <c:v>7.6920000000000002</c:v>
                </c:pt>
                <c:pt idx="2698">
                  <c:v>7.694</c:v>
                </c:pt>
                <c:pt idx="2699">
                  <c:v>7.6950000000000003</c:v>
                </c:pt>
                <c:pt idx="2700">
                  <c:v>7.6959999999999997</c:v>
                </c:pt>
                <c:pt idx="2701">
                  <c:v>7.6959999999999997</c:v>
                </c:pt>
                <c:pt idx="2702">
                  <c:v>7.6950000000000003</c:v>
                </c:pt>
                <c:pt idx="2703">
                  <c:v>7.6970000000000001</c:v>
                </c:pt>
                <c:pt idx="2704">
                  <c:v>7.6970000000000001</c:v>
                </c:pt>
                <c:pt idx="2705">
                  <c:v>7.6980000000000004</c:v>
                </c:pt>
                <c:pt idx="2706">
                  <c:v>7.6980000000000004</c:v>
                </c:pt>
                <c:pt idx="2707">
                  <c:v>7.6980000000000004</c:v>
                </c:pt>
                <c:pt idx="2708">
                  <c:v>7.6989999999999998</c:v>
                </c:pt>
                <c:pt idx="2709">
                  <c:v>7.6980000000000004</c:v>
                </c:pt>
                <c:pt idx="2710">
                  <c:v>7.6970000000000001</c:v>
                </c:pt>
                <c:pt idx="2711">
                  <c:v>7.6980000000000004</c:v>
                </c:pt>
                <c:pt idx="2712">
                  <c:v>7.6980000000000004</c:v>
                </c:pt>
                <c:pt idx="2713">
                  <c:v>7.7</c:v>
                </c:pt>
                <c:pt idx="2714">
                  <c:v>7.7009999999999996</c:v>
                </c:pt>
                <c:pt idx="2715">
                  <c:v>7.6989999999999998</c:v>
                </c:pt>
                <c:pt idx="2716">
                  <c:v>7.6959999999999997</c:v>
                </c:pt>
                <c:pt idx="2717">
                  <c:v>7.694</c:v>
                </c:pt>
                <c:pt idx="2718">
                  <c:v>7.694</c:v>
                </c:pt>
                <c:pt idx="2719">
                  <c:v>7.6970000000000001</c:v>
                </c:pt>
                <c:pt idx="2720">
                  <c:v>7.6970000000000001</c:v>
                </c:pt>
                <c:pt idx="2721">
                  <c:v>7.702</c:v>
                </c:pt>
                <c:pt idx="2722">
                  <c:v>7.702</c:v>
                </c:pt>
                <c:pt idx="2723">
                  <c:v>7.6980000000000004</c:v>
                </c:pt>
                <c:pt idx="2724">
                  <c:v>7.6959999999999997</c:v>
                </c:pt>
                <c:pt idx="2725">
                  <c:v>7.694</c:v>
                </c:pt>
                <c:pt idx="2726">
                  <c:v>7.6950000000000003</c:v>
                </c:pt>
                <c:pt idx="2727">
                  <c:v>7.694</c:v>
                </c:pt>
                <c:pt idx="2728">
                  <c:v>7.694</c:v>
                </c:pt>
                <c:pt idx="2729">
                  <c:v>7.6950000000000003</c:v>
                </c:pt>
                <c:pt idx="2730">
                  <c:v>7.6929999999999996</c:v>
                </c:pt>
                <c:pt idx="2731">
                  <c:v>7.6909999999999998</c:v>
                </c:pt>
                <c:pt idx="2732">
                  <c:v>7.6909999999999998</c:v>
                </c:pt>
                <c:pt idx="2733">
                  <c:v>7.6920000000000002</c:v>
                </c:pt>
                <c:pt idx="2734">
                  <c:v>7.6920000000000002</c:v>
                </c:pt>
                <c:pt idx="2735">
                  <c:v>7.6920000000000002</c:v>
                </c:pt>
                <c:pt idx="2736">
                  <c:v>7.69</c:v>
                </c:pt>
                <c:pt idx="2737">
                  <c:v>7.6870000000000003</c:v>
                </c:pt>
                <c:pt idx="2738">
                  <c:v>7.6859999999999999</c:v>
                </c:pt>
                <c:pt idx="2739">
                  <c:v>7.6859999999999999</c:v>
                </c:pt>
                <c:pt idx="2740">
                  <c:v>7.6870000000000003</c:v>
                </c:pt>
                <c:pt idx="2741">
                  <c:v>7.6870000000000003</c:v>
                </c:pt>
                <c:pt idx="2742">
                  <c:v>7.6840000000000002</c:v>
                </c:pt>
                <c:pt idx="2743">
                  <c:v>7.6840000000000002</c:v>
                </c:pt>
                <c:pt idx="2744">
                  <c:v>7.6829999999999998</c:v>
                </c:pt>
                <c:pt idx="2745">
                  <c:v>7.6829999999999998</c:v>
                </c:pt>
                <c:pt idx="2746">
                  <c:v>7.6820000000000004</c:v>
                </c:pt>
                <c:pt idx="2747">
                  <c:v>7.6820000000000004</c:v>
                </c:pt>
                <c:pt idx="2748">
                  <c:v>7.6820000000000004</c:v>
                </c:pt>
                <c:pt idx="2749">
                  <c:v>7.68</c:v>
                </c:pt>
                <c:pt idx="2750">
                  <c:v>7.6779999999999999</c:v>
                </c:pt>
                <c:pt idx="2751">
                  <c:v>7.6779999999999999</c:v>
                </c:pt>
                <c:pt idx="2752">
                  <c:v>7.6769999999999996</c:v>
                </c:pt>
                <c:pt idx="2753">
                  <c:v>7.6769999999999996</c:v>
                </c:pt>
                <c:pt idx="2754">
                  <c:v>7.6779999999999999</c:v>
                </c:pt>
                <c:pt idx="2755">
                  <c:v>7.6769999999999996</c:v>
                </c:pt>
                <c:pt idx="2756">
                  <c:v>7.6769999999999996</c:v>
                </c:pt>
                <c:pt idx="2757">
                  <c:v>7.6749999999999998</c:v>
                </c:pt>
                <c:pt idx="2758">
                  <c:v>7.673</c:v>
                </c:pt>
                <c:pt idx="2759">
                  <c:v>7.673</c:v>
                </c:pt>
                <c:pt idx="2760">
                  <c:v>7.6740000000000004</c:v>
                </c:pt>
                <c:pt idx="2761">
                  <c:v>7.6740000000000004</c:v>
                </c:pt>
                <c:pt idx="2762">
                  <c:v>7.673</c:v>
                </c:pt>
                <c:pt idx="2763">
                  <c:v>7.6710000000000003</c:v>
                </c:pt>
                <c:pt idx="2764">
                  <c:v>7.67</c:v>
                </c:pt>
                <c:pt idx="2765">
                  <c:v>7.67</c:v>
                </c:pt>
                <c:pt idx="2766">
                  <c:v>7.67</c:v>
                </c:pt>
                <c:pt idx="2767">
                  <c:v>7.67</c:v>
                </c:pt>
                <c:pt idx="2768">
                  <c:v>7.67</c:v>
                </c:pt>
                <c:pt idx="2769">
                  <c:v>7.6680000000000001</c:v>
                </c:pt>
                <c:pt idx="2770">
                  <c:v>7.6669999999999998</c:v>
                </c:pt>
                <c:pt idx="2771">
                  <c:v>7.6660000000000004</c:v>
                </c:pt>
                <c:pt idx="2772">
                  <c:v>7.665</c:v>
                </c:pt>
                <c:pt idx="2773">
                  <c:v>7.6660000000000004</c:v>
                </c:pt>
                <c:pt idx="2774">
                  <c:v>7.6660000000000004</c:v>
                </c:pt>
                <c:pt idx="2775">
                  <c:v>7.665</c:v>
                </c:pt>
                <c:pt idx="2776">
                  <c:v>7.6630000000000003</c:v>
                </c:pt>
                <c:pt idx="2777">
                  <c:v>7.6619999999999999</c:v>
                </c:pt>
                <c:pt idx="2778">
                  <c:v>7.6619999999999999</c:v>
                </c:pt>
                <c:pt idx="2779">
                  <c:v>7.6609999999999996</c:v>
                </c:pt>
                <c:pt idx="2780">
                  <c:v>7.6609999999999996</c:v>
                </c:pt>
                <c:pt idx="2781">
                  <c:v>7.6639999999999997</c:v>
                </c:pt>
                <c:pt idx="2782">
                  <c:v>7.6639999999999997</c:v>
                </c:pt>
                <c:pt idx="2783">
                  <c:v>7.6630000000000003</c:v>
                </c:pt>
                <c:pt idx="2784">
                  <c:v>7.657</c:v>
                </c:pt>
                <c:pt idx="2785">
                  <c:v>7.6550000000000002</c:v>
                </c:pt>
                <c:pt idx="2786">
                  <c:v>7.6539999999999999</c:v>
                </c:pt>
                <c:pt idx="2787">
                  <c:v>7.6550000000000002</c:v>
                </c:pt>
                <c:pt idx="2788">
                  <c:v>7.6589999999999998</c:v>
                </c:pt>
                <c:pt idx="2789">
                  <c:v>7.6580000000000004</c:v>
                </c:pt>
                <c:pt idx="2790">
                  <c:v>7.6580000000000004</c:v>
                </c:pt>
                <c:pt idx="2791">
                  <c:v>7.6529999999999996</c:v>
                </c:pt>
                <c:pt idx="2792">
                  <c:v>7.649</c:v>
                </c:pt>
                <c:pt idx="2793">
                  <c:v>7.6509999999999998</c:v>
                </c:pt>
                <c:pt idx="2794">
                  <c:v>7.6539999999999999</c:v>
                </c:pt>
                <c:pt idx="2795">
                  <c:v>7.6539999999999999</c:v>
                </c:pt>
                <c:pt idx="2796">
                  <c:v>7.6520000000000001</c:v>
                </c:pt>
                <c:pt idx="2797">
                  <c:v>7.6479999999999997</c:v>
                </c:pt>
                <c:pt idx="2798">
                  <c:v>7.6479999999999997</c:v>
                </c:pt>
                <c:pt idx="2799">
                  <c:v>7.6470000000000002</c:v>
                </c:pt>
                <c:pt idx="2800">
                  <c:v>7.6479999999999997</c:v>
                </c:pt>
                <c:pt idx="2801">
                  <c:v>7.649</c:v>
                </c:pt>
                <c:pt idx="2802">
                  <c:v>7.6479999999999997</c:v>
                </c:pt>
                <c:pt idx="2803">
                  <c:v>7.6470000000000002</c:v>
                </c:pt>
                <c:pt idx="2804">
                  <c:v>7.6420000000000003</c:v>
                </c:pt>
                <c:pt idx="2805">
                  <c:v>7.6379999999999999</c:v>
                </c:pt>
                <c:pt idx="2806">
                  <c:v>7.6379999999999999</c:v>
                </c:pt>
                <c:pt idx="2807">
                  <c:v>7.6420000000000003</c:v>
                </c:pt>
                <c:pt idx="2808">
                  <c:v>7.6449999999999996</c:v>
                </c:pt>
                <c:pt idx="2809">
                  <c:v>7.6449999999999996</c:v>
                </c:pt>
                <c:pt idx="2810">
                  <c:v>7.6429999999999998</c:v>
                </c:pt>
                <c:pt idx="2811">
                  <c:v>7.641</c:v>
                </c:pt>
                <c:pt idx="2812">
                  <c:v>7.6390000000000002</c:v>
                </c:pt>
                <c:pt idx="2813">
                  <c:v>7.641</c:v>
                </c:pt>
                <c:pt idx="2814">
                  <c:v>7.641</c:v>
                </c:pt>
                <c:pt idx="2815">
                  <c:v>7.6429999999999998</c:v>
                </c:pt>
                <c:pt idx="2816">
                  <c:v>7.64</c:v>
                </c:pt>
                <c:pt idx="2817">
                  <c:v>7.6360000000000001</c:v>
                </c:pt>
                <c:pt idx="2818">
                  <c:v>7.6349999999999998</c:v>
                </c:pt>
                <c:pt idx="2819">
                  <c:v>7.6360000000000001</c:v>
                </c:pt>
                <c:pt idx="2820">
                  <c:v>7.6369999999999996</c:v>
                </c:pt>
                <c:pt idx="2821">
                  <c:v>7.6369999999999996</c:v>
                </c:pt>
                <c:pt idx="2822">
                  <c:v>7.6360000000000001</c:v>
                </c:pt>
                <c:pt idx="2823">
                  <c:v>7.6319999999999997</c:v>
                </c:pt>
                <c:pt idx="2824">
                  <c:v>7.6319999999999997</c:v>
                </c:pt>
                <c:pt idx="2825">
                  <c:v>7.63</c:v>
                </c:pt>
                <c:pt idx="2826">
                  <c:v>7.6289999999999996</c:v>
                </c:pt>
                <c:pt idx="2827">
                  <c:v>7.6310000000000002</c:v>
                </c:pt>
                <c:pt idx="2828">
                  <c:v>7.6360000000000001</c:v>
                </c:pt>
                <c:pt idx="2829">
                  <c:v>7.6360000000000001</c:v>
                </c:pt>
                <c:pt idx="2830">
                  <c:v>7.6349999999999998</c:v>
                </c:pt>
                <c:pt idx="2831">
                  <c:v>7.6289999999999996</c:v>
                </c:pt>
                <c:pt idx="2832">
                  <c:v>7.6260000000000003</c:v>
                </c:pt>
                <c:pt idx="2833">
                  <c:v>7.6230000000000002</c:v>
                </c:pt>
                <c:pt idx="2834">
                  <c:v>7.6269999999999998</c:v>
                </c:pt>
                <c:pt idx="2835">
                  <c:v>7.6310000000000002</c:v>
                </c:pt>
                <c:pt idx="2836">
                  <c:v>7.6280000000000001</c:v>
                </c:pt>
                <c:pt idx="2837">
                  <c:v>7.6280000000000001</c:v>
                </c:pt>
                <c:pt idx="2838">
                  <c:v>7.625</c:v>
                </c:pt>
                <c:pt idx="2839">
                  <c:v>7.6219999999999999</c:v>
                </c:pt>
                <c:pt idx="2840">
                  <c:v>7.6219999999999999</c:v>
                </c:pt>
                <c:pt idx="2841">
                  <c:v>7.625</c:v>
                </c:pt>
                <c:pt idx="2842">
                  <c:v>7.6260000000000003</c:v>
                </c:pt>
                <c:pt idx="2843">
                  <c:v>7.6239999999999997</c:v>
                </c:pt>
                <c:pt idx="2844">
                  <c:v>7.617</c:v>
                </c:pt>
                <c:pt idx="2845">
                  <c:v>7.617</c:v>
                </c:pt>
                <c:pt idx="2846">
                  <c:v>7.6150000000000002</c:v>
                </c:pt>
                <c:pt idx="2847">
                  <c:v>7.6180000000000003</c:v>
                </c:pt>
                <c:pt idx="2848">
                  <c:v>7.62</c:v>
                </c:pt>
                <c:pt idx="2849">
                  <c:v>7.6219999999999999</c:v>
                </c:pt>
                <c:pt idx="2850">
                  <c:v>7.6189999999999998</c:v>
                </c:pt>
                <c:pt idx="2851">
                  <c:v>7.6130000000000004</c:v>
                </c:pt>
                <c:pt idx="2852">
                  <c:v>7.61</c:v>
                </c:pt>
                <c:pt idx="2853">
                  <c:v>7.61</c:v>
                </c:pt>
                <c:pt idx="2854">
                  <c:v>7.6120000000000001</c:v>
                </c:pt>
                <c:pt idx="2855">
                  <c:v>7.6150000000000002</c:v>
                </c:pt>
                <c:pt idx="2856">
                  <c:v>7.6139999999999999</c:v>
                </c:pt>
                <c:pt idx="2857">
                  <c:v>7.61</c:v>
                </c:pt>
                <c:pt idx="2858">
                  <c:v>7.609</c:v>
                </c:pt>
                <c:pt idx="2859">
                  <c:v>7.61</c:v>
                </c:pt>
                <c:pt idx="2860">
                  <c:v>7.61</c:v>
                </c:pt>
                <c:pt idx="2861">
                  <c:v>7.6040000000000001</c:v>
                </c:pt>
                <c:pt idx="2862">
                  <c:v>7.5940000000000003</c:v>
                </c:pt>
                <c:pt idx="2863">
                  <c:v>7.5910000000000002</c:v>
                </c:pt>
                <c:pt idx="2864">
                  <c:v>7.5869999999999997</c:v>
                </c:pt>
                <c:pt idx="2865">
                  <c:v>7.5759999999999996</c:v>
                </c:pt>
                <c:pt idx="2866">
                  <c:v>7.5730000000000004</c:v>
                </c:pt>
                <c:pt idx="2867">
                  <c:v>7.5819999999999999</c:v>
                </c:pt>
                <c:pt idx="2868">
                  <c:v>7.5819999999999999</c:v>
                </c:pt>
                <c:pt idx="2869">
                  <c:v>7.58</c:v>
                </c:pt>
                <c:pt idx="2870">
                  <c:v>7.5739999999999998</c:v>
                </c:pt>
                <c:pt idx="2871">
                  <c:v>7.5780000000000003</c:v>
                </c:pt>
                <c:pt idx="2872">
                  <c:v>7.5830000000000002</c:v>
                </c:pt>
                <c:pt idx="2873">
                  <c:v>7.5839999999999996</c:v>
                </c:pt>
                <c:pt idx="2874">
                  <c:v>7.5819999999999999</c:v>
                </c:pt>
                <c:pt idx="2875">
                  <c:v>7.5860000000000003</c:v>
                </c:pt>
                <c:pt idx="2876">
                  <c:v>7.5860000000000003</c:v>
                </c:pt>
                <c:pt idx="2877">
                  <c:v>7.5860000000000003</c:v>
                </c:pt>
                <c:pt idx="2878">
                  <c:v>7.5839999999999996</c:v>
                </c:pt>
                <c:pt idx="2879">
                  <c:v>7.5830000000000002</c:v>
                </c:pt>
                <c:pt idx="2880">
                  <c:v>7.5860000000000003</c:v>
                </c:pt>
                <c:pt idx="2881">
                  <c:v>7.59</c:v>
                </c:pt>
                <c:pt idx="2882">
                  <c:v>7.5910000000000002</c:v>
                </c:pt>
                <c:pt idx="2883">
                  <c:v>7.5890000000000004</c:v>
                </c:pt>
                <c:pt idx="2884">
                  <c:v>7.5890000000000004</c:v>
                </c:pt>
                <c:pt idx="2885">
                  <c:v>7.5869999999999997</c:v>
                </c:pt>
                <c:pt idx="2886">
                  <c:v>7.5839999999999996</c:v>
                </c:pt>
                <c:pt idx="2887">
                  <c:v>7.5819999999999999</c:v>
                </c:pt>
                <c:pt idx="2888">
                  <c:v>7.5839999999999996</c:v>
                </c:pt>
                <c:pt idx="2889">
                  <c:v>7.5860000000000003</c:v>
                </c:pt>
                <c:pt idx="2890">
                  <c:v>7.5860000000000003</c:v>
                </c:pt>
                <c:pt idx="2891">
                  <c:v>7.585</c:v>
                </c:pt>
                <c:pt idx="2892">
                  <c:v>7.585</c:v>
                </c:pt>
                <c:pt idx="2893">
                  <c:v>7.5839999999999996</c:v>
                </c:pt>
                <c:pt idx="2894">
                  <c:v>7.5819999999999999</c:v>
                </c:pt>
                <c:pt idx="2895">
                  <c:v>7.5810000000000004</c:v>
                </c:pt>
                <c:pt idx="2896">
                  <c:v>7.5830000000000002</c:v>
                </c:pt>
                <c:pt idx="2897">
                  <c:v>7.5830000000000002</c:v>
                </c:pt>
                <c:pt idx="2898">
                  <c:v>7.58</c:v>
                </c:pt>
                <c:pt idx="2899">
                  <c:v>7.5759999999999996</c:v>
                </c:pt>
                <c:pt idx="2900">
                  <c:v>7.5759999999999996</c:v>
                </c:pt>
                <c:pt idx="2901">
                  <c:v>7.5780000000000003</c:v>
                </c:pt>
                <c:pt idx="2902">
                  <c:v>7.5819999999999999</c:v>
                </c:pt>
                <c:pt idx="2903">
                  <c:v>7.5830000000000002</c:v>
                </c:pt>
                <c:pt idx="2904">
                  <c:v>7.5810000000000004</c:v>
                </c:pt>
                <c:pt idx="2905">
                  <c:v>7.577</c:v>
                </c:pt>
                <c:pt idx="2906">
                  <c:v>7.5759999999999996</c:v>
                </c:pt>
                <c:pt idx="2907">
                  <c:v>7.5759999999999996</c:v>
                </c:pt>
                <c:pt idx="2908">
                  <c:v>7.5789999999999997</c:v>
                </c:pt>
                <c:pt idx="2909">
                  <c:v>7.5810000000000004</c:v>
                </c:pt>
                <c:pt idx="2910">
                  <c:v>7.5810000000000004</c:v>
                </c:pt>
                <c:pt idx="2911">
                  <c:v>7.577</c:v>
                </c:pt>
                <c:pt idx="2912">
                  <c:v>7.5730000000000004</c:v>
                </c:pt>
                <c:pt idx="2913">
                  <c:v>7.5730000000000004</c:v>
                </c:pt>
                <c:pt idx="2914">
                  <c:v>7.5759999999999996</c:v>
                </c:pt>
                <c:pt idx="2915">
                  <c:v>7.5759999999999996</c:v>
                </c:pt>
                <c:pt idx="2916">
                  <c:v>7.577</c:v>
                </c:pt>
                <c:pt idx="2917">
                  <c:v>7.5750000000000002</c:v>
                </c:pt>
                <c:pt idx="2918">
                  <c:v>7.5709999999999997</c:v>
                </c:pt>
                <c:pt idx="2919">
                  <c:v>7.5679999999999996</c:v>
                </c:pt>
                <c:pt idx="2920">
                  <c:v>7.569</c:v>
                </c:pt>
                <c:pt idx="2921">
                  <c:v>7.5720000000000001</c:v>
                </c:pt>
                <c:pt idx="2922">
                  <c:v>7.5759999999999996</c:v>
                </c:pt>
                <c:pt idx="2923">
                  <c:v>7.5759999999999996</c:v>
                </c:pt>
                <c:pt idx="2924">
                  <c:v>7.5739999999999998</c:v>
                </c:pt>
                <c:pt idx="2925">
                  <c:v>7.569</c:v>
                </c:pt>
                <c:pt idx="2926">
                  <c:v>7.5659999999999998</c:v>
                </c:pt>
                <c:pt idx="2927">
                  <c:v>7.5670000000000002</c:v>
                </c:pt>
                <c:pt idx="2928">
                  <c:v>7.57</c:v>
                </c:pt>
                <c:pt idx="2929">
                  <c:v>7.5650000000000004</c:v>
                </c:pt>
                <c:pt idx="2930">
                  <c:v>7.5609999999999999</c:v>
                </c:pt>
                <c:pt idx="2931">
                  <c:v>7.5609999999999999</c:v>
                </c:pt>
                <c:pt idx="2932">
                  <c:v>7.5620000000000003</c:v>
                </c:pt>
                <c:pt idx="2933">
                  <c:v>7.5620000000000003</c:v>
                </c:pt>
                <c:pt idx="2934">
                  <c:v>7.5659999999999998</c:v>
                </c:pt>
                <c:pt idx="2935">
                  <c:v>7.569</c:v>
                </c:pt>
                <c:pt idx="2936">
                  <c:v>7.5650000000000004</c:v>
                </c:pt>
                <c:pt idx="2937">
                  <c:v>7.5620000000000003</c:v>
                </c:pt>
                <c:pt idx="2938">
                  <c:v>7.5590000000000002</c:v>
                </c:pt>
                <c:pt idx="2939">
                  <c:v>7.5590000000000002</c:v>
                </c:pt>
                <c:pt idx="2940">
                  <c:v>7.5579999999999998</c:v>
                </c:pt>
                <c:pt idx="2941">
                  <c:v>7.56</c:v>
                </c:pt>
                <c:pt idx="2942">
                  <c:v>7.56</c:v>
                </c:pt>
                <c:pt idx="2943">
                  <c:v>7.5590000000000002</c:v>
                </c:pt>
                <c:pt idx="2944">
                  <c:v>7.5590000000000002</c:v>
                </c:pt>
                <c:pt idx="2945">
                  <c:v>7.556</c:v>
                </c:pt>
                <c:pt idx="2946">
                  <c:v>7.556</c:v>
                </c:pt>
                <c:pt idx="2947">
                  <c:v>7.5549999999999997</c:v>
                </c:pt>
                <c:pt idx="2948">
                  <c:v>7.556</c:v>
                </c:pt>
                <c:pt idx="2949">
                  <c:v>7.5570000000000004</c:v>
                </c:pt>
                <c:pt idx="2950">
                  <c:v>7.556</c:v>
                </c:pt>
                <c:pt idx="2951">
                  <c:v>7.5540000000000003</c:v>
                </c:pt>
                <c:pt idx="2952">
                  <c:v>7.5510000000000002</c:v>
                </c:pt>
                <c:pt idx="2953">
                  <c:v>7.55</c:v>
                </c:pt>
                <c:pt idx="2954">
                  <c:v>7.55</c:v>
                </c:pt>
                <c:pt idx="2955">
                  <c:v>7.55</c:v>
                </c:pt>
                <c:pt idx="2956">
                  <c:v>7.5519999999999996</c:v>
                </c:pt>
                <c:pt idx="2957">
                  <c:v>7.5529999999999999</c:v>
                </c:pt>
                <c:pt idx="2958">
                  <c:v>7.5490000000000004</c:v>
                </c:pt>
                <c:pt idx="2959">
                  <c:v>7.548</c:v>
                </c:pt>
                <c:pt idx="2960">
                  <c:v>7.5490000000000004</c:v>
                </c:pt>
                <c:pt idx="2961">
                  <c:v>7.5490000000000004</c:v>
                </c:pt>
                <c:pt idx="2962">
                  <c:v>7.5490000000000004</c:v>
                </c:pt>
                <c:pt idx="2963">
                  <c:v>7.548</c:v>
                </c:pt>
                <c:pt idx="2964">
                  <c:v>7.5460000000000003</c:v>
                </c:pt>
                <c:pt idx="2965">
                  <c:v>7.5430000000000001</c:v>
                </c:pt>
                <c:pt idx="2966">
                  <c:v>7.54</c:v>
                </c:pt>
                <c:pt idx="2967">
                  <c:v>7.5410000000000004</c:v>
                </c:pt>
                <c:pt idx="2968">
                  <c:v>7.5460000000000003</c:v>
                </c:pt>
                <c:pt idx="2969">
                  <c:v>7.5439999999999996</c:v>
                </c:pt>
                <c:pt idx="2970">
                  <c:v>7.5439999999999996</c:v>
                </c:pt>
                <c:pt idx="2971">
                  <c:v>7.5419999999999998</c:v>
                </c:pt>
                <c:pt idx="2972">
                  <c:v>7.5389999999999997</c:v>
                </c:pt>
                <c:pt idx="2973">
                  <c:v>7.5350000000000001</c:v>
                </c:pt>
                <c:pt idx="2974">
                  <c:v>7.5369999999999999</c:v>
                </c:pt>
                <c:pt idx="2975">
                  <c:v>7.5380000000000003</c:v>
                </c:pt>
                <c:pt idx="2976">
                  <c:v>7.5359999999999996</c:v>
                </c:pt>
                <c:pt idx="2977">
                  <c:v>7.532</c:v>
                </c:pt>
                <c:pt idx="2978">
                  <c:v>7.532</c:v>
                </c:pt>
                <c:pt idx="2979">
                  <c:v>7.5289999999999999</c:v>
                </c:pt>
                <c:pt idx="2980">
                  <c:v>7.53</c:v>
                </c:pt>
                <c:pt idx="2981">
                  <c:v>7.532</c:v>
                </c:pt>
                <c:pt idx="2982">
                  <c:v>7.5359999999999996</c:v>
                </c:pt>
                <c:pt idx="2983">
                  <c:v>7.5330000000000004</c:v>
                </c:pt>
                <c:pt idx="2984">
                  <c:v>7.5250000000000004</c:v>
                </c:pt>
                <c:pt idx="2985">
                  <c:v>7.5250000000000004</c:v>
                </c:pt>
                <c:pt idx="2986">
                  <c:v>7.5250000000000004</c:v>
                </c:pt>
                <c:pt idx="2987">
                  <c:v>7.5250000000000004</c:v>
                </c:pt>
                <c:pt idx="2988">
                  <c:v>7.524</c:v>
                </c:pt>
                <c:pt idx="2989">
                  <c:v>7.5250000000000004</c:v>
                </c:pt>
                <c:pt idx="2990">
                  <c:v>7.524</c:v>
                </c:pt>
                <c:pt idx="2991">
                  <c:v>7.524</c:v>
                </c:pt>
                <c:pt idx="2992">
                  <c:v>7.5209999999999999</c:v>
                </c:pt>
                <c:pt idx="2993">
                  <c:v>7.5209999999999999</c:v>
                </c:pt>
                <c:pt idx="2994">
                  <c:v>7.5209999999999999</c:v>
                </c:pt>
                <c:pt idx="2995">
                  <c:v>7.524</c:v>
                </c:pt>
                <c:pt idx="2996">
                  <c:v>7.5220000000000002</c:v>
                </c:pt>
                <c:pt idx="2997">
                  <c:v>7.5209999999999999</c:v>
                </c:pt>
                <c:pt idx="2998">
                  <c:v>7.52</c:v>
                </c:pt>
                <c:pt idx="2999">
                  <c:v>7.5170000000000003</c:v>
                </c:pt>
                <c:pt idx="3000">
                  <c:v>7.5170000000000003</c:v>
                </c:pt>
                <c:pt idx="3001">
                  <c:v>7.5170000000000003</c:v>
                </c:pt>
                <c:pt idx="3002">
                  <c:v>7.5179999999999998</c:v>
                </c:pt>
                <c:pt idx="3003">
                  <c:v>7.5179999999999998</c:v>
                </c:pt>
                <c:pt idx="3004">
                  <c:v>7.5170000000000003</c:v>
                </c:pt>
                <c:pt idx="3005">
                  <c:v>7.5149999999999997</c:v>
                </c:pt>
                <c:pt idx="3006">
                  <c:v>7.5140000000000002</c:v>
                </c:pt>
                <c:pt idx="3007">
                  <c:v>7.5149999999999997</c:v>
                </c:pt>
                <c:pt idx="3008">
                  <c:v>7.516</c:v>
                </c:pt>
                <c:pt idx="3009">
                  <c:v>7.516</c:v>
                </c:pt>
                <c:pt idx="3010">
                  <c:v>7.516</c:v>
                </c:pt>
                <c:pt idx="3011">
                  <c:v>7.5110000000000001</c:v>
                </c:pt>
                <c:pt idx="3012">
                  <c:v>7.5090000000000003</c:v>
                </c:pt>
                <c:pt idx="3013">
                  <c:v>7.5090000000000003</c:v>
                </c:pt>
                <c:pt idx="3014">
                  <c:v>7.5069999999999997</c:v>
                </c:pt>
                <c:pt idx="3015">
                  <c:v>7.5090000000000003</c:v>
                </c:pt>
                <c:pt idx="3016">
                  <c:v>7.5090000000000003</c:v>
                </c:pt>
                <c:pt idx="3017">
                  <c:v>7.5090000000000003</c:v>
                </c:pt>
                <c:pt idx="3018">
                  <c:v>7.5060000000000002</c:v>
                </c:pt>
                <c:pt idx="3019">
                  <c:v>7.5039999999999996</c:v>
                </c:pt>
                <c:pt idx="3020">
                  <c:v>7.5</c:v>
                </c:pt>
                <c:pt idx="3021">
                  <c:v>7.5010000000000003</c:v>
                </c:pt>
                <c:pt idx="3022">
                  <c:v>7.5039999999999996</c:v>
                </c:pt>
                <c:pt idx="3023">
                  <c:v>7.5030000000000001</c:v>
                </c:pt>
                <c:pt idx="3024">
                  <c:v>7.5010000000000003</c:v>
                </c:pt>
                <c:pt idx="3025">
                  <c:v>7.5010000000000003</c:v>
                </c:pt>
                <c:pt idx="3026">
                  <c:v>7.4980000000000002</c:v>
                </c:pt>
                <c:pt idx="3027">
                  <c:v>7.4950000000000001</c:v>
                </c:pt>
                <c:pt idx="3028">
                  <c:v>7.4989999999999997</c:v>
                </c:pt>
                <c:pt idx="3029">
                  <c:v>7.5030000000000001</c:v>
                </c:pt>
                <c:pt idx="3030">
                  <c:v>7.5030000000000001</c:v>
                </c:pt>
                <c:pt idx="3031">
                  <c:v>7.5010000000000003</c:v>
                </c:pt>
                <c:pt idx="3032">
                  <c:v>7.5010000000000003</c:v>
                </c:pt>
                <c:pt idx="3033">
                  <c:v>7.4950000000000001</c:v>
                </c:pt>
                <c:pt idx="3034">
                  <c:v>7.4939999999999998</c:v>
                </c:pt>
                <c:pt idx="3035">
                  <c:v>7.4950000000000001</c:v>
                </c:pt>
                <c:pt idx="3036">
                  <c:v>7.4939999999999998</c:v>
                </c:pt>
                <c:pt idx="3037">
                  <c:v>7.4909999999999997</c:v>
                </c:pt>
                <c:pt idx="3038">
                  <c:v>7.4889999999999999</c:v>
                </c:pt>
                <c:pt idx="3039">
                  <c:v>7.4889999999999999</c:v>
                </c:pt>
                <c:pt idx="3040">
                  <c:v>7.4889999999999999</c:v>
                </c:pt>
                <c:pt idx="3041">
                  <c:v>7.5</c:v>
                </c:pt>
                <c:pt idx="3042">
                  <c:v>7.5010000000000003</c:v>
                </c:pt>
                <c:pt idx="3043">
                  <c:v>7.492</c:v>
                </c:pt>
                <c:pt idx="3044">
                  <c:v>7.492</c:v>
                </c:pt>
                <c:pt idx="3045">
                  <c:v>7.49</c:v>
                </c:pt>
                <c:pt idx="3046">
                  <c:v>7.4859999999999998</c:v>
                </c:pt>
                <c:pt idx="3047">
                  <c:v>7.484</c:v>
                </c:pt>
                <c:pt idx="3048">
                  <c:v>7.484</c:v>
                </c:pt>
                <c:pt idx="3049">
                  <c:v>7.4870000000000001</c:v>
                </c:pt>
                <c:pt idx="3050">
                  <c:v>7.4880000000000004</c:v>
                </c:pt>
                <c:pt idx="3051">
                  <c:v>7.484</c:v>
                </c:pt>
                <c:pt idx="3052">
                  <c:v>7.4820000000000002</c:v>
                </c:pt>
                <c:pt idx="3053">
                  <c:v>7.4829999999999997</c:v>
                </c:pt>
                <c:pt idx="3054">
                  <c:v>7.4859999999999998</c:v>
                </c:pt>
                <c:pt idx="3055">
                  <c:v>7.4850000000000003</c:v>
                </c:pt>
                <c:pt idx="3056">
                  <c:v>7.4850000000000003</c:v>
                </c:pt>
                <c:pt idx="3057">
                  <c:v>7.4809999999999999</c:v>
                </c:pt>
                <c:pt idx="3058">
                  <c:v>7.4790000000000001</c:v>
                </c:pt>
                <c:pt idx="3059">
                  <c:v>7.4779999999999998</c:v>
                </c:pt>
                <c:pt idx="3060">
                  <c:v>7.48</c:v>
                </c:pt>
                <c:pt idx="3061">
                  <c:v>7.48</c:v>
                </c:pt>
                <c:pt idx="3062">
                  <c:v>7.476</c:v>
                </c:pt>
                <c:pt idx="3063">
                  <c:v>7.4749999999999996</c:v>
                </c:pt>
                <c:pt idx="3064">
                  <c:v>7.4749999999999996</c:v>
                </c:pt>
                <c:pt idx="3065">
                  <c:v>7.4740000000000002</c:v>
                </c:pt>
                <c:pt idx="3066">
                  <c:v>7.4729999999999999</c:v>
                </c:pt>
                <c:pt idx="3067">
                  <c:v>7.4720000000000004</c:v>
                </c:pt>
                <c:pt idx="3068">
                  <c:v>7.4720000000000004</c:v>
                </c:pt>
                <c:pt idx="3069">
                  <c:v>7.4729999999999999</c:v>
                </c:pt>
                <c:pt idx="3070">
                  <c:v>7.4729999999999999</c:v>
                </c:pt>
                <c:pt idx="3071">
                  <c:v>7.4720000000000004</c:v>
                </c:pt>
                <c:pt idx="3072">
                  <c:v>7.4720000000000004</c:v>
                </c:pt>
                <c:pt idx="3073">
                  <c:v>7.468</c:v>
                </c:pt>
                <c:pt idx="3074">
                  <c:v>7.4669999999999996</c:v>
                </c:pt>
                <c:pt idx="3075">
                  <c:v>7.47</c:v>
                </c:pt>
                <c:pt idx="3076">
                  <c:v>7.47</c:v>
                </c:pt>
                <c:pt idx="3077">
                  <c:v>7.4710000000000001</c:v>
                </c:pt>
                <c:pt idx="3078">
                  <c:v>7.4669999999999996</c:v>
                </c:pt>
                <c:pt idx="3079">
                  <c:v>7.4669999999999996</c:v>
                </c:pt>
                <c:pt idx="3080">
                  <c:v>7.4619999999999997</c:v>
                </c:pt>
                <c:pt idx="3081">
                  <c:v>7.4619999999999997</c:v>
                </c:pt>
                <c:pt idx="3082">
                  <c:v>7.4660000000000002</c:v>
                </c:pt>
                <c:pt idx="3083">
                  <c:v>7.4669999999999996</c:v>
                </c:pt>
                <c:pt idx="3084">
                  <c:v>7.4669999999999996</c:v>
                </c:pt>
                <c:pt idx="3085">
                  <c:v>7.4649999999999999</c:v>
                </c:pt>
                <c:pt idx="3086">
                  <c:v>7.4589999999999996</c:v>
                </c:pt>
                <c:pt idx="3087">
                  <c:v>7.4589999999999996</c:v>
                </c:pt>
                <c:pt idx="3088">
                  <c:v>7.4589999999999996</c:v>
                </c:pt>
                <c:pt idx="3089">
                  <c:v>7.4610000000000003</c:v>
                </c:pt>
                <c:pt idx="3090">
                  <c:v>7.46</c:v>
                </c:pt>
                <c:pt idx="3091">
                  <c:v>7.46</c:v>
                </c:pt>
                <c:pt idx="3092">
                  <c:v>7.4580000000000002</c:v>
                </c:pt>
                <c:pt idx="3093">
                  <c:v>7.4569999999999999</c:v>
                </c:pt>
                <c:pt idx="3094">
                  <c:v>7.4569999999999999</c:v>
                </c:pt>
                <c:pt idx="3095">
                  <c:v>7.4569999999999999</c:v>
                </c:pt>
                <c:pt idx="3096">
                  <c:v>7.4569999999999999</c:v>
                </c:pt>
                <c:pt idx="3097">
                  <c:v>7.4550000000000001</c:v>
                </c:pt>
                <c:pt idx="3098">
                  <c:v>7.4539999999999997</c:v>
                </c:pt>
                <c:pt idx="3099">
                  <c:v>7.4530000000000003</c:v>
                </c:pt>
                <c:pt idx="3100">
                  <c:v>7.45</c:v>
                </c:pt>
                <c:pt idx="3101">
                  <c:v>7.4530000000000003</c:v>
                </c:pt>
                <c:pt idx="3102">
                  <c:v>7.4560000000000004</c:v>
                </c:pt>
                <c:pt idx="3103">
                  <c:v>7.4560000000000004</c:v>
                </c:pt>
                <c:pt idx="3104">
                  <c:v>7.4530000000000003</c:v>
                </c:pt>
                <c:pt idx="3105">
                  <c:v>7.45</c:v>
                </c:pt>
                <c:pt idx="3106">
                  <c:v>7.45</c:v>
                </c:pt>
                <c:pt idx="3107">
                  <c:v>7.4480000000000004</c:v>
                </c:pt>
                <c:pt idx="3108">
                  <c:v>7.444</c:v>
                </c:pt>
                <c:pt idx="3109">
                  <c:v>7.4470000000000001</c:v>
                </c:pt>
                <c:pt idx="3110">
                  <c:v>7.45</c:v>
                </c:pt>
                <c:pt idx="3111">
                  <c:v>7.4489999999999998</c:v>
                </c:pt>
                <c:pt idx="3112">
                  <c:v>7.4470000000000001</c:v>
                </c:pt>
                <c:pt idx="3113">
                  <c:v>7.444</c:v>
                </c:pt>
                <c:pt idx="3114">
                  <c:v>7.4450000000000003</c:v>
                </c:pt>
                <c:pt idx="3115">
                  <c:v>7.4470000000000001</c:v>
                </c:pt>
                <c:pt idx="3116">
                  <c:v>7.452</c:v>
                </c:pt>
                <c:pt idx="3117">
                  <c:v>7.45</c:v>
                </c:pt>
                <c:pt idx="3118">
                  <c:v>7.4489999999999998</c:v>
                </c:pt>
                <c:pt idx="3119">
                  <c:v>7.4480000000000004</c:v>
                </c:pt>
                <c:pt idx="3120">
                  <c:v>7.4480000000000004</c:v>
                </c:pt>
                <c:pt idx="3121">
                  <c:v>7.4489999999999998</c:v>
                </c:pt>
                <c:pt idx="3122">
                  <c:v>7.45</c:v>
                </c:pt>
                <c:pt idx="3123">
                  <c:v>7.4530000000000003</c:v>
                </c:pt>
                <c:pt idx="3124">
                  <c:v>7.4530000000000003</c:v>
                </c:pt>
                <c:pt idx="3125">
                  <c:v>7.45</c:v>
                </c:pt>
                <c:pt idx="3126">
                  <c:v>7.4489999999999998</c:v>
                </c:pt>
                <c:pt idx="3127">
                  <c:v>7.4509999999999996</c:v>
                </c:pt>
                <c:pt idx="3128">
                  <c:v>7.4539999999999997</c:v>
                </c:pt>
                <c:pt idx="3129">
                  <c:v>7.4550000000000001</c:v>
                </c:pt>
                <c:pt idx="3130">
                  <c:v>7.4530000000000003</c:v>
                </c:pt>
                <c:pt idx="3131">
                  <c:v>7.4530000000000003</c:v>
                </c:pt>
                <c:pt idx="3132">
                  <c:v>7.4550000000000001</c:v>
                </c:pt>
                <c:pt idx="3133">
                  <c:v>7.45</c:v>
                </c:pt>
                <c:pt idx="3134">
                  <c:v>7.452</c:v>
                </c:pt>
                <c:pt idx="3135">
                  <c:v>7.4560000000000004</c:v>
                </c:pt>
                <c:pt idx="3136">
                  <c:v>7.4589999999999996</c:v>
                </c:pt>
                <c:pt idx="3137">
                  <c:v>7.4580000000000002</c:v>
                </c:pt>
                <c:pt idx="3138">
                  <c:v>7.4569999999999999</c:v>
                </c:pt>
                <c:pt idx="3139">
                  <c:v>7.4550000000000001</c:v>
                </c:pt>
                <c:pt idx="3140">
                  <c:v>7.4580000000000002</c:v>
                </c:pt>
                <c:pt idx="3141">
                  <c:v>7.46</c:v>
                </c:pt>
                <c:pt idx="3142">
                  <c:v>7.4610000000000003</c:v>
                </c:pt>
                <c:pt idx="3143">
                  <c:v>7.4610000000000003</c:v>
                </c:pt>
                <c:pt idx="3144">
                  <c:v>7.46</c:v>
                </c:pt>
                <c:pt idx="3145">
                  <c:v>7.4589999999999996</c:v>
                </c:pt>
                <c:pt idx="3146">
                  <c:v>7.4580000000000002</c:v>
                </c:pt>
                <c:pt idx="3147">
                  <c:v>7.46</c:v>
                </c:pt>
                <c:pt idx="3148">
                  <c:v>7.4619999999999997</c:v>
                </c:pt>
                <c:pt idx="3149">
                  <c:v>7.4630000000000001</c:v>
                </c:pt>
                <c:pt idx="3150">
                  <c:v>7.4630000000000001</c:v>
                </c:pt>
                <c:pt idx="3151">
                  <c:v>7.4630000000000001</c:v>
                </c:pt>
                <c:pt idx="3152">
                  <c:v>7.4630000000000001</c:v>
                </c:pt>
                <c:pt idx="3153">
                  <c:v>7.4640000000000004</c:v>
                </c:pt>
                <c:pt idx="3154">
                  <c:v>7.4649999999999999</c:v>
                </c:pt>
                <c:pt idx="3155">
                  <c:v>7.4690000000000003</c:v>
                </c:pt>
                <c:pt idx="3156">
                  <c:v>7.4660000000000002</c:v>
                </c:pt>
                <c:pt idx="3157">
                  <c:v>7.4640000000000004</c:v>
                </c:pt>
                <c:pt idx="3158">
                  <c:v>7.4630000000000001</c:v>
                </c:pt>
                <c:pt idx="3159">
                  <c:v>7.4630000000000001</c:v>
                </c:pt>
                <c:pt idx="3160">
                  <c:v>7.4630000000000001</c:v>
                </c:pt>
                <c:pt idx="3161">
                  <c:v>7.4630000000000001</c:v>
                </c:pt>
                <c:pt idx="3162">
                  <c:v>7.4669999999999996</c:v>
                </c:pt>
                <c:pt idx="3163">
                  <c:v>7.4710000000000001</c:v>
                </c:pt>
                <c:pt idx="3164">
                  <c:v>7.468</c:v>
                </c:pt>
                <c:pt idx="3165">
                  <c:v>7.468</c:v>
                </c:pt>
                <c:pt idx="3166">
                  <c:v>7.4660000000000002</c:v>
                </c:pt>
                <c:pt idx="3167">
                  <c:v>7.4660000000000002</c:v>
                </c:pt>
                <c:pt idx="3168">
                  <c:v>7.468</c:v>
                </c:pt>
                <c:pt idx="3169">
                  <c:v>7.47</c:v>
                </c:pt>
                <c:pt idx="3170">
                  <c:v>7.47</c:v>
                </c:pt>
                <c:pt idx="3171">
                  <c:v>7.47</c:v>
                </c:pt>
                <c:pt idx="3172">
                  <c:v>7.4690000000000003</c:v>
                </c:pt>
                <c:pt idx="3173">
                  <c:v>7.468</c:v>
                </c:pt>
                <c:pt idx="3174">
                  <c:v>7.468</c:v>
                </c:pt>
                <c:pt idx="3175">
                  <c:v>7.4690000000000003</c:v>
                </c:pt>
                <c:pt idx="3176">
                  <c:v>7.4720000000000004</c:v>
                </c:pt>
                <c:pt idx="3177">
                  <c:v>7.4729999999999999</c:v>
                </c:pt>
                <c:pt idx="3178">
                  <c:v>7.4749999999999996</c:v>
                </c:pt>
                <c:pt idx="3179">
                  <c:v>7.4729999999999999</c:v>
                </c:pt>
                <c:pt idx="3180">
                  <c:v>7.47</c:v>
                </c:pt>
                <c:pt idx="3181">
                  <c:v>7.4720000000000004</c:v>
                </c:pt>
                <c:pt idx="3182">
                  <c:v>7.476</c:v>
                </c:pt>
                <c:pt idx="3183">
                  <c:v>7.4779999999999998</c:v>
                </c:pt>
                <c:pt idx="3184">
                  <c:v>7.4779999999999998</c:v>
                </c:pt>
                <c:pt idx="3185">
                  <c:v>7.4770000000000003</c:v>
                </c:pt>
                <c:pt idx="3186">
                  <c:v>7.476</c:v>
                </c:pt>
                <c:pt idx="3187">
                  <c:v>7.4779999999999998</c:v>
                </c:pt>
                <c:pt idx="3188">
                  <c:v>7.4820000000000002</c:v>
                </c:pt>
                <c:pt idx="3189">
                  <c:v>7.4820000000000002</c:v>
                </c:pt>
                <c:pt idx="3190">
                  <c:v>7.4809999999999999</c:v>
                </c:pt>
                <c:pt idx="3191">
                  <c:v>7.4770000000000003</c:v>
                </c:pt>
                <c:pt idx="3192">
                  <c:v>7.4749999999999996</c:v>
                </c:pt>
                <c:pt idx="3193">
                  <c:v>7.4749999999999996</c:v>
                </c:pt>
                <c:pt idx="3194">
                  <c:v>7.4770000000000003</c:v>
                </c:pt>
                <c:pt idx="3195">
                  <c:v>7.48</c:v>
                </c:pt>
                <c:pt idx="3196">
                  <c:v>7.4809999999999999</c:v>
                </c:pt>
                <c:pt idx="3197">
                  <c:v>7.48</c:v>
                </c:pt>
                <c:pt idx="3198">
                  <c:v>7.4779999999999998</c:v>
                </c:pt>
                <c:pt idx="3199">
                  <c:v>7.4770000000000003</c:v>
                </c:pt>
                <c:pt idx="3200">
                  <c:v>7.4790000000000001</c:v>
                </c:pt>
                <c:pt idx="3201">
                  <c:v>7.4809999999999999</c:v>
                </c:pt>
                <c:pt idx="3202">
                  <c:v>7.484</c:v>
                </c:pt>
                <c:pt idx="3203">
                  <c:v>7.4829999999999997</c:v>
                </c:pt>
                <c:pt idx="3204">
                  <c:v>7.4829999999999997</c:v>
                </c:pt>
                <c:pt idx="3205">
                  <c:v>7.4820000000000002</c:v>
                </c:pt>
                <c:pt idx="3206">
                  <c:v>7.4809999999999999</c:v>
                </c:pt>
                <c:pt idx="3207">
                  <c:v>7.4820000000000002</c:v>
                </c:pt>
                <c:pt idx="3208">
                  <c:v>7.484</c:v>
                </c:pt>
                <c:pt idx="3209">
                  <c:v>7.4880000000000004</c:v>
                </c:pt>
                <c:pt idx="3210">
                  <c:v>7.4850000000000003</c:v>
                </c:pt>
                <c:pt idx="3211">
                  <c:v>7.48</c:v>
                </c:pt>
                <c:pt idx="3212">
                  <c:v>7.4809999999999999</c:v>
                </c:pt>
                <c:pt idx="3213">
                  <c:v>7.4829999999999997</c:v>
                </c:pt>
                <c:pt idx="3214">
                  <c:v>7.4850000000000003</c:v>
                </c:pt>
                <c:pt idx="3215">
                  <c:v>7.4889999999999999</c:v>
                </c:pt>
                <c:pt idx="3216">
                  <c:v>7.492</c:v>
                </c:pt>
                <c:pt idx="3217">
                  <c:v>7.4880000000000004</c:v>
                </c:pt>
                <c:pt idx="3218">
                  <c:v>7.4870000000000001</c:v>
                </c:pt>
                <c:pt idx="3219">
                  <c:v>7.4859999999999998</c:v>
                </c:pt>
                <c:pt idx="3220">
                  <c:v>7.4850000000000003</c:v>
                </c:pt>
                <c:pt idx="3221">
                  <c:v>7.4859999999999998</c:v>
                </c:pt>
                <c:pt idx="3222">
                  <c:v>7.49</c:v>
                </c:pt>
                <c:pt idx="3223">
                  <c:v>7.492</c:v>
                </c:pt>
                <c:pt idx="3224">
                  <c:v>7.492</c:v>
                </c:pt>
                <c:pt idx="3225">
                  <c:v>7.49</c:v>
                </c:pt>
                <c:pt idx="3226">
                  <c:v>7.49</c:v>
                </c:pt>
                <c:pt idx="3227">
                  <c:v>7.49</c:v>
                </c:pt>
                <c:pt idx="3228">
                  <c:v>7.4909999999999997</c:v>
                </c:pt>
                <c:pt idx="3229">
                  <c:v>7.492</c:v>
                </c:pt>
                <c:pt idx="3230">
                  <c:v>7.4930000000000003</c:v>
                </c:pt>
                <c:pt idx="3231">
                  <c:v>7.4939999999999998</c:v>
                </c:pt>
                <c:pt idx="3232">
                  <c:v>7.4939999999999998</c:v>
                </c:pt>
                <c:pt idx="3233">
                  <c:v>7.492</c:v>
                </c:pt>
                <c:pt idx="3234">
                  <c:v>7.49</c:v>
                </c:pt>
                <c:pt idx="3235">
                  <c:v>7.4909999999999997</c:v>
                </c:pt>
                <c:pt idx="3236">
                  <c:v>7.4930000000000003</c:v>
                </c:pt>
                <c:pt idx="3237">
                  <c:v>7.4960000000000004</c:v>
                </c:pt>
                <c:pt idx="3238">
                  <c:v>7.4969999999999999</c:v>
                </c:pt>
                <c:pt idx="3239">
                  <c:v>7.4960000000000004</c:v>
                </c:pt>
                <c:pt idx="3240">
                  <c:v>7.4960000000000004</c:v>
                </c:pt>
                <c:pt idx="3241">
                  <c:v>7.4980000000000002</c:v>
                </c:pt>
                <c:pt idx="3242">
                  <c:v>7.4980000000000002</c:v>
                </c:pt>
                <c:pt idx="3243">
                  <c:v>7.4980000000000002</c:v>
                </c:pt>
                <c:pt idx="3244">
                  <c:v>7.4980000000000002</c:v>
                </c:pt>
                <c:pt idx="3245">
                  <c:v>7.4969999999999999</c:v>
                </c:pt>
                <c:pt idx="3246">
                  <c:v>7.4950000000000001</c:v>
                </c:pt>
                <c:pt idx="3247">
                  <c:v>7.4939999999999998</c:v>
                </c:pt>
                <c:pt idx="3248">
                  <c:v>7.4969999999999999</c:v>
                </c:pt>
                <c:pt idx="3249">
                  <c:v>7.5019999999999998</c:v>
                </c:pt>
                <c:pt idx="3250">
                  <c:v>7.5030000000000001</c:v>
                </c:pt>
                <c:pt idx="3251">
                  <c:v>7.5019999999999998</c:v>
                </c:pt>
                <c:pt idx="3252">
                  <c:v>7.5</c:v>
                </c:pt>
                <c:pt idx="3253">
                  <c:v>7.5</c:v>
                </c:pt>
                <c:pt idx="3254">
                  <c:v>7.5030000000000001</c:v>
                </c:pt>
                <c:pt idx="3255">
                  <c:v>7.5060000000000002</c:v>
                </c:pt>
                <c:pt idx="3256">
                  <c:v>7.5049999999999999</c:v>
                </c:pt>
                <c:pt idx="3257">
                  <c:v>7.5030000000000001</c:v>
                </c:pt>
                <c:pt idx="3258">
                  <c:v>7.5019999999999998</c:v>
                </c:pt>
                <c:pt idx="3259">
                  <c:v>7.5019999999999998</c:v>
                </c:pt>
                <c:pt idx="3260">
                  <c:v>7.5039999999999996</c:v>
                </c:pt>
                <c:pt idx="3261">
                  <c:v>7.508</c:v>
                </c:pt>
                <c:pt idx="3262">
                  <c:v>7.508</c:v>
                </c:pt>
                <c:pt idx="3263">
                  <c:v>7.5060000000000002</c:v>
                </c:pt>
                <c:pt idx="3264">
                  <c:v>7.5</c:v>
                </c:pt>
                <c:pt idx="3265">
                  <c:v>7.5</c:v>
                </c:pt>
                <c:pt idx="3266">
                  <c:v>7.5019999999999998</c:v>
                </c:pt>
                <c:pt idx="3267">
                  <c:v>7.5030000000000001</c:v>
                </c:pt>
                <c:pt idx="3268">
                  <c:v>7.5049999999999999</c:v>
                </c:pt>
                <c:pt idx="3269">
                  <c:v>7.508</c:v>
                </c:pt>
                <c:pt idx="3270">
                  <c:v>7.508</c:v>
                </c:pt>
                <c:pt idx="3271">
                  <c:v>7.5069999999999997</c:v>
                </c:pt>
                <c:pt idx="3272">
                  <c:v>7.508</c:v>
                </c:pt>
                <c:pt idx="3273">
                  <c:v>7.508</c:v>
                </c:pt>
                <c:pt idx="3274">
                  <c:v>7.51</c:v>
                </c:pt>
                <c:pt idx="3275">
                  <c:v>7.5119999999999996</c:v>
                </c:pt>
                <c:pt idx="3276">
                  <c:v>7.5129999999999999</c:v>
                </c:pt>
                <c:pt idx="3277">
                  <c:v>7.5119999999999996</c:v>
                </c:pt>
                <c:pt idx="3278">
                  <c:v>7.51</c:v>
                </c:pt>
                <c:pt idx="3279">
                  <c:v>7.51</c:v>
                </c:pt>
                <c:pt idx="3280">
                  <c:v>7.5090000000000003</c:v>
                </c:pt>
                <c:pt idx="3281">
                  <c:v>7.5140000000000002</c:v>
                </c:pt>
                <c:pt idx="3282">
                  <c:v>7.516</c:v>
                </c:pt>
                <c:pt idx="3283">
                  <c:v>7.5149999999999997</c:v>
                </c:pt>
                <c:pt idx="3284">
                  <c:v>7.5129999999999999</c:v>
                </c:pt>
                <c:pt idx="3285">
                  <c:v>7.5140000000000002</c:v>
                </c:pt>
                <c:pt idx="3286">
                  <c:v>7.5140000000000002</c:v>
                </c:pt>
                <c:pt idx="3287">
                  <c:v>7.5119999999999996</c:v>
                </c:pt>
                <c:pt idx="3288">
                  <c:v>7.508</c:v>
                </c:pt>
                <c:pt idx="3289">
                  <c:v>7.5119999999999996</c:v>
                </c:pt>
                <c:pt idx="3290">
                  <c:v>7.5129999999999999</c:v>
                </c:pt>
                <c:pt idx="3291">
                  <c:v>7.5140000000000002</c:v>
                </c:pt>
                <c:pt idx="3292">
                  <c:v>7.5170000000000003</c:v>
                </c:pt>
                <c:pt idx="3293">
                  <c:v>7.5179999999999998</c:v>
                </c:pt>
                <c:pt idx="3294">
                  <c:v>7.5170000000000003</c:v>
                </c:pt>
                <c:pt idx="3295">
                  <c:v>7.5170000000000003</c:v>
                </c:pt>
                <c:pt idx="3296">
                  <c:v>7.516</c:v>
                </c:pt>
                <c:pt idx="3297">
                  <c:v>7.516</c:v>
                </c:pt>
                <c:pt idx="3298">
                  <c:v>7.516</c:v>
                </c:pt>
                <c:pt idx="3299">
                  <c:v>7.516</c:v>
                </c:pt>
                <c:pt idx="3300">
                  <c:v>7.516</c:v>
                </c:pt>
                <c:pt idx="3301">
                  <c:v>7.5179999999999998</c:v>
                </c:pt>
                <c:pt idx="3302">
                  <c:v>7.52</c:v>
                </c:pt>
                <c:pt idx="3303">
                  <c:v>7.52</c:v>
                </c:pt>
                <c:pt idx="3304">
                  <c:v>7.5209999999999999</c:v>
                </c:pt>
                <c:pt idx="3305">
                  <c:v>7.52</c:v>
                </c:pt>
                <c:pt idx="3306">
                  <c:v>7.5190000000000001</c:v>
                </c:pt>
                <c:pt idx="3307">
                  <c:v>7.5179999999999998</c:v>
                </c:pt>
                <c:pt idx="3308">
                  <c:v>7.5220000000000002</c:v>
                </c:pt>
                <c:pt idx="3309">
                  <c:v>7.5259999999999998</c:v>
                </c:pt>
                <c:pt idx="3310">
                  <c:v>7.5259999999999998</c:v>
                </c:pt>
                <c:pt idx="3311">
                  <c:v>7.52</c:v>
                </c:pt>
                <c:pt idx="3312">
                  <c:v>7.5179999999999998</c:v>
                </c:pt>
                <c:pt idx="3313">
                  <c:v>7.5179999999999998</c:v>
                </c:pt>
                <c:pt idx="3314">
                  <c:v>7.5220000000000002</c:v>
                </c:pt>
                <c:pt idx="3315">
                  <c:v>7.5279999999999996</c:v>
                </c:pt>
                <c:pt idx="3316">
                  <c:v>7.5289999999999999</c:v>
                </c:pt>
                <c:pt idx="3317">
                  <c:v>7.5259999999999998</c:v>
                </c:pt>
                <c:pt idx="3318">
                  <c:v>7.5229999999999997</c:v>
                </c:pt>
                <c:pt idx="3319">
                  <c:v>7.5209999999999999</c:v>
                </c:pt>
                <c:pt idx="3320">
                  <c:v>7.5209999999999999</c:v>
                </c:pt>
                <c:pt idx="3321">
                  <c:v>7.5250000000000004</c:v>
                </c:pt>
                <c:pt idx="3322">
                  <c:v>7.5250000000000004</c:v>
                </c:pt>
                <c:pt idx="3323">
                  <c:v>7.5259999999999998</c:v>
                </c:pt>
                <c:pt idx="3324">
                  <c:v>7.5250000000000004</c:v>
                </c:pt>
                <c:pt idx="3325">
                  <c:v>7.524</c:v>
                </c:pt>
                <c:pt idx="3326">
                  <c:v>7.5229999999999997</c:v>
                </c:pt>
                <c:pt idx="3327">
                  <c:v>7.5289999999999999</c:v>
                </c:pt>
                <c:pt idx="3328">
                  <c:v>7.5339999999999998</c:v>
                </c:pt>
                <c:pt idx="3329">
                  <c:v>7.5330000000000004</c:v>
                </c:pt>
                <c:pt idx="3330">
                  <c:v>7.532</c:v>
                </c:pt>
                <c:pt idx="3331">
                  <c:v>7.5289999999999999</c:v>
                </c:pt>
                <c:pt idx="3332">
                  <c:v>7.5270000000000001</c:v>
                </c:pt>
                <c:pt idx="3333">
                  <c:v>7.5259999999999998</c:v>
                </c:pt>
                <c:pt idx="3334">
                  <c:v>7.5289999999999999</c:v>
                </c:pt>
                <c:pt idx="3335">
                  <c:v>7.5309999999999997</c:v>
                </c:pt>
                <c:pt idx="3336">
                  <c:v>7.53</c:v>
                </c:pt>
                <c:pt idx="3337">
                  <c:v>7.53</c:v>
                </c:pt>
                <c:pt idx="3338">
                  <c:v>7.5289999999999999</c:v>
                </c:pt>
                <c:pt idx="3339">
                  <c:v>7.5270000000000001</c:v>
                </c:pt>
                <c:pt idx="3340">
                  <c:v>7.5250000000000004</c:v>
                </c:pt>
                <c:pt idx="3341">
                  <c:v>7.5250000000000004</c:v>
                </c:pt>
                <c:pt idx="3342">
                  <c:v>7.532</c:v>
                </c:pt>
                <c:pt idx="3343">
                  <c:v>7.5339999999999998</c:v>
                </c:pt>
                <c:pt idx="3344">
                  <c:v>7.53</c:v>
                </c:pt>
                <c:pt idx="3345">
                  <c:v>7.5289999999999999</c:v>
                </c:pt>
                <c:pt idx="3346">
                  <c:v>7.53</c:v>
                </c:pt>
                <c:pt idx="3347">
                  <c:v>7.5330000000000004</c:v>
                </c:pt>
                <c:pt idx="3348">
                  <c:v>7.5339999999999998</c:v>
                </c:pt>
                <c:pt idx="3349">
                  <c:v>7.5350000000000001</c:v>
                </c:pt>
                <c:pt idx="3350">
                  <c:v>7.5339999999999998</c:v>
                </c:pt>
                <c:pt idx="3351">
                  <c:v>7.5330000000000004</c:v>
                </c:pt>
                <c:pt idx="3352">
                  <c:v>7.53</c:v>
                </c:pt>
                <c:pt idx="3353">
                  <c:v>7.53</c:v>
                </c:pt>
                <c:pt idx="3354">
                  <c:v>7.532</c:v>
                </c:pt>
                <c:pt idx="3355">
                  <c:v>7.5339999999999998</c:v>
                </c:pt>
                <c:pt idx="3356">
                  <c:v>7.5330000000000004</c:v>
                </c:pt>
                <c:pt idx="3357">
                  <c:v>7.532</c:v>
                </c:pt>
                <c:pt idx="3358">
                  <c:v>7.53</c:v>
                </c:pt>
                <c:pt idx="3359">
                  <c:v>7.5330000000000004</c:v>
                </c:pt>
                <c:pt idx="3360">
                  <c:v>7.5330000000000004</c:v>
                </c:pt>
                <c:pt idx="3361">
                  <c:v>7.532</c:v>
                </c:pt>
                <c:pt idx="3362">
                  <c:v>7.5339999999999998</c:v>
                </c:pt>
                <c:pt idx="3363">
                  <c:v>7.5369999999999999</c:v>
                </c:pt>
                <c:pt idx="3364">
                  <c:v>7.5369999999999999</c:v>
                </c:pt>
                <c:pt idx="3365">
                  <c:v>7.5350000000000001</c:v>
                </c:pt>
                <c:pt idx="3366">
                  <c:v>7.5330000000000004</c:v>
                </c:pt>
                <c:pt idx="3367">
                  <c:v>7.5350000000000001</c:v>
                </c:pt>
                <c:pt idx="3368">
                  <c:v>7.5380000000000003</c:v>
                </c:pt>
                <c:pt idx="3369">
                  <c:v>7.5410000000000004</c:v>
                </c:pt>
                <c:pt idx="3370">
                  <c:v>7.5430000000000001</c:v>
                </c:pt>
                <c:pt idx="3371">
                  <c:v>7.5389999999999997</c:v>
                </c:pt>
                <c:pt idx="3372">
                  <c:v>7.5330000000000004</c:v>
                </c:pt>
                <c:pt idx="3373">
                  <c:v>7.5309999999999997</c:v>
                </c:pt>
                <c:pt idx="3374">
                  <c:v>7.5250000000000004</c:v>
                </c:pt>
                <c:pt idx="3375">
                  <c:v>7.516</c:v>
                </c:pt>
                <c:pt idx="3376">
                  <c:v>7.516</c:v>
                </c:pt>
                <c:pt idx="3377">
                  <c:v>7.5170000000000003</c:v>
                </c:pt>
                <c:pt idx="3378">
                  <c:v>7.5170000000000003</c:v>
                </c:pt>
                <c:pt idx="3379">
                  <c:v>7.5119999999999996</c:v>
                </c:pt>
                <c:pt idx="3380">
                  <c:v>7.5090000000000003</c:v>
                </c:pt>
                <c:pt idx="3381">
                  <c:v>7.5119999999999996</c:v>
                </c:pt>
                <c:pt idx="3382">
                  <c:v>7.5170000000000003</c:v>
                </c:pt>
                <c:pt idx="3383">
                  <c:v>7.516</c:v>
                </c:pt>
                <c:pt idx="3384">
                  <c:v>7.5179999999999998</c:v>
                </c:pt>
                <c:pt idx="3385">
                  <c:v>7.5209999999999999</c:v>
                </c:pt>
                <c:pt idx="3386">
                  <c:v>7.5220000000000002</c:v>
                </c:pt>
                <c:pt idx="3387">
                  <c:v>7.5229999999999997</c:v>
                </c:pt>
                <c:pt idx="3388">
                  <c:v>7.524</c:v>
                </c:pt>
                <c:pt idx="3389">
                  <c:v>7.5309999999999997</c:v>
                </c:pt>
                <c:pt idx="3390">
                  <c:v>7.5289999999999999</c:v>
                </c:pt>
                <c:pt idx="3391">
                  <c:v>7.5279999999999996</c:v>
                </c:pt>
                <c:pt idx="3392">
                  <c:v>7.5309999999999997</c:v>
                </c:pt>
                <c:pt idx="3393">
                  <c:v>7.5339999999999998</c:v>
                </c:pt>
                <c:pt idx="3394">
                  <c:v>7.5350000000000001</c:v>
                </c:pt>
                <c:pt idx="3395">
                  <c:v>7.5359999999999996</c:v>
                </c:pt>
                <c:pt idx="3396">
                  <c:v>7.5369999999999999</c:v>
                </c:pt>
                <c:pt idx="3397">
                  <c:v>7.5350000000000001</c:v>
                </c:pt>
                <c:pt idx="3398">
                  <c:v>7.5339999999999998</c:v>
                </c:pt>
                <c:pt idx="3399">
                  <c:v>7.5359999999999996</c:v>
                </c:pt>
                <c:pt idx="3400">
                  <c:v>7.5359999999999996</c:v>
                </c:pt>
                <c:pt idx="3401">
                  <c:v>7.5380000000000003</c:v>
                </c:pt>
                <c:pt idx="3402">
                  <c:v>7.5410000000000004</c:v>
                </c:pt>
                <c:pt idx="3403">
                  <c:v>7.5410000000000004</c:v>
                </c:pt>
                <c:pt idx="3404">
                  <c:v>7.54</c:v>
                </c:pt>
                <c:pt idx="3405">
                  <c:v>7.5380000000000003</c:v>
                </c:pt>
                <c:pt idx="3406">
                  <c:v>7.5369999999999999</c:v>
                </c:pt>
                <c:pt idx="3407">
                  <c:v>7.5430000000000001</c:v>
                </c:pt>
                <c:pt idx="3408">
                  <c:v>7.5449999999999999</c:v>
                </c:pt>
                <c:pt idx="3409">
                  <c:v>7.5430000000000001</c:v>
                </c:pt>
                <c:pt idx="3410">
                  <c:v>7.5410000000000004</c:v>
                </c:pt>
                <c:pt idx="3411">
                  <c:v>7.5430000000000001</c:v>
                </c:pt>
                <c:pt idx="3412">
                  <c:v>7.5449999999999999</c:v>
                </c:pt>
                <c:pt idx="3413">
                  <c:v>7.5410000000000004</c:v>
                </c:pt>
                <c:pt idx="3414">
                  <c:v>7.5419999999999998</c:v>
                </c:pt>
                <c:pt idx="3415">
                  <c:v>7.5439999999999996</c:v>
                </c:pt>
                <c:pt idx="3416">
                  <c:v>7.548</c:v>
                </c:pt>
                <c:pt idx="3417">
                  <c:v>7.5519999999999996</c:v>
                </c:pt>
                <c:pt idx="3418">
                  <c:v>7.5529999999999999</c:v>
                </c:pt>
                <c:pt idx="3419">
                  <c:v>7.5439999999999996</c:v>
                </c:pt>
                <c:pt idx="3420">
                  <c:v>7.5469999999999997</c:v>
                </c:pt>
                <c:pt idx="3421">
                  <c:v>7.55</c:v>
                </c:pt>
                <c:pt idx="3422">
                  <c:v>7.5529999999999999</c:v>
                </c:pt>
                <c:pt idx="3423">
                  <c:v>7.5519999999999996</c:v>
                </c:pt>
                <c:pt idx="3424">
                  <c:v>7.5519999999999996</c:v>
                </c:pt>
                <c:pt idx="3425">
                  <c:v>7.5519999999999996</c:v>
                </c:pt>
                <c:pt idx="3426">
                  <c:v>7.5510000000000002</c:v>
                </c:pt>
                <c:pt idx="3427">
                  <c:v>7.55</c:v>
                </c:pt>
                <c:pt idx="3428">
                  <c:v>7.5510000000000002</c:v>
                </c:pt>
                <c:pt idx="3429">
                  <c:v>7.5510000000000002</c:v>
                </c:pt>
                <c:pt idx="3430">
                  <c:v>7.55</c:v>
                </c:pt>
                <c:pt idx="3431">
                  <c:v>7.55</c:v>
                </c:pt>
                <c:pt idx="3432">
                  <c:v>7.5510000000000002</c:v>
                </c:pt>
                <c:pt idx="3433">
                  <c:v>7.5519999999999996</c:v>
                </c:pt>
                <c:pt idx="3434">
                  <c:v>7.556</c:v>
                </c:pt>
                <c:pt idx="3435">
                  <c:v>7.5549999999999997</c:v>
                </c:pt>
                <c:pt idx="3436">
                  <c:v>7.5519999999999996</c:v>
                </c:pt>
                <c:pt idx="3437">
                  <c:v>7.5510000000000002</c:v>
                </c:pt>
                <c:pt idx="3438">
                  <c:v>7.55</c:v>
                </c:pt>
                <c:pt idx="3439">
                  <c:v>7.55</c:v>
                </c:pt>
                <c:pt idx="3440">
                  <c:v>7.5519999999999996</c:v>
                </c:pt>
                <c:pt idx="3441">
                  <c:v>7.5540000000000003</c:v>
                </c:pt>
                <c:pt idx="3442">
                  <c:v>7.5570000000000004</c:v>
                </c:pt>
                <c:pt idx="3443">
                  <c:v>7.5540000000000003</c:v>
                </c:pt>
                <c:pt idx="3444">
                  <c:v>7.5549999999999997</c:v>
                </c:pt>
                <c:pt idx="3445">
                  <c:v>7.5549999999999997</c:v>
                </c:pt>
                <c:pt idx="3446">
                  <c:v>7.5540000000000003</c:v>
                </c:pt>
                <c:pt idx="3447">
                  <c:v>7.5540000000000003</c:v>
                </c:pt>
                <c:pt idx="3448">
                  <c:v>7.556</c:v>
                </c:pt>
                <c:pt idx="3449">
                  <c:v>7.556</c:v>
                </c:pt>
                <c:pt idx="3450">
                  <c:v>7.556</c:v>
                </c:pt>
                <c:pt idx="3451">
                  <c:v>7.5540000000000003</c:v>
                </c:pt>
                <c:pt idx="3452">
                  <c:v>7.5529999999999999</c:v>
                </c:pt>
                <c:pt idx="3453">
                  <c:v>7.5529999999999999</c:v>
                </c:pt>
                <c:pt idx="3454">
                  <c:v>7.5540000000000003</c:v>
                </c:pt>
                <c:pt idx="3455">
                  <c:v>7.5570000000000004</c:v>
                </c:pt>
                <c:pt idx="3456">
                  <c:v>7.5579999999999998</c:v>
                </c:pt>
                <c:pt idx="3457">
                  <c:v>7.5579999999999998</c:v>
                </c:pt>
                <c:pt idx="3458">
                  <c:v>7.56</c:v>
                </c:pt>
                <c:pt idx="3459">
                  <c:v>7.5570000000000004</c:v>
                </c:pt>
                <c:pt idx="3460">
                  <c:v>7.556</c:v>
                </c:pt>
                <c:pt idx="3461">
                  <c:v>7.5570000000000004</c:v>
                </c:pt>
                <c:pt idx="3462">
                  <c:v>7.56</c:v>
                </c:pt>
                <c:pt idx="3463">
                  <c:v>7.5629999999999997</c:v>
                </c:pt>
                <c:pt idx="3464">
                  <c:v>7.5629999999999997</c:v>
                </c:pt>
                <c:pt idx="3465">
                  <c:v>7.56</c:v>
                </c:pt>
                <c:pt idx="3466">
                  <c:v>7.556</c:v>
                </c:pt>
                <c:pt idx="3467">
                  <c:v>7.56</c:v>
                </c:pt>
                <c:pt idx="3468">
                  <c:v>7.5609999999999999</c:v>
                </c:pt>
                <c:pt idx="3469">
                  <c:v>7.5629999999999997</c:v>
                </c:pt>
                <c:pt idx="3470">
                  <c:v>7.5629999999999997</c:v>
                </c:pt>
                <c:pt idx="3471">
                  <c:v>7.5609999999999999</c:v>
                </c:pt>
                <c:pt idx="3472">
                  <c:v>7.56</c:v>
                </c:pt>
                <c:pt idx="3473">
                  <c:v>7.5579999999999998</c:v>
                </c:pt>
                <c:pt idx="3474">
                  <c:v>7.5590000000000002</c:v>
                </c:pt>
                <c:pt idx="3475">
                  <c:v>7.5629999999999997</c:v>
                </c:pt>
                <c:pt idx="3476">
                  <c:v>7.5640000000000001</c:v>
                </c:pt>
                <c:pt idx="3477">
                  <c:v>7.5640000000000001</c:v>
                </c:pt>
                <c:pt idx="3478">
                  <c:v>7.5620000000000003</c:v>
                </c:pt>
                <c:pt idx="3479">
                  <c:v>7.56</c:v>
                </c:pt>
                <c:pt idx="3480">
                  <c:v>7.56</c:v>
                </c:pt>
                <c:pt idx="3481">
                  <c:v>7.5609999999999999</c:v>
                </c:pt>
                <c:pt idx="3482">
                  <c:v>7.5620000000000003</c:v>
                </c:pt>
                <c:pt idx="3483">
                  <c:v>7.5640000000000001</c:v>
                </c:pt>
                <c:pt idx="3484">
                  <c:v>7.5640000000000001</c:v>
                </c:pt>
                <c:pt idx="3485">
                  <c:v>7.5629999999999997</c:v>
                </c:pt>
                <c:pt idx="3486">
                  <c:v>7.5640000000000001</c:v>
                </c:pt>
                <c:pt idx="3487">
                  <c:v>7.5659999999999998</c:v>
                </c:pt>
                <c:pt idx="3488">
                  <c:v>7.5670000000000002</c:v>
                </c:pt>
                <c:pt idx="3489">
                  <c:v>7.5670000000000002</c:v>
                </c:pt>
                <c:pt idx="3490">
                  <c:v>7.5679999999999996</c:v>
                </c:pt>
                <c:pt idx="3491">
                  <c:v>7.5650000000000004</c:v>
                </c:pt>
                <c:pt idx="3492">
                  <c:v>7.5650000000000004</c:v>
                </c:pt>
                <c:pt idx="3493">
                  <c:v>7.5650000000000004</c:v>
                </c:pt>
                <c:pt idx="3494">
                  <c:v>7.5670000000000002</c:v>
                </c:pt>
                <c:pt idx="3495">
                  <c:v>7.5670000000000002</c:v>
                </c:pt>
                <c:pt idx="3496">
                  <c:v>7.5670000000000002</c:v>
                </c:pt>
                <c:pt idx="3497">
                  <c:v>7.5659999999999998</c:v>
                </c:pt>
                <c:pt idx="3498">
                  <c:v>7.5640000000000001</c:v>
                </c:pt>
                <c:pt idx="3499">
                  <c:v>7.5629999999999997</c:v>
                </c:pt>
                <c:pt idx="3500">
                  <c:v>7.5650000000000004</c:v>
                </c:pt>
                <c:pt idx="3501">
                  <c:v>7.569</c:v>
                </c:pt>
                <c:pt idx="3502">
                  <c:v>7.57</c:v>
                </c:pt>
                <c:pt idx="3503">
                  <c:v>7.569</c:v>
                </c:pt>
                <c:pt idx="3504">
                  <c:v>7.5670000000000002</c:v>
                </c:pt>
                <c:pt idx="3505">
                  <c:v>7.569</c:v>
                </c:pt>
                <c:pt idx="3506">
                  <c:v>7.57</c:v>
                </c:pt>
                <c:pt idx="3507">
                  <c:v>7.5720000000000001</c:v>
                </c:pt>
                <c:pt idx="3508">
                  <c:v>7.5759999999999996</c:v>
                </c:pt>
                <c:pt idx="3509">
                  <c:v>7.5739999999999998</c:v>
                </c:pt>
                <c:pt idx="3510">
                  <c:v>7.5730000000000004</c:v>
                </c:pt>
                <c:pt idx="3511">
                  <c:v>7.5739999999999998</c:v>
                </c:pt>
                <c:pt idx="3512">
                  <c:v>7.5709999999999997</c:v>
                </c:pt>
                <c:pt idx="3513">
                  <c:v>7.569</c:v>
                </c:pt>
                <c:pt idx="3514">
                  <c:v>7.5709999999999997</c:v>
                </c:pt>
                <c:pt idx="3515">
                  <c:v>7.5720000000000001</c:v>
                </c:pt>
                <c:pt idx="3516">
                  <c:v>7.5739999999999998</c:v>
                </c:pt>
                <c:pt idx="3517">
                  <c:v>7.5739999999999998</c:v>
                </c:pt>
                <c:pt idx="3518">
                  <c:v>7.5720000000000001</c:v>
                </c:pt>
                <c:pt idx="3519">
                  <c:v>7.57</c:v>
                </c:pt>
                <c:pt idx="3520">
                  <c:v>7.5730000000000004</c:v>
                </c:pt>
                <c:pt idx="3521">
                  <c:v>7.5730000000000004</c:v>
                </c:pt>
                <c:pt idx="3522">
                  <c:v>7.5720000000000001</c:v>
                </c:pt>
                <c:pt idx="3523">
                  <c:v>7.5730000000000004</c:v>
                </c:pt>
                <c:pt idx="3524">
                  <c:v>7.5739999999999998</c:v>
                </c:pt>
                <c:pt idx="3525">
                  <c:v>7.5720000000000001</c:v>
                </c:pt>
                <c:pt idx="3526">
                  <c:v>7.5709999999999997</c:v>
                </c:pt>
                <c:pt idx="3527">
                  <c:v>7.5709999999999997</c:v>
                </c:pt>
                <c:pt idx="3528">
                  <c:v>7.5750000000000002</c:v>
                </c:pt>
                <c:pt idx="3529">
                  <c:v>7.5780000000000003</c:v>
                </c:pt>
                <c:pt idx="3530">
                  <c:v>7.5759999999999996</c:v>
                </c:pt>
                <c:pt idx="3531">
                  <c:v>7.5750000000000002</c:v>
                </c:pt>
                <c:pt idx="3532">
                  <c:v>7.5739999999999998</c:v>
                </c:pt>
                <c:pt idx="3533">
                  <c:v>7.5709999999999997</c:v>
                </c:pt>
                <c:pt idx="3534">
                  <c:v>7.5709999999999997</c:v>
                </c:pt>
                <c:pt idx="3535">
                  <c:v>7.5730000000000004</c:v>
                </c:pt>
                <c:pt idx="3536">
                  <c:v>7.5780000000000003</c:v>
                </c:pt>
                <c:pt idx="3537">
                  <c:v>7.577</c:v>
                </c:pt>
                <c:pt idx="3538">
                  <c:v>7.5759999999999996</c:v>
                </c:pt>
                <c:pt idx="3539">
                  <c:v>7.5739999999999998</c:v>
                </c:pt>
                <c:pt idx="3540">
                  <c:v>7.5739999999999998</c:v>
                </c:pt>
                <c:pt idx="3541">
                  <c:v>7.5759999999999996</c:v>
                </c:pt>
                <c:pt idx="3542">
                  <c:v>7.5789999999999997</c:v>
                </c:pt>
                <c:pt idx="3543">
                  <c:v>7.5810000000000004</c:v>
                </c:pt>
                <c:pt idx="3544">
                  <c:v>7.5819999999999999</c:v>
                </c:pt>
                <c:pt idx="3545">
                  <c:v>7.577</c:v>
                </c:pt>
                <c:pt idx="3546">
                  <c:v>7.5759999999999996</c:v>
                </c:pt>
                <c:pt idx="3547">
                  <c:v>7.577</c:v>
                </c:pt>
                <c:pt idx="3548">
                  <c:v>7.5810000000000004</c:v>
                </c:pt>
                <c:pt idx="3549">
                  <c:v>7.5810000000000004</c:v>
                </c:pt>
                <c:pt idx="3550">
                  <c:v>7.58</c:v>
                </c:pt>
                <c:pt idx="3551">
                  <c:v>7.577</c:v>
                </c:pt>
                <c:pt idx="3552">
                  <c:v>7.5739999999999998</c:v>
                </c:pt>
                <c:pt idx="3553">
                  <c:v>7.5780000000000003</c:v>
                </c:pt>
                <c:pt idx="3554">
                  <c:v>7.5810000000000004</c:v>
                </c:pt>
                <c:pt idx="3555">
                  <c:v>7.5830000000000002</c:v>
                </c:pt>
                <c:pt idx="3556">
                  <c:v>7.5819999999999999</c:v>
                </c:pt>
                <c:pt idx="3557">
                  <c:v>7.5789999999999997</c:v>
                </c:pt>
                <c:pt idx="3558">
                  <c:v>7.5780000000000003</c:v>
                </c:pt>
                <c:pt idx="3559">
                  <c:v>7.5789999999999997</c:v>
                </c:pt>
                <c:pt idx="3560">
                  <c:v>7.5819999999999999</c:v>
                </c:pt>
                <c:pt idx="3561">
                  <c:v>7.5830000000000002</c:v>
                </c:pt>
                <c:pt idx="3562">
                  <c:v>7.5830000000000002</c:v>
                </c:pt>
                <c:pt idx="3563">
                  <c:v>7.5810000000000004</c:v>
                </c:pt>
                <c:pt idx="3564">
                  <c:v>7.577</c:v>
                </c:pt>
                <c:pt idx="3565">
                  <c:v>7.577</c:v>
                </c:pt>
                <c:pt idx="3566">
                  <c:v>7.5780000000000003</c:v>
                </c:pt>
                <c:pt idx="3567">
                  <c:v>7.58</c:v>
                </c:pt>
                <c:pt idx="3568">
                  <c:v>7.5860000000000003</c:v>
                </c:pt>
                <c:pt idx="3569">
                  <c:v>7.593</c:v>
                </c:pt>
                <c:pt idx="3570">
                  <c:v>7.593</c:v>
                </c:pt>
                <c:pt idx="3571">
                  <c:v>7.5880000000000001</c:v>
                </c:pt>
                <c:pt idx="3572">
                  <c:v>7.5830000000000002</c:v>
                </c:pt>
                <c:pt idx="3573">
                  <c:v>7.5830000000000002</c:v>
                </c:pt>
                <c:pt idx="3574">
                  <c:v>7.585</c:v>
                </c:pt>
                <c:pt idx="3575">
                  <c:v>7.5839999999999996</c:v>
                </c:pt>
                <c:pt idx="3576">
                  <c:v>7.5830000000000002</c:v>
                </c:pt>
                <c:pt idx="3577">
                  <c:v>7.5860000000000003</c:v>
                </c:pt>
                <c:pt idx="3578">
                  <c:v>7.585</c:v>
                </c:pt>
                <c:pt idx="3579">
                  <c:v>7.5819999999999999</c:v>
                </c:pt>
                <c:pt idx="3580">
                  <c:v>7.5839999999999996</c:v>
                </c:pt>
                <c:pt idx="3581">
                  <c:v>7.5880000000000001</c:v>
                </c:pt>
                <c:pt idx="3582">
                  <c:v>7.5890000000000004</c:v>
                </c:pt>
                <c:pt idx="3583">
                  <c:v>7.5869999999999997</c:v>
                </c:pt>
                <c:pt idx="3584">
                  <c:v>7.5860000000000003</c:v>
                </c:pt>
                <c:pt idx="3585">
                  <c:v>7.5839999999999996</c:v>
                </c:pt>
                <c:pt idx="3586">
                  <c:v>7.5839999999999996</c:v>
                </c:pt>
                <c:pt idx="3587">
                  <c:v>7.5839999999999996</c:v>
                </c:pt>
                <c:pt idx="3588">
                  <c:v>7.5869999999999997</c:v>
                </c:pt>
                <c:pt idx="3589">
                  <c:v>7.5890000000000004</c:v>
                </c:pt>
                <c:pt idx="3590">
                  <c:v>7.5880000000000001</c:v>
                </c:pt>
                <c:pt idx="3591">
                  <c:v>7.5860000000000003</c:v>
                </c:pt>
                <c:pt idx="3592">
                  <c:v>7.5860000000000003</c:v>
                </c:pt>
                <c:pt idx="3593">
                  <c:v>7.5869999999999997</c:v>
                </c:pt>
                <c:pt idx="3594">
                  <c:v>7.5880000000000001</c:v>
                </c:pt>
                <c:pt idx="3595">
                  <c:v>7.5890000000000004</c:v>
                </c:pt>
                <c:pt idx="3596">
                  <c:v>7.5890000000000004</c:v>
                </c:pt>
                <c:pt idx="3597">
                  <c:v>7.5890000000000004</c:v>
                </c:pt>
                <c:pt idx="3598">
                  <c:v>7.5869999999999997</c:v>
                </c:pt>
                <c:pt idx="3599">
                  <c:v>7.5860000000000003</c:v>
                </c:pt>
                <c:pt idx="3600">
                  <c:v>7.5890000000000004</c:v>
                </c:pt>
                <c:pt idx="3601">
                  <c:v>7.59</c:v>
                </c:pt>
                <c:pt idx="3602">
                  <c:v>7.59</c:v>
                </c:pt>
                <c:pt idx="3603">
                  <c:v>7.5890000000000004</c:v>
                </c:pt>
                <c:pt idx="3604">
                  <c:v>7.5880000000000001</c:v>
                </c:pt>
                <c:pt idx="3605">
                  <c:v>7.5869999999999997</c:v>
                </c:pt>
                <c:pt idx="3606">
                  <c:v>7.5890000000000004</c:v>
                </c:pt>
                <c:pt idx="3607">
                  <c:v>7.5919999999999996</c:v>
                </c:pt>
                <c:pt idx="3608">
                  <c:v>7.5949999999999998</c:v>
                </c:pt>
                <c:pt idx="3609">
                  <c:v>7.5940000000000003</c:v>
                </c:pt>
                <c:pt idx="3610">
                  <c:v>7.593</c:v>
                </c:pt>
                <c:pt idx="3611">
                  <c:v>7.593</c:v>
                </c:pt>
                <c:pt idx="3612">
                  <c:v>7.5919999999999996</c:v>
                </c:pt>
                <c:pt idx="3613">
                  <c:v>7.5919999999999996</c:v>
                </c:pt>
                <c:pt idx="3614">
                  <c:v>7.593</c:v>
                </c:pt>
                <c:pt idx="3615">
                  <c:v>7.593</c:v>
                </c:pt>
                <c:pt idx="3616">
                  <c:v>7.5919999999999996</c:v>
                </c:pt>
                <c:pt idx="3617">
                  <c:v>7.5919999999999996</c:v>
                </c:pt>
                <c:pt idx="3618">
                  <c:v>7.5910000000000002</c:v>
                </c:pt>
                <c:pt idx="3619">
                  <c:v>7.5919999999999996</c:v>
                </c:pt>
                <c:pt idx="3620">
                  <c:v>7.5940000000000003</c:v>
                </c:pt>
                <c:pt idx="3621">
                  <c:v>7.5940000000000003</c:v>
                </c:pt>
                <c:pt idx="3622">
                  <c:v>7.593</c:v>
                </c:pt>
                <c:pt idx="3623">
                  <c:v>7.5919999999999996</c:v>
                </c:pt>
                <c:pt idx="3624">
                  <c:v>7.5910000000000002</c:v>
                </c:pt>
                <c:pt idx="3625">
                  <c:v>7.5919999999999996</c:v>
                </c:pt>
                <c:pt idx="3626">
                  <c:v>7.593</c:v>
                </c:pt>
                <c:pt idx="3627">
                  <c:v>7.5960000000000001</c:v>
                </c:pt>
                <c:pt idx="3628">
                  <c:v>7.5960000000000001</c:v>
                </c:pt>
                <c:pt idx="3629">
                  <c:v>7.5960000000000001</c:v>
                </c:pt>
                <c:pt idx="3630">
                  <c:v>7.5940000000000003</c:v>
                </c:pt>
                <c:pt idx="3631">
                  <c:v>7.5940000000000003</c:v>
                </c:pt>
                <c:pt idx="3632">
                  <c:v>7.5940000000000003</c:v>
                </c:pt>
                <c:pt idx="3633">
                  <c:v>7.5949999999999998</c:v>
                </c:pt>
                <c:pt idx="3634">
                  <c:v>7.5960000000000001</c:v>
                </c:pt>
                <c:pt idx="3635">
                  <c:v>7.5990000000000002</c:v>
                </c:pt>
                <c:pt idx="3636">
                  <c:v>7.6</c:v>
                </c:pt>
                <c:pt idx="3637">
                  <c:v>7.5970000000000004</c:v>
                </c:pt>
                <c:pt idx="3638">
                  <c:v>7.5960000000000001</c:v>
                </c:pt>
                <c:pt idx="3639">
                  <c:v>7.601</c:v>
                </c:pt>
                <c:pt idx="3640">
                  <c:v>7.6</c:v>
                </c:pt>
                <c:pt idx="3641">
                  <c:v>7.5979999999999999</c:v>
                </c:pt>
                <c:pt idx="3642">
                  <c:v>7.5979999999999999</c:v>
                </c:pt>
                <c:pt idx="3643">
                  <c:v>7.6</c:v>
                </c:pt>
                <c:pt idx="3644">
                  <c:v>7.6</c:v>
                </c:pt>
                <c:pt idx="3645">
                  <c:v>7.5979999999999999</c:v>
                </c:pt>
                <c:pt idx="3646">
                  <c:v>7.5979999999999999</c:v>
                </c:pt>
                <c:pt idx="3647">
                  <c:v>7.601</c:v>
                </c:pt>
                <c:pt idx="3648">
                  <c:v>7.601</c:v>
                </c:pt>
                <c:pt idx="3649">
                  <c:v>7.6</c:v>
                </c:pt>
                <c:pt idx="3650">
                  <c:v>7.5990000000000002</c:v>
                </c:pt>
                <c:pt idx="3651">
                  <c:v>7.6</c:v>
                </c:pt>
                <c:pt idx="3652">
                  <c:v>7.601</c:v>
                </c:pt>
                <c:pt idx="3653">
                  <c:v>7.601</c:v>
                </c:pt>
                <c:pt idx="3654">
                  <c:v>7.6029999999999998</c:v>
                </c:pt>
                <c:pt idx="3655">
                  <c:v>7.6020000000000003</c:v>
                </c:pt>
                <c:pt idx="3656">
                  <c:v>7.601</c:v>
                </c:pt>
                <c:pt idx="3657">
                  <c:v>7.6</c:v>
                </c:pt>
                <c:pt idx="3658">
                  <c:v>7.6</c:v>
                </c:pt>
                <c:pt idx="3659">
                  <c:v>7.601</c:v>
                </c:pt>
                <c:pt idx="3660">
                  <c:v>7.6020000000000003</c:v>
                </c:pt>
                <c:pt idx="3661">
                  <c:v>7.601</c:v>
                </c:pt>
                <c:pt idx="3662">
                  <c:v>7.601</c:v>
                </c:pt>
                <c:pt idx="3663">
                  <c:v>7.601</c:v>
                </c:pt>
                <c:pt idx="3664">
                  <c:v>7.601</c:v>
                </c:pt>
                <c:pt idx="3665">
                  <c:v>7.601</c:v>
                </c:pt>
                <c:pt idx="3666">
                  <c:v>7.6020000000000003</c:v>
                </c:pt>
                <c:pt idx="3667">
                  <c:v>7.6029999999999998</c:v>
                </c:pt>
                <c:pt idx="3668">
                  <c:v>7.6040000000000001</c:v>
                </c:pt>
                <c:pt idx="3669">
                  <c:v>7.6029999999999998</c:v>
                </c:pt>
                <c:pt idx="3670">
                  <c:v>7.6029999999999998</c:v>
                </c:pt>
                <c:pt idx="3671">
                  <c:v>7.6020000000000003</c:v>
                </c:pt>
                <c:pt idx="3672">
                  <c:v>7.6020000000000003</c:v>
                </c:pt>
                <c:pt idx="3673">
                  <c:v>7.6029999999999998</c:v>
                </c:pt>
                <c:pt idx="3674">
                  <c:v>7.6050000000000004</c:v>
                </c:pt>
                <c:pt idx="3675">
                  <c:v>7.6059999999999999</c:v>
                </c:pt>
                <c:pt idx="3676">
                  <c:v>7.6040000000000001</c:v>
                </c:pt>
                <c:pt idx="3677">
                  <c:v>7.6020000000000003</c:v>
                </c:pt>
                <c:pt idx="3678">
                  <c:v>7.6020000000000003</c:v>
                </c:pt>
                <c:pt idx="3679">
                  <c:v>7.6029999999999998</c:v>
                </c:pt>
                <c:pt idx="3680">
                  <c:v>7.6040000000000001</c:v>
                </c:pt>
                <c:pt idx="3681">
                  <c:v>7.6040000000000001</c:v>
                </c:pt>
                <c:pt idx="3682">
                  <c:v>7.6029999999999998</c:v>
                </c:pt>
                <c:pt idx="3683">
                  <c:v>7.6029999999999998</c:v>
                </c:pt>
                <c:pt idx="3684">
                  <c:v>7.6040000000000001</c:v>
                </c:pt>
                <c:pt idx="3685">
                  <c:v>7.6050000000000004</c:v>
                </c:pt>
                <c:pt idx="3686">
                  <c:v>7.6059999999999999</c:v>
                </c:pt>
                <c:pt idx="3687">
                  <c:v>7.6059999999999999</c:v>
                </c:pt>
                <c:pt idx="3688">
                  <c:v>7.6059999999999999</c:v>
                </c:pt>
                <c:pt idx="3689">
                  <c:v>7.6059999999999999</c:v>
                </c:pt>
                <c:pt idx="3690">
                  <c:v>7.6050000000000004</c:v>
                </c:pt>
                <c:pt idx="3691">
                  <c:v>7.6050000000000004</c:v>
                </c:pt>
                <c:pt idx="3692">
                  <c:v>7.6059999999999999</c:v>
                </c:pt>
                <c:pt idx="3693">
                  <c:v>7.6059999999999999</c:v>
                </c:pt>
                <c:pt idx="3694">
                  <c:v>7.6059999999999999</c:v>
                </c:pt>
                <c:pt idx="3695">
                  <c:v>7.6059999999999999</c:v>
                </c:pt>
                <c:pt idx="3696">
                  <c:v>7.6050000000000004</c:v>
                </c:pt>
                <c:pt idx="3697">
                  <c:v>7.6070000000000002</c:v>
                </c:pt>
                <c:pt idx="3698">
                  <c:v>7.6120000000000001</c:v>
                </c:pt>
                <c:pt idx="3699">
                  <c:v>7.6139999999999999</c:v>
                </c:pt>
                <c:pt idx="3700">
                  <c:v>7.6109999999999998</c:v>
                </c:pt>
                <c:pt idx="3701">
                  <c:v>7.6109999999999998</c:v>
                </c:pt>
                <c:pt idx="3702">
                  <c:v>7.6079999999999997</c:v>
                </c:pt>
                <c:pt idx="3703">
                  <c:v>7.6070000000000002</c:v>
                </c:pt>
                <c:pt idx="3704">
                  <c:v>7.6059999999999999</c:v>
                </c:pt>
                <c:pt idx="3705">
                  <c:v>7.6070000000000002</c:v>
                </c:pt>
                <c:pt idx="3706">
                  <c:v>7.61</c:v>
                </c:pt>
                <c:pt idx="3707">
                  <c:v>7.6120000000000001</c:v>
                </c:pt>
                <c:pt idx="3708">
                  <c:v>7.617</c:v>
                </c:pt>
                <c:pt idx="3709">
                  <c:v>7.6130000000000004</c:v>
                </c:pt>
                <c:pt idx="3710">
                  <c:v>7.6079999999999997</c:v>
                </c:pt>
                <c:pt idx="3711">
                  <c:v>7.6070000000000002</c:v>
                </c:pt>
                <c:pt idx="3712">
                  <c:v>7.6079999999999997</c:v>
                </c:pt>
                <c:pt idx="3713">
                  <c:v>7.6109999999999998</c:v>
                </c:pt>
                <c:pt idx="3714">
                  <c:v>7.61</c:v>
                </c:pt>
                <c:pt idx="3715">
                  <c:v>7.6079999999999997</c:v>
                </c:pt>
                <c:pt idx="3716">
                  <c:v>7.6079999999999997</c:v>
                </c:pt>
                <c:pt idx="3717">
                  <c:v>7.609</c:v>
                </c:pt>
                <c:pt idx="3718">
                  <c:v>7.609</c:v>
                </c:pt>
                <c:pt idx="3719">
                  <c:v>7.6109999999999998</c:v>
                </c:pt>
                <c:pt idx="3720">
                  <c:v>7.6139999999999999</c:v>
                </c:pt>
                <c:pt idx="3721">
                  <c:v>7.6130000000000004</c:v>
                </c:pt>
                <c:pt idx="3722">
                  <c:v>7.6130000000000004</c:v>
                </c:pt>
                <c:pt idx="3723">
                  <c:v>7.6120000000000001</c:v>
                </c:pt>
                <c:pt idx="3724">
                  <c:v>7.61</c:v>
                </c:pt>
                <c:pt idx="3725">
                  <c:v>7.6120000000000001</c:v>
                </c:pt>
                <c:pt idx="3726">
                  <c:v>7.6120000000000001</c:v>
                </c:pt>
                <c:pt idx="3727">
                  <c:v>7.6120000000000001</c:v>
                </c:pt>
                <c:pt idx="3728">
                  <c:v>7.6120000000000001</c:v>
                </c:pt>
                <c:pt idx="3729">
                  <c:v>7.6130000000000004</c:v>
                </c:pt>
                <c:pt idx="3730">
                  <c:v>7.6139999999999999</c:v>
                </c:pt>
                <c:pt idx="3731">
                  <c:v>7.6130000000000004</c:v>
                </c:pt>
                <c:pt idx="3732">
                  <c:v>7.6150000000000002</c:v>
                </c:pt>
                <c:pt idx="3733">
                  <c:v>7.6139999999999999</c:v>
                </c:pt>
                <c:pt idx="3734">
                  <c:v>7.6159999999999997</c:v>
                </c:pt>
                <c:pt idx="3735">
                  <c:v>7.6180000000000003</c:v>
                </c:pt>
                <c:pt idx="3736">
                  <c:v>7.617</c:v>
                </c:pt>
                <c:pt idx="3737">
                  <c:v>7.6150000000000002</c:v>
                </c:pt>
                <c:pt idx="3738">
                  <c:v>7.6150000000000002</c:v>
                </c:pt>
                <c:pt idx="3739">
                  <c:v>7.6139999999999999</c:v>
                </c:pt>
                <c:pt idx="3740">
                  <c:v>7.6239999999999997</c:v>
                </c:pt>
                <c:pt idx="3741">
                  <c:v>7.6260000000000003</c:v>
                </c:pt>
                <c:pt idx="3742">
                  <c:v>7.6210000000000004</c:v>
                </c:pt>
                <c:pt idx="3743">
                  <c:v>7.6159999999999997</c:v>
                </c:pt>
                <c:pt idx="3744">
                  <c:v>7.6210000000000004</c:v>
                </c:pt>
                <c:pt idx="3745">
                  <c:v>7.6219999999999999</c:v>
                </c:pt>
                <c:pt idx="3746">
                  <c:v>7.6210000000000004</c:v>
                </c:pt>
                <c:pt idx="3747">
                  <c:v>7.6180000000000003</c:v>
                </c:pt>
                <c:pt idx="3748">
                  <c:v>7.6159999999999997</c:v>
                </c:pt>
                <c:pt idx="3749">
                  <c:v>7.6130000000000004</c:v>
                </c:pt>
                <c:pt idx="3750">
                  <c:v>7.6130000000000004</c:v>
                </c:pt>
                <c:pt idx="3751">
                  <c:v>7.6139999999999999</c:v>
                </c:pt>
                <c:pt idx="3752">
                  <c:v>7.6150000000000002</c:v>
                </c:pt>
                <c:pt idx="3753">
                  <c:v>7.6159999999999997</c:v>
                </c:pt>
                <c:pt idx="3754">
                  <c:v>7.6159999999999997</c:v>
                </c:pt>
                <c:pt idx="3755">
                  <c:v>7.617</c:v>
                </c:pt>
                <c:pt idx="3756">
                  <c:v>7.6150000000000002</c:v>
                </c:pt>
                <c:pt idx="3757">
                  <c:v>7.6130000000000004</c:v>
                </c:pt>
                <c:pt idx="3758">
                  <c:v>7.6139999999999999</c:v>
                </c:pt>
                <c:pt idx="3759">
                  <c:v>7.6159999999999997</c:v>
                </c:pt>
                <c:pt idx="3760">
                  <c:v>7.617</c:v>
                </c:pt>
                <c:pt idx="3761">
                  <c:v>7.617</c:v>
                </c:pt>
                <c:pt idx="3762">
                  <c:v>7.6159999999999997</c:v>
                </c:pt>
                <c:pt idx="3763">
                  <c:v>7.6150000000000002</c:v>
                </c:pt>
                <c:pt idx="3764">
                  <c:v>7.6139999999999999</c:v>
                </c:pt>
                <c:pt idx="3765">
                  <c:v>7.6120000000000001</c:v>
                </c:pt>
                <c:pt idx="3766">
                  <c:v>7.6109999999999998</c:v>
                </c:pt>
                <c:pt idx="3767">
                  <c:v>7.6109999999999998</c:v>
                </c:pt>
                <c:pt idx="3768">
                  <c:v>7.6139999999999999</c:v>
                </c:pt>
                <c:pt idx="3769">
                  <c:v>7.6130000000000004</c:v>
                </c:pt>
                <c:pt idx="3770">
                  <c:v>7.6120000000000001</c:v>
                </c:pt>
                <c:pt idx="3771">
                  <c:v>7.6109999999999998</c:v>
                </c:pt>
                <c:pt idx="3772">
                  <c:v>7.6079999999999997</c:v>
                </c:pt>
                <c:pt idx="3773">
                  <c:v>7.609</c:v>
                </c:pt>
                <c:pt idx="3774">
                  <c:v>7.6120000000000001</c:v>
                </c:pt>
                <c:pt idx="3775">
                  <c:v>7.6130000000000004</c:v>
                </c:pt>
                <c:pt idx="3776">
                  <c:v>7.6130000000000004</c:v>
                </c:pt>
                <c:pt idx="3777">
                  <c:v>7.609</c:v>
                </c:pt>
                <c:pt idx="3778">
                  <c:v>7.6050000000000004</c:v>
                </c:pt>
                <c:pt idx="3779">
                  <c:v>7.6059999999999999</c:v>
                </c:pt>
                <c:pt idx="3780">
                  <c:v>7.609</c:v>
                </c:pt>
                <c:pt idx="3781">
                  <c:v>7.609</c:v>
                </c:pt>
                <c:pt idx="3782">
                  <c:v>7.609</c:v>
                </c:pt>
                <c:pt idx="3783">
                  <c:v>7.609</c:v>
                </c:pt>
                <c:pt idx="3784">
                  <c:v>7.6059999999999999</c:v>
                </c:pt>
                <c:pt idx="3785">
                  <c:v>7.6029999999999998</c:v>
                </c:pt>
                <c:pt idx="3786">
                  <c:v>7.6040000000000001</c:v>
                </c:pt>
                <c:pt idx="3787">
                  <c:v>7.6029999999999998</c:v>
                </c:pt>
                <c:pt idx="3788">
                  <c:v>7.6040000000000001</c:v>
                </c:pt>
                <c:pt idx="3789">
                  <c:v>7.6029999999999998</c:v>
                </c:pt>
                <c:pt idx="3790">
                  <c:v>7.6020000000000003</c:v>
                </c:pt>
                <c:pt idx="3791">
                  <c:v>7.601</c:v>
                </c:pt>
                <c:pt idx="3792">
                  <c:v>7.6</c:v>
                </c:pt>
                <c:pt idx="3793">
                  <c:v>7.5990000000000002</c:v>
                </c:pt>
                <c:pt idx="3794">
                  <c:v>7.5979999999999999</c:v>
                </c:pt>
                <c:pt idx="3795">
                  <c:v>7.5990000000000002</c:v>
                </c:pt>
                <c:pt idx="3796">
                  <c:v>7.6</c:v>
                </c:pt>
                <c:pt idx="3797">
                  <c:v>7.601</c:v>
                </c:pt>
                <c:pt idx="3798">
                  <c:v>7.6</c:v>
                </c:pt>
                <c:pt idx="3799">
                  <c:v>7.5990000000000002</c:v>
                </c:pt>
                <c:pt idx="3800">
                  <c:v>7.5970000000000004</c:v>
                </c:pt>
                <c:pt idx="3801">
                  <c:v>7.5990000000000002</c:v>
                </c:pt>
                <c:pt idx="3802">
                  <c:v>7.5979999999999999</c:v>
                </c:pt>
                <c:pt idx="3803">
                  <c:v>7.5979999999999999</c:v>
                </c:pt>
                <c:pt idx="3804">
                  <c:v>7.5970000000000004</c:v>
                </c:pt>
                <c:pt idx="3805">
                  <c:v>7.5970000000000004</c:v>
                </c:pt>
                <c:pt idx="3806">
                  <c:v>7.5970000000000004</c:v>
                </c:pt>
                <c:pt idx="3807">
                  <c:v>7.5970000000000004</c:v>
                </c:pt>
                <c:pt idx="3808">
                  <c:v>7.593</c:v>
                </c:pt>
                <c:pt idx="3809">
                  <c:v>7.5919999999999996</c:v>
                </c:pt>
                <c:pt idx="3810">
                  <c:v>7.5919999999999996</c:v>
                </c:pt>
                <c:pt idx="3811">
                  <c:v>7.5919999999999996</c:v>
                </c:pt>
                <c:pt idx="3812">
                  <c:v>7.593</c:v>
                </c:pt>
                <c:pt idx="3813">
                  <c:v>7.5910000000000002</c:v>
                </c:pt>
                <c:pt idx="3814">
                  <c:v>7.59</c:v>
                </c:pt>
                <c:pt idx="3815">
                  <c:v>7.593</c:v>
                </c:pt>
                <c:pt idx="3816">
                  <c:v>7.5919999999999996</c:v>
                </c:pt>
                <c:pt idx="3817">
                  <c:v>7.5890000000000004</c:v>
                </c:pt>
                <c:pt idx="3818">
                  <c:v>7.5869999999999997</c:v>
                </c:pt>
                <c:pt idx="3819">
                  <c:v>7.585</c:v>
                </c:pt>
                <c:pt idx="3820">
                  <c:v>7.5860000000000003</c:v>
                </c:pt>
                <c:pt idx="3821">
                  <c:v>7.5890000000000004</c:v>
                </c:pt>
                <c:pt idx="3822">
                  <c:v>7.59</c:v>
                </c:pt>
                <c:pt idx="3823">
                  <c:v>7.5880000000000001</c:v>
                </c:pt>
                <c:pt idx="3824">
                  <c:v>7.5839999999999996</c:v>
                </c:pt>
                <c:pt idx="3825">
                  <c:v>7.5819999999999999</c:v>
                </c:pt>
                <c:pt idx="3826">
                  <c:v>7.5830000000000002</c:v>
                </c:pt>
                <c:pt idx="3827">
                  <c:v>7.585</c:v>
                </c:pt>
                <c:pt idx="3828">
                  <c:v>7.5860000000000003</c:v>
                </c:pt>
                <c:pt idx="3829">
                  <c:v>7.585</c:v>
                </c:pt>
                <c:pt idx="3830">
                  <c:v>7.5830000000000002</c:v>
                </c:pt>
                <c:pt idx="3831">
                  <c:v>7.5789999999999997</c:v>
                </c:pt>
                <c:pt idx="3832">
                  <c:v>7.5789999999999997</c:v>
                </c:pt>
                <c:pt idx="3833">
                  <c:v>7.58</c:v>
                </c:pt>
                <c:pt idx="3834">
                  <c:v>7.58</c:v>
                </c:pt>
                <c:pt idx="3835">
                  <c:v>7.5789999999999997</c:v>
                </c:pt>
                <c:pt idx="3836">
                  <c:v>7.5759999999999996</c:v>
                </c:pt>
                <c:pt idx="3837">
                  <c:v>7.5759999999999996</c:v>
                </c:pt>
                <c:pt idx="3838">
                  <c:v>7.577</c:v>
                </c:pt>
                <c:pt idx="3839">
                  <c:v>7.5789999999999997</c:v>
                </c:pt>
                <c:pt idx="3840">
                  <c:v>7.5810000000000004</c:v>
                </c:pt>
                <c:pt idx="3841">
                  <c:v>7.5810000000000004</c:v>
                </c:pt>
                <c:pt idx="3842">
                  <c:v>7.5780000000000003</c:v>
                </c:pt>
                <c:pt idx="3843">
                  <c:v>7.577</c:v>
                </c:pt>
                <c:pt idx="3844">
                  <c:v>7.5780000000000003</c:v>
                </c:pt>
                <c:pt idx="3845">
                  <c:v>7.577</c:v>
                </c:pt>
                <c:pt idx="3846">
                  <c:v>7.5750000000000002</c:v>
                </c:pt>
                <c:pt idx="3847">
                  <c:v>7.5739999999999998</c:v>
                </c:pt>
                <c:pt idx="3848">
                  <c:v>7.5759999999999996</c:v>
                </c:pt>
                <c:pt idx="3849">
                  <c:v>7.5759999999999996</c:v>
                </c:pt>
                <c:pt idx="3850">
                  <c:v>7.5750000000000002</c:v>
                </c:pt>
                <c:pt idx="3851">
                  <c:v>7.5750000000000002</c:v>
                </c:pt>
                <c:pt idx="3852">
                  <c:v>7.5720000000000001</c:v>
                </c:pt>
                <c:pt idx="3853">
                  <c:v>7.57</c:v>
                </c:pt>
                <c:pt idx="3854">
                  <c:v>7.569</c:v>
                </c:pt>
                <c:pt idx="3855">
                  <c:v>7.5709999999999997</c:v>
                </c:pt>
                <c:pt idx="3856">
                  <c:v>7.5730000000000004</c:v>
                </c:pt>
                <c:pt idx="3857">
                  <c:v>7.5720000000000001</c:v>
                </c:pt>
                <c:pt idx="3858">
                  <c:v>7.5730000000000004</c:v>
                </c:pt>
                <c:pt idx="3859">
                  <c:v>7.5730000000000004</c:v>
                </c:pt>
                <c:pt idx="3860">
                  <c:v>7.57</c:v>
                </c:pt>
                <c:pt idx="3861">
                  <c:v>7.5670000000000002</c:v>
                </c:pt>
                <c:pt idx="3862">
                  <c:v>7.5679999999999996</c:v>
                </c:pt>
                <c:pt idx="3863">
                  <c:v>7.5679999999999996</c:v>
                </c:pt>
                <c:pt idx="3864">
                  <c:v>7.5659999999999998</c:v>
                </c:pt>
                <c:pt idx="3865">
                  <c:v>7.5629999999999997</c:v>
                </c:pt>
                <c:pt idx="3866">
                  <c:v>7.5620000000000003</c:v>
                </c:pt>
                <c:pt idx="3867">
                  <c:v>7.5640000000000001</c:v>
                </c:pt>
                <c:pt idx="3868">
                  <c:v>7.5640000000000001</c:v>
                </c:pt>
                <c:pt idx="3869">
                  <c:v>7.5629999999999997</c:v>
                </c:pt>
                <c:pt idx="3870">
                  <c:v>7.5609999999999999</c:v>
                </c:pt>
                <c:pt idx="3871">
                  <c:v>7.5570000000000004</c:v>
                </c:pt>
                <c:pt idx="3872">
                  <c:v>7.5549999999999997</c:v>
                </c:pt>
                <c:pt idx="3873">
                  <c:v>7.556</c:v>
                </c:pt>
                <c:pt idx="3874">
                  <c:v>7.5590000000000002</c:v>
                </c:pt>
                <c:pt idx="3875">
                  <c:v>7.5590000000000002</c:v>
                </c:pt>
                <c:pt idx="3876">
                  <c:v>7.5579999999999998</c:v>
                </c:pt>
                <c:pt idx="3877">
                  <c:v>7.5579999999999998</c:v>
                </c:pt>
                <c:pt idx="3878">
                  <c:v>7.556</c:v>
                </c:pt>
                <c:pt idx="3879">
                  <c:v>7.5540000000000003</c:v>
                </c:pt>
                <c:pt idx="3880">
                  <c:v>7.556</c:v>
                </c:pt>
                <c:pt idx="3881">
                  <c:v>7.5579999999999998</c:v>
                </c:pt>
                <c:pt idx="3882">
                  <c:v>7.5579999999999998</c:v>
                </c:pt>
                <c:pt idx="3883">
                  <c:v>7.5469999999999997</c:v>
                </c:pt>
                <c:pt idx="3884">
                  <c:v>7.532</c:v>
                </c:pt>
                <c:pt idx="3885">
                  <c:v>7.5259999999999998</c:v>
                </c:pt>
                <c:pt idx="3886">
                  <c:v>7.524</c:v>
                </c:pt>
                <c:pt idx="3887">
                  <c:v>7.5250000000000004</c:v>
                </c:pt>
                <c:pt idx="3888">
                  <c:v>7.5270000000000001</c:v>
                </c:pt>
                <c:pt idx="3889">
                  <c:v>7.5220000000000002</c:v>
                </c:pt>
                <c:pt idx="3890">
                  <c:v>7.5190000000000001</c:v>
                </c:pt>
                <c:pt idx="3891">
                  <c:v>7.5209999999999999</c:v>
                </c:pt>
                <c:pt idx="3892">
                  <c:v>7.5229999999999997</c:v>
                </c:pt>
                <c:pt idx="3893">
                  <c:v>7.5209999999999999</c:v>
                </c:pt>
                <c:pt idx="3894">
                  <c:v>7.5279999999999996</c:v>
                </c:pt>
                <c:pt idx="3895">
                  <c:v>7.5330000000000004</c:v>
                </c:pt>
                <c:pt idx="3896">
                  <c:v>7.5309999999999997</c:v>
                </c:pt>
                <c:pt idx="3897">
                  <c:v>7.5289999999999999</c:v>
                </c:pt>
                <c:pt idx="3898">
                  <c:v>7.5309999999999997</c:v>
                </c:pt>
                <c:pt idx="3899">
                  <c:v>7.5309999999999997</c:v>
                </c:pt>
                <c:pt idx="3900">
                  <c:v>7.5289999999999999</c:v>
                </c:pt>
                <c:pt idx="3901">
                  <c:v>7.532</c:v>
                </c:pt>
                <c:pt idx="3902">
                  <c:v>7.5359999999999996</c:v>
                </c:pt>
                <c:pt idx="3903">
                  <c:v>7.5330000000000004</c:v>
                </c:pt>
                <c:pt idx="3904">
                  <c:v>7.5330000000000004</c:v>
                </c:pt>
                <c:pt idx="3905">
                  <c:v>7.5330000000000004</c:v>
                </c:pt>
                <c:pt idx="3906">
                  <c:v>7.532</c:v>
                </c:pt>
                <c:pt idx="3907">
                  <c:v>7.5330000000000004</c:v>
                </c:pt>
                <c:pt idx="3908">
                  <c:v>7.5339999999999998</c:v>
                </c:pt>
                <c:pt idx="3909">
                  <c:v>7.5330000000000004</c:v>
                </c:pt>
                <c:pt idx="3910">
                  <c:v>7.5339999999999998</c:v>
                </c:pt>
                <c:pt idx="3911">
                  <c:v>7.5330000000000004</c:v>
                </c:pt>
                <c:pt idx="3912">
                  <c:v>7.5309999999999997</c:v>
                </c:pt>
                <c:pt idx="3913">
                  <c:v>7.5270000000000001</c:v>
                </c:pt>
                <c:pt idx="3914">
                  <c:v>7.5279999999999996</c:v>
                </c:pt>
                <c:pt idx="3915">
                  <c:v>7.532</c:v>
                </c:pt>
                <c:pt idx="3916">
                  <c:v>7.5330000000000004</c:v>
                </c:pt>
                <c:pt idx="3917">
                  <c:v>7.5330000000000004</c:v>
                </c:pt>
                <c:pt idx="3918">
                  <c:v>7.5309999999999997</c:v>
                </c:pt>
                <c:pt idx="3919">
                  <c:v>7.5270000000000001</c:v>
                </c:pt>
                <c:pt idx="3920">
                  <c:v>7.5289999999999999</c:v>
                </c:pt>
                <c:pt idx="3921">
                  <c:v>7.532</c:v>
                </c:pt>
                <c:pt idx="3922">
                  <c:v>7.5330000000000004</c:v>
                </c:pt>
                <c:pt idx="3923">
                  <c:v>7.532</c:v>
                </c:pt>
                <c:pt idx="3924">
                  <c:v>7.5309999999999997</c:v>
                </c:pt>
                <c:pt idx="3925">
                  <c:v>7.5369999999999999</c:v>
                </c:pt>
                <c:pt idx="3926">
                  <c:v>7.5359999999999996</c:v>
                </c:pt>
                <c:pt idx="3927">
                  <c:v>7.53</c:v>
                </c:pt>
                <c:pt idx="3928">
                  <c:v>7.5309999999999997</c:v>
                </c:pt>
                <c:pt idx="3929">
                  <c:v>7.5309999999999997</c:v>
                </c:pt>
                <c:pt idx="3930">
                  <c:v>7.5279999999999996</c:v>
                </c:pt>
                <c:pt idx="3931">
                  <c:v>7.5259999999999998</c:v>
                </c:pt>
                <c:pt idx="3932">
                  <c:v>7.5250000000000004</c:v>
                </c:pt>
                <c:pt idx="3933">
                  <c:v>7.5289999999999999</c:v>
                </c:pt>
                <c:pt idx="3934">
                  <c:v>7.5309999999999997</c:v>
                </c:pt>
                <c:pt idx="3935">
                  <c:v>7.532</c:v>
                </c:pt>
                <c:pt idx="3936">
                  <c:v>7.5309999999999997</c:v>
                </c:pt>
                <c:pt idx="3937">
                  <c:v>7.5259999999999998</c:v>
                </c:pt>
                <c:pt idx="3938">
                  <c:v>7.5229999999999997</c:v>
                </c:pt>
                <c:pt idx="3939">
                  <c:v>7.5229999999999997</c:v>
                </c:pt>
                <c:pt idx="3940">
                  <c:v>7.5220000000000002</c:v>
                </c:pt>
                <c:pt idx="3941">
                  <c:v>7.5220000000000002</c:v>
                </c:pt>
                <c:pt idx="3942">
                  <c:v>7.5229999999999997</c:v>
                </c:pt>
                <c:pt idx="3943">
                  <c:v>7.5220000000000002</c:v>
                </c:pt>
                <c:pt idx="3944">
                  <c:v>7.5209999999999999</c:v>
                </c:pt>
                <c:pt idx="3945">
                  <c:v>7.5209999999999999</c:v>
                </c:pt>
                <c:pt idx="3946">
                  <c:v>7.5209999999999999</c:v>
                </c:pt>
                <c:pt idx="3947">
                  <c:v>7.5209999999999999</c:v>
                </c:pt>
                <c:pt idx="3948">
                  <c:v>7.5209999999999999</c:v>
                </c:pt>
                <c:pt idx="3949">
                  <c:v>7.5209999999999999</c:v>
                </c:pt>
                <c:pt idx="3950">
                  <c:v>7.5209999999999999</c:v>
                </c:pt>
                <c:pt idx="3951">
                  <c:v>7.52</c:v>
                </c:pt>
                <c:pt idx="3952">
                  <c:v>7.5179999999999998</c:v>
                </c:pt>
                <c:pt idx="3953">
                  <c:v>7.516</c:v>
                </c:pt>
                <c:pt idx="3954">
                  <c:v>7.516</c:v>
                </c:pt>
                <c:pt idx="3955">
                  <c:v>7.5170000000000003</c:v>
                </c:pt>
                <c:pt idx="3956">
                  <c:v>7.5179999999999998</c:v>
                </c:pt>
                <c:pt idx="3957">
                  <c:v>7.5149999999999997</c:v>
                </c:pt>
                <c:pt idx="3958">
                  <c:v>7.5129999999999999</c:v>
                </c:pt>
                <c:pt idx="3959">
                  <c:v>7.5129999999999999</c:v>
                </c:pt>
                <c:pt idx="3960">
                  <c:v>7.5129999999999999</c:v>
                </c:pt>
                <c:pt idx="3961">
                  <c:v>7.5129999999999999</c:v>
                </c:pt>
                <c:pt idx="3962">
                  <c:v>7.5179999999999998</c:v>
                </c:pt>
                <c:pt idx="3963">
                  <c:v>7.5220000000000002</c:v>
                </c:pt>
                <c:pt idx="3964">
                  <c:v>7.52</c:v>
                </c:pt>
                <c:pt idx="3965">
                  <c:v>7.5110000000000001</c:v>
                </c:pt>
                <c:pt idx="3966">
                  <c:v>7.51</c:v>
                </c:pt>
                <c:pt idx="3967">
                  <c:v>7.508</c:v>
                </c:pt>
                <c:pt idx="3968">
                  <c:v>7.5069999999999997</c:v>
                </c:pt>
                <c:pt idx="3969">
                  <c:v>7.5090000000000003</c:v>
                </c:pt>
                <c:pt idx="3970">
                  <c:v>7.5110000000000001</c:v>
                </c:pt>
                <c:pt idx="3971">
                  <c:v>7.5110000000000001</c:v>
                </c:pt>
                <c:pt idx="3972">
                  <c:v>7.5069999999999997</c:v>
                </c:pt>
                <c:pt idx="3973">
                  <c:v>7.5039999999999996</c:v>
                </c:pt>
                <c:pt idx="3974">
                  <c:v>7.508</c:v>
                </c:pt>
                <c:pt idx="3975">
                  <c:v>7.5090000000000003</c:v>
                </c:pt>
                <c:pt idx="3976">
                  <c:v>7.508</c:v>
                </c:pt>
                <c:pt idx="3977">
                  <c:v>7.5049999999999999</c:v>
                </c:pt>
                <c:pt idx="3978">
                  <c:v>7.5049999999999999</c:v>
                </c:pt>
                <c:pt idx="3979">
                  <c:v>7.5039999999999996</c:v>
                </c:pt>
                <c:pt idx="3980">
                  <c:v>7.5010000000000003</c:v>
                </c:pt>
                <c:pt idx="3981">
                  <c:v>7.5019999999999998</c:v>
                </c:pt>
                <c:pt idx="3982">
                  <c:v>7.5019999999999998</c:v>
                </c:pt>
                <c:pt idx="3983">
                  <c:v>7.5019999999999998</c:v>
                </c:pt>
                <c:pt idx="3984">
                  <c:v>7.5010000000000003</c:v>
                </c:pt>
                <c:pt idx="3985">
                  <c:v>7.4980000000000002</c:v>
                </c:pt>
                <c:pt idx="3986">
                  <c:v>7.4969999999999999</c:v>
                </c:pt>
                <c:pt idx="3987">
                  <c:v>7.4989999999999997</c:v>
                </c:pt>
                <c:pt idx="3988">
                  <c:v>7.5</c:v>
                </c:pt>
                <c:pt idx="3989">
                  <c:v>7.4989999999999997</c:v>
                </c:pt>
                <c:pt idx="3990">
                  <c:v>7.4989999999999997</c:v>
                </c:pt>
                <c:pt idx="3991">
                  <c:v>7.4980000000000002</c:v>
                </c:pt>
                <c:pt idx="3992">
                  <c:v>7.4969999999999999</c:v>
                </c:pt>
                <c:pt idx="3993">
                  <c:v>7.4960000000000004</c:v>
                </c:pt>
                <c:pt idx="3994">
                  <c:v>7.4960000000000004</c:v>
                </c:pt>
                <c:pt idx="3995">
                  <c:v>7.4960000000000004</c:v>
                </c:pt>
                <c:pt idx="3996">
                  <c:v>7.4939999999999998</c:v>
                </c:pt>
                <c:pt idx="3997">
                  <c:v>7.492</c:v>
                </c:pt>
                <c:pt idx="3998">
                  <c:v>7.492</c:v>
                </c:pt>
                <c:pt idx="3999">
                  <c:v>7.492</c:v>
                </c:pt>
                <c:pt idx="4000">
                  <c:v>7.4909999999999997</c:v>
                </c:pt>
                <c:pt idx="4001">
                  <c:v>7.492</c:v>
                </c:pt>
                <c:pt idx="4002">
                  <c:v>7.4930000000000003</c:v>
                </c:pt>
                <c:pt idx="4003">
                  <c:v>7.4939999999999998</c:v>
                </c:pt>
                <c:pt idx="4004">
                  <c:v>7.4930000000000003</c:v>
                </c:pt>
                <c:pt idx="4005">
                  <c:v>7.492</c:v>
                </c:pt>
                <c:pt idx="4006">
                  <c:v>7.4909999999999997</c:v>
                </c:pt>
                <c:pt idx="4007">
                  <c:v>7.4909999999999997</c:v>
                </c:pt>
                <c:pt idx="4008">
                  <c:v>7.49</c:v>
                </c:pt>
                <c:pt idx="4009">
                  <c:v>7.49</c:v>
                </c:pt>
                <c:pt idx="4010">
                  <c:v>7.49</c:v>
                </c:pt>
                <c:pt idx="4011">
                  <c:v>7.4889999999999999</c:v>
                </c:pt>
                <c:pt idx="4012">
                  <c:v>7.4859999999999998</c:v>
                </c:pt>
                <c:pt idx="4013">
                  <c:v>7.48</c:v>
                </c:pt>
                <c:pt idx="4014">
                  <c:v>7.48</c:v>
                </c:pt>
                <c:pt idx="4015">
                  <c:v>7.484</c:v>
                </c:pt>
                <c:pt idx="4016">
                  <c:v>7.4870000000000001</c:v>
                </c:pt>
                <c:pt idx="4017">
                  <c:v>7.4870000000000001</c:v>
                </c:pt>
                <c:pt idx="4018">
                  <c:v>7.4870000000000001</c:v>
                </c:pt>
                <c:pt idx="4019">
                  <c:v>7.4829999999999997</c:v>
                </c:pt>
                <c:pt idx="4020">
                  <c:v>7.4790000000000001</c:v>
                </c:pt>
                <c:pt idx="4021">
                  <c:v>7.4820000000000002</c:v>
                </c:pt>
                <c:pt idx="4022">
                  <c:v>7.4859999999999998</c:v>
                </c:pt>
                <c:pt idx="4023">
                  <c:v>7.484</c:v>
                </c:pt>
                <c:pt idx="4024">
                  <c:v>7.48</c:v>
                </c:pt>
                <c:pt idx="4025">
                  <c:v>7.4779999999999998</c:v>
                </c:pt>
                <c:pt idx="4026">
                  <c:v>7.4779999999999998</c:v>
                </c:pt>
                <c:pt idx="4027">
                  <c:v>7.4790000000000001</c:v>
                </c:pt>
                <c:pt idx="4028">
                  <c:v>7.4809999999999999</c:v>
                </c:pt>
                <c:pt idx="4029">
                  <c:v>7.4809999999999999</c:v>
                </c:pt>
                <c:pt idx="4030">
                  <c:v>7.4820000000000002</c:v>
                </c:pt>
                <c:pt idx="4031">
                  <c:v>7.48</c:v>
                </c:pt>
                <c:pt idx="4032">
                  <c:v>7.4749999999999996</c:v>
                </c:pt>
                <c:pt idx="4033">
                  <c:v>7.4720000000000004</c:v>
                </c:pt>
                <c:pt idx="4034">
                  <c:v>7.4740000000000002</c:v>
                </c:pt>
                <c:pt idx="4035">
                  <c:v>7.476</c:v>
                </c:pt>
                <c:pt idx="4036">
                  <c:v>7.4790000000000001</c:v>
                </c:pt>
                <c:pt idx="4037">
                  <c:v>7.48</c:v>
                </c:pt>
                <c:pt idx="4038">
                  <c:v>7.4790000000000001</c:v>
                </c:pt>
                <c:pt idx="4039">
                  <c:v>7.4740000000000002</c:v>
                </c:pt>
                <c:pt idx="4040">
                  <c:v>7.47</c:v>
                </c:pt>
                <c:pt idx="4041">
                  <c:v>7.468</c:v>
                </c:pt>
                <c:pt idx="4042">
                  <c:v>7.47</c:v>
                </c:pt>
                <c:pt idx="4043">
                  <c:v>7.47</c:v>
                </c:pt>
                <c:pt idx="4044">
                  <c:v>7.468</c:v>
                </c:pt>
                <c:pt idx="4045">
                  <c:v>7.468</c:v>
                </c:pt>
                <c:pt idx="4046">
                  <c:v>7.4690000000000003</c:v>
                </c:pt>
                <c:pt idx="4047">
                  <c:v>7.468</c:v>
                </c:pt>
                <c:pt idx="4048">
                  <c:v>7.4660000000000002</c:v>
                </c:pt>
                <c:pt idx="4049">
                  <c:v>7.4660000000000002</c:v>
                </c:pt>
                <c:pt idx="4050">
                  <c:v>7.4660000000000002</c:v>
                </c:pt>
                <c:pt idx="4051">
                  <c:v>7.4669999999999996</c:v>
                </c:pt>
                <c:pt idx="4052">
                  <c:v>7.468</c:v>
                </c:pt>
                <c:pt idx="4053">
                  <c:v>7.4660000000000002</c:v>
                </c:pt>
                <c:pt idx="4054">
                  <c:v>7.4640000000000004</c:v>
                </c:pt>
                <c:pt idx="4055">
                  <c:v>7.4640000000000004</c:v>
                </c:pt>
                <c:pt idx="4056">
                  <c:v>7.4660000000000002</c:v>
                </c:pt>
                <c:pt idx="4057">
                  <c:v>7.4660000000000002</c:v>
                </c:pt>
                <c:pt idx="4058">
                  <c:v>7.4649999999999999</c:v>
                </c:pt>
                <c:pt idx="4059">
                  <c:v>7.4610000000000003</c:v>
                </c:pt>
                <c:pt idx="4060">
                  <c:v>7.4569999999999999</c:v>
                </c:pt>
                <c:pt idx="4061">
                  <c:v>7.4569999999999999</c:v>
                </c:pt>
                <c:pt idx="4062">
                  <c:v>7.4589999999999996</c:v>
                </c:pt>
                <c:pt idx="4063">
                  <c:v>7.4619999999999997</c:v>
                </c:pt>
                <c:pt idx="4064">
                  <c:v>7.4640000000000004</c:v>
                </c:pt>
                <c:pt idx="4065">
                  <c:v>7.46</c:v>
                </c:pt>
                <c:pt idx="4066">
                  <c:v>7.4560000000000004</c:v>
                </c:pt>
                <c:pt idx="4067">
                  <c:v>7.4569999999999999</c:v>
                </c:pt>
                <c:pt idx="4068">
                  <c:v>7.4569999999999999</c:v>
                </c:pt>
                <c:pt idx="4069">
                  <c:v>7.4569999999999999</c:v>
                </c:pt>
                <c:pt idx="4070">
                  <c:v>7.4580000000000002</c:v>
                </c:pt>
                <c:pt idx="4071">
                  <c:v>7.4560000000000004</c:v>
                </c:pt>
                <c:pt idx="4072">
                  <c:v>7.4539999999999997</c:v>
                </c:pt>
                <c:pt idx="4073">
                  <c:v>7.4489999999999998</c:v>
                </c:pt>
                <c:pt idx="4074">
                  <c:v>7.4580000000000002</c:v>
                </c:pt>
                <c:pt idx="4075">
                  <c:v>7.4630000000000001</c:v>
                </c:pt>
                <c:pt idx="4076">
                  <c:v>7.4589999999999996</c:v>
                </c:pt>
                <c:pt idx="4077">
                  <c:v>7.4539999999999997</c:v>
                </c:pt>
                <c:pt idx="4078">
                  <c:v>7.4509999999999996</c:v>
                </c:pt>
                <c:pt idx="4079">
                  <c:v>7.4480000000000004</c:v>
                </c:pt>
                <c:pt idx="4080">
                  <c:v>7.4470000000000001</c:v>
                </c:pt>
                <c:pt idx="4081">
                  <c:v>7.45</c:v>
                </c:pt>
                <c:pt idx="4082">
                  <c:v>7.4530000000000003</c:v>
                </c:pt>
                <c:pt idx="4083">
                  <c:v>7.452</c:v>
                </c:pt>
                <c:pt idx="4084">
                  <c:v>7.45</c:v>
                </c:pt>
                <c:pt idx="4085">
                  <c:v>7.4480000000000004</c:v>
                </c:pt>
                <c:pt idx="4086">
                  <c:v>7.4480000000000004</c:v>
                </c:pt>
                <c:pt idx="4087">
                  <c:v>7.4509999999999996</c:v>
                </c:pt>
                <c:pt idx="4088">
                  <c:v>7.4530000000000003</c:v>
                </c:pt>
                <c:pt idx="4089">
                  <c:v>7.4560000000000004</c:v>
                </c:pt>
                <c:pt idx="4090">
                  <c:v>7.4480000000000004</c:v>
                </c:pt>
                <c:pt idx="4091">
                  <c:v>7.4420000000000002</c:v>
                </c:pt>
                <c:pt idx="4092">
                  <c:v>7.4420000000000002</c:v>
                </c:pt>
                <c:pt idx="4093">
                  <c:v>7.4420000000000002</c:v>
                </c:pt>
                <c:pt idx="4094">
                  <c:v>7.4420000000000002</c:v>
                </c:pt>
                <c:pt idx="4095">
                  <c:v>7.4459999999999997</c:v>
                </c:pt>
                <c:pt idx="4096">
                  <c:v>7.4489999999999998</c:v>
                </c:pt>
                <c:pt idx="4097">
                  <c:v>7.4459999999999997</c:v>
                </c:pt>
                <c:pt idx="4098">
                  <c:v>7.4420000000000002</c:v>
                </c:pt>
                <c:pt idx="4099">
                  <c:v>7.4429999999999996</c:v>
                </c:pt>
                <c:pt idx="4100">
                  <c:v>7.4420000000000002</c:v>
                </c:pt>
                <c:pt idx="4101">
                  <c:v>7.4420000000000002</c:v>
                </c:pt>
                <c:pt idx="4102">
                  <c:v>7.444</c:v>
                </c:pt>
                <c:pt idx="4103">
                  <c:v>7.4420000000000002</c:v>
                </c:pt>
                <c:pt idx="4104">
                  <c:v>7.44</c:v>
                </c:pt>
                <c:pt idx="4105">
                  <c:v>7.4379999999999997</c:v>
                </c:pt>
                <c:pt idx="4106">
                  <c:v>7.4370000000000003</c:v>
                </c:pt>
                <c:pt idx="4107">
                  <c:v>7.4370000000000003</c:v>
                </c:pt>
                <c:pt idx="4108">
                  <c:v>7.4370000000000003</c:v>
                </c:pt>
                <c:pt idx="4109">
                  <c:v>7.4390000000000001</c:v>
                </c:pt>
                <c:pt idx="4110">
                  <c:v>7.4379999999999997</c:v>
                </c:pt>
                <c:pt idx="4111">
                  <c:v>7.4359999999999999</c:v>
                </c:pt>
                <c:pt idx="4112">
                  <c:v>7.4359999999999999</c:v>
                </c:pt>
                <c:pt idx="4113">
                  <c:v>7.43</c:v>
                </c:pt>
                <c:pt idx="4114">
                  <c:v>7.4249999999999998</c:v>
                </c:pt>
                <c:pt idx="4115">
                  <c:v>7.4279999999999999</c:v>
                </c:pt>
                <c:pt idx="4116">
                  <c:v>7.4340000000000002</c:v>
                </c:pt>
                <c:pt idx="4117">
                  <c:v>7.4349999999999996</c:v>
                </c:pt>
                <c:pt idx="4118">
                  <c:v>7.4320000000000004</c:v>
                </c:pt>
                <c:pt idx="4119">
                  <c:v>7.431</c:v>
                </c:pt>
                <c:pt idx="4120">
                  <c:v>7.4269999999999996</c:v>
                </c:pt>
                <c:pt idx="4121">
                  <c:v>7.4260000000000002</c:v>
                </c:pt>
                <c:pt idx="4122">
                  <c:v>7.4290000000000003</c:v>
                </c:pt>
                <c:pt idx="4123">
                  <c:v>7.4290000000000003</c:v>
                </c:pt>
                <c:pt idx="4124">
                  <c:v>7.4290000000000003</c:v>
                </c:pt>
                <c:pt idx="4125">
                  <c:v>7.4279999999999999</c:v>
                </c:pt>
                <c:pt idx="4126">
                  <c:v>7.4249999999999998</c:v>
                </c:pt>
                <c:pt idx="4127">
                  <c:v>7.4240000000000004</c:v>
                </c:pt>
                <c:pt idx="4128">
                  <c:v>7.4260000000000002</c:v>
                </c:pt>
                <c:pt idx="4129">
                  <c:v>7.4290000000000003</c:v>
                </c:pt>
                <c:pt idx="4130">
                  <c:v>7.4260000000000002</c:v>
                </c:pt>
                <c:pt idx="4131">
                  <c:v>7.4240000000000004</c:v>
                </c:pt>
                <c:pt idx="4132">
                  <c:v>7.4219999999999997</c:v>
                </c:pt>
                <c:pt idx="4133">
                  <c:v>7.42</c:v>
                </c:pt>
                <c:pt idx="4134">
                  <c:v>7.4210000000000003</c:v>
                </c:pt>
                <c:pt idx="4135">
                  <c:v>7.423</c:v>
                </c:pt>
                <c:pt idx="4136">
                  <c:v>7.4269999999999996</c:v>
                </c:pt>
                <c:pt idx="4137">
                  <c:v>7.4249999999999998</c:v>
                </c:pt>
                <c:pt idx="4138">
                  <c:v>7.4210000000000003</c:v>
                </c:pt>
                <c:pt idx="4139">
                  <c:v>7.4189999999999996</c:v>
                </c:pt>
                <c:pt idx="4140">
                  <c:v>7.4160000000000004</c:v>
                </c:pt>
                <c:pt idx="4141">
                  <c:v>7.4169999999999998</c:v>
                </c:pt>
                <c:pt idx="4142">
                  <c:v>7.4210000000000003</c:v>
                </c:pt>
                <c:pt idx="4143">
                  <c:v>7.4240000000000004</c:v>
                </c:pt>
                <c:pt idx="4144">
                  <c:v>7.42</c:v>
                </c:pt>
                <c:pt idx="4145">
                  <c:v>7.4160000000000004</c:v>
                </c:pt>
                <c:pt idx="4146">
                  <c:v>7.4139999999999997</c:v>
                </c:pt>
                <c:pt idx="4147">
                  <c:v>7.4139999999999997</c:v>
                </c:pt>
                <c:pt idx="4148">
                  <c:v>7.415</c:v>
                </c:pt>
                <c:pt idx="4149">
                  <c:v>7.415</c:v>
                </c:pt>
                <c:pt idx="4150">
                  <c:v>7.4139999999999997</c:v>
                </c:pt>
                <c:pt idx="4151">
                  <c:v>7.4130000000000003</c:v>
                </c:pt>
                <c:pt idx="4152">
                  <c:v>7.4139999999999997</c:v>
                </c:pt>
                <c:pt idx="4153">
                  <c:v>7.4130000000000003</c:v>
                </c:pt>
                <c:pt idx="4154">
                  <c:v>7.4109999999999996</c:v>
                </c:pt>
                <c:pt idx="4155">
                  <c:v>7.4080000000000004</c:v>
                </c:pt>
                <c:pt idx="4156">
                  <c:v>7.4089999999999998</c:v>
                </c:pt>
                <c:pt idx="4157">
                  <c:v>7.41</c:v>
                </c:pt>
                <c:pt idx="4158">
                  <c:v>7.4109999999999996</c:v>
                </c:pt>
                <c:pt idx="4159">
                  <c:v>7.4119999999999999</c:v>
                </c:pt>
                <c:pt idx="4160">
                  <c:v>7.4089999999999998</c:v>
                </c:pt>
                <c:pt idx="4161">
                  <c:v>7.4039999999999999</c:v>
                </c:pt>
                <c:pt idx="4162">
                  <c:v>7.4050000000000002</c:v>
                </c:pt>
                <c:pt idx="4163">
                  <c:v>7.4080000000000004</c:v>
                </c:pt>
                <c:pt idx="4164">
                  <c:v>7.4080000000000004</c:v>
                </c:pt>
                <c:pt idx="4165">
                  <c:v>7.4059999999999997</c:v>
                </c:pt>
                <c:pt idx="4166">
                  <c:v>7.4050000000000002</c:v>
                </c:pt>
                <c:pt idx="4167">
                  <c:v>7.4050000000000002</c:v>
                </c:pt>
                <c:pt idx="4168">
                  <c:v>7.4039999999999999</c:v>
                </c:pt>
                <c:pt idx="4169">
                  <c:v>7.407</c:v>
                </c:pt>
                <c:pt idx="4170">
                  <c:v>7.4080000000000004</c:v>
                </c:pt>
                <c:pt idx="4171">
                  <c:v>7.407</c:v>
                </c:pt>
                <c:pt idx="4172">
                  <c:v>7.4029999999999996</c:v>
                </c:pt>
                <c:pt idx="4173">
                  <c:v>7.399</c:v>
                </c:pt>
                <c:pt idx="4174">
                  <c:v>7.3979999999999997</c:v>
                </c:pt>
                <c:pt idx="4175">
                  <c:v>7.399</c:v>
                </c:pt>
                <c:pt idx="4176">
                  <c:v>7.4020000000000001</c:v>
                </c:pt>
                <c:pt idx="4177">
                  <c:v>7.4</c:v>
                </c:pt>
                <c:pt idx="4178">
                  <c:v>7.399</c:v>
                </c:pt>
                <c:pt idx="4179">
                  <c:v>7.3970000000000002</c:v>
                </c:pt>
                <c:pt idx="4180">
                  <c:v>7.3949999999999996</c:v>
                </c:pt>
                <c:pt idx="4181">
                  <c:v>7.3959999999999999</c:v>
                </c:pt>
                <c:pt idx="4182">
                  <c:v>7.3959999999999999</c:v>
                </c:pt>
                <c:pt idx="4183">
                  <c:v>7.3959999999999999</c:v>
                </c:pt>
                <c:pt idx="4184">
                  <c:v>7.3959999999999999</c:v>
                </c:pt>
                <c:pt idx="4185">
                  <c:v>7.3929999999999998</c:v>
                </c:pt>
                <c:pt idx="4186">
                  <c:v>7.3920000000000003</c:v>
                </c:pt>
                <c:pt idx="4187">
                  <c:v>7.3920000000000003</c:v>
                </c:pt>
                <c:pt idx="4188">
                  <c:v>7.3949999999999996</c:v>
                </c:pt>
                <c:pt idx="4189">
                  <c:v>7.3979999999999997</c:v>
                </c:pt>
                <c:pt idx="4190">
                  <c:v>7.399</c:v>
                </c:pt>
                <c:pt idx="4191">
                  <c:v>7.3979999999999997</c:v>
                </c:pt>
                <c:pt idx="4192">
                  <c:v>7.391</c:v>
                </c:pt>
                <c:pt idx="4193">
                  <c:v>7.39</c:v>
                </c:pt>
                <c:pt idx="4194">
                  <c:v>7.3890000000000002</c:v>
                </c:pt>
                <c:pt idx="4195">
                  <c:v>7.3890000000000002</c:v>
                </c:pt>
                <c:pt idx="4196">
                  <c:v>7.3879999999999999</c:v>
                </c:pt>
                <c:pt idx="4197">
                  <c:v>7.3879999999999999</c:v>
                </c:pt>
                <c:pt idx="4198">
                  <c:v>7.3869999999999996</c:v>
                </c:pt>
                <c:pt idx="4199">
                  <c:v>7.3869999999999996</c:v>
                </c:pt>
                <c:pt idx="4200">
                  <c:v>7.3869999999999996</c:v>
                </c:pt>
                <c:pt idx="4201">
                  <c:v>7.3869999999999996</c:v>
                </c:pt>
                <c:pt idx="4202">
                  <c:v>7.3860000000000001</c:v>
                </c:pt>
                <c:pt idx="4203">
                  <c:v>7.3849999999999998</c:v>
                </c:pt>
                <c:pt idx="4204">
                  <c:v>7.3849999999999998</c:v>
                </c:pt>
                <c:pt idx="4205">
                  <c:v>7.3869999999999996</c:v>
                </c:pt>
                <c:pt idx="4206">
                  <c:v>7.3920000000000003</c:v>
                </c:pt>
                <c:pt idx="4207">
                  <c:v>7.4020000000000001</c:v>
                </c:pt>
                <c:pt idx="4208">
                  <c:v>7.3970000000000002</c:v>
                </c:pt>
                <c:pt idx="4209">
                  <c:v>7.3970000000000002</c:v>
                </c:pt>
                <c:pt idx="4210">
                  <c:v>7.3860000000000001</c:v>
                </c:pt>
                <c:pt idx="4211">
                  <c:v>7.383</c:v>
                </c:pt>
                <c:pt idx="4212">
                  <c:v>7.38</c:v>
                </c:pt>
                <c:pt idx="4213">
                  <c:v>7.3780000000000001</c:v>
                </c:pt>
                <c:pt idx="4214">
                  <c:v>7.3760000000000003</c:v>
                </c:pt>
                <c:pt idx="4215">
                  <c:v>7.38</c:v>
                </c:pt>
                <c:pt idx="4216">
                  <c:v>7.38</c:v>
                </c:pt>
                <c:pt idx="4217">
                  <c:v>7.38</c:v>
                </c:pt>
                <c:pt idx="4218">
                  <c:v>7.3780000000000001</c:v>
                </c:pt>
                <c:pt idx="4219">
                  <c:v>7.3760000000000003</c:v>
                </c:pt>
                <c:pt idx="4220">
                  <c:v>7.3730000000000002</c:v>
                </c:pt>
                <c:pt idx="4221">
                  <c:v>7.3810000000000002</c:v>
                </c:pt>
                <c:pt idx="4222">
                  <c:v>7.3869999999999996</c:v>
                </c:pt>
                <c:pt idx="4223">
                  <c:v>7.3789999999999996</c:v>
                </c:pt>
                <c:pt idx="4224">
                  <c:v>7.3739999999999997</c:v>
                </c:pt>
                <c:pt idx="4225">
                  <c:v>7.3739999999999997</c:v>
                </c:pt>
                <c:pt idx="4226">
                  <c:v>7.3689999999999998</c:v>
                </c:pt>
                <c:pt idx="4227">
                  <c:v>7.3689999999999998</c:v>
                </c:pt>
                <c:pt idx="4228">
                  <c:v>7.3730000000000002</c:v>
                </c:pt>
                <c:pt idx="4229">
                  <c:v>7.3730000000000002</c:v>
                </c:pt>
                <c:pt idx="4230">
                  <c:v>7.3719999999999999</c:v>
                </c:pt>
                <c:pt idx="4231">
                  <c:v>7.375</c:v>
                </c:pt>
                <c:pt idx="4232">
                  <c:v>7.3730000000000002</c:v>
                </c:pt>
                <c:pt idx="4233">
                  <c:v>7.3730000000000002</c:v>
                </c:pt>
                <c:pt idx="4234">
                  <c:v>7.3659999999999997</c:v>
                </c:pt>
                <c:pt idx="4235">
                  <c:v>7.3680000000000003</c:v>
                </c:pt>
                <c:pt idx="4236">
                  <c:v>7.3719999999999999</c:v>
                </c:pt>
                <c:pt idx="4237">
                  <c:v>7.37</c:v>
                </c:pt>
                <c:pt idx="4238">
                  <c:v>7.3710000000000004</c:v>
                </c:pt>
                <c:pt idx="4239">
                  <c:v>7.3680000000000003</c:v>
                </c:pt>
                <c:pt idx="4240">
                  <c:v>7.3680000000000003</c:v>
                </c:pt>
                <c:pt idx="4241">
                  <c:v>7.3620000000000001</c:v>
                </c:pt>
                <c:pt idx="4242">
                  <c:v>7.3620000000000001</c:v>
                </c:pt>
                <c:pt idx="4243">
                  <c:v>7.367</c:v>
                </c:pt>
                <c:pt idx="4244">
                  <c:v>7.375</c:v>
                </c:pt>
                <c:pt idx="4245">
                  <c:v>7.3710000000000004</c:v>
                </c:pt>
                <c:pt idx="4246">
                  <c:v>7.3570000000000002</c:v>
                </c:pt>
                <c:pt idx="4247">
                  <c:v>7.36</c:v>
                </c:pt>
                <c:pt idx="4248">
                  <c:v>7.36</c:v>
                </c:pt>
                <c:pt idx="4249">
                  <c:v>7.37</c:v>
                </c:pt>
                <c:pt idx="4250">
                  <c:v>7.3689999999999998</c:v>
                </c:pt>
                <c:pt idx="4251">
                  <c:v>7.3620000000000001</c:v>
                </c:pt>
                <c:pt idx="4252">
                  <c:v>7.3570000000000002</c:v>
                </c:pt>
                <c:pt idx="4253">
                  <c:v>7.3559999999999999</c:v>
                </c:pt>
                <c:pt idx="4254">
                  <c:v>7.3559999999999999</c:v>
                </c:pt>
                <c:pt idx="4255">
                  <c:v>7.359</c:v>
                </c:pt>
                <c:pt idx="4256">
                  <c:v>7.359</c:v>
                </c:pt>
                <c:pt idx="4257">
                  <c:v>7.359</c:v>
                </c:pt>
                <c:pt idx="4258">
                  <c:v>7.3570000000000002</c:v>
                </c:pt>
                <c:pt idx="4259">
                  <c:v>7.3550000000000004</c:v>
                </c:pt>
                <c:pt idx="4260">
                  <c:v>7.3540000000000001</c:v>
                </c:pt>
                <c:pt idx="4261">
                  <c:v>7.3540000000000001</c:v>
                </c:pt>
                <c:pt idx="4262">
                  <c:v>7.3540000000000001</c:v>
                </c:pt>
                <c:pt idx="4263">
                  <c:v>7.351</c:v>
                </c:pt>
                <c:pt idx="4264">
                  <c:v>7.351</c:v>
                </c:pt>
                <c:pt idx="4265">
                  <c:v>7.3529999999999998</c:v>
                </c:pt>
                <c:pt idx="4266">
                  <c:v>7.3540000000000001</c:v>
                </c:pt>
                <c:pt idx="4267">
                  <c:v>7.3479999999999999</c:v>
                </c:pt>
                <c:pt idx="4268">
                  <c:v>7.3479999999999999</c:v>
                </c:pt>
                <c:pt idx="4269">
                  <c:v>7.35</c:v>
                </c:pt>
                <c:pt idx="4270">
                  <c:v>7.3479999999999999</c:v>
                </c:pt>
                <c:pt idx="4271">
                  <c:v>7.3479999999999999</c:v>
                </c:pt>
                <c:pt idx="4272">
                  <c:v>7.3479999999999999</c:v>
                </c:pt>
                <c:pt idx="4273">
                  <c:v>7.3490000000000002</c:v>
                </c:pt>
                <c:pt idx="4274">
                  <c:v>7.3449999999999998</c:v>
                </c:pt>
                <c:pt idx="4275">
                  <c:v>7.343</c:v>
                </c:pt>
                <c:pt idx="4276">
                  <c:v>7.3449999999999998</c:v>
                </c:pt>
                <c:pt idx="4277">
                  <c:v>7.3460000000000001</c:v>
                </c:pt>
                <c:pt idx="4278">
                  <c:v>7.3449999999999998</c:v>
                </c:pt>
                <c:pt idx="4279">
                  <c:v>7.3449999999999998</c:v>
                </c:pt>
                <c:pt idx="4280">
                  <c:v>7.3419999999999996</c:v>
                </c:pt>
                <c:pt idx="4281">
                  <c:v>7.3380000000000001</c:v>
                </c:pt>
                <c:pt idx="4282">
                  <c:v>7.3390000000000004</c:v>
                </c:pt>
                <c:pt idx="4283">
                  <c:v>7.343</c:v>
                </c:pt>
                <c:pt idx="4284">
                  <c:v>7.3440000000000003</c:v>
                </c:pt>
                <c:pt idx="4285">
                  <c:v>7.34</c:v>
                </c:pt>
                <c:pt idx="4286">
                  <c:v>7.3390000000000004</c:v>
                </c:pt>
                <c:pt idx="4287">
                  <c:v>7.3390000000000004</c:v>
                </c:pt>
                <c:pt idx="4288">
                  <c:v>7.3360000000000003</c:v>
                </c:pt>
                <c:pt idx="4289">
                  <c:v>7.3419999999999996</c:v>
                </c:pt>
                <c:pt idx="4290">
                  <c:v>7.3440000000000003</c:v>
                </c:pt>
                <c:pt idx="4291">
                  <c:v>7.3390000000000004</c:v>
                </c:pt>
                <c:pt idx="4292">
                  <c:v>7.3380000000000001</c:v>
                </c:pt>
                <c:pt idx="4293">
                  <c:v>7.3330000000000002</c:v>
                </c:pt>
                <c:pt idx="4294">
                  <c:v>7.3339999999999996</c:v>
                </c:pt>
                <c:pt idx="4295">
                  <c:v>7.3339999999999996</c:v>
                </c:pt>
                <c:pt idx="4296">
                  <c:v>7.3369999999999997</c:v>
                </c:pt>
                <c:pt idx="4297">
                  <c:v>7.335</c:v>
                </c:pt>
                <c:pt idx="4298">
                  <c:v>7.3380000000000001</c:v>
                </c:pt>
                <c:pt idx="4299">
                  <c:v>7.3360000000000003</c:v>
                </c:pt>
                <c:pt idx="4300">
                  <c:v>7.33</c:v>
                </c:pt>
                <c:pt idx="4301">
                  <c:v>7.33</c:v>
                </c:pt>
                <c:pt idx="4302">
                  <c:v>7.3319999999999999</c:v>
                </c:pt>
                <c:pt idx="4303">
                  <c:v>7.3319999999999999</c:v>
                </c:pt>
                <c:pt idx="4304">
                  <c:v>7.3319999999999999</c:v>
                </c:pt>
                <c:pt idx="4305">
                  <c:v>7.33</c:v>
                </c:pt>
                <c:pt idx="4306">
                  <c:v>7.3259999999999996</c:v>
                </c:pt>
                <c:pt idx="4307">
                  <c:v>7.3259999999999996</c:v>
                </c:pt>
                <c:pt idx="4308">
                  <c:v>7.33</c:v>
                </c:pt>
                <c:pt idx="4309">
                  <c:v>7.3310000000000004</c:v>
                </c:pt>
                <c:pt idx="4310">
                  <c:v>7.327</c:v>
                </c:pt>
                <c:pt idx="4311">
                  <c:v>7.327</c:v>
                </c:pt>
                <c:pt idx="4312">
                  <c:v>7.327</c:v>
                </c:pt>
                <c:pt idx="4313">
                  <c:v>7.327</c:v>
                </c:pt>
                <c:pt idx="4314">
                  <c:v>7.3230000000000004</c:v>
                </c:pt>
                <c:pt idx="4315">
                  <c:v>7.3220000000000001</c:v>
                </c:pt>
                <c:pt idx="4316">
                  <c:v>7.3230000000000004</c:v>
                </c:pt>
                <c:pt idx="4317">
                  <c:v>7.3230000000000004</c:v>
                </c:pt>
                <c:pt idx="4318">
                  <c:v>7.3230000000000004</c:v>
                </c:pt>
                <c:pt idx="4319">
                  <c:v>7.3230000000000004</c:v>
                </c:pt>
                <c:pt idx="4320">
                  <c:v>7.3239999999999998</c:v>
                </c:pt>
                <c:pt idx="4321">
                  <c:v>7.3209999999999997</c:v>
                </c:pt>
                <c:pt idx="4322">
                  <c:v>7.3230000000000004</c:v>
                </c:pt>
                <c:pt idx="4323">
                  <c:v>7.3239999999999998</c:v>
                </c:pt>
                <c:pt idx="4324">
                  <c:v>7.3179999999999996</c:v>
                </c:pt>
                <c:pt idx="4325">
                  <c:v>7.3170000000000002</c:v>
                </c:pt>
                <c:pt idx="4326">
                  <c:v>7.3170000000000002</c:v>
                </c:pt>
                <c:pt idx="4327">
                  <c:v>7.3170000000000002</c:v>
                </c:pt>
                <c:pt idx="4328">
                  <c:v>7.3150000000000004</c:v>
                </c:pt>
                <c:pt idx="4329">
                  <c:v>7.3150000000000004</c:v>
                </c:pt>
                <c:pt idx="4330">
                  <c:v>7.3170000000000002</c:v>
                </c:pt>
                <c:pt idx="4331">
                  <c:v>7.3150000000000004</c:v>
                </c:pt>
                <c:pt idx="4332">
                  <c:v>7.3159999999999998</c:v>
                </c:pt>
                <c:pt idx="4333">
                  <c:v>7.3120000000000003</c:v>
                </c:pt>
                <c:pt idx="4334">
                  <c:v>7.3120000000000003</c:v>
                </c:pt>
                <c:pt idx="4335">
                  <c:v>7.3079999999999998</c:v>
                </c:pt>
                <c:pt idx="4336">
                  <c:v>7.3120000000000003</c:v>
                </c:pt>
                <c:pt idx="4337">
                  <c:v>7.3140000000000001</c:v>
                </c:pt>
                <c:pt idx="4338">
                  <c:v>7.3150000000000004</c:v>
                </c:pt>
                <c:pt idx="4339">
                  <c:v>7.3120000000000003</c:v>
                </c:pt>
                <c:pt idx="4340">
                  <c:v>7.3090000000000002</c:v>
                </c:pt>
                <c:pt idx="4341">
                  <c:v>7.31</c:v>
                </c:pt>
                <c:pt idx="4342">
                  <c:v>7.31</c:v>
                </c:pt>
                <c:pt idx="4343">
                  <c:v>7.31</c:v>
                </c:pt>
                <c:pt idx="4344">
                  <c:v>7.31</c:v>
                </c:pt>
                <c:pt idx="4345">
                  <c:v>7.3109999999999999</c:v>
                </c:pt>
                <c:pt idx="4346">
                  <c:v>7.31</c:v>
                </c:pt>
                <c:pt idx="4347">
                  <c:v>7.306</c:v>
                </c:pt>
                <c:pt idx="4348">
                  <c:v>7.3040000000000003</c:v>
                </c:pt>
                <c:pt idx="4349">
                  <c:v>7.3070000000000004</c:v>
                </c:pt>
                <c:pt idx="4350">
                  <c:v>7.3070000000000004</c:v>
                </c:pt>
                <c:pt idx="4351">
                  <c:v>7.3079999999999998</c:v>
                </c:pt>
                <c:pt idx="4352">
                  <c:v>7.3</c:v>
                </c:pt>
                <c:pt idx="4353">
                  <c:v>7.2969999999999997</c:v>
                </c:pt>
                <c:pt idx="4354">
                  <c:v>7.2990000000000004</c:v>
                </c:pt>
                <c:pt idx="4355">
                  <c:v>7.3019999999999996</c:v>
                </c:pt>
                <c:pt idx="4356">
                  <c:v>7.3049999999999997</c:v>
                </c:pt>
                <c:pt idx="4357">
                  <c:v>7.3029999999999999</c:v>
                </c:pt>
                <c:pt idx="4358">
                  <c:v>7.3029999999999999</c:v>
                </c:pt>
                <c:pt idx="4359">
                  <c:v>7.298</c:v>
                </c:pt>
                <c:pt idx="4360">
                  <c:v>7.2949999999999999</c:v>
                </c:pt>
                <c:pt idx="4361">
                  <c:v>7.2969999999999997</c:v>
                </c:pt>
                <c:pt idx="4362">
                  <c:v>7.3010000000000002</c:v>
                </c:pt>
                <c:pt idx="4363">
                  <c:v>7.3070000000000004</c:v>
                </c:pt>
                <c:pt idx="4364">
                  <c:v>7.3040000000000003</c:v>
                </c:pt>
                <c:pt idx="4365">
                  <c:v>7.3040000000000003</c:v>
                </c:pt>
                <c:pt idx="4366">
                  <c:v>7.2969999999999997</c:v>
                </c:pt>
                <c:pt idx="4367">
                  <c:v>7.2949999999999999</c:v>
                </c:pt>
                <c:pt idx="4368">
                  <c:v>7.2930000000000001</c:v>
                </c:pt>
                <c:pt idx="4369">
                  <c:v>7.2939999999999996</c:v>
                </c:pt>
                <c:pt idx="4370">
                  <c:v>7.2949999999999999</c:v>
                </c:pt>
                <c:pt idx="4371">
                  <c:v>7.2939999999999996</c:v>
                </c:pt>
                <c:pt idx="4372">
                  <c:v>7.2930000000000001</c:v>
                </c:pt>
                <c:pt idx="4373">
                  <c:v>7.2930000000000001</c:v>
                </c:pt>
                <c:pt idx="4374">
                  <c:v>7.2910000000000004</c:v>
                </c:pt>
                <c:pt idx="4375">
                  <c:v>7.2960000000000003</c:v>
                </c:pt>
                <c:pt idx="4376">
                  <c:v>7.298</c:v>
                </c:pt>
                <c:pt idx="4377">
                  <c:v>7.2930000000000001</c:v>
                </c:pt>
                <c:pt idx="4378">
                  <c:v>7.29</c:v>
                </c:pt>
                <c:pt idx="4379">
                  <c:v>7.29</c:v>
                </c:pt>
                <c:pt idx="4380">
                  <c:v>7.29</c:v>
                </c:pt>
                <c:pt idx="4381">
                  <c:v>7.29</c:v>
                </c:pt>
                <c:pt idx="4382">
                  <c:v>7.2869999999999999</c:v>
                </c:pt>
                <c:pt idx="4383">
                  <c:v>7.2889999999999997</c:v>
                </c:pt>
                <c:pt idx="4384">
                  <c:v>7.2910000000000004</c:v>
                </c:pt>
                <c:pt idx="4385">
                  <c:v>7.29</c:v>
                </c:pt>
                <c:pt idx="4386">
                  <c:v>7.2869999999999999</c:v>
                </c:pt>
                <c:pt idx="4387">
                  <c:v>7.2830000000000004</c:v>
                </c:pt>
                <c:pt idx="4388">
                  <c:v>7.2809999999999997</c:v>
                </c:pt>
                <c:pt idx="4389">
                  <c:v>7.2809999999999997</c:v>
                </c:pt>
                <c:pt idx="4390">
                  <c:v>7.2830000000000004</c:v>
                </c:pt>
                <c:pt idx="4391">
                  <c:v>7.2839999999999998</c:v>
                </c:pt>
                <c:pt idx="4392">
                  <c:v>7.2839999999999998</c:v>
                </c:pt>
                <c:pt idx="4393">
                  <c:v>7.2809999999999997</c:v>
                </c:pt>
                <c:pt idx="4394">
                  <c:v>7.2789999999999999</c:v>
                </c:pt>
                <c:pt idx="4395">
                  <c:v>7.282</c:v>
                </c:pt>
                <c:pt idx="4396">
                  <c:v>7.2880000000000003</c:v>
                </c:pt>
                <c:pt idx="4397">
                  <c:v>7.2880000000000003</c:v>
                </c:pt>
                <c:pt idx="4398">
                  <c:v>7.29</c:v>
                </c:pt>
                <c:pt idx="4399">
                  <c:v>7.2869999999999999</c:v>
                </c:pt>
                <c:pt idx="4400">
                  <c:v>7.2859999999999996</c:v>
                </c:pt>
                <c:pt idx="4401">
                  <c:v>7.2759999999999998</c:v>
                </c:pt>
                <c:pt idx="4402">
                  <c:v>7.266</c:v>
                </c:pt>
                <c:pt idx="4403">
                  <c:v>7.2779999999999996</c:v>
                </c:pt>
                <c:pt idx="4404">
                  <c:v>7.2859999999999996</c:v>
                </c:pt>
                <c:pt idx="4405">
                  <c:v>7.2859999999999996</c:v>
                </c:pt>
                <c:pt idx="4406">
                  <c:v>7.27</c:v>
                </c:pt>
                <c:pt idx="4407">
                  <c:v>7.2619999999999996</c:v>
                </c:pt>
                <c:pt idx="4408">
                  <c:v>7.266</c:v>
                </c:pt>
                <c:pt idx="4409">
                  <c:v>7.2720000000000002</c:v>
                </c:pt>
                <c:pt idx="4410">
                  <c:v>7.2770000000000001</c:v>
                </c:pt>
                <c:pt idx="4411">
                  <c:v>7.2809999999999997</c:v>
                </c:pt>
                <c:pt idx="4412">
                  <c:v>7.2809999999999997</c:v>
                </c:pt>
                <c:pt idx="4413">
                  <c:v>7.2779999999999996</c:v>
                </c:pt>
                <c:pt idx="4414">
                  <c:v>7.28</c:v>
                </c:pt>
                <c:pt idx="4415">
                  <c:v>7.2869999999999999</c:v>
                </c:pt>
                <c:pt idx="4416">
                  <c:v>7.2880000000000003</c:v>
                </c:pt>
                <c:pt idx="4417">
                  <c:v>7.2910000000000004</c:v>
                </c:pt>
                <c:pt idx="4418">
                  <c:v>7.2939999999999996</c:v>
                </c:pt>
                <c:pt idx="4419">
                  <c:v>7.2939999999999996</c:v>
                </c:pt>
                <c:pt idx="4420">
                  <c:v>7.2939999999999996</c:v>
                </c:pt>
                <c:pt idx="4421">
                  <c:v>7.2919999999999998</c:v>
                </c:pt>
                <c:pt idx="4422">
                  <c:v>7.2930000000000001</c:v>
                </c:pt>
                <c:pt idx="4423">
                  <c:v>7.2960000000000003</c:v>
                </c:pt>
                <c:pt idx="4424">
                  <c:v>7.3</c:v>
                </c:pt>
                <c:pt idx="4425">
                  <c:v>7.3010000000000002</c:v>
                </c:pt>
                <c:pt idx="4426">
                  <c:v>7.2990000000000004</c:v>
                </c:pt>
                <c:pt idx="4427">
                  <c:v>7.2919999999999998</c:v>
                </c:pt>
                <c:pt idx="4428">
                  <c:v>7.2919999999999998</c:v>
                </c:pt>
                <c:pt idx="4429">
                  <c:v>7.2889999999999997</c:v>
                </c:pt>
                <c:pt idx="4430">
                  <c:v>7.298</c:v>
                </c:pt>
                <c:pt idx="4431">
                  <c:v>7.3040000000000003</c:v>
                </c:pt>
                <c:pt idx="4432">
                  <c:v>7.3040000000000003</c:v>
                </c:pt>
                <c:pt idx="4433">
                  <c:v>7.3029999999999999</c:v>
                </c:pt>
                <c:pt idx="4434">
                  <c:v>7.3019999999999996</c:v>
                </c:pt>
                <c:pt idx="4435">
                  <c:v>7.3070000000000004</c:v>
                </c:pt>
                <c:pt idx="4436">
                  <c:v>7.3070000000000004</c:v>
                </c:pt>
                <c:pt idx="4437">
                  <c:v>7.3120000000000003</c:v>
                </c:pt>
                <c:pt idx="4438">
                  <c:v>7.3120000000000003</c:v>
                </c:pt>
                <c:pt idx="4439">
                  <c:v>7.3109999999999999</c:v>
                </c:pt>
                <c:pt idx="4440">
                  <c:v>7.3079999999999998</c:v>
                </c:pt>
                <c:pt idx="4441">
                  <c:v>7.306</c:v>
                </c:pt>
                <c:pt idx="4442">
                  <c:v>7.3120000000000003</c:v>
                </c:pt>
                <c:pt idx="4443">
                  <c:v>7.319</c:v>
                </c:pt>
                <c:pt idx="4444">
                  <c:v>7.319</c:v>
                </c:pt>
                <c:pt idx="4445">
                  <c:v>7.3220000000000001</c:v>
                </c:pt>
                <c:pt idx="4446">
                  <c:v>7.32</c:v>
                </c:pt>
                <c:pt idx="4447">
                  <c:v>7.3230000000000004</c:v>
                </c:pt>
                <c:pt idx="4448">
                  <c:v>7.3230000000000004</c:v>
                </c:pt>
                <c:pt idx="4449">
                  <c:v>7.3209999999999997</c:v>
                </c:pt>
                <c:pt idx="4450">
                  <c:v>7.3239999999999998</c:v>
                </c:pt>
                <c:pt idx="4451">
                  <c:v>7.3239999999999998</c:v>
                </c:pt>
                <c:pt idx="4452">
                  <c:v>7.3209999999999997</c:v>
                </c:pt>
                <c:pt idx="4453">
                  <c:v>7.3179999999999996</c:v>
                </c:pt>
                <c:pt idx="4454">
                  <c:v>7.3220000000000001</c:v>
                </c:pt>
                <c:pt idx="4455">
                  <c:v>7.3250000000000002</c:v>
                </c:pt>
                <c:pt idx="4456">
                  <c:v>7.3280000000000003</c:v>
                </c:pt>
                <c:pt idx="4457">
                  <c:v>7.3339999999999996</c:v>
                </c:pt>
                <c:pt idx="4458">
                  <c:v>7.3310000000000004</c:v>
                </c:pt>
                <c:pt idx="4459">
                  <c:v>7.3310000000000004</c:v>
                </c:pt>
                <c:pt idx="4460">
                  <c:v>7.327</c:v>
                </c:pt>
                <c:pt idx="4461">
                  <c:v>7.327</c:v>
                </c:pt>
                <c:pt idx="4462">
                  <c:v>7.3289999999999997</c:v>
                </c:pt>
                <c:pt idx="4463">
                  <c:v>7.3310000000000004</c:v>
                </c:pt>
                <c:pt idx="4464">
                  <c:v>7.3330000000000002</c:v>
                </c:pt>
                <c:pt idx="4465">
                  <c:v>7.3339999999999996</c:v>
                </c:pt>
                <c:pt idx="4466">
                  <c:v>7.335</c:v>
                </c:pt>
                <c:pt idx="4467">
                  <c:v>7.335</c:v>
                </c:pt>
                <c:pt idx="4468">
                  <c:v>7.3339999999999996</c:v>
                </c:pt>
                <c:pt idx="4469">
                  <c:v>7.3360000000000003</c:v>
                </c:pt>
                <c:pt idx="4470">
                  <c:v>7.34</c:v>
                </c:pt>
                <c:pt idx="4471">
                  <c:v>7.34</c:v>
                </c:pt>
                <c:pt idx="4472">
                  <c:v>7.3390000000000004</c:v>
                </c:pt>
                <c:pt idx="4473">
                  <c:v>7.3390000000000004</c:v>
                </c:pt>
                <c:pt idx="4474">
                  <c:v>7.3369999999999997</c:v>
                </c:pt>
                <c:pt idx="4475">
                  <c:v>7.3369999999999997</c:v>
                </c:pt>
                <c:pt idx="4476">
                  <c:v>7.3419999999999996</c:v>
                </c:pt>
                <c:pt idx="4477">
                  <c:v>7.3479999999999999</c:v>
                </c:pt>
                <c:pt idx="4478">
                  <c:v>7.343</c:v>
                </c:pt>
                <c:pt idx="4479">
                  <c:v>7.3419999999999996</c:v>
                </c:pt>
                <c:pt idx="4480">
                  <c:v>7.3419999999999996</c:v>
                </c:pt>
                <c:pt idx="4481">
                  <c:v>7.3419999999999996</c:v>
                </c:pt>
                <c:pt idx="4482">
                  <c:v>7.3449999999999998</c:v>
                </c:pt>
                <c:pt idx="4483">
                  <c:v>7.3449999999999998</c:v>
                </c:pt>
                <c:pt idx="4484">
                  <c:v>7.3479999999999999</c:v>
                </c:pt>
                <c:pt idx="4485">
                  <c:v>7.3490000000000002</c:v>
                </c:pt>
                <c:pt idx="4486">
                  <c:v>7.3470000000000004</c:v>
                </c:pt>
                <c:pt idx="4487">
                  <c:v>7.3449999999999998</c:v>
                </c:pt>
                <c:pt idx="4488">
                  <c:v>7.3449999999999998</c:v>
                </c:pt>
                <c:pt idx="4489">
                  <c:v>7.3490000000000002</c:v>
                </c:pt>
                <c:pt idx="4490">
                  <c:v>7.3529999999999998</c:v>
                </c:pt>
                <c:pt idx="4491">
                  <c:v>7.3529999999999998</c:v>
                </c:pt>
                <c:pt idx="4492">
                  <c:v>7.3520000000000003</c:v>
                </c:pt>
                <c:pt idx="4493">
                  <c:v>7.3520000000000003</c:v>
                </c:pt>
                <c:pt idx="4494">
                  <c:v>7.35</c:v>
                </c:pt>
                <c:pt idx="4495">
                  <c:v>7.3529999999999998</c:v>
                </c:pt>
                <c:pt idx="4496">
                  <c:v>7.3570000000000002</c:v>
                </c:pt>
                <c:pt idx="4497">
                  <c:v>7.3570000000000002</c:v>
                </c:pt>
                <c:pt idx="4498">
                  <c:v>7.3570000000000002</c:v>
                </c:pt>
                <c:pt idx="4499">
                  <c:v>7.3559999999999999</c:v>
                </c:pt>
                <c:pt idx="4500">
                  <c:v>7.3540000000000001</c:v>
                </c:pt>
                <c:pt idx="4501">
                  <c:v>7.3540000000000001</c:v>
                </c:pt>
                <c:pt idx="4502">
                  <c:v>7.36</c:v>
                </c:pt>
                <c:pt idx="4503">
                  <c:v>7.3639999999999999</c:v>
                </c:pt>
                <c:pt idx="4504">
                  <c:v>7.3609999999999998</c:v>
                </c:pt>
                <c:pt idx="4505">
                  <c:v>7.3570000000000002</c:v>
                </c:pt>
                <c:pt idx="4506">
                  <c:v>7.3570000000000002</c:v>
                </c:pt>
                <c:pt idx="4507">
                  <c:v>7.3579999999999997</c:v>
                </c:pt>
                <c:pt idx="4508">
                  <c:v>7.3609999999999998</c:v>
                </c:pt>
                <c:pt idx="4509">
                  <c:v>7.3650000000000002</c:v>
                </c:pt>
                <c:pt idx="4510">
                  <c:v>7.3639999999999999</c:v>
                </c:pt>
                <c:pt idx="4511">
                  <c:v>7.3630000000000004</c:v>
                </c:pt>
                <c:pt idx="4512">
                  <c:v>7.3620000000000001</c:v>
                </c:pt>
                <c:pt idx="4513">
                  <c:v>7.3620000000000001</c:v>
                </c:pt>
                <c:pt idx="4514">
                  <c:v>7.3620000000000001</c:v>
                </c:pt>
                <c:pt idx="4515">
                  <c:v>7.3630000000000004</c:v>
                </c:pt>
                <c:pt idx="4516">
                  <c:v>7.3639999999999999</c:v>
                </c:pt>
                <c:pt idx="4517">
                  <c:v>7.3659999999999997</c:v>
                </c:pt>
                <c:pt idx="4518">
                  <c:v>7.3680000000000003</c:v>
                </c:pt>
                <c:pt idx="4519">
                  <c:v>7.367</c:v>
                </c:pt>
                <c:pt idx="4520">
                  <c:v>7.367</c:v>
                </c:pt>
                <c:pt idx="4521">
                  <c:v>7.3689999999999998</c:v>
                </c:pt>
                <c:pt idx="4522">
                  <c:v>7.3689999999999998</c:v>
                </c:pt>
                <c:pt idx="4523">
                  <c:v>7.37</c:v>
                </c:pt>
                <c:pt idx="4524">
                  <c:v>7.3689999999999998</c:v>
                </c:pt>
                <c:pt idx="4525">
                  <c:v>7.37</c:v>
                </c:pt>
                <c:pt idx="4526">
                  <c:v>7.3730000000000002</c:v>
                </c:pt>
                <c:pt idx="4527">
                  <c:v>7.37</c:v>
                </c:pt>
                <c:pt idx="4528">
                  <c:v>7.37</c:v>
                </c:pt>
                <c:pt idx="4529">
                  <c:v>7.3739999999999997</c:v>
                </c:pt>
                <c:pt idx="4530">
                  <c:v>7.3739999999999997</c:v>
                </c:pt>
                <c:pt idx="4531">
                  <c:v>7.3739999999999997</c:v>
                </c:pt>
                <c:pt idx="4532">
                  <c:v>7.3730000000000002</c:v>
                </c:pt>
                <c:pt idx="4533">
                  <c:v>7.375</c:v>
                </c:pt>
                <c:pt idx="4534">
                  <c:v>7.3789999999999996</c:v>
                </c:pt>
                <c:pt idx="4535">
                  <c:v>7.3780000000000001</c:v>
                </c:pt>
                <c:pt idx="4536">
                  <c:v>7.3769999999999998</c:v>
                </c:pt>
                <c:pt idx="4537">
                  <c:v>7.3769999999999998</c:v>
                </c:pt>
                <c:pt idx="4538">
                  <c:v>7.3760000000000003</c:v>
                </c:pt>
                <c:pt idx="4539">
                  <c:v>7.375</c:v>
                </c:pt>
                <c:pt idx="4540">
                  <c:v>7.375</c:v>
                </c:pt>
                <c:pt idx="4541">
                  <c:v>7.3760000000000003</c:v>
                </c:pt>
                <c:pt idx="4542">
                  <c:v>7.3789999999999996</c:v>
                </c:pt>
                <c:pt idx="4543">
                  <c:v>7.3819999999999997</c:v>
                </c:pt>
                <c:pt idx="4544">
                  <c:v>7.3810000000000002</c:v>
                </c:pt>
                <c:pt idx="4545">
                  <c:v>7.3810000000000002</c:v>
                </c:pt>
                <c:pt idx="4546">
                  <c:v>7.3810000000000002</c:v>
                </c:pt>
                <c:pt idx="4547">
                  <c:v>7.3810000000000002</c:v>
                </c:pt>
                <c:pt idx="4548">
                  <c:v>7.3849999999999998</c:v>
                </c:pt>
                <c:pt idx="4549">
                  <c:v>7.3860000000000001</c:v>
                </c:pt>
                <c:pt idx="4550">
                  <c:v>7.3869999999999996</c:v>
                </c:pt>
                <c:pt idx="4551">
                  <c:v>7.3879999999999999</c:v>
                </c:pt>
                <c:pt idx="4552">
                  <c:v>7.3860000000000001</c:v>
                </c:pt>
                <c:pt idx="4553">
                  <c:v>7.3860000000000001</c:v>
                </c:pt>
                <c:pt idx="4554">
                  <c:v>7.3849999999999998</c:v>
                </c:pt>
                <c:pt idx="4555">
                  <c:v>7.3849999999999998</c:v>
                </c:pt>
                <c:pt idx="4556">
                  <c:v>7.3869999999999996</c:v>
                </c:pt>
                <c:pt idx="4557">
                  <c:v>7.3879999999999999</c:v>
                </c:pt>
                <c:pt idx="4558">
                  <c:v>7.3869999999999996</c:v>
                </c:pt>
                <c:pt idx="4559">
                  <c:v>7.3890000000000002</c:v>
                </c:pt>
                <c:pt idx="4560">
                  <c:v>7.3890000000000002</c:v>
                </c:pt>
                <c:pt idx="4561">
                  <c:v>7.3890000000000002</c:v>
                </c:pt>
                <c:pt idx="4562">
                  <c:v>7.39</c:v>
                </c:pt>
                <c:pt idx="4563">
                  <c:v>7.3949999999999996</c:v>
                </c:pt>
                <c:pt idx="4564">
                  <c:v>7.3959999999999999</c:v>
                </c:pt>
                <c:pt idx="4565">
                  <c:v>7.391</c:v>
                </c:pt>
                <c:pt idx="4566">
                  <c:v>7.3920000000000003</c:v>
                </c:pt>
                <c:pt idx="4567">
                  <c:v>7.3920000000000003</c:v>
                </c:pt>
                <c:pt idx="4568">
                  <c:v>7.3920000000000003</c:v>
                </c:pt>
                <c:pt idx="4569">
                  <c:v>7.3920000000000003</c:v>
                </c:pt>
                <c:pt idx="4570">
                  <c:v>7.3940000000000001</c:v>
                </c:pt>
                <c:pt idx="4571">
                  <c:v>7.3949999999999996</c:v>
                </c:pt>
                <c:pt idx="4572">
                  <c:v>7.3949999999999996</c:v>
                </c:pt>
                <c:pt idx="4573">
                  <c:v>7.3959999999999999</c:v>
                </c:pt>
                <c:pt idx="4574">
                  <c:v>7.3959999999999999</c:v>
                </c:pt>
                <c:pt idx="4575">
                  <c:v>7.3959999999999999</c:v>
                </c:pt>
                <c:pt idx="4576">
                  <c:v>7.3979999999999997</c:v>
                </c:pt>
                <c:pt idx="4577">
                  <c:v>7.3979999999999997</c:v>
                </c:pt>
                <c:pt idx="4578">
                  <c:v>7.399</c:v>
                </c:pt>
                <c:pt idx="4579">
                  <c:v>7.4029999999999996</c:v>
                </c:pt>
                <c:pt idx="4580">
                  <c:v>7.4039999999999999</c:v>
                </c:pt>
                <c:pt idx="4581">
                  <c:v>7.399</c:v>
                </c:pt>
                <c:pt idx="4582">
                  <c:v>7.4009999999999998</c:v>
                </c:pt>
                <c:pt idx="4583">
                  <c:v>7.4029999999999996</c:v>
                </c:pt>
                <c:pt idx="4584">
                  <c:v>7.4029999999999996</c:v>
                </c:pt>
                <c:pt idx="4585">
                  <c:v>7.4009999999999998</c:v>
                </c:pt>
                <c:pt idx="4586">
                  <c:v>7.4249999999999998</c:v>
                </c:pt>
                <c:pt idx="4587">
                  <c:v>7.4279999999999999</c:v>
                </c:pt>
                <c:pt idx="4588">
                  <c:v>7.4059999999999997</c:v>
                </c:pt>
                <c:pt idx="4589">
                  <c:v>7.4059999999999997</c:v>
                </c:pt>
                <c:pt idx="4590">
                  <c:v>7.4050000000000002</c:v>
                </c:pt>
                <c:pt idx="4591">
                  <c:v>7.4039999999999999</c:v>
                </c:pt>
                <c:pt idx="4592">
                  <c:v>7.4039999999999999</c:v>
                </c:pt>
                <c:pt idx="4593">
                  <c:v>7.4039999999999999</c:v>
                </c:pt>
                <c:pt idx="4594">
                  <c:v>7.4029999999999996</c:v>
                </c:pt>
                <c:pt idx="4595">
                  <c:v>7.4039999999999999</c:v>
                </c:pt>
                <c:pt idx="4596">
                  <c:v>7.407</c:v>
                </c:pt>
                <c:pt idx="4597">
                  <c:v>7.4169999999999998</c:v>
                </c:pt>
                <c:pt idx="4598">
                  <c:v>7.4210000000000003</c:v>
                </c:pt>
                <c:pt idx="4599">
                  <c:v>7.4109999999999996</c:v>
                </c:pt>
                <c:pt idx="4600">
                  <c:v>7.4109999999999996</c:v>
                </c:pt>
                <c:pt idx="4601">
                  <c:v>7.4059999999999997</c:v>
                </c:pt>
                <c:pt idx="4602">
                  <c:v>7.4080000000000004</c:v>
                </c:pt>
                <c:pt idx="4603">
                  <c:v>7.4139999999999997</c:v>
                </c:pt>
                <c:pt idx="4604">
                  <c:v>7.4130000000000003</c:v>
                </c:pt>
                <c:pt idx="4605">
                  <c:v>7.41</c:v>
                </c:pt>
                <c:pt idx="4606">
                  <c:v>7.4089999999999998</c:v>
                </c:pt>
                <c:pt idx="4607">
                  <c:v>7.4080000000000004</c:v>
                </c:pt>
                <c:pt idx="4608">
                  <c:v>7.4080000000000004</c:v>
                </c:pt>
                <c:pt idx="4609">
                  <c:v>7.41</c:v>
                </c:pt>
                <c:pt idx="4610">
                  <c:v>7.4130000000000003</c:v>
                </c:pt>
                <c:pt idx="4611">
                  <c:v>7.415</c:v>
                </c:pt>
                <c:pt idx="4612">
                  <c:v>7.4189999999999996</c:v>
                </c:pt>
                <c:pt idx="4613">
                  <c:v>7.4210000000000003</c:v>
                </c:pt>
                <c:pt idx="4614">
                  <c:v>7.4180000000000001</c:v>
                </c:pt>
                <c:pt idx="4615">
                  <c:v>7.4210000000000003</c:v>
                </c:pt>
                <c:pt idx="4616">
                  <c:v>7.4210000000000003</c:v>
                </c:pt>
                <c:pt idx="4617">
                  <c:v>7.4210000000000003</c:v>
                </c:pt>
                <c:pt idx="4618">
                  <c:v>7.415</c:v>
                </c:pt>
                <c:pt idx="4619">
                  <c:v>7.4169999999999998</c:v>
                </c:pt>
                <c:pt idx="4620">
                  <c:v>7.4240000000000004</c:v>
                </c:pt>
                <c:pt idx="4621">
                  <c:v>7.4240000000000004</c:v>
                </c:pt>
                <c:pt idx="4622">
                  <c:v>7.4210000000000003</c:v>
                </c:pt>
                <c:pt idx="4623">
                  <c:v>7.4210000000000003</c:v>
                </c:pt>
                <c:pt idx="4624">
                  <c:v>7.42</c:v>
                </c:pt>
                <c:pt idx="4625">
                  <c:v>7.4219999999999997</c:v>
                </c:pt>
                <c:pt idx="4626">
                  <c:v>7.4219999999999997</c:v>
                </c:pt>
                <c:pt idx="4627">
                  <c:v>7.4219999999999997</c:v>
                </c:pt>
                <c:pt idx="4628">
                  <c:v>7.4249999999999998</c:v>
                </c:pt>
                <c:pt idx="4629">
                  <c:v>7.4260000000000002</c:v>
                </c:pt>
                <c:pt idx="4630">
                  <c:v>7.43</c:v>
                </c:pt>
                <c:pt idx="4631">
                  <c:v>7.43</c:v>
                </c:pt>
                <c:pt idx="4632">
                  <c:v>7.4279999999999999</c:v>
                </c:pt>
                <c:pt idx="4633">
                  <c:v>7.4260000000000002</c:v>
                </c:pt>
                <c:pt idx="4634">
                  <c:v>7.4279999999999999</c:v>
                </c:pt>
                <c:pt idx="4635">
                  <c:v>7.423</c:v>
                </c:pt>
                <c:pt idx="4636">
                  <c:v>7.4219999999999997</c:v>
                </c:pt>
                <c:pt idx="4637">
                  <c:v>7.4260000000000002</c:v>
                </c:pt>
                <c:pt idx="4638">
                  <c:v>7.4219999999999997</c:v>
                </c:pt>
                <c:pt idx="4639">
                  <c:v>7.4219999999999997</c:v>
                </c:pt>
                <c:pt idx="4640">
                  <c:v>7.4260000000000002</c:v>
                </c:pt>
                <c:pt idx="4641">
                  <c:v>7.4379999999999997</c:v>
                </c:pt>
                <c:pt idx="4642">
                  <c:v>7.4320000000000004</c:v>
                </c:pt>
                <c:pt idx="4643">
                  <c:v>7.4249999999999998</c:v>
                </c:pt>
                <c:pt idx="4644">
                  <c:v>7.4290000000000003</c:v>
                </c:pt>
                <c:pt idx="4645">
                  <c:v>7.43</c:v>
                </c:pt>
                <c:pt idx="4646">
                  <c:v>7.4279999999999999</c:v>
                </c:pt>
                <c:pt idx="4647">
                  <c:v>7.4279999999999999</c:v>
                </c:pt>
                <c:pt idx="4648">
                  <c:v>7.4240000000000004</c:v>
                </c:pt>
                <c:pt idx="4649">
                  <c:v>7.4249999999999998</c:v>
                </c:pt>
                <c:pt idx="4650">
                  <c:v>7.4269999999999996</c:v>
                </c:pt>
                <c:pt idx="4651">
                  <c:v>7.4269999999999996</c:v>
                </c:pt>
                <c:pt idx="4652">
                  <c:v>7.43</c:v>
                </c:pt>
                <c:pt idx="4653">
                  <c:v>7.43</c:v>
                </c:pt>
                <c:pt idx="4654">
                  <c:v>7.4249999999999998</c:v>
                </c:pt>
                <c:pt idx="4655">
                  <c:v>7.4249999999999998</c:v>
                </c:pt>
                <c:pt idx="4656">
                  <c:v>7.4290000000000003</c:v>
                </c:pt>
                <c:pt idx="4657">
                  <c:v>7.4340000000000002</c:v>
                </c:pt>
                <c:pt idx="4658">
                  <c:v>7.4329999999999998</c:v>
                </c:pt>
                <c:pt idx="4659">
                  <c:v>7.4340000000000002</c:v>
                </c:pt>
                <c:pt idx="4660">
                  <c:v>7.4329999999999998</c:v>
                </c:pt>
                <c:pt idx="4661">
                  <c:v>7.4279999999999999</c:v>
                </c:pt>
                <c:pt idx="4662">
                  <c:v>7.4260000000000002</c:v>
                </c:pt>
                <c:pt idx="4663">
                  <c:v>7.4260000000000002</c:v>
                </c:pt>
                <c:pt idx="4664">
                  <c:v>7.431</c:v>
                </c:pt>
                <c:pt idx="4665">
                  <c:v>7.4349999999999996</c:v>
                </c:pt>
                <c:pt idx="4666">
                  <c:v>7.4349999999999996</c:v>
                </c:pt>
                <c:pt idx="4667">
                  <c:v>7.4320000000000004</c:v>
                </c:pt>
                <c:pt idx="4668">
                  <c:v>7.4320000000000004</c:v>
                </c:pt>
                <c:pt idx="4669">
                  <c:v>7.4359999999999999</c:v>
                </c:pt>
                <c:pt idx="4670">
                  <c:v>7.4359999999999999</c:v>
                </c:pt>
                <c:pt idx="4671">
                  <c:v>7.4379999999999997</c:v>
                </c:pt>
                <c:pt idx="4672">
                  <c:v>7.4390000000000001</c:v>
                </c:pt>
                <c:pt idx="4673">
                  <c:v>7.4370000000000003</c:v>
                </c:pt>
                <c:pt idx="4674">
                  <c:v>7.4349999999999996</c:v>
                </c:pt>
                <c:pt idx="4675">
                  <c:v>7.4349999999999996</c:v>
                </c:pt>
                <c:pt idx="4676">
                  <c:v>7.4359999999999999</c:v>
                </c:pt>
                <c:pt idx="4677">
                  <c:v>7.4390000000000001</c:v>
                </c:pt>
                <c:pt idx="4678">
                  <c:v>7.4390000000000001</c:v>
                </c:pt>
                <c:pt idx="4679">
                  <c:v>7.4420000000000002</c:v>
                </c:pt>
                <c:pt idx="4680">
                  <c:v>7.4409999999999998</c:v>
                </c:pt>
                <c:pt idx="4681">
                  <c:v>7.4390000000000001</c:v>
                </c:pt>
                <c:pt idx="4682">
                  <c:v>7.4370000000000003</c:v>
                </c:pt>
                <c:pt idx="4683">
                  <c:v>7.4420000000000002</c:v>
                </c:pt>
                <c:pt idx="4684">
                  <c:v>7.4459999999999997</c:v>
                </c:pt>
                <c:pt idx="4685">
                  <c:v>7.4420000000000002</c:v>
                </c:pt>
                <c:pt idx="4686">
                  <c:v>7.4420000000000002</c:v>
                </c:pt>
                <c:pt idx="4687">
                  <c:v>7.4409999999999998</c:v>
                </c:pt>
                <c:pt idx="4688">
                  <c:v>7.44</c:v>
                </c:pt>
                <c:pt idx="4689">
                  <c:v>7.44</c:v>
                </c:pt>
                <c:pt idx="4690">
                  <c:v>7.444</c:v>
                </c:pt>
                <c:pt idx="4691">
                  <c:v>7.4450000000000003</c:v>
                </c:pt>
                <c:pt idx="4692">
                  <c:v>7.4450000000000003</c:v>
                </c:pt>
                <c:pt idx="4693">
                  <c:v>7.4450000000000003</c:v>
                </c:pt>
                <c:pt idx="4694">
                  <c:v>7.4450000000000003</c:v>
                </c:pt>
                <c:pt idx="4695">
                  <c:v>7.444</c:v>
                </c:pt>
                <c:pt idx="4696">
                  <c:v>7.4450000000000003</c:v>
                </c:pt>
                <c:pt idx="4697">
                  <c:v>7.4459999999999997</c:v>
                </c:pt>
                <c:pt idx="4698">
                  <c:v>7.444</c:v>
                </c:pt>
                <c:pt idx="4699">
                  <c:v>7.4470000000000001</c:v>
                </c:pt>
                <c:pt idx="4700">
                  <c:v>7.4489999999999998</c:v>
                </c:pt>
                <c:pt idx="4701">
                  <c:v>7.444</c:v>
                </c:pt>
                <c:pt idx="4702">
                  <c:v>7.444</c:v>
                </c:pt>
                <c:pt idx="4703">
                  <c:v>7.444</c:v>
                </c:pt>
                <c:pt idx="4704">
                  <c:v>7.4480000000000004</c:v>
                </c:pt>
                <c:pt idx="4705">
                  <c:v>7.45</c:v>
                </c:pt>
                <c:pt idx="4706">
                  <c:v>7.45</c:v>
                </c:pt>
                <c:pt idx="4707">
                  <c:v>7.4480000000000004</c:v>
                </c:pt>
                <c:pt idx="4708">
                  <c:v>7.444</c:v>
                </c:pt>
                <c:pt idx="4709">
                  <c:v>7.444</c:v>
                </c:pt>
                <c:pt idx="4710">
                  <c:v>7.4470000000000001</c:v>
                </c:pt>
                <c:pt idx="4711">
                  <c:v>7.452</c:v>
                </c:pt>
                <c:pt idx="4712">
                  <c:v>7.4539999999999997</c:v>
                </c:pt>
                <c:pt idx="4713">
                  <c:v>7.4560000000000004</c:v>
                </c:pt>
                <c:pt idx="4714">
                  <c:v>7.452</c:v>
                </c:pt>
                <c:pt idx="4715">
                  <c:v>7.4470000000000001</c:v>
                </c:pt>
                <c:pt idx="4716">
                  <c:v>7.45</c:v>
                </c:pt>
                <c:pt idx="4717">
                  <c:v>7.45</c:v>
                </c:pt>
                <c:pt idx="4718">
                  <c:v>7.4560000000000004</c:v>
                </c:pt>
                <c:pt idx="4719">
                  <c:v>7.4560000000000004</c:v>
                </c:pt>
                <c:pt idx="4720">
                  <c:v>7.4530000000000003</c:v>
                </c:pt>
                <c:pt idx="4721">
                  <c:v>7.4509999999999996</c:v>
                </c:pt>
                <c:pt idx="4722">
                  <c:v>7.4530000000000003</c:v>
                </c:pt>
                <c:pt idx="4723">
                  <c:v>7.4640000000000004</c:v>
                </c:pt>
                <c:pt idx="4724">
                  <c:v>7.4669999999999996</c:v>
                </c:pt>
                <c:pt idx="4725">
                  <c:v>7.4669999999999996</c:v>
                </c:pt>
                <c:pt idx="4726">
                  <c:v>7.4569999999999999</c:v>
                </c:pt>
                <c:pt idx="4727">
                  <c:v>7.4539999999999997</c:v>
                </c:pt>
                <c:pt idx="4728">
                  <c:v>7.4530000000000003</c:v>
                </c:pt>
                <c:pt idx="4729">
                  <c:v>7.4550000000000001</c:v>
                </c:pt>
                <c:pt idx="4730">
                  <c:v>7.4569999999999999</c:v>
                </c:pt>
                <c:pt idx="4731">
                  <c:v>7.4580000000000002</c:v>
                </c:pt>
                <c:pt idx="4732">
                  <c:v>7.4580000000000002</c:v>
                </c:pt>
                <c:pt idx="4733">
                  <c:v>7.4580000000000002</c:v>
                </c:pt>
                <c:pt idx="4734">
                  <c:v>7.4569999999999999</c:v>
                </c:pt>
                <c:pt idx="4735">
                  <c:v>7.4580000000000002</c:v>
                </c:pt>
                <c:pt idx="4736">
                  <c:v>7.46</c:v>
                </c:pt>
                <c:pt idx="4737">
                  <c:v>7.46</c:v>
                </c:pt>
                <c:pt idx="4738">
                  <c:v>7.4619999999999997</c:v>
                </c:pt>
                <c:pt idx="4739">
                  <c:v>7.4610000000000003</c:v>
                </c:pt>
                <c:pt idx="4740">
                  <c:v>7.46</c:v>
                </c:pt>
                <c:pt idx="4741">
                  <c:v>7.46</c:v>
                </c:pt>
                <c:pt idx="4742">
                  <c:v>7.4569999999999999</c:v>
                </c:pt>
                <c:pt idx="4743">
                  <c:v>7.4550000000000001</c:v>
                </c:pt>
                <c:pt idx="4744">
                  <c:v>7.4589999999999996</c:v>
                </c:pt>
                <c:pt idx="4745">
                  <c:v>7.4649999999999999</c:v>
                </c:pt>
                <c:pt idx="4746">
                  <c:v>7.4660000000000002</c:v>
                </c:pt>
                <c:pt idx="4747">
                  <c:v>7.4619999999999997</c:v>
                </c:pt>
                <c:pt idx="4748">
                  <c:v>7.4589999999999996</c:v>
                </c:pt>
                <c:pt idx="4749">
                  <c:v>7.4589999999999996</c:v>
                </c:pt>
                <c:pt idx="4750">
                  <c:v>7.4589999999999996</c:v>
                </c:pt>
                <c:pt idx="4751">
                  <c:v>7.4640000000000004</c:v>
                </c:pt>
                <c:pt idx="4752">
                  <c:v>7.4660000000000002</c:v>
                </c:pt>
                <c:pt idx="4753">
                  <c:v>7.4660000000000002</c:v>
                </c:pt>
                <c:pt idx="4754">
                  <c:v>7.4660000000000002</c:v>
                </c:pt>
                <c:pt idx="4755">
                  <c:v>7.4660000000000002</c:v>
                </c:pt>
                <c:pt idx="4756">
                  <c:v>7.4660000000000002</c:v>
                </c:pt>
                <c:pt idx="4757">
                  <c:v>7.4660000000000002</c:v>
                </c:pt>
                <c:pt idx="4758">
                  <c:v>7.4690000000000003</c:v>
                </c:pt>
                <c:pt idx="4759">
                  <c:v>7.4690000000000003</c:v>
                </c:pt>
                <c:pt idx="4760">
                  <c:v>7.4690000000000003</c:v>
                </c:pt>
                <c:pt idx="4761">
                  <c:v>7.4690000000000003</c:v>
                </c:pt>
                <c:pt idx="4762">
                  <c:v>7.4690000000000003</c:v>
                </c:pt>
                <c:pt idx="4763">
                  <c:v>7.4710000000000001</c:v>
                </c:pt>
                <c:pt idx="4764">
                  <c:v>7.4710000000000001</c:v>
                </c:pt>
                <c:pt idx="4765">
                  <c:v>7.4729999999999999</c:v>
                </c:pt>
                <c:pt idx="4766">
                  <c:v>7.4720000000000004</c:v>
                </c:pt>
                <c:pt idx="4767">
                  <c:v>7.4669999999999996</c:v>
                </c:pt>
                <c:pt idx="4768">
                  <c:v>7.4649999999999999</c:v>
                </c:pt>
                <c:pt idx="4769">
                  <c:v>7.4660000000000002</c:v>
                </c:pt>
                <c:pt idx="4770">
                  <c:v>7.4729999999999999</c:v>
                </c:pt>
                <c:pt idx="4771">
                  <c:v>7.476</c:v>
                </c:pt>
                <c:pt idx="4772">
                  <c:v>7.476</c:v>
                </c:pt>
                <c:pt idx="4773">
                  <c:v>7.4720000000000004</c:v>
                </c:pt>
                <c:pt idx="4774">
                  <c:v>7.4710000000000001</c:v>
                </c:pt>
                <c:pt idx="4775">
                  <c:v>7.47</c:v>
                </c:pt>
                <c:pt idx="4776">
                  <c:v>7.4690000000000003</c:v>
                </c:pt>
                <c:pt idx="4777">
                  <c:v>7.4710000000000001</c:v>
                </c:pt>
                <c:pt idx="4778">
                  <c:v>7.4729999999999999</c:v>
                </c:pt>
                <c:pt idx="4779">
                  <c:v>7.4729999999999999</c:v>
                </c:pt>
                <c:pt idx="4780">
                  <c:v>7.4729999999999999</c:v>
                </c:pt>
                <c:pt idx="4781">
                  <c:v>7.4710000000000001</c:v>
                </c:pt>
                <c:pt idx="4782">
                  <c:v>7.47</c:v>
                </c:pt>
                <c:pt idx="4783">
                  <c:v>7.4729999999999999</c:v>
                </c:pt>
                <c:pt idx="4784">
                  <c:v>7.4749999999999996</c:v>
                </c:pt>
                <c:pt idx="4785">
                  <c:v>7.4749999999999996</c:v>
                </c:pt>
                <c:pt idx="4786">
                  <c:v>7.476</c:v>
                </c:pt>
                <c:pt idx="4787">
                  <c:v>7.4740000000000002</c:v>
                </c:pt>
                <c:pt idx="4788">
                  <c:v>7.4740000000000002</c:v>
                </c:pt>
                <c:pt idx="4789">
                  <c:v>7.4740000000000002</c:v>
                </c:pt>
                <c:pt idx="4790">
                  <c:v>7.4749999999999996</c:v>
                </c:pt>
                <c:pt idx="4791">
                  <c:v>7.4779999999999998</c:v>
                </c:pt>
                <c:pt idx="4792">
                  <c:v>7.4779999999999998</c:v>
                </c:pt>
                <c:pt idx="4793">
                  <c:v>7.476</c:v>
                </c:pt>
                <c:pt idx="4794">
                  <c:v>7.4749999999999996</c:v>
                </c:pt>
                <c:pt idx="4795">
                  <c:v>7.4749999999999996</c:v>
                </c:pt>
                <c:pt idx="4796">
                  <c:v>7.4749999999999996</c:v>
                </c:pt>
                <c:pt idx="4797">
                  <c:v>7.4779999999999998</c:v>
                </c:pt>
                <c:pt idx="4798">
                  <c:v>7.4779999999999998</c:v>
                </c:pt>
                <c:pt idx="4799">
                  <c:v>7.4790000000000001</c:v>
                </c:pt>
                <c:pt idx="4800">
                  <c:v>7.48</c:v>
                </c:pt>
                <c:pt idx="4801">
                  <c:v>7.4790000000000001</c:v>
                </c:pt>
                <c:pt idx="4802">
                  <c:v>7.48</c:v>
                </c:pt>
                <c:pt idx="4803">
                  <c:v>7.48</c:v>
                </c:pt>
                <c:pt idx="4804">
                  <c:v>7.4809999999999999</c:v>
                </c:pt>
                <c:pt idx="4805">
                  <c:v>7.4809999999999999</c:v>
                </c:pt>
                <c:pt idx="4806">
                  <c:v>7.4809999999999999</c:v>
                </c:pt>
                <c:pt idx="4807">
                  <c:v>7.48</c:v>
                </c:pt>
                <c:pt idx="4808">
                  <c:v>7.4790000000000001</c:v>
                </c:pt>
                <c:pt idx="4809">
                  <c:v>7.4790000000000001</c:v>
                </c:pt>
                <c:pt idx="4810">
                  <c:v>7.484</c:v>
                </c:pt>
                <c:pt idx="4811">
                  <c:v>7.484</c:v>
                </c:pt>
                <c:pt idx="4812">
                  <c:v>7.4859999999999998</c:v>
                </c:pt>
                <c:pt idx="4813">
                  <c:v>7.484</c:v>
                </c:pt>
                <c:pt idx="4814">
                  <c:v>7.4809999999999999</c:v>
                </c:pt>
                <c:pt idx="4815">
                  <c:v>7.4829999999999997</c:v>
                </c:pt>
                <c:pt idx="4816">
                  <c:v>7.4880000000000004</c:v>
                </c:pt>
                <c:pt idx="4817">
                  <c:v>7.4930000000000003</c:v>
                </c:pt>
                <c:pt idx="4818">
                  <c:v>7.4880000000000004</c:v>
                </c:pt>
                <c:pt idx="4819">
                  <c:v>7.4880000000000004</c:v>
                </c:pt>
                <c:pt idx="4820">
                  <c:v>7.4809999999999999</c:v>
                </c:pt>
                <c:pt idx="4821">
                  <c:v>7.4829999999999997</c:v>
                </c:pt>
                <c:pt idx="4822">
                  <c:v>7.484</c:v>
                </c:pt>
                <c:pt idx="4823">
                  <c:v>7.4870000000000001</c:v>
                </c:pt>
                <c:pt idx="4824">
                  <c:v>7.4889999999999999</c:v>
                </c:pt>
                <c:pt idx="4825">
                  <c:v>7.4859999999999998</c:v>
                </c:pt>
                <c:pt idx="4826">
                  <c:v>7.4850000000000003</c:v>
                </c:pt>
                <c:pt idx="4827">
                  <c:v>7.4850000000000003</c:v>
                </c:pt>
                <c:pt idx="4828">
                  <c:v>7.484</c:v>
                </c:pt>
                <c:pt idx="4829">
                  <c:v>7.484</c:v>
                </c:pt>
                <c:pt idx="4830">
                  <c:v>7.4850000000000003</c:v>
                </c:pt>
                <c:pt idx="4831">
                  <c:v>7.4870000000000001</c:v>
                </c:pt>
                <c:pt idx="4832">
                  <c:v>7.4870000000000001</c:v>
                </c:pt>
                <c:pt idx="4833">
                  <c:v>7.4870000000000001</c:v>
                </c:pt>
                <c:pt idx="4834">
                  <c:v>7.49</c:v>
                </c:pt>
                <c:pt idx="4835">
                  <c:v>7.49</c:v>
                </c:pt>
                <c:pt idx="4836">
                  <c:v>7.4909999999999997</c:v>
                </c:pt>
                <c:pt idx="4837">
                  <c:v>7.4909999999999997</c:v>
                </c:pt>
                <c:pt idx="4838">
                  <c:v>7.49</c:v>
                </c:pt>
                <c:pt idx="4839">
                  <c:v>7.4880000000000004</c:v>
                </c:pt>
                <c:pt idx="4840">
                  <c:v>7.4889999999999999</c:v>
                </c:pt>
                <c:pt idx="4841">
                  <c:v>7.4939999999999998</c:v>
                </c:pt>
                <c:pt idx="4842">
                  <c:v>7.4939999999999998</c:v>
                </c:pt>
                <c:pt idx="4843">
                  <c:v>7.4909999999999997</c:v>
                </c:pt>
                <c:pt idx="4844">
                  <c:v>7.4889999999999999</c:v>
                </c:pt>
                <c:pt idx="4845">
                  <c:v>7.4930000000000003</c:v>
                </c:pt>
                <c:pt idx="4846">
                  <c:v>7.4950000000000001</c:v>
                </c:pt>
                <c:pt idx="4847">
                  <c:v>7.4930000000000003</c:v>
                </c:pt>
                <c:pt idx="4848">
                  <c:v>7.4889999999999999</c:v>
                </c:pt>
                <c:pt idx="4849">
                  <c:v>7.4880000000000004</c:v>
                </c:pt>
                <c:pt idx="4850">
                  <c:v>7.4880000000000004</c:v>
                </c:pt>
                <c:pt idx="4851">
                  <c:v>7.4909999999999997</c:v>
                </c:pt>
                <c:pt idx="4852">
                  <c:v>7.4960000000000004</c:v>
                </c:pt>
                <c:pt idx="4853">
                  <c:v>7.4980000000000002</c:v>
                </c:pt>
                <c:pt idx="4854">
                  <c:v>7.4950000000000001</c:v>
                </c:pt>
                <c:pt idx="4855">
                  <c:v>7.4930000000000003</c:v>
                </c:pt>
                <c:pt idx="4856">
                  <c:v>7.4930000000000003</c:v>
                </c:pt>
                <c:pt idx="4857">
                  <c:v>7.4939999999999998</c:v>
                </c:pt>
                <c:pt idx="4858">
                  <c:v>7.4939999999999998</c:v>
                </c:pt>
                <c:pt idx="4859">
                  <c:v>7.4950000000000001</c:v>
                </c:pt>
                <c:pt idx="4860">
                  <c:v>7.4930000000000003</c:v>
                </c:pt>
                <c:pt idx="4861">
                  <c:v>7.492</c:v>
                </c:pt>
                <c:pt idx="4862">
                  <c:v>7.4909999999999997</c:v>
                </c:pt>
                <c:pt idx="4863">
                  <c:v>7.4950000000000001</c:v>
                </c:pt>
                <c:pt idx="4864">
                  <c:v>7.4980000000000002</c:v>
                </c:pt>
                <c:pt idx="4865">
                  <c:v>7.4960000000000004</c:v>
                </c:pt>
                <c:pt idx="4866">
                  <c:v>7.4960000000000004</c:v>
                </c:pt>
                <c:pt idx="4867">
                  <c:v>7.4969999999999999</c:v>
                </c:pt>
                <c:pt idx="4868">
                  <c:v>7.4969999999999999</c:v>
                </c:pt>
                <c:pt idx="4869">
                  <c:v>7.4950000000000001</c:v>
                </c:pt>
                <c:pt idx="4870">
                  <c:v>7.4980000000000002</c:v>
                </c:pt>
                <c:pt idx="4871">
                  <c:v>7.4989999999999997</c:v>
                </c:pt>
                <c:pt idx="4872">
                  <c:v>7.4969999999999999</c:v>
                </c:pt>
                <c:pt idx="4873">
                  <c:v>7.4969999999999999</c:v>
                </c:pt>
                <c:pt idx="4874">
                  <c:v>7.4969999999999999</c:v>
                </c:pt>
                <c:pt idx="4875">
                  <c:v>7.4980000000000002</c:v>
                </c:pt>
                <c:pt idx="4876">
                  <c:v>7.4980000000000002</c:v>
                </c:pt>
                <c:pt idx="4877">
                  <c:v>7.4989999999999997</c:v>
                </c:pt>
                <c:pt idx="4878">
                  <c:v>7.5030000000000001</c:v>
                </c:pt>
                <c:pt idx="4879">
                  <c:v>7.5010000000000003</c:v>
                </c:pt>
                <c:pt idx="4880">
                  <c:v>7.4980000000000002</c:v>
                </c:pt>
                <c:pt idx="4881">
                  <c:v>7.4980000000000002</c:v>
                </c:pt>
                <c:pt idx="4882">
                  <c:v>7.5019999999999998</c:v>
                </c:pt>
                <c:pt idx="4883">
                  <c:v>7.5049999999999999</c:v>
                </c:pt>
                <c:pt idx="4884">
                  <c:v>7.5030000000000001</c:v>
                </c:pt>
                <c:pt idx="4885">
                  <c:v>7.5</c:v>
                </c:pt>
                <c:pt idx="4886">
                  <c:v>7.4980000000000002</c:v>
                </c:pt>
                <c:pt idx="4887">
                  <c:v>7.4989999999999997</c:v>
                </c:pt>
                <c:pt idx="4888">
                  <c:v>7.5010000000000003</c:v>
                </c:pt>
                <c:pt idx="4889">
                  <c:v>7.5010000000000003</c:v>
                </c:pt>
                <c:pt idx="4890">
                  <c:v>7.4989999999999997</c:v>
                </c:pt>
                <c:pt idx="4891">
                  <c:v>7.4989999999999997</c:v>
                </c:pt>
                <c:pt idx="4892">
                  <c:v>7.5010000000000003</c:v>
                </c:pt>
                <c:pt idx="4893">
                  <c:v>7.5039999999999996</c:v>
                </c:pt>
                <c:pt idx="4894">
                  <c:v>7.5019999999999998</c:v>
                </c:pt>
                <c:pt idx="4895">
                  <c:v>7.4989999999999997</c:v>
                </c:pt>
                <c:pt idx="4896">
                  <c:v>7.4969999999999999</c:v>
                </c:pt>
                <c:pt idx="4897">
                  <c:v>7.4969999999999999</c:v>
                </c:pt>
                <c:pt idx="4898">
                  <c:v>7.5010000000000003</c:v>
                </c:pt>
                <c:pt idx="4899">
                  <c:v>7.5069999999999997</c:v>
                </c:pt>
                <c:pt idx="4900">
                  <c:v>7.5060000000000002</c:v>
                </c:pt>
                <c:pt idx="4901">
                  <c:v>7.5019999999999998</c:v>
                </c:pt>
                <c:pt idx="4902">
                  <c:v>7.5030000000000001</c:v>
                </c:pt>
                <c:pt idx="4903">
                  <c:v>7.508</c:v>
                </c:pt>
                <c:pt idx="4904">
                  <c:v>7.51</c:v>
                </c:pt>
                <c:pt idx="4905">
                  <c:v>7.51</c:v>
                </c:pt>
                <c:pt idx="4906">
                  <c:v>7.508</c:v>
                </c:pt>
                <c:pt idx="4907">
                  <c:v>7.5039999999999996</c:v>
                </c:pt>
                <c:pt idx="4908">
                  <c:v>7.492</c:v>
                </c:pt>
                <c:pt idx="4909">
                  <c:v>7.484</c:v>
                </c:pt>
                <c:pt idx="4910">
                  <c:v>7.4770000000000003</c:v>
                </c:pt>
                <c:pt idx="4911">
                  <c:v>7.476</c:v>
                </c:pt>
                <c:pt idx="4912">
                  <c:v>7.4850000000000003</c:v>
                </c:pt>
                <c:pt idx="4913">
                  <c:v>7.4850000000000003</c:v>
                </c:pt>
                <c:pt idx="4914">
                  <c:v>7.4829999999999997</c:v>
                </c:pt>
                <c:pt idx="4915">
                  <c:v>7.48</c:v>
                </c:pt>
                <c:pt idx="4916">
                  <c:v>7.484</c:v>
                </c:pt>
                <c:pt idx="4917">
                  <c:v>7.49</c:v>
                </c:pt>
                <c:pt idx="4918">
                  <c:v>7.4889999999999999</c:v>
                </c:pt>
                <c:pt idx="4919">
                  <c:v>7.4889999999999999</c:v>
                </c:pt>
                <c:pt idx="4920">
                  <c:v>7.4960000000000004</c:v>
                </c:pt>
                <c:pt idx="4921">
                  <c:v>7.4960000000000004</c:v>
                </c:pt>
                <c:pt idx="4922">
                  <c:v>7.4939999999999998</c:v>
                </c:pt>
                <c:pt idx="4923">
                  <c:v>7.4930000000000003</c:v>
                </c:pt>
                <c:pt idx="4924">
                  <c:v>7.4980000000000002</c:v>
                </c:pt>
                <c:pt idx="4925">
                  <c:v>7.5010000000000003</c:v>
                </c:pt>
                <c:pt idx="4926">
                  <c:v>7.5</c:v>
                </c:pt>
                <c:pt idx="4927">
                  <c:v>7.4989999999999997</c:v>
                </c:pt>
                <c:pt idx="4928">
                  <c:v>7.4989999999999997</c:v>
                </c:pt>
                <c:pt idx="4929">
                  <c:v>7.5</c:v>
                </c:pt>
                <c:pt idx="4930">
                  <c:v>7.5010000000000003</c:v>
                </c:pt>
                <c:pt idx="4931">
                  <c:v>7.5</c:v>
                </c:pt>
                <c:pt idx="4932">
                  <c:v>7.5019999999999998</c:v>
                </c:pt>
                <c:pt idx="4933">
                  <c:v>7.5060000000000002</c:v>
                </c:pt>
                <c:pt idx="4934">
                  <c:v>7.5049999999999999</c:v>
                </c:pt>
                <c:pt idx="4935">
                  <c:v>7.5010000000000003</c:v>
                </c:pt>
                <c:pt idx="4936">
                  <c:v>7.5010000000000003</c:v>
                </c:pt>
                <c:pt idx="4937">
                  <c:v>7.5039999999999996</c:v>
                </c:pt>
                <c:pt idx="4938">
                  <c:v>7.5119999999999996</c:v>
                </c:pt>
                <c:pt idx="4939">
                  <c:v>7.5119999999999996</c:v>
                </c:pt>
                <c:pt idx="4940">
                  <c:v>7.508</c:v>
                </c:pt>
                <c:pt idx="4941">
                  <c:v>7.5069999999999997</c:v>
                </c:pt>
                <c:pt idx="4942">
                  <c:v>7.5090000000000003</c:v>
                </c:pt>
                <c:pt idx="4943">
                  <c:v>7.5090000000000003</c:v>
                </c:pt>
                <c:pt idx="4944">
                  <c:v>7.5090000000000003</c:v>
                </c:pt>
                <c:pt idx="4945">
                  <c:v>7.5090000000000003</c:v>
                </c:pt>
                <c:pt idx="4946">
                  <c:v>7.5110000000000001</c:v>
                </c:pt>
                <c:pt idx="4947">
                  <c:v>7.51</c:v>
                </c:pt>
                <c:pt idx="4948">
                  <c:v>7.508</c:v>
                </c:pt>
                <c:pt idx="4949">
                  <c:v>7.5069999999999997</c:v>
                </c:pt>
                <c:pt idx="4950">
                  <c:v>7.51</c:v>
                </c:pt>
                <c:pt idx="4951">
                  <c:v>7.5140000000000002</c:v>
                </c:pt>
                <c:pt idx="4952">
                  <c:v>7.5140000000000002</c:v>
                </c:pt>
                <c:pt idx="4953">
                  <c:v>7.5119999999999996</c:v>
                </c:pt>
                <c:pt idx="4954">
                  <c:v>7.5129999999999999</c:v>
                </c:pt>
                <c:pt idx="4955">
                  <c:v>7.5119999999999996</c:v>
                </c:pt>
                <c:pt idx="4956">
                  <c:v>7.5110000000000001</c:v>
                </c:pt>
                <c:pt idx="4957">
                  <c:v>7.5140000000000002</c:v>
                </c:pt>
                <c:pt idx="4958">
                  <c:v>7.5170000000000003</c:v>
                </c:pt>
                <c:pt idx="4959">
                  <c:v>7.5170000000000003</c:v>
                </c:pt>
                <c:pt idx="4960">
                  <c:v>7.5170000000000003</c:v>
                </c:pt>
                <c:pt idx="4961">
                  <c:v>7.52</c:v>
                </c:pt>
                <c:pt idx="4962">
                  <c:v>7.5190000000000001</c:v>
                </c:pt>
                <c:pt idx="4963">
                  <c:v>7.5179999999999998</c:v>
                </c:pt>
                <c:pt idx="4964">
                  <c:v>7.5179999999999998</c:v>
                </c:pt>
                <c:pt idx="4965">
                  <c:v>7.5179999999999998</c:v>
                </c:pt>
                <c:pt idx="4966">
                  <c:v>7.5190000000000001</c:v>
                </c:pt>
                <c:pt idx="4967">
                  <c:v>7.5190000000000001</c:v>
                </c:pt>
                <c:pt idx="4968">
                  <c:v>7.5190000000000001</c:v>
                </c:pt>
                <c:pt idx="4969">
                  <c:v>7.5179999999999998</c:v>
                </c:pt>
                <c:pt idx="4970">
                  <c:v>7.5170000000000003</c:v>
                </c:pt>
                <c:pt idx="4971">
                  <c:v>7.5190000000000001</c:v>
                </c:pt>
                <c:pt idx="4972">
                  <c:v>7.5220000000000002</c:v>
                </c:pt>
                <c:pt idx="4973">
                  <c:v>7.5209999999999999</c:v>
                </c:pt>
                <c:pt idx="4974">
                  <c:v>7.52</c:v>
                </c:pt>
                <c:pt idx="4975">
                  <c:v>7.52</c:v>
                </c:pt>
                <c:pt idx="4976">
                  <c:v>7.52</c:v>
                </c:pt>
                <c:pt idx="4977">
                  <c:v>7.52</c:v>
                </c:pt>
                <c:pt idx="4978">
                  <c:v>7.5229999999999997</c:v>
                </c:pt>
                <c:pt idx="4979">
                  <c:v>7.5250000000000004</c:v>
                </c:pt>
                <c:pt idx="4980">
                  <c:v>7.5229999999999997</c:v>
                </c:pt>
                <c:pt idx="4981">
                  <c:v>7.524</c:v>
                </c:pt>
                <c:pt idx="4982">
                  <c:v>7.5220000000000002</c:v>
                </c:pt>
                <c:pt idx="4983">
                  <c:v>7.5220000000000002</c:v>
                </c:pt>
                <c:pt idx="4984">
                  <c:v>7.5250000000000004</c:v>
                </c:pt>
                <c:pt idx="4985">
                  <c:v>7.5270000000000001</c:v>
                </c:pt>
                <c:pt idx="4986">
                  <c:v>7.5259999999999998</c:v>
                </c:pt>
                <c:pt idx="4987">
                  <c:v>7.5289999999999999</c:v>
                </c:pt>
                <c:pt idx="4988">
                  <c:v>7.5279999999999996</c:v>
                </c:pt>
                <c:pt idx="4989">
                  <c:v>7.524</c:v>
                </c:pt>
                <c:pt idx="4990">
                  <c:v>7.5259999999999998</c:v>
                </c:pt>
                <c:pt idx="4991">
                  <c:v>7.5259999999999998</c:v>
                </c:pt>
                <c:pt idx="4992">
                  <c:v>7.5279999999999996</c:v>
                </c:pt>
                <c:pt idx="4993">
                  <c:v>7.5259999999999998</c:v>
                </c:pt>
                <c:pt idx="4994">
                  <c:v>7.5259999999999998</c:v>
                </c:pt>
                <c:pt idx="4995">
                  <c:v>7.5270000000000001</c:v>
                </c:pt>
                <c:pt idx="4996">
                  <c:v>7.5259999999999998</c:v>
                </c:pt>
                <c:pt idx="4997">
                  <c:v>7.5259999999999998</c:v>
                </c:pt>
                <c:pt idx="4998">
                  <c:v>7.5259999999999998</c:v>
                </c:pt>
                <c:pt idx="4999">
                  <c:v>7.5259999999999998</c:v>
                </c:pt>
                <c:pt idx="5000">
                  <c:v>7.53</c:v>
                </c:pt>
                <c:pt idx="5001">
                  <c:v>7.53</c:v>
                </c:pt>
                <c:pt idx="5002">
                  <c:v>7.5259999999999998</c:v>
                </c:pt>
                <c:pt idx="5003">
                  <c:v>7.5289999999999999</c:v>
                </c:pt>
                <c:pt idx="5004">
                  <c:v>7.53</c:v>
                </c:pt>
                <c:pt idx="5005">
                  <c:v>7.5289999999999999</c:v>
                </c:pt>
                <c:pt idx="5006">
                  <c:v>7.5289999999999999</c:v>
                </c:pt>
                <c:pt idx="5007">
                  <c:v>7.5289999999999999</c:v>
                </c:pt>
                <c:pt idx="5008">
                  <c:v>7.5270000000000001</c:v>
                </c:pt>
                <c:pt idx="5009">
                  <c:v>7.5279999999999996</c:v>
                </c:pt>
                <c:pt idx="5010">
                  <c:v>7.5279999999999996</c:v>
                </c:pt>
                <c:pt idx="5011">
                  <c:v>7.532</c:v>
                </c:pt>
                <c:pt idx="5012">
                  <c:v>7.5330000000000004</c:v>
                </c:pt>
                <c:pt idx="5013">
                  <c:v>7.53</c:v>
                </c:pt>
                <c:pt idx="5014">
                  <c:v>7.53</c:v>
                </c:pt>
                <c:pt idx="5015">
                  <c:v>7.5309999999999997</c:v>
                </c:pt>
                <c:pt idx="5016">
                  <c:v>7.53</c:v>
                </c:pt>
                <c:pt idx="5017">
                  <c:v>7.53</c:v>
                </c:pt>
                <c:pt idx="5018">
                  <c:v>7.53</c:v>
                </c:pt>
                <c:pt idx="5019">
                  <c:v>7.5309999999999997</c:v>
                </c:pt>
                <c:pt idx="5020">
                  <c:v>7.5330000000000004</c:v>
                </c:pt>
                <c:pt idx="5021">
                  <c:v>7.5309999999999997</c:v>
                </c:pt>
                <c:pt idx="5022">
                  <c:v>7.53</c:v>
                </c:pt>
                <c:pt idx="5023">
                  <c:v>7.532</c:v>
                </c:pt>
                <c:pt idx="5024">
                  <c:v>7.532</c:v>
                </c:pt>
                <c:pt idx="5025">
                  <c:v>7.5359999999999996</c:v>
                </c:pt>
                <c:pt idx="5026">
                  <c:v>7.5359999999999996</c:v>
                </c:pt>
                <c:pt idx="5027">
                  <c:v>7.5330000000000004</c:v>
                </c:pt>
                <c:pt idx="5028">
                  <c:v>7.5330000000000004</c:v>
                </c:pt>
                <c:pt idx="5029">
                  <c:v>7.5359999999999996</c:v>
                </c:pt>
                <c:pt idx="5030">
                  <c:v>7.5359999999999996</c:v>
                </c:pt>
                <c:pt idx="5031">
                  <c:v>7.5339999999999998</c:v>
                </c:pt>
                <c:pt idx="5032">
                  <c:v>7.5339999999999998</c:v>
                </c:pt>
                <c:pt idx="5033">
                  <c:v>7.5330000000000004</c:v>
                </c:pt>
                <c:pt idx="5034">
                  <c:v>7.5330000000000004</c:v>
                </c:pt>
                <c:pt idx="5035">
                  <c:v>7.5330000000000004</c:v>
                </c:pt>
                <c:pt idx="5036">
                  <c:v>7.5330000000000004</c:v>
                </c:pt>
                <c:pt idx="5037">
                  <c:v>7.5339999999999998</c:v>
                </c:pt>
                <c:pt idx="5038">
                  <c:v>7.5350000000000001</c:v>
                </c:pt>
                <c:pt idx="5039">
                  <c:v>7.5350000000000001</c:v>
                </c:pt>
                <c:pt idx="5040">
                  <c:v>7.5350000000000001</c:v>
                </c:pt>
                <c:pt idx="5041">
                  <c:v>7.5339999999999998</c:v>
                </c:pt>
                <c:pt idx="5042">
                  <c:v>7.5359999999999996</c:v>
                </c:pt>
                <c:pt idx="5043">
                  <c:v>7.5350000000000001</c:v>
                </c:pt>
                <c:pt idx="5044">
                  <c:v>7.5359999999999996</c:v>
                </c:pt>
                <c:pt idx="5045">
                  <c:v>7.5369999999999999</c:v>
                </c:pt>
                <c:pt idx="5046">
                  <c:v>7.5369999999999999</c:v>
                </c:pt>
                <c:pt idx="5047">
                  <c:v>7.5380000000000003</c:v>
                </c:pt>
                <c:pt idx="5048">
                  <c:v>7.5380000000000003</c:v>
                </c:pt>
                <c:pt idx="5049">
                  <c:v>7.5389999999999997</c:v>
                </c:pt>
                <c:pt idx="5050">
                  <c:v>7.5380000000000003</c:v>
                </c:pt>
                <c:pt idx="5051">
                  <c:v>7.5359999999999996</c:v>
                </c:pt>
                <c:pt idx="5052">
                  <c:v>7.5380000000000003</c:v>
                </c:pt>
                <c:pt idx="5053">
                  <c:v>7.54</c:v>
                </c:pt>
                <c:pt idx="5054">
                  <c:v>7.5380000000000003</c:v>
                </c:pt>
                <c:pt idx="5055">
                  <c:v>7.54</c:v>
                </c:pt>
                <c:pt idx="5056">
                  <c:v>7.54</c:v>
                </c:pt>
                <c:pt idx="5057">
                  <c:v>7.54</c:v>
                </c:pt>
                <c:pt idx="5058">
                  <c:v>7.5380000000000003</c:v>
                </c:pt>
                <c:pt idx="5059">
                  <c:v>7.5410000000000004</c:v>
                </c:pt>
                <c:pt idx="5060">
                  <c:v>7.5419999999999998</c:v>
                </c:pt>
                <c:pt idx="5061">
                  <c:v>7.5410000000000004</c:v>
                </c:pt>
                <c:pt idx="5062">
                  <c:v>7.5389999999999997</c:v>
                </c:pt>
                <c:pt idx="5063">
                  <c:v>7.5380000000000003</c:v>
                </c:pt>
                <c:pt idx="5064">
                  <c:v>7.5380000000000003</c:v>
                </c:pt>
                <c:pt idx="5065">
                  <c:v>7.5389999999999997</c:v>
                </c:pt>
                <c:pt idx="5066">
                  <c:v>7.5410000000000004</c:v>
                </c:pt>
                <c:pt idx="5067">
                  <c:v>7.5410000000000004</c:v>
                </c:pt>
                <c:pt idx="5068">
                  <c:v>7.5389999999999997</c:v>
                </c:pt>
                <c:pt idx="5069">
                  <c:v>7.5389999999999997</c:v>
                </c:pt>
                <c:pt idx="5070">
                  <c:v>7.5389999999999997</c:v>
                </c:pt>
                <c:pt idx="5071">
                  <c:v>7.5389999999999997</c:v>
                </c:pt>
                <c:pt idx="5072">
                  <c:v>7.5419999999999998</c:v>
                </c:pt>
                <c:pt idx="5073">
                  <c:v>7.5460000000000003</c:v>
                </c:pt>
                <c:pt idx="5074">
                  <c:v>7.5460000000000003</c:v>
                </c:pt>
                <c:pt idx="5075">
                  <c:v>7.5469999999999997</c:v>
                </c:pt>
                <c:pt idx="5076">
                  <c:v>7.5469999999999997</c:v>
                </c:pt>
                <c:pt idx="5077">
                  <c:v>7.5460000000000003</c:v>
                </c:pt>
                <c:pt idx="5078">
                  <c:v>7.5460000000000003</c:v>
                </c:pt>
                <c:pt idx="5079">
                  <c:v>7.5460000000000003</c:v>
                </c:pt>
                <c:pt idx="5080">
                  <c:v>7.548</c:v>
                </c:pt>
                <c:pt idx="5081">
                  <c:v>7.5490000000000004</c:v>
                </c:pt>
                <c:pt idx="5082">
                  <c:v>7.548</c:v>
                </c:pt>
                <c:pt idx="5083">
                  <c:v>7.5490000000000004</c:v>
                </c:pt>
                <c:pt idx="5084">
                  <c:v>7.5490000000000004</c:v>
                </c:pt>
                <c:pt idx="5085">
                  <c:v>7.5490000000000004</c:v>
                </c:pt>
                <c:pt idx="5086">
                  <c:v>7.5490000000000004</c:v>
                </c:pt>
                <c:pt idx="5087">
                  <c:v>7.5490000000000004</c:v>
                </c:pt>
                <c:pt idx="5088">
                  <c:v>7.5490000000000004</c:v>
                </c:pt>
                <c:pt idx="5089">
                  <c:v>7.5490000000000004</c:v>
                </c:pt>
                <c:pt idx="5090">
                  <c:v>7.5490000000000004</c:v>
                </c:pt>
                <c:pt idx="5091">
                  <c:v>7.55</c:v>
                </c:pt>
                <c:pt idx="5092">
                  <c:v>7.5490000000000004</c:v>
                </c:pt>
                <c:pt idx="5093">
                  <c:v>7.55</c:v>
                </c:pt>
                <c:pt idx="5094">
                  <c:v>7.5510000000000002</c:v>
                </c:pt>
                <c:pt idx="5095">
                  <c:v>7.5510000000000002</c:v>
                </c:pt>
                <c:pt idx="5096">
                  <c:v>7.5519999999999996</c:v>
                </c:pt>
                <c:pt idx="5097">
                  <c:v>7.5510000000000002</c:v>
                </c:pt>
                <c:pt idx="5098">
                  <c:v>7.5490000000000004</c:v>
                </c:pt>
                <c:pt idx="5099">
                  <c:v>7.55</c:v>
                </c:pt>
                <c:pt idx="5100">
                  <c:v>7.5510000000000002</c:v>
                </c:pt>
                <c:pt idx="5101">
                  <c:v>7.5519999999999996</c:v>
                </c:pt>
                <c:pt idx="5102">
                  <c:v>7.5510000000000002</c:v>
                </c:pt>
                <c:pt idx="5103">
                  <c:v>7.5510000000000002</c:v>
                </c:pt>
                <c:pt idx="5104">
                  <c:v>7.55</c:v>
                </c:pt>
                <c:pt idx="5105">
                  <c:v>7.5510000000000002</c:v>
                </c:pt>
                <c:pt idx="5106">
                  <c:v>7.5510000000000002</c:v>
                </c:pt>
                <c:pt idx="5107">
                  <c:v>7.5540000000000003</c:v>
                </c:pt>
                <c:pt idx="5108">
                  <c:v>7.556</c:v>
                </c:pt>
                <c:pt idx="5109">
                  <c:v>7.5519999999999996</c:v>
                </c:pt>
                <c:pt idx="5110">
                  <c:v>7.5519999999999996</c:v>
                </c:pt>
                <c:pt idx="5111">
                  <c:v>7.5519999999999996</c:v>
                </c:pt>
                <c:pt idx="5112">
                  <c:v>7.5519999999999996</c:v>
                </c:pt>
                <c:pt idx="5113">
                  <c:v>7.5540000000000003</c:v>
                </c:pt>
                <c:pt idx="5114">
                  <c:v>7.556</c:v>
                </c:pt>
                <c:pt idx="5115">
                  <c:v>7.5570000000000004</c:v>
                </c:pt>
                <c:pt idx="5116">
                  <c:v>7.5549999999999997</c:v>
                </c:pt>
                <c:pt idx="5117">
                  <c:v>7.5510000000000002</c:v>
                </c:pt>
                <c:pt idx="5118">
                  <c:v>7.5510000000000002</c:v>
                </c:pt>
                <c:pt idx="5119">
                  <c:v>7.5540000000000003</c:v>
                </c:pt>
                <c:pt idx="5120">
                  <c:v>7.5579999999999998</c:v>
                </c:pt>
                <c:pt idx="5121">
                  <c:v>7.5570000000000004</c:v>
                </c:pt>
                <c:pt idx="5122">
                  <c:v>7.5510000000000002</c:v>
                </c:pt>
                <c:pt idx="5123">
                  <c:v>7.55</c:v>
                </c:pt>
                <c:pt idx="5124">
                  <c:v>7.5519999999999996</c:v>
                </c:pt>
                <c:pt idx="5125">
                  <c:v>7.5529999999999999</c:v>
                </c:pt>
                <c:pt idx="5126">
                  <c:v>7.5529999999999999</c:v>
                </c:pt>
                <c:pt idx="5127">
                  <c:v>7.5510000000000002</c:v>
                </c:pt>
                <c:pt idx="5128">
                  <c:v>7.55</c:v>
                </c:pt>
                <c:pt idx="5129">
                  <c:v>7.5529999999999999</c:v>
                </c:pt>
                <c:pt idx="5130">
                  <c:v>7.5529999999999999</c:v>
                </c:pt>
                <c:pt idx="5131">
                  <c:v>7.55</c:v>
                </c:pt>
                <c:pt idx="5132">
                  <c:v>7.55</c:v>
                </c:pt>
                <c:pt idx="5133">
                  <c:v>7.55</c:v>
                </c:pt>
                <c:pt idx="5134">
                  <c:v>7.55</c:v>
                </c:pt>
                <c:pt idx="5135">
                  <c:v>7.5540000000000003</c:v>
                </c:pt>
                <c:pt idx="5136">
                  <c:v>7.556</c:v>
                </c:pt>
                <c:pt idx="5137">
                  <c:v>7.5529999999999999</c:v>
                </c:pt>
                <c:pt idx="5138">
                  <c:v>7.5510000000000002</c:v>
                </c:pt>
                <c:pt idx="5139">
                  <c:v>7.5549999999999997</c:v>
                </c:pt>
                <c:pt idx="5140">
                  <c:v>7.556</c:v>
                </c:pt>
                <c:pt idx="5141">
                  <c:v>7.5529999999999999</c:v>
                </c:pt>
                <c:pt idx="5142">
                  <c:v>7.5529999999999999</c:v>
                </c:pt>
                <c:pt idx="5143">
                  <c:v>7.5519999999999996</c:v>
                </c:pt>
                <c:pt idx="5144">
                  <c:v>7.55</c:v>
                </c:pt>
                <c:pt idx="5145">
                  <c:v>7.5529999999999999</c:v>
                </c:pt>
                <c:pt idx="5146">
                  <c:v>7.5540000000000003</c:v>
                </c:pt>
                <c:pt idx="5147">
                  <c:v>7.5490000000000004</c:v>
                </c:pt>
                <c:pt idx="5148">
                  <c:v>7.548</c:v>
                </c:pt>
                <c:pt idx="5149">
                  <c:v>7.55</c:v>
                </c:pt>
                <c:pt idx="5150">
                  <c:v>7.55</c:v>
                </c:pt>
                <c:pt idx="5151">
                  <c:v>7.5490000000000004</c:v>
                </c:pt>
                <c:pt idx="5152">
                  <c:v>7.5549999999999997</c:v>
                </c:pt>
                <c:pt idx="5153">
                  <c:v>7.5590000000000002</c:v>
                </c:pt>
                <c:pt idx="5154">
                  <c:v>7.556</c:v>
                </c:pt>
                <c:pt idx="5155">
                  <c:v>7.5549999999999997</c:v>
                </c:pt>
                <c:pt idx="5156">
                  <c:v>7.5529999999999999</c:v>
                </c:pt>
                <c:pt idx="5157">
                  <c:v>7.5529999999999999</c:v>
                </c:pt>
                <c:pt idx="5158">
                  <c:v>7.5519999999999996</c:v>
                </c:pt>
                <c:pt idx="5159">
                  <c:v>7.56</c:v>
                </c:pt>
                <c:pt idx="5160">
                  <c:v>7.5620000000000003</c:v>
                </c:pt>
                <c:pt idx="5161">
                  <c:v>7.556</c:v>
                </c:pt>
                <c:pt idx="5162">
                  <c:v>7.5540000000000003</c:v>
                </c:pt>
                <c:pt idx="5163">
                  <c:v>7.5529999999999999</c:v>
                </c:pt>
                <c:pt idx="5164">
                  <c:v>7.5570000000000004</c:v>
                </c:pt>
                <c:pt idx="5165">
                  <c:v>7.5570000000000004</c:v>
                </c:pt>
                <c:pt idx="5166">
                  <c:v>7.5590000000000002</c:v>
                </c:pt>
                <c:pt idx="5167">
                  <c:v>7.5570000000000004</c:v>
                </c:pt>
                <c:pt idx="5168">
                  <c:v>7.556</c:v>
                </c:pt>
                <c:pt idx="5169">
                  <c:v>7.556</c:v>
                </c:pt>
                <c:pt idx="5170">
                  <c:v>7.5529999999999999</c:v>
                </c:pt>
                <c:pt idx="5171">
                  <c:v>7.5540000000000003</c:v>
                </c:pt>
                <c:pt idx="5172">
                  <c:v>7.5579999999999998</c:v>
                </c:pt>
                <c:pt idx="5173">
                  <c:v>7.5579999999999998</c:v>
                </c:pt>
                <c:pt idx="5174">
                  <c:v>7.5570000000000004</c:v>
                </c:pt>
                <c:pt idx="5175">
                  <c:v>7.5590000000000002</c:v>
                </c:pt>
                <c:pt idx="5176">
                  <c:v>7.5620000000000003</c:v>
                </c:pt>
                <c:pt idx="5177">
                  <c:v>7.5609999999999999</c:v>
                </c:pt>
                <c:pt idx="5178">
                  <c:v>7.5609999999999999</c:v>
                </c:pt>
                <c:pt idx="5179">
                  <c:v>7.5609999999999999</c:v>
                </c:pt>
                <c:pt idx="5180">
                  <c:v>7.5620000000000003</c:v>
                </c:pt>
                <c:pt idx="5181">
                  <c:v>7.5620000000000003</c:v>
                </c:pt>
                <c:pt idx="5182">
                  <c:v>7.5609999999999999</c:v>
                </c:pt>
                <c:pt idx="5183">
                  <c:v>7.5579999999999998</c:v>
                </c:pt>
                <c:pt idx="5184">
                  <c:v>7.5570000000000004</c:v>
                </c:pt>
                <c:pt idx="5185">
                  <c:v>7.5579999999999998</c:v>
                </c:pt>
                <c:pt idx="5186">
                  <c:v>7.5609999999999999</c:v>
                </c:pt>
                <c:pt idx="5187">
                  <c:v>7.5640000000000001</c:v>
                </c:pt>
                <c:pt idx="5188">
                  <c:v>7.5620000000000003</c:v>
                </c:pt>
                <c:pt idx="5189">
                  <c:v>7.5620000000000003</c:v>
                </c:pt>
                <c:pt idx="5190">
                  <c:v>7.5579999999999998</c:v>
                </c:pt>
                <c:pt idx="5191">
                  <c:v>7.56</c:v>
                </c:pt>
                <c:pt idx="5192">
                  <c:v>7.5629999999999997</c:v>
                </c:pt>
                <c:pt idx="5193">
                  <c:v>7.5629999999999997</c:v>
                </c:pt>
                <c:pt idx="5194">
                  <c:v>7.5620000000000003</c:v>
                </c:pt>
                <c:pt idx="5195">
                  <c:v>7.5609999999999999</c:v>
                </c:pt>
                <c:pt idx="5196">
                  <c:v>7.5609999999999999</c:v>
                </c:pt>
                <c:pt idx="5197">
                  <c:v>7.56</c:v>
                </c:pt>
                <c:pt idx="5198">
                  <c:v>7.5609999999999999</c:v>
                </c:pt>
                <c:pt idx="5199">
                  <c:v>7.5650000000000004</c:v>
                </c:pt>
                <c:pt idx="5200">
                  <c:v>7.5679999999999996</c:v>
                </c:pt>
                <c:pt idx="5201">
                  <c:v>7.5640000000000001</c:v>
                </c:pt>
                <c:pt idx="5202">
                  <c:v>7.5620000000000003</c:v>
                </c:pt>
                <c:pt idx="5203">
                  <c:v>7.5629999999999997</c:v>
                </c:pt>
                <c:pt idx="5204">
                  <c:v>7.5629999999999997</c:v>
                </c:pt>
                <c:pt idx="5205">
                  <c:v>7.5629999999999997</c:v>
                </c:pt>
                <c:pt idx="5206">
                  <c:v>7.5650000000000004</c:v>
                </c:pt>
                <c:pt idx="5207">
                  <c:v>7.5650000000000004</c:v>
                </c:pt>
                <c:pt idx="5208">
                  <c:v>7.5609999999999999</c:v>
                </c:pt>
                <c:pt idx="5209">
                  <c:v>7.5579999999999998</c:v>
                </c:pt>
                <c:pt idx="5210">
                  <c:v>7.5609999999999999</c:v>
                </c:pt>
                <c:pt idx="5211">
                  <c:v>7.5629999999999997</c:v>
                </c:pt>
                <c:pt idx="5212">
                  <c:v>7.5629999999999997</c:v>
                </c:pt>
                <c:pt idx="5213">
                  <c:v>7.5640000000000001</c:v>
                </c:pt>
                <c:pt idx="5214">
                  <c:v>7.5640000000000001</c:v>
                </c:pt>
                <c:pt idx="5215">
                  <c:v>7.5659999999999998</c:v>
                </c:pt>
                <c:pt idx="5216">
                  <c:v>7.5670000000000002</c:v>
                </c:pt>
                <c:pt idx="5217">
                  <c:v>7.5650000000000004</c:v>
                </c:pt>
                <c:pt idx="5218">
                  <c:v>7.5650000000000004</c:v>
                </c:pt>
                <c:pt idx="5219">
                  <c:v>7.57</c:v>
                </c:pt>
                <c:pt idx="5220">
                  <c:v>7.57</c:v>
                </c:pt>
                <c:pt idx="5221">
                  <c:v>7.57</c:v>
                </c:pt>
                <c:pt idx="5222">
                  <c:v>7.5670000000000002</c:v>
                </c:pt>
                <c:pt idx="5223">
                  <c:v>7.5659999999999998</c:v>
                </c:pt>
                <c:pt idx="5224">
                  <c:v>7.5659999999999998</c:v>
                </c:pt>
                <c:pt idx="5225">
                  <c:v>7.5629999999999997</c:v>
                </c:pt>
                <c:pt idx="5226">
                  <c:v>7.5620000000000003</c:v>
                </c:pt>
                <c:pt idx="5227">
                  <c:v>7.5670000000000002</c:v>
                </c:pt>
                <c:pt idx="5228">
                  <c:v>7.5670000000000002</c:v>
                </c:pt>
                <c:pt idx="5229">
                  <c:v>7.5659999999999998</c:v>
                </c:pt>
                <c:pt idx="5230">
                  <c:v>7.5650000000000004</c:v>
                </c:pt>
                <c:pt idx="5231">
                  <c:v>7.5720000000000001</c:v>
                </c:pt>
                <c:pt idx="5232">
                  <c:v>7.5780000000000003</c:v>
                </c:pt>
                <c:pt idx="5233">
                  <c:v>7.5750000000000002</c:v>
                </c:pt>
                <c:pt idx="5234">
                  <c:v>7.5679999999999996</c:v>
                </c:pt>
                <c:pt idx="5235">
                  <c:v>7.5670000000000002</c:v>
                </c:pt>
                <c:pt idx="5236">
                  <c:v>7.5670000000000002</c:v>
                </c:pt>
                <c:pt idx="5237">
                  <c:v>7.5650000000000004</c:v>
                </c:pt>
                <c:pt idx="5238">
                  <c:v>7.5620000000000003</c:v>
                </c:pt>
                <c:pt idx="5239">
                  <c:v>7.5650000000000004</c:v>
                </c:pt>
                <c:pt idx="5240">
                  <c:v>7.5679999999999996</c:v>
                </c:pt>
                <c:pt idx="5241">
                  <c:v>7.5670000000000002</c:v>
                </c:pt>
                <c:pt idx="5242">
                  <c:v>7.5659999999999998</c:v>
                </c:pt>
                <c:pt idx="5243">
                  <c:v>7.5659999999999998</c:v>
                </c:pt>
                <c:pt idx="5244">
                  <c:v>7.5670000000000002</c:v>
                </c:pt>
                <c:pt idx="5245">
                  <c:v>7.5709999999999997</c:v>
                </c:pt>
                <c:pt idx="5246">
                  <c:v>7.5730000000000004</c:v>
                </c:pt>
                <c:pt idx="5247">
                  <c:v>7.5720000000000001</c:v>
                </c:pt>
                <c:pt idx="5248">
                  <c:v>7.5709999999999997</c:v>
                </c:pt>
                <c:pt idx="5249">
                  <c:v>7.569</c:v>
                </c:pt>
                <c:pt idx="5250">
                  <c:v>7.569</c:v>
                </c:pt>
                <c:pt idx="5251">
                  <c:v>7.569</c:v>
                </c:pt>
                <c:pt idx="5252">
                  <c:v>7.5709999999999997</c:v>
                </c:pt>
                <c:pt idx="5253">
                  <c:v>7.5739999999999998</c:v>
                </c:pt>
                <c:pt idx="5254">
                  <c:v>7.5739999999999998</c:v>
                </c:pt>
                <c:pt idx="5255">
                  <c:v>7.569</c:v>
                </c:pt>
                <c:pt idx="5256">
                  <c:v>7.57</c:v>
                </c:pt>
                <c:pt idx="5257">
                  <c:v>7.57</c:v>
                </c:pt>
                <c:pt idx="5258">
                  <c:v>7.57</c:v>
                </c:pt>
                <c:pt idx="5259">
                  <c:v>7.57</c:v>
                </c:pt>
                <c:pt idx="5260">
                  <c:v>7.5720000000000001</c:v>
                </c:pt>
                <c:pt idx="5261">
                  <c:v>7.5709999999999997</c:v>
                </c:pt>
                <c:pt idx="5262">
                  <c:v>7.5730000000000004</c:v>
                </c:pt>
                <c:pt idx="5263">
                  <c:v>7.5739999999999998</c:v>
                </c:pt>
                <c:pt idx="5264">
                  <c:v>7.57</c:v>
                </c:pt>
                <c:pt idx="5265">
                  <c:v>7.5730000000000004</c:v>
                </c:pt>
                <c:pt idx="5266">
                  <c:v>7.577</c:v>
                </c:pt>
                <c:pt idx="5267">
                  <c:v>7.577</c:v>
                </c:pt>
                <c:pt idx="5268">
                  <c:v>7.5739999999999998</c:v>
                </c:pt>
                <c:pt idx="5269">
                  <c:v>7.5720000000000001</c:v>
                </c:pt>
                <c:pt idx="5270">
                  <c:v>7.5709999999999997</c:v>
                </c:pt>
                <c:pt idx="5271">
                  <c:v>7.57</c:v>
                </c:pt>
                <c:pt idx="5272">
                  <c:v>7.5709999999999997</c:v>
                </c:pt>
                <c:pt idx="5273">
                  <c:v>7.5750000000000002</c:v>
                </c:pt>
                <c:pt idx="5274">
                  <c:v>7.5759999999999996</c:v>
                </c:pt>
                <c:pt idx="5275">
                  <c:v>7.5759999999999996</c:v>
                </c:pt>
                <c:pt idx="5276">
                  <c:v>7.5739999999999998</c:v>
                </c:pt>
                <c:pt idx="5277">
                  <c:v>7.5709999999999997</c:v>
                </c:pt>
                <c:pt idx="5278">
                  <c:v>7.5739999999999998</c:v>
                </c:pt>
                <c:pt idx="5279">
                  <c:v>7.577</c:v>
                </c:pt>
                <c:pt idx="5280">
                  <c:v>7.5780000000000003</c:v>
                </c:pt>
                <c:pt idx="5281">
                  <c:v>7.577</c:v>
                </c:pt>
                <c:pt idx="5282">
                  <c:v>7.577</c:v>
                </c:pt>
                <c:pt idx="5283">
                  <c:v>7.5750000000000002</c:v>
                </c:pt>
                <c:pt idx="5284">
                  <c:v>7.5780000000000003</c:v>
                </c:pt>
                <c:pt idx="5285">
                  <c:v>7.577</c:v>
                </c:pt>
                <c:pt idx="5286">
                  <c:v>7.577</c:v>
                </c:pt>
                <c:pt idx="5287">
                  <c:v>7.58</c:v>
                </c:pt>
                <c:pt idx="5288">
                  <c:v>7.5789999999999997</c:v>
                </c:pt>
                <c:pt idx="5289">
                  <c:v>7.5750000000000002</c:v>
                </c:pt>
                <c:pt idx="5290">
                  <c:v>7.5750000000000002</c:v>
                </c:pt>
                <c:pt idx="5291">
                  <c:v>7.5739999999999998</c:v>
                </c:pt>
                <c:pt idx="5292">
                  <c:v>7.577</c:v>
                </c:pt>
                <c:pt idx="5293">
                  <c:v>7.5789999999999997</c:v>
                </c:pt>
                <c:pt idx="5294">
                  <c:v>7.5780000000000003</c:v>
                </c:pt>
                <c:pt idx="5295">
                  <c:v>7.5789999999999997</c:v>
                </c:pt>
                <c:pt idx="5296">
                  <c:v>7.5780000000000003</c:v>
                </c:pt>
                <c:pt idx="5297">
                  <c:v>7.5750000000000002</c:v>
                </c:pt>
                <c:pt idx="5298">
                  <c:v>7.5750000000000002</c:v>
                </c:pt>
                <c:pt idx="5299">
                  <c:v>7.5890000000000004</c:v>
                </c:pt>
                <c:pt idx="5300">
                  <c:v>7.5940000000000003</c:v>
                </c:pt>
                <c:pt idx="5301">
                  <c:v>7.5839999999999996</c:v>
                </c:pt>
                <c:pt idx="5302">
                  <c:v>7.5810000000000004</c:v>
                </c:pt>
                <c:pt idx="5303">
                  <c:v>7.5780000000000003</c:v>
                </c:pt>
                <c:pt idx="5304">
                  <c:v>7.5759999999999996</c:v>
                </c:pt>
                <c:pt idx="5305">
                  <c:v>7.5780000000000003</c:v>
                </c:pt>
                <c:pt idx="5306">
                  <c:v>7.5780000000000003</c:v>
                </c:pt>
                <c:pt idx="5307">
                  <c:v>7.5819999999999999</c:v>
                </c:pt>
                <c:pt idx="5308">
                  <c:v>7.58</c:v>
                </c:pt>
                <c:pt idx="5309">
                  <c:v>7.5789999999999997</c:v>
                </c:pt>
                <c:pt idx="5310">
                  <c:v>7.5789999999999997</c:v>
                </c:pt>
                <c:pt idx="5311">
                  <c:v>7.5780000000000003</c:v>
                </c:pt>
                <c:pt idx="5312">
                  <c:v>7.5780000000000003</c:v>
                </c:pt>
                <c:pt idx="5313">
                  <c:v>7.5810000000000004</c:v>
                </c:pt>
                <c:pt idx="5314">
                  <c:v>7.5810000000000004</c:v>
                </c:pt>
                <c:pt idx="5315">
                  <c:v>7.5830000000000002</c:v>
                </c:pt>
                <c:pt idx="5316">
                  <c:v>7.5810000000000004</c:v>
                </c:pt>
                <c:pt idx="5317">
                  <c:v>7.5789999999999997</c:v>
                </c:pt>
                <c:pt idx="5318">
                  <c:v>7.5759999999999996</c:v>
                </c:pt>
                <c:pt idx="5319">
                  <c:v>7.58</c:v>
                </c:pt>
                <c:pt idx="5320">
                  <c:v>7.5830000000000002</c:v>
                </c:pt>
                <c:pt idx="5321">
                  <c:v>7.58</c:v>
                </c:pt>
                <c:pt idx="5322">
                  <c:v>7.58</c:v>
                </c:pt>
                <c:pt idx="5323">
                  <c:v>7.5780000000000003</c:v>
                </c:pt>
                <c:pt idx="5324">
                  <c:v>7.5759999999999996</c:v>
                </c:pt>
                <c:pt idx="5325">
                  <c:v>7.5750000000000002</c:v>
                </c:pt>
                <c:pt idx="5326">
                  <c:v>7.5789999999999997</c:v>
                </c:pt>
                <c:pt idx="5327">
                  <c:v>7.58</c:v>
                </c:pt>
                <c:pt idx="5328">
                  <c:v>7.5789999999999997</c:v>
                </c:pt>
                <c:pt idx="5329">
                  <c:v>7.5789999999999997</c:v>
                </c:pt>
                <c:pt idx="5330">
                  <c:v>7.58</c:v>
                </c:pt>
                <c:pt idx="5331">
                  <c:v>7.5780000000000003</c:v>
                </c:pt>
                <c:pt idx="5332">
                  <c:v>7.5759999999999996</c:v>
                </c:pt>
                <c:pt idx="5333">
                  <c:v>7.5780000000000003</c:v>
                </c:pt>
                <c:pt idx="5334">
                  <c:v>7.5780000000000003</c:v>
                </c:pt>
                <c:pt idx="5335">
                  <c:v>7.5759999999999996</c:v>
                </c:pt>
                <c:pt idx="5336">
                  <c:v>7.5730000000000004</c:v>
                </c:pt>
                <c:pt idx="5337">
                  <c:v>7.5730000000000004</c:v>
                </c:pt>
                <c:pt idx="5338">
                  <c:v>7.5739999999999998</c:v>
                </c:pt>
                <c:pt idx="5339">
                  <c:v>7.5750000000000002</c:v>
                </c:pt>
                <c:pt idx="5340">
                  <c:v>7.5739999999999998</c:v>
                </c:pt>
                <c:pt idx="5341">
                  <c:v>7.5709999999999997</c:v>
                </c:pt>
                <c:pt idx="5342">
                  <c:v>7.5720000000000001</c:v>
                </c:pt>
                <c:pt idx="5343">
                  <c:v>7.5730000000000004</c:v>
                </c:pt>
                <c:pt idx="5344">
                  <c:v>7.569</c:v>
                </c:pt>
                <c:pt idx="5345">
                  <c:v>7.569</c:v>
                </c:pt>
                <c:pt idx="5346">
                  <c:v>7.57</c:v>
                </c:pt>
                <c:pt idx="5347">
                  <c:v>7.57</c:v>
                </c:pt>
                <c:pt idx="5348">
                  <c:v>7.5679999999999996</c:v>
                </c:pt>
                <c:pt idx="5349">
                  <c:v>7.5679999999999996</c:v>
                </c:pt>
                <c:pt idx="5350">
                  <c:v>7.5679999999999996</c:v>
                </c:pt>
                <c:pt idx="5351">
                  <c:v>7.5679999999999996</c:v>
                </c:pt>
                <c:pt idx="5352">
                  <c:v>7.5659999999999998</c:v>
                </c:pt>
                <c:pt idx="5353">
                  <c:v>7.5659999999999998</c:v>
                </c:pt>
                <c:pt idx="5354">
                  <c:v>7.5659999999999998</c:v>
                </c:pt>
                <c:pt idx="5355">
                  <c:v>7.5679999999999996</c:v>
                </c:pt>
                <c:pt idx="5356">
                  <c:v>7.5679999999999996</c:v>
                </c:pt>
                <c:pt idx="5357">
                  <c:v>7.5659999999999998</c:v>
                </c:pt>
                <c:pt idx="5358">
                  <c:v>7.5629999999999997</c:v>
                </c:pt>
                <c:pt idx="5359">
                  <c:v>7.5640000000000001</c:v>
                </c:pt>
                <c:pt idx="5360">
                  <c:v>7.5670000000000002</c:v>
                </c:pt>
                <c:pt idx="5361">
                  <c:v>7.5670000000000002</c:v>
                </c:pt>
                <c:pt idx="5362">
                  <c:v>7.5679999999999996</c:v>
                </c:pt>
                <c:pt idx="5363">
                  <c:v>7.5650000000000004</c:v>
                </c:pt>
                <c:pt idx="5364">
                  <c:v>7.56</c:v>
                </c:pt>
                <c:pt idx="5365">
                  <c:v>7.56</c:v>
                </c:pt>
                <c:pt idx="5366">
                  <c:v>7.5620000000000003</c:v>
                </c:pt>
                <c:pt idx="5367">
                  <c:v>7.5650000000000004</c:v>
                </c:pt>
                <c:pt idx="5368">
                  <c:v>7.5650000000000004</c:v>
                </c:pt>
                <c:pt idx="5369">
                  <c:v>7.56</c:v>
                </c:pt>
                <c:pt idx="5370">
                  <c:v>7.556</c:v>
                </c:pt>
                <c:pt idx="5371">
                  <c:v>7.5570000000000004</c:v>
                </c:pt>
                <c:pt idx="5372">
                  <c:v>7.5570000000000004</c:v>
                </c:pt>
                <c:pt idx="5373">
                  <c:v>7.56</c:v>
                </c:pt>
                <c:pt idx="5374">
                  <c:v>7.556</c:v>
                </c:pt>
                <c:pt idx="5375">
                  <c:v>7.5529999999999999</c:v>
                </c:pt>
                <c:pt idx="5376">
                  <c:v>7.5529999999999999</c:v>
                </c:pt>
                <c:pt idx="5377">
                  <c:v>7.5540000000000003</c:v>
                </c:pt>
                <c:pt idx="5378">
                  <c:v>7.5529999999999999</c:v>
                </c:pt>
                <c:pt idx="5379">
                  <c:v>7.5540000000000003</c:v>
                </c:pt>
                <c:pt idx="5380">
                  <c:v>7.5510000000000002</c:v>
                </c:pt>
                <c:pt idx="5381">
                  <c:v>7.5510000000000002</c:v>
                </c:pt>
                <c:pt idx="5382">
                  <c:v>7.5529999999999999</c:v>
                </c:pt>
                <c:pt idx="5383">
                  <c:v>7.5519999999999996</c:v>
                </c:pt>
                <c:pt idx="5384">
                  <c:v>7.5519999999999996</c:v>
                </c:pt>
                <c:pt idx="5385">
                  <c:v>7.5469999999999997</c:v>
                </c:pt>
                <c:pt idx="5386">
                  <c:v>7.5430000000000001</c:v>
                </c:pt>
                <c:pt idx="5387">
                  <c:v>7.5469999999999997</c:v>
                </c:pt>
                <c:pt idx="5388">
                  <c:v>7.5510000000000002</c:v>
                </c:pt>
                <c:pt idx="5389">
                  <c:v>7.5510000000000002</c:v>
                </c:pt>
                <c:pt idx="5390">
                  <c:v>7.5469999999999997</c:v>
                </c:pt>
                <c:pt idx="5391">
                  <c:v>7.5449999999999999</c:v>
                </c:pt>
                <c:pt idx="5392">
                  <c:v>7.5449999999999999</c:v>
                </c:pt>
                <c:pt idx="5393">
                  <c:v>7.548</c:v>
                </c:pt>
                <c:pt idx="5394">
                  <c:v>7.5490000000000004</c:v>
                </c:pt>
                <c:pt idx="5395">
                  <c:v>7.5490000000000004</c:v>
                </c:pt>
                <c:pt idx="5396">
                  <c:v>7.5460000000000003</c:v>
                </c:pt>
                <c:pt idx="5397">
                  <c:v>7.548</c:v>
                </c:pt>
                <c:pt idx="5398">
                  <c:v>7.5510000000000002</c:v>
                </c:pt>
                <c:pt idx="5399">
                  <c:v>7.5460000000000003</c:v>
                </c:pt>
                <c:pt idx="5400">
                  <c:v>7.5460000000000003</c:v>
                </c:pt>
                <c:pt idx="5401">
                  <c:v>7.5460000000000003</c:v>
                </c:pt>
                <c:pt idx="5402">
                  <c:v>7.5490000000000004</c:v>
                </c:pt>
                <c:pt idx="5403">
                  <c:v>7.5449999999999999</c:v>
                </c:pt>
                <c:pt idx="5404">
                  <c:v>7.5419999999999998</c:v>
                </c:pt>
                <c:pt idx="5405">
                  <c:v>7.5430000000000001</c:v>
                </c:pt>
                <c:pt idx="5406">
                  <c:v>7.5430000000000001</c:v>
                </c:pt>
                <c:pt idx="5407">
                  <c:v>7.5410000000000004</c:v>
                </c:pt>
                <c:pt idx="5408">
                  <c:v>7.5410000000000004</c:v>
                </c:pt>
                <c:pt idx="5409">
                  <c:v>7.5419999999999998</c:v>
                </c:pt>
                <c:pt idx="5410">
                  <c:v>7.5410000000000004</c:v>
                </c:pt>
                <c:pt idx="5411">
                  <c:v>7.5369999999999999</c:v>
                </c:pt>
                <c:pt idx="5412">
                  <c:v>7.5369999999999999</c:v>
                </c:pt>
                <c:pt idx="5413">
                  <c:v>7.5419999999999998</c:v>
                </c:pt>
                <c:pt idx="5414">
                  <c:v>7.5449999999999999</c:v>
                </c:pt>
                <c:pt idx="5415">
                  <c:v>7.5449999999999999</c:v>
                </c:pt>
                <c:pt idx="5416">
                  <c:v>7.5419999999999998</c:v>
                </c:pt>
                <c:pt idx="5417">
                  <c:v>7.5369999999999999</c:v>
                </c:pt>
                <c:pt idx="5418">
                  <c:v>7.5339999999999998</c:v>
                </c:pt>
                <c:pt idx="5419">
                  <c:v>7.54</c:v>
                </c:pt>
                <c:pt idx="5420">
                  <c:v>7.5430000000000001</c:v>
                </c:pt>
                <c:pt idx="5421">
                  <c:v>7.5389999999999997</c:v>
                </c:pt>
                <c:pt idx="5422">
                  <c:v>7.5350000000000001</c:v>
                </c:pt>
                <c:pt idx="5423">
                  <c:v>7.5350000000000001</c:v>
                </c:pt>
                <c:pt idx="5424">
                  <c:v>7.532</c:v>
                </c:pt>
                <c:pt idx="5425">
                  <c:v>7.5350000000000001</c:v>
                </c:pt>
                <c:pt idx="5426">
                  <c:v>7.5350000000000001</c:v>
                </c:pt>
                <c:pt idx="5427">
                  <c:v>7.5330000000000004</c:v>
                </c:pt>
                <c:pt idx="5428">
                  <c:v>7.5339999999999998</c:v>
                </c:pt>
                <c:pt idx="5429">
                  <c:v>7.532</c:v>
                </c:pt>
                <c:pt idx="5430">
                  <c:v>7.5309999999999997</c:v>
                </c:pt>
                <c:pt idx="5431">
                  <c:v>7.5309999999999997</c:v>
                </c:pt>
                <c:pt idx="5432">
                  <c:v>7.5289999999999999</c:v>
                </c:pt>
                <c:pt idx="5433">
                  <c:v>7.5289999999999999</c:v>
                </c:pt>
                <c:pt idx="5434">
                  <c:v>7.5309999999999997</c:v>
                </c:pt>
                <c:pt idx="5435">
                  <c:v>7.5309999999999997</c:v>
                </c:pt>
                <c:pt idx="5436">
                  <c:v>7.5309999999999997</c:v>
                </c:pt>
                <c:pt idx="5437">
                  <c:v>7.532</c:v>
                </c:pt>
                <c:pt idx="5438">
                  <c:v>7.5309999999999997</c:v>
                </c:pt>
                <c:pt idx="5439">
                  <c:v>7.5309999999999997</c:v>
                </c:pt>
                <c:pt idx="5440">
                  <c:v>7.5289999999999999</c:v>
                </c:pt>
                <c:pt idx="5441">
                  <c:v>7.5289999999999999</c:v>
                </c:pt>
                <c:pt idx="5442">
                  <c:v>7.53</c:v>
                </c:pt>
                <c:pt idx="5443">
                  <c:v>7.5289999999999999</c:v>
                </c:pt>
                <c:pt idx="5444">
                  <c:v>7.5250000000000004</c:v>
                </c:pt>
                <c:pt idx="5445">
                  <c:v>7.5220000000000002</c:v>
                </c:pt>
                <c:pt idx="5446">
                  <c:v>7.5229999999999997</c:v>
                </c:pt>
                <c:pt idx="5447">
                  <c:v>7.5229999999999997</c:v>
                </c:pt>
                <c:pt idx="5448">
                  <c:v>7.5259999999999998</c:v>
                </c:pt>
                <c:pt idx="5449">
                  <c:v>7.524</c:v>
                </c:pt>
                <c:pt idx="5450">
                  <c:v>7.52</c:v>
                </c:pt>
                <c:pt idx="5451">
                  <c:v>7.5190000000000001</c:v>
                </c:pt>
                <c:pt idx="5452">
                  <c:v>7.5190000000000001</c:v>
                </c:pt>
                <c:pt idx="5453">
                  <c:v>7.5220000000000002</c:v>
                </c:pt>
                <c:pt idx="5454">
                  <c:v>7.5220000000000002</c:v>
                </c:pt>
                <c:pt idx="5455">
                  <c:v>7.5220000000000002</c:v>
                </c:pt>
                <c:pt idx="5456">
                  <c:v>7.52</c:v>
                </c:pt>
                <c:pt idx="5457">
                  <c:v>7.52</c:v>
                </c:pt>
                <c:pt idx="5458">
                  <c:v>7.5179999999999998</c:v>
                </c:pt>
                <c:pt idx="5459">
                  <c:v>7.5209999999999999</c:v>
                </c:pt>
                <c:pt idx="5460">
                  <c:v>7.5229999999999997</c:v>
                </c:pt>
                <c:pt idx="5461">
                  <c:v>7.52</c:v>
                </c:pt>
                <c:pt idx="5462">
                  <c:v>7.52</c:v>
                </c:pt>
                <c:pt idx="5463">
                  <c:v>7.516</c:v>
                </c:pt>
                <c:pt idx="5464">
                  <c:v>7.5170000000000003</c:v>
                </c:pt>
                <c:pt idx="5465">
                  <c:v>7.516</c:v>
                </c:pt>
                <c:pt idx="5466">
                  <c:v>7.516</c:v>
                </c:pt>
                <c:pt idx="5467">
                  <c:v>7.5170000000000003</c:v>
                </c:pt>
                <c:pt idx="5468">
                  <c:v>7.5149999999999997</c:v>
                </c:pt>
                <c:pt idx="5469">
                  <c:v>7.5140000000000002</c:v>
                </c:pt>
                <c:pt idx="5470">
                  <c:v>7.5140000000000002</c:v>
                </c:pt>
                <c:pt idx="5471">
                  <c:v>7.5129999999999999</c:v>
                </c:pt>
                <c:pt idx="5472">
                  <c:v>7.5119999999999996</c:v>
                </c:pt>
                <c:pt idx="5473">
                  <c:v>7.5140000000000002</c:v>
                </c:pt>
                <c:pt idx="5474">
                  <c:v>7.5149999999999997</c:v>
                </c:pt>
                <c:pt idx="5475">
                  <c:v>7.5140000000000002</c:v>
                </c:pt>
                <c:pt idx="5476">
                  <c:v>7.5129999999999999</c:v>
                </c:pt>
                <c:pt idx="5477">
                  <c:v>7.5110000000000001</c:v>
                </c:pt>
                <c:pt idx="5478">
                  <c:v>7.5110000000000001</c:v>
                </c:pt>
                <c:pt idx="5479">
                  <c:v>7.5149999999999997</c:v>
                </c:pt>
                <c:pt idx="5480">
                  <c:v>7.5149999999999997</c:v>
                </c:pt>
                <c:pt idx="5481">
                  <c:v>7.5110000000000001</c:v>
                </c:pt>
                <c:pt idx="5482">
                  <c:v>7.5119999999999996</c:v>
                </c:pt>
                <c:pt idx="5483">
                  <c:v>7.5110000000000001</c:v>
                </c:pt>
                <c:pt idx="5484">
                  <c:v>7.5060000000000002</c:v>
                </c:pt>
                <c:pt idx="5485">
                  <c:v>7.5049999999999999</c:v>
                </c:pt>
                <c:pt idx="5486">
                  <c:v>7.5049999999999999</c:v>
                </c:pt>
                <c:pt idx="5487">
                  <c:v>7.5090000000000003</c:v>
                </c:pt>
                <c:pt idx="5488">
                  <c:v>7.51</c:v>
                </c:pt>
                <c:pt idx="5489">
                  <c:v>7.5090000000000003</c:v>
                </c:pt>
                <c:pt idx="5490">
                  <c:v>7.5069999999999997</c:v>
                </c:pt>
                <c:pt idx="5491">
                  <c:v>7.5039999999999996</c:v>
                </c:pt>
                <c:pt idx="5492">
                  <c:v>7.5019999999999998</c:v>
                </c:pt>
                <c:pt idx="5493">
                  <c:v>7.5049999999999999</c:v>
                </c:pt>
                <c:pt idx="5494">
                  <c:v>7.5049999999999999</c:v>
                </c:pt>
                <c:pt idx="5495">
                  <c:v>7.5049999999999999</c:v>
                </c:pt>
                <c:pt idx="5496">
                  <c:v>7.5019999999999998</c:v>
                </c:pt>
                <c:pt idx="5497">
                  <c:v>7.5019999999999998</c:v>
                </c:pt>
                <c:pt idx="5498">
                  <c:v>7.5049999999999999</c:v>
                </c:pt>
                <c:pt idx="5499">
                  <c:v>7.5110000000000001</c:v>
                </c:pt>
                <c:pt idx="5500">
                  <c:v>7.5069999999999997</c:v>
                </c:pt>
                <c:pt idx="5501">
                  <c:v>7.5069999999999997</c:v>
                </c:pt>
                <c:pt idx="5502">
                  <c:v>7.5010000000000003</c:v>
                </c:pt>
                <c:pt idx="5503">
                  <c:v>7.5</c:v>
                </c:pt>
                <c:pt idx="5504">
                  <c:v>7.5039999999999996</c:v>
                </c:pt>
                <c:pt idx="5505">
                  <c:v>7.51</c:v>
                </c:pt>
                <c:pt idx="5506">
                  <c:v>7.5049999999999999</c:v>
                </c:pt>
                <c:pt idx="5507">
                  <c:v>7.4989999999999997</c:v>
                </c:pt>
                <c:pt idx="5508">
                  <c:v>7.4980000000000002</c:v>
                </c:pt>
                <c:pt idx="5509">
                  <c:v>7.4980000000000002</c:v>
                </c:pt>
                <c:pt idx="5510">
                  <c:v>7.5019999999999998</c:v>
                </c:pt>
                <c:pt idx="5511">
                  <c:v>7.5060000000000002</c:v>
                </c:pt>
                <c:pt idx="5512">
                  <c:v>7.4989999999999997</c:v>
                </c:pt>
                <c:pt idx="5513">
                  <c:v>7.4939999999999998</c:v>
                </c:pt>
                <c:pt idx="5514">
                  <c:v>7.4939999999999998</c:v>
                </c:pt>
                <c:pt idx="5515">
                  <c:v>7.4969999999999999</c:v>
                </c:pt>
                <c:pt idx="5516">
                  <c:v>7.5019999999999998</c:v>
                </c:pt>
                <c:pt idx="5517">
                  <c:v>7.5019999999999998</c:v>
                </c:pt>
                <c:pt idx="5518">
                  <c:v>7.4969999999999999</c:v>
                </c:pt>
                <c:pt idx="5519">
                  <c:v>7.4909999999999997</c:v>
                </c:pt>
                <c:pt idx="5520">
                  <c:v>7.492</c:v>
                </c:pt>
                <c:pt idx="5521">
                  <c:v>7.4909999999999997</c:v>
                </c:pt>
                <c:pt idx="5522">
                  <c:v>7.4889999999999999</c:v>
                </c:pt>
                <c:pt idx="5523">
                  <c:v>7.49</c:v>
                </c:pt>
                <c:pt idx="5524">
                  <c:v>7.4880000000000004</c:v>
                </c:pt>
                <c:pt idx="5525">
                  <c:v>7.4880000000000004</c:v>
                </c:pt>
                <c:pt idx="5526">
                  <c:v>7.4880000000000004</c:v>
                </c:pt>
                <c:pt idx="5527">
                  <c:v>7.492</c:v>
                </c:pt>
                <c:pt idx="5528">
                  <c:v>7.492</c:v>
                </c:pt>
                <c:pt idx="5529">
                  <c:v>7.4889999999999999</c:v>
                </c:pt>
                <c:pt idx="5530">
                  <c:v>7.4889999999999999</c:v>
                </c:pt>
                <c:pt idx="5531">
                  <c:v>7.4850000000000003</c:v>
                </c:pt>
                <c:pt idx="5532">
                  <c:v>7.484</c:v>
                </c:pt>
                <c:pt idx="5533">
                  <c:v>7.484</c:v>
                </c:pt>
                <c:pt idx="5534">
                  <c:v>7.4889999999999999</c:v>
                </c:pt>
                <c:pt idx="5535">
                  <c:v>7.4880000000000004</c:v>
                </c:pt>
                <c:pt idx="5536">
                  <c:v>7.4829999999999997</c:v>
                </c:pt>
                <c:pt idx="5537">
                  <c:v>7.4809999999999999</c:v>
                </c:pt>
                <c:pt idx="5538">
                  <c:v>7.4820000000000002</c:v>
                </c:pt>
                <c:pt idx="5539">
                  <c:v>7.4820000000000002</c:v>
                </c:pt>
                <c:pt idx="5540">
                  <c:v>7.4820000000000002</c:v>
                </c:pt>
                <c:pt idx="5541">
                  <c:v>7.4829999999999997</c:v>
                </c:pt>
                <c:pt idx="5542">
                  <c:v>7.4820000000000002</c:v>
                </c:pt>
                <c:pt idx="5543">
                  <c:v>7.4820000000000002</c:v>
                </c:pt>
                <c:pt idx="5544">
                  <c:v>7.4809999999999999</c:v>
                </c:pt>
                <c:pt idx="5545">
                  <c:v>7.48</c:v>
                </c:pt>
                <c:pt idx="5546">
                  <c:v>7.48</c:v>
                </c:pt>
                <c:pt idx="5547">
                  <c:v>7.48</c:v>
                </c:pt>
                <c:pt idx="5548">
                  <c:v>7.48</c:v>
                </c:pt>
                <c:pt idx="5549">
                  <c:v>7.48</c:v>
                </c:pt>
                <c:pt idx="5550">
                  <c:v>7.4829999999999997</c:v>
                </c:pt>
                <c:pt idx="5551">
                  <c:v>7.4850000000000003</c:v>
                </c:pt>
                <c:pt idx="5552">
                  <c:v>7.4779999999999998</c:v>
                </c:pt>
                <c:pt idx="5553">
                  <c:v>7.4749999999999996</c:v>
                </c:pt>
                <c:pt idx="5554">
                  <c:v>7.4779999999999998</c:v>
                </c:pt>
                <c:pt idx="5555">
                  <c:v>7.476</c:v>
                </c:pt>
                <c:pt idx="5556">
                  <c:v>7.476</c:v>
                </c:pt>
                <c:pt idx="5557">
                  <c:v>7.4729999999999999</c:v>
                </c:pt>
                <c:pt idx="5558">
                  <c:v>7.4720000000000004</c:v>
                </c:pt>
                <c:pt idx="5559">
                  <c:v>7.4720000000000004</c:v>
                </c:pt>
                <c:pt idx="5560">
                  <c:v>7.4740000000000002</c:v>
                </c:pt>
                <c:pt idx="5561">
                  <c:v>7.4770000000000003</c:v>
                </c:pt>
                <c:pt idx="5562">
                  <c:v>7.4770000000000003</c:v>
                </c:pt>
                <c:pt idx="5563">
                  <c:v>7.4729999999999999</c:v>
                </c:pt>
                <c:pt idx="5564">
                  <c:v>7.4729999999999999</c:v>
                </c:pt>
                <c:pt idx="5565">
                  <c:v>7.4690000000000003</c:v>
                </c:pt>
                <c:pt idx="5566">
                  <c:v>7.468</c:v>
                </c:pt>
                <c:pt idx="5567">
                  <c:v>7.4710000000000001</c:v>
                </c:pt>
                <c:pt idx="5568">
                  <c:v>7.4740000000000002</c:v>
                </c:pt>
                <c:pt idx="5569">
                  <c:v>7.4720000000000004</c:v>
                </c:pt>
                <c:pt idx="5570">
                  <c:v>7.4710000000000001</c:v>
                </c:pt>
                <c:pt idx="5571">
                  <c:v>7.468</c:v>
                </c:pt>
                <c:pt idx="5572">
                  <c:v>7.468</c:v>
                </c:pt>
                <c:pt idx="5573">
                  <c:v>7.4690000000000003</c:v>
                </c:pt>
                <c:pt idx="5574">
                  <c:v>7.4690000000000003</c:v>
                </c:pt>
                <c:pt idx="5575">
                  <c:v>7.47</c:v>
                </c:pt>
                <c:pt idx="5576">
                  <c:v>7.47</c:v>
                </c:pt>
                <c:pt idx="5577">
                  <c:v>7.4660000000000002</c:v>
                </c:pt>
                <c:pt idx="5578">
                  <c:v>7.4640000000000004</c:v>
                </c:pt>
                <c:pt idx="5579">
                  <c:v>7.4619999999999997</c:v>
                </c:pt>
                <c:pt idx="5580">
                  <c:v>7.4619999999999997</c:v>
                </c:pt>
                <c:pt idx="5581">
                  <c:v>7.4630000000000001</c:v>
                </c:pt>
                <c:pt idx="5582">
                  <c:v>7.4669999999999996</c:v>
                </c:pt>
                <c:pt idx="5583">
                  <c:v>7.4660000000000002</c:v>
                </c:pt>
                <c:pt idx="5584">
                  <c:v>7.4630000000000001</c:v>
                </c:pt>
                <c:pt idx="5585">
                  <c:v>7.4610000000000003</c:v>
                </c:pt>
                <c:pt idx="5586">
                  <c:v>7.4619999999999997</c:v>
                </c:pt>
                <c:pt idx="5587">
                  <c:v>7.4619999999999997</c:v>
                </c:pt>
                <c:pt idx="5588">
                  <c:v>7.4630000000000001</c:v>
                </c:pt>
                <c:pt idx="5589">
                  <c:v>7.4630000000000001</c:v>
                </c:pt>
                <c:pt idx="5590">
                  <c:v>7.4610000000000003</c:v>
                </c:pt>
                <c:pt idx="5591">
                  <c:v>7.46</c:v>
                </c:pt>
                <c:pt idx="5592">
                  <c:v>7.4569999999999999</c:v>
                </c:pt>
                <c:pt idx="5593">
                  <c:v>7.4550000000000001</c:v>
                </c:pt>
                <c:pt idx="5594">
                  <c:v>7.4580000000000002</c:v>
                </c:pt>
                <c:pt idx="5595">
                  <c:v>7.4580000000000002</c:v>
                </c:pt>
                <c:pt idx="5596">
                  <c:v>7.4589999999999996</c:v>
                </c:pt>
                <c:pt idx="5597">
                  <c:v>7.4580000000000002</c:v>
                </c:pt>
                <c:pt idx="5598">
                  <c:v>7.4569999999999999</c:v>
                </c:pt>
                <c:pt idx="5599">
                  <c:v>7.4550000000000001</c:v>
                </c:pt>
                <c:pt idx="5600">
                  <c:v>7.4550000000000001</c:v>
                </c:pt>
                <c:pt idx="5601">
                  <c:v>7.4569999999999999</c:v>
                </c:pt>
                <c:pt idx="5602">
                  <c:v>7.4550000000000001</c:v>
                </c:pt>
                <c:pt idx="5603">
                  <c:v>7.4550000000000001</c:v>
                </c:pt>
                <c:pt idx="5604">
                  <c:v>7.4539999999999997</c:v>
                </c:pt>
                <c:pt idx="5605">
                  <c:v>7.4539999999999997</c:v>
                </c:pt>
                <c:pt idx="5606">
                  <c:v>7.4509999999999996</c:v>
                </c:pt>
                <c:pt idx="5607">
                  <c:v>7.452</c:v>
                </c:pt>
                <c:pt idx="5608">
                  <c:v>7.4530000000000003</c:v>
                </c:pt>
                <c:pt idx="5609">
                  <c:v>7.4530000000000003</c:v>
                </c:pt>
                <c:pt idx="5610">
                  <c:v>7.4509999999999996</c:v>
                </c:pt>
                <c:pt idx="5611">
                  <c:v>7.4509999999999996</c:v>
                </c:pt>
                <c:pt idx="5612">
                  <c:v>7.45</c:v>
                </c:pt>
                <c:pt idx="5613">
                  <c:v>7.45</c:v>
                </c:pt>
                <c:pt idx="5614">
                  <c:v>7.45</c:v>
                </c:pt>
                <c:pt idx="5615">
                  <c:v>7.45</c:v>
                </c:pt>
                <c:pt idx="5616">
                  <c:v>7.45</c:v>
                </c:pt>
                <c:pt idx="5617">
                  <c:v>7.4480000000000004</c:v>
                </c:pt>
                <c:pt idx="5618">
                  <c:v>7.4450000000000003</c:v>
                </c:pt>
                <c:pt idx="5619">
                  <c:v>7.4450000000000003</c:v>
                </c:pt>
                <c:pt idx="5620">
                  <c:v>7.4459999999999997</c:v>
                </c:pt>
                <c:pt idx="5621">
                  <c:v>7.4480000000000004</c:v>
                </c:pt>
                <c:pt idx="5622">
                  <c:v>7.4450000000000003</c:v>
                </c:pt>
                <c:pt idx="5623">
                  <c:v>7.4450000000000003</c:v>
                </c:pt>
                <c:pt idx="5624">
                  <c:v>7.4489999999999998</c:v>
                </c:pt>
                <c:pt idx="5625">
                  <c:v>7.4480000000000004</c:v>
                </c:pt>
                <c:pt idx="5626">
                  <c:v>7.4480000000000004</c:v>
                </c:pt>
                <c:pt idx="5627">
                  <c:v>7.4450000000000003</c:v>
                </c:pt>
                <c:pt idx="5628">
                  <c:v>7.4459999999999997</c:v>
                </c:pt>
                <c:pt idx="5629">
                  <c:v>7.444</c:v>
                </c:pt>
                <c:pt idx="5630">
                  <c:v>7.4429999999999996</c:v>
                </c:pt>
                <c:pt idx="5631">
                  <c:v>7.4409999999999998</c:v>
                </c:pt>
                <c:pt idx="5632">
                  <c:v>7.4379999999999997</c:v>
                </c:pt>
                <c:pt idx="5633">
                  <c:v>7.44</c:v>
                </c:pt>
                <c:pt idx="5634">
                  <c:v>7.44</c:v>
                </c:pt>
                <c:pt idx="5635">
                  <c:v>7.44</c:v>
                </c:pt>
                <c:pt idx="5636">
                  <c:v>7.4390000000000001</c:v>
                </c:pt>
                <c:pt idx="5637">
                  <c:v>7.4379999999999997</c:v>
                </c:pt>
                <c:pt idx="5638">
                  <c:v>7.4370000000000003</c:v>
                </c:pt>
                <c:pt idx="5639">
                  <c:v>7.4370000000000003</c:v>
                </c:pt>
                <c:pt idx="5640">
                  <c:v>7.4370000000000003</c:v>
                </c:pt>
                <c:pt idx="5641">
                  <c:v>7.4390000000000001</c:v>
                </c:pt>
                <c:pt idx="5642">
                  <c:v>7.4390000000000001</c:v>
                </c:pt>
                <c:pt idx="5643">
                  <c:v>7.4379999999999997</c:v>
                </c:pt>
                <c:pt idx="5644">
                  <c:v>7.4359999999999999</c:v>
                </c:pt>
                <c:pt idx="5645">
                  <c:v>7.4349999999999996</c:v>
                </c:pt>
                <c:pt idx="5646">
                  <c:v>7.4340000000000002</c:v>
                </c:pt>
                <c:pt idx="5647">
                  <c:v>7.4349999999999996</c:v>
                </c:pt>
                <c:pt idx="5648">
                  <c:v>7.4349999999999996</c:v>
                </c:pt>
                <c:pt idx="5649">
                  <c:v>7.4329999999999998</c:v>
                </c:pt>
                <c:pt idx="5650">
                  <c:v>7.4329999999999998</c:v>
                </c:pt>
                <c:pt idx="5651">
                  <c:v>7.4320000000000004</c:v>
                </c:pt>
                <c:pt idx="5652">
                  <c:v>7.431</c:v>
                </c:pt>
                <c:pt idx="5653">
                  <c:v>7.431</c:v>
                </c:pt>
                <c:pt idx="5654">
                  <c:v>7.431</c:v>
                </c:pt>
                <c:pt idx="5655">
                  <c:v>7.43</c:v>
                </c:pt>
                <c:pt idx="5656">
                  <c:v>7.431</c:v>
                </c:pt>
                <c:pt idx="5657">
                  <c:v>7.4340000000000002</c:v>
                </c:pt>
                <c:pt idx="5658">
                  <c:v>7.4340000000000002</c:v>
                </c:pt>
                <c:pt idx="5659">
                  <c:v>7.4320000000000004</c:v>
                </c:pt>
                <c:pt idx="5660">
                  <c:v>7.4290000000000003</c:v>
                </c:pt>
                <c:pt idx="5661">
                  <c:v>7.4279999999999999</c:v>
                </c:pt>
                <c:pt idx="5662">
                  <c:v>7.4269999999999996</c:v>
                </c:pt>
                <c:pt idx="5663">
                  <c:v>7.4269999999999996</c:v>
                </c:pt>
                <c:pt idx="5664">
                  <c:v>7.4249999999999998</c:v>
                </c:pt>
                <c:pt idx="5665">
                  <c:v>7.423</c:v>
                </c:pt>
                <c:pt idx="5666">
                  <c:v>7.423</c:v>
                </c:pt>
                <c:pt idx="5667">
                  <c:v>7.4240000000000004</c:v>
                </c:pt>
                <c:pt idx="5668">
                  <c:v>7.4249999999999998</c:v>
                </c:pt>
                <c:pt idx="5669">
                  <c:v>7.4240000000000004</c:v>
                </c:pt>
                <c:pt idx="5670">
                  <c:v>7.423</c:v>
                </c:pt>
                <c:pt idx="5671">
                  <c:v>7.4210000000000003</c:v>
                </c:pt>
                <c:pt idx="5672">
                  <c:v>7.4210000000000003</c:v>
                </c:pt>
                <c:pt idx="5673">
                  <c:v>7.4210000000000003</c:v>
                </c:pt>
                <c:pt idx="5674">
                  <c:v>7.4249999999999998</c:v>
                </c:pt>
                <c:pt idx="5675">
                  <c:v>7.4260000000000002</c:v>
                </c:pt>
                <c:pt idx="5676">
                  <c:v>7.4219999999999997</c:v>
                </c:pt>
                <c:pt idx="5677">
                  <c:v>7.4180000000000001</c:v>
                </c:pt>
                <c:pt idx="5678">
                  <c:v>7.4169999999999998</c:v>
                </c:pt>
                <c:pt idx="5679">
                  <c:v>7.4169999999999998</c:v>
                </c:pt>
                <c:pt idx="5680">
                  <c:v>7.4180000000000001</c:v>
                </c:pt>
                <c:pt idx="5681">
                  <c:v>7.4180000000000001</c:v>
                </c:pt>
                <c:pt idx="5682">
                  <c:v>7.4180000000000001</c:v>
                </c:pt>
                <c:pt idx="5683">
                  <c:v>7.4169999999999998</c:v>
                </c:pt>
                <c:pt idx="5684">
                  <c:v>7.4160000000000004</c:v>
                </c:pt>
                <c:pt idx="5685">
                  <c:v>7.4160000000000004</c:v>
                </c:pt>
                <c:pt idx="5686">
                  <c:v>7.415</c:v>
                </c:pt>
                <c:pt idx="5687">
                  <c:v>7.4160000000000004</c:v>
                </c:pt>
                <c:pt idx="5688">
                  <c:v>7.415</c:v>
                </c:pt>
                <c:pt idx="5689">
                  <c:v>7.415</c:v>
                </c:pt>
                <c:pt idx="5690">
                  <c:v>7.4139999999999997</c:v>
                </c:pt>
                <c:pt idx="5691">
                  <c:v>7.4139999999999997</c:v>
                </c:pt>
                <c:pt idx="5692">
                  <c:v>7.4119999999999999</c:v>
                </c:pt>
                <c:pt idx="5693">
                  <c:v>7.4119999999999999</c:v>
                </c:pt>
                <c:pt idx="5694">
                  <c:v>7.4109999999999996</c:v>
                </c:pt>
                <c:pt idx="5695">
                  <c:v>7.41</c:v>
                </c:pt>
                <c:pt idx="5696">
                  <c:v>7.41</c:v>
                </c:pt>
                <c:pt idx="5697">
                  <c:v>7.41</c:v>
                </c:pt>
                <c:pt idx="5698">
                  <c:v>7.4089999999999998</c:v>
                </c:pt>
                <c:pt idx="5699">
                  <c:v>7.4080000000000004</c:v>
                </c:pt>
                <c:pt idx="5700">
                  <c:v>7.4080000000000004</c:v>
                </c:pt>
                <c:pt idx="5701">
                  <c:v>7.4080000000000004</c:v>
                </c:pt>
                <c:pt idx="5702">
                  <c:v>7.4080000000000004</c:v>
                </c:pt>
                <c:pt idx="5703">
                  <c:v>7.4059999999999997</c:v>
                </c:pt>
                <c:pt idx="5704">
                  <c:v>7.4050000000000002</c:v>
                </c:pt>
                <c:pt idx="5705">
                  <c:v>7.4050000000000002</c:v>
                </c:pt>
                <c:pt idx="5706">
                  <c:v>7.4059999999999997</c:v>
                </c:pt>
                <c:pt idx="5707">
                  <c:v>7.4059999999999997</c:v>
                </c:pt>
                <c:pt idx="5708">
                  <c:v>7.4050000000000002</c:v>
                </c:pt>
                <c:pt idx="5709">
                  <c:v>7.4039999999999999</c:v>
                </c:pt>
                <c:pt idx="5710">
                  <c:v>7.4020000000000001</c:v>
                </c:pt>
                <c:pt idx="5711">
                  <c:v>7.4020000000000001</c:v>
                </c:pt>
                <c:pt idx="5712">
                  <c:v>7.4020000000000001</c:v>
                </c:pt>
                <c:pt idx="5713">
                  <c:v>7.4039999999999999</c:v>
                </c:pt>
                <c:pt idx="5714">
                  <c:v>7.4029999999999996</c:v>
                </c:pt>
                <c:pt idx="5715">
                  <c:v>7.4020000000000001</c:v>
                </c:pt>
                <c:pt idx="5716">
                  <c:v>7.4029999999999996</c:v>
                </c:pt>
                <c:pt idx="5717">
                  <c:v>7.4029999999999996</c:v>
                </c:pt>
                <c:pt idx="5718">
                  <c:v>7.4029999999999996</c:v>
                </c:pt>
                <c:pt idx="5719">
                  <c:v>7.4029999999999996</c:v>
                </c:pt>
                <c:pt idx="5720">
                  <c:v>7.4029999999999996</c:v>
                </c:pt>
                <c:pt idx="5721">
                  <c:v>7.4020000000000001</c:v>
                </c:pt>
                <c:pt idx="5722">
                  <c:v>7.4009999999999998</c:v>
                </c:pt>
                <c:pt idx="5723">
                  <c:v>7.4009999999999998</c:v>
                </c:pt>
                <c:pt idx="5724">
                  <c:v>7.399</c:v>
                </c:pt>
                <c:pt idx="5725">
                  <c:v>7.399</c:v>
                </c:pt>
                <c:pt idx="5726">
                  <c:v>7.4</c:v>
                </c:pt>
                <c:pt idx="5727">
                  <c:v>7.3979999999999997</c:v>
                </c:pt>
                <c:pt idx="5728">
                  <c:v>7.3979999999999997</c:v>
                </c:pt>
                <c:pt idx="5729">
                  <c:v>7.3959999999999999</c:v>
                </c:pt>
                <c:pt idx="5730">
                  <c:v>7.3959999999999999</c:v>
                </c:pt>
                <c:pt idx="5731">
                  <c:v>7.3959999999999999</c:v>
                </c:pt>
                <c:pt idx="5732">
                  <c:v>7.3970000000000002</c:v>
                </c:pt>
                <c:pt idx="5733">
                  <c:v>7.3949999999999996</c:v>
                </c:pt>
                <c:pt idx="5734">
                  <c:v>7.3949999999999996</c:v>
                </c:pt>
                <c:pt idx="5735">
                  <c:v>7.3940000000000001</c:v>
                </c:pt>
                <c:pt idx="5736">
                  <c:v>7.3940000000000001</c:v>
                </c:pt>
                <c:pt idx="5737">
                  <c:v>7.3929999999999998</c:v>
                </c:pt>
                <c:pt idx="5738">
                  <c:v>7.3929999999999998</c:v>
                </c:pt>
                <c:pt idx="5739">
                  <c:v>7.3949999999999996</c:v>
                </c:pt>
                <c:pt idx="5740">
                  <c:v>7.3940000000000001</c:v>
                </c:pt>
                <c:pt idx="5741">
                  <c:v>7.3920000000000003</c:v>
                </c:pt>
                <c:pt idx="5742">
                  <c:v>7.3940000000000001</c:v>
                </c:pt>
                <c:pt idx="5743">
                  <c:v>7.39</c:v>
                </c:pt>
                <c:pt idx="5744">
                  <c:v>7.39</c:v>
                </c:pt>
                <c:pt idx="5745">
                  <c:v>7.3890000000000002</c:v>
                </c:pt>
                <c:pt idx="5746">
                  <c:v>7.391</c:v>
                </c:pt>
                <c:pt idx="5747">
                  <c:v>7.3920000000000003</c:v>
                </c:pt>
                <c:pt idx="5748">
                  <c:v>7.3920000000000003</c:v>
                </c:pt>
                <c:pt idx="5749">
                  <c:v>7.3940000000000001</c:v>
                </c:pt>
                <c:pt idx="5750">
                  <c:v>7.3920000000000003</c:v>
                </c:pt>
                <c:pt idx="5751">
                  <c:v>7.3869999999999996</c:v>
                </c:pt>
                <c:pt idx="5752">
                  <c:v>7.3849999999999998</c:v>
                </c:pt>
                <c:pt idx="5753">
                  <c:v>7.3860000000000001</c:v>
                </c:pt>
                <c:pt idx="5754">
                  <c:v>7.3879999999999999</c:v>
                </c:pt>
                <c:pt idx="5755">
                  <c:v>7.3879999999999999</c:v>
                </c:pt>
                <c:pt idx="5756">
                  <c:v>7.3890000000000002</c:v>
                </c:pt>
                <c:pt idx="5757">
                  <c:v>7.3849999999999998</c:v>
                </c:pt>
                <c:pt idx="5758">
                  <c:v>7.3819999999999997</c:v>
                </c:pt>
                <c:pt idx="5759">
                  <c:v>7.3819999999999997</c:v>
                </c:pt>
                <c:pt idx="5760">
                  <c:v>7.3840000000000003</c:v>
                </c:pt>
                <c:pt idx="5761">
                  <c:v>7.38</c:v>
                </c:pt>
                <c:pt idx="5762">
                  <c:v>7.38</c:v>
                </c:pt>
                <c:pt idx="5763">
                  <c:v>7.38</c:v>
                </c:pt>
                <c:pt idx="5764">
                  <c:v>7.3810000000000002</c:v>
                </c:pt>
                <c:pt idx="5765">
                  <c:v>7.3789999999999996</c:v>
                </c:pt>
                <c:pt idx="5766">
                  <c:v>7.3780000000000001</c:v>
                </c:pt>
                <c:pt idx="5767">
                  <c:v>7.3760000000000003</c:v>
                </c:pt>
                <c:pt idx="5768">
                  <c:v>7.3769999999999998</c:v>
                </c:pt>
                <c:pt idx="5769">
                  <c:v>7.3769999999999998</c:v>
                </c:pt>
                <c:pt idx="5770">
                  <c:v>7.3760000000000003</c:v>
                </c:pt>
                <c:pt idx="5771">
                  <c:v>7.3760000000000003</c:v>
                </c:pt>
                <c:pt idx="5772">
                  <c:v>7.3760000000000003</c:v>
                </c:pt>
                <c:pt idx="5773">
                  <c:v>7.3730000000000002</c:v>
                </c:pt>
                <c:pt idx="5774">
                  <c:v>7.3710000000000004</c:v>
                </c:pt>
                <c:pt idx="5775">
                  <c:v>7.3739999999999997</c:v>
                </c:pt>
                <c:pt idx="5776">
                  <c:v>7.3769999999999998</c:v>
                </c:pt>
                <c:pt idx="5777">
                  <c:v>7.375</c:v>
                </c:pt>
                <c:pt idx="5778">
                  <c:v>7.3689999999999998</c:v>
                </c:pt>
                <c:pt idx="5779">
                  <c:v>7.3689999999999998</c:v>
                </c:pt>
                <c:pt idx="5780">
                  <c:v>7.367</c:v>
                </c:pt>
                <c:pt idx="5781">
                  <c:v>7.3730000000000002</c:v>
                </c:pt>
                <c:pt idx="5782">
                  <c:v>7.3810000000000002</c:v>
                </c:pt>
                <c:pt idx="5783">
                  <c:v>7.3760000000000003</c:v>
                </c:pt>
                <c:pt idx="5784">
                  <c:v>7.37</c:v>
                </c:pt>
                <c:pt idx="5785">
                  <c:v>7.3659999999999997</c:v>
                </c:pt>
                <c:pt idx="5786">
                  <c:v>7.3710000000000004</c:v>
                </c:pt>
                <c:pt idx="5787">
                  <c:v>7.3710000000000004</c:v>
                </c:pt>
                <c:pt idx="5788">
                  <c:v>7.3810000000000002</c:v>
                </c:pt>
                <c:pt idx="5789">
                  <c:v>7.3789999999999996</c:v>
                </c:pt>
                <c:pt idx="5790">
                  <c:v>7.3710000000000004</c:v>
                </c:pt>
                <c:pt idx="5791">
                  <c:v>7.367</c:v>
                </c:pt>
                <c:pt idx="5792">
                  <c:v>7.3719999999999999</c:v>
                </c:pt>
                <c:pt idx="5793">
                  <c:v>7.3739999999999997</c:v>
                </c:pt>
                <c:pt idx="5794">
                  <c:v>7.37</c:v>
                </c:pt>
                <c:pt idx="5795">
                  <c:v>7.37</c:v>
                </c:pt>
                <c:pt idx="5796">
                  <c:v>7.37</c:v>
                </c:pt>
                <c:pt idx="5797">
                  <c:v>7.367</c:v>
                </c:pt>
                <c:pt idx="5798">
                  <c:v>7.3689999999999998</c:v>
                </c:pt>
                <c:pt idx="5799">
                  <c:v>7.367</c:v>
                </c:pt>
                <c:pt idx="5800">
                  <c:v>7.3639999999999999</c:v>
                </c:pt>
                <c:pt idx="5801">
                  <c:v>7.367</c:v>
                </c:pt>
                <c:pt idx="5802">
                  <c:v>7.367</c:v>
                </c:pt>
                <c:pt idx="5803">
                  <c:v>7.3659999999999997</c:v>
                </c:pt>
                <c:pt idx="5804">
                  <c:v>7.3680000000000003</c:v>
                </c:pt>
                <c:pt idx="5805">
                  <c:v>7.3639999999999999</c:v>
                </c:pt>
                <c:pt idx="5806">
                  <c:v>7.3579999999999997</c:v>
                </c:pt>
                <c:pt idx="5807">
                  <c:v>7.359</c:v>
                </c:pt>
                <c:pt idx="5808">
                  <c:v>7.3579999999999997</c:v>
                </c:pt>
                <c:pt idx="5809">
                  <c:v>7.359</c:v>
                </c:pt>
                <c:pt idx="5810">
                  <c:v>7.359</c:v>
                </c:pt>
                <c:pt idx="5811">
                  <c:v>7.3559999999999999</c:v>
                </c:pt>
                <c:pt idx="5812">
                  <c:v>7.3550000000000004</c:v>
                </c:pt>
                <c:pt idx="5813">
                  <c:v>7.3550000000000004</c:v>
                </c:pt>
                <c:pt idx="5814">
                  <c:v>7.3529999999999998</c:v>
                </c:pt>
                <c:pt idx="5815">
                  <c:v>7.3520000000000003</c:v>
                </c:pt>
                <c:pt idx="5816">
                  <c:v>7.3550000000000004</c:v>
                </c:pt>
                <c:pt idx="5817">
                  <c:v>7.36</c:v>
                </c:pt>
                <c:pt idx="5818">
                  <c:v>7.36</c:v>
                </c:pt>
                <c:pt idx="5819">
                  <c:v>7.3559999999999999</c:v>
                </c:pt>
                <c:pt idx="5820">
                  <c:v>7.3570000000000002</c:v>
                </c:pt>
                <c:pt idx="5821">
                  <c:v>7.36</c:v>
                </c:pt>
                <c:pt idx="5822">
                  <c:v>7.36</c:v>
                </c:pt>
                <c:pt idx="5823">
                  <c:v>7.359</c:v>
                </c:pt>
                <c:pt idx="5824">
                  <c:v>7.3570000000000002</c:v>
                </c:pt>
                <c:pt idx="5825">
                  <c:v>7.3529999999999998</c:v>
                </c:pt>
                <c:pt idx="5826">
                  <c:v>7.3529999999999998</c:v>
                </c:pt>
                <c:pt idx="5827">
                  <c:v>7.35</c:v>
                </c:pt>
                <c:pt idx="5828">
                  <c:v>7.3520000000000003</c:v>
                </c:pt>
                <c:pt idx="5829">
                  <c:v>7.3520000000000003</c:v>
                </c:pt>
                <c:pt idx="5830">
                  <c:v>7.3520000000000003</c:v>
                </c:pt>
                <c:pt idx="5831">
                  <c:v>7.35</c:v>
                </c:pt>
                <c:pt idx="5832">
                  <c:v>7.3479999999999999</c:v>
                </c:pt>
                <c:pt idx="5833">
                  <c:v>7.3479999999999999</c:v>
                </c:pt>
                <c:pt idx="5834">
                  <c:v>7.3479999999999999</c:v>
                </c:pt>
                <c:pt idx="5835">
                  <c:v>7.35</c:v>
                </c:pt>
                <c:pt idx="5836">
                  <c:v>7.351</c:v>
                </c:pt>
                <c:pt idx="5837">
                  <c:v>7.3490000000000002</c:v>
                </c:pt>
                <c:pt idx="5838">
                  <c:v>7.3479999999999999</c:v>
                </c:pt>
                <c:pt idx="5839">
                  <c:v>7.3470000000000004</c:v>
                </c:pt>
                <c:pt idx="5840">
                  <c:v>7.3449999999999998</c:v>
                </c:pt>
                <c:pt idx="5841">
                  <c:v>7.3449999999999998</c:v>
                </c:pt>
                <c:pt idx="5842">
                  <c:v>7.3479999999999999</c:v>
                </c:pt>
                <c:pt idx="5843">
                  <c:v>7.3490000000000002</c:v>
                </c:pt>
                <c:pt idx="5844">
                  <c:v>7.3490000000000002</c:v>
                </c:pt>
                <c:pt idx="5845">
                  <c:v>7.3529999999999998</c:v>
                </c:pt>
                <c:pt idx="5846">
                  <c:v>7.3529999999999998</c:v>
                </c:pt>
                <c:pt idx="5847">
                  <c:v>7.35</c:v>
                </c:pt>
                <c:pt idx="5848">
                  <c:v>7.3550000000000004</c:v>
                </c:pt>
                <c:pt idx="5849">
                  <c:v>7.3550000000000004</c:v>
                </c:pt>
                <c:pt idx="5850">
                  <c:v>7.3559999999999999</c:v>
                </c:pt>
                <c:pt idx="5851">
                  <c:v>7.3550000000000004</c:v>
                </c:pt>
                <c:pt idx="5852">
                  <c:v>7.36</c:v>
                </c:pt>
                <c:pt idx="5853">
                  <c:v>7.359</c:v>
                </c:pt>
                <c:pt idx="5854">
                  <c:v>7.3550000000000004</c:v>
                </c:pt>
                <c:pt idx="5855">
                  <c:v>7.3570000000000002</c:v>
                </c:pt>
                <c:pt idx="5856">
                  <c:v>7.359</c:v>
                </c:pt>
                <c:pt idx="5857">
                  <c:v>7.359</c:v>
                </c:pt>
                <c:pt idx="5858">
                  <c:v>7.359</c:v>
                </c:pt>
                <c:pt idx="5859">
                  <c:v>7.36</c:v>
                </c:pt>
                <c:pt idx="5860">
                  <c:v>7.3570000000000002</c:v>
                </c:pt>
                <c:pt idx="5861">
                  <c:v>7.3570000000000002</c:v>
                </c:pt>
                <c:pt idx="5862">
                  <c:v>7.3620000000000001</c:v>
                </c:pt>
                <c:pt idx="5863">
                  <c:v>7.3650000000000002</c:v>
                </c:pt>
                <c:pt idx="5864">
                  <c:v>7.3630000000000004</c:v>
                </c:pt>
                <c:pt idx="5865">
                  <c:v>7.3630000000000004</c:v>
                </c:pt>
                <c:pt idx="5866">
                  <c:v>7.3620000000000001</c:v>
                </c:pt>
                <c:pt idx="5867">
                  <c:v>7.3639999999999999</c:v>
                </c:pt>
                <c:pt idx="5868">
                  <c:v>7.3689999999999998</c:v>
                </c:pt>
                <c:pt idx="5869">
                  <c:v>7.3710000000000004</c:v>
                </c:pt>
                <c:pt idx="5870">
                  <c:v>7.3689999999999998</c:v>
                </c:pt>
                <c:pt idx="5871">
                  <c:v>7.367</c:v>
                </c:pt>
                <c:pt idx="5872">
                  <c:v>7.3659999999999997</c:v>
                </c:pt>
                <c:pt idx="5873">
                  <c:v>7.3659999999999997</c:v>
                </c:pt>
                <c:pt idx="5874">
                  <c:v>7.367</c:v>
                </c:pt>
                <c:pt idx="5875">
                  <c:v>7.37</c:v>
                </c:pt>
                <c:pt idx="5876">
                  <c:v>7.37</c:v>
                </c:pt>
                <c:pt idx="5877">
                  <c:v>7.37</c:v>
                </c:pt>
                <c:pt idx="5878">
                  <c:v>7.3719999999999999</c:v>
                </c:pt>
                <c:pt idx="5879">
                  <c:v>7.3719999999999999</c:v>
                </c:pt>
                <c:pt idx="5880">
                  <c:v>7.3710000000000004</c:v>
                </c:pt>
                <c:pt idx="5881">
                  <c:v>7.3710000000000004</c:v>
                </c:pt>
                <c:pt idx="5882">
                  <c:v>7.3719999999999999</c:v>
                </c:pt>
                <c:pt idx="5883">
                  <c:v>7.3739999999999997</c:v>
                </c:pt>
                <c:pt idx="5884">
                  <c:v>7.375</c:v>
                </c:pt>
                <c:pt idx="5885">
                  <c:v>7.3780000000000001</c:v>
                </c:pt>
                <c:pt idx="5886">
                  <c:v>7.3780000000000001</c:v>
                </c:pt>
                <c:pt idx="5887">
                  <c:v>7.3769999999999998</c:v>
                </c:pt>
                <c:pt idx="5888">
                  <c:v>7.3769999999999998</c:v>
                </c:pt>
                <c:pt idx="5889">
                  <c:v>7.3840000000000003</c:v>
                </c:pt>
                <c:pt idx="5890">
                  <c:v>7.3840000000000003</c:v>
                </c:pt>
                <c:pt idx="5891">
                  <c:v>7.3789999999999996</c:v>
                </c:pt>
                <c:pt idx="5892">
                  <c:v>7.38</c:v>
                </c:pt>
                <c:pt idx="5893">
                  <c:v>7.3780000000000001</c:v>
                </c:pt>
                <c:pt idx="5894">
                  <c:v>7.3789999999999996</c:v>
                </c:pt>
                <c:pt idx="5895">
                  <c:v>7.3810000000000002</c:v>
                </c:pt>
                <c:pt idx="5896">
                  <c:v>7.3810000000000002</c:v>
                </c:pt>
                <c:pt idx="5897">
                  <c:v>7.3810000000000002</c:v>
                </c:pt>
                <c:pt idx="5898">
                  <c:v>7.383</c:v>
                </c:pt>
                <c:pt idx="5899">
                  <c:v>7.3819999999999997</c:v>
                </c:pt>
                <c:pt idx="5900">
                  <c:v>7.3789999999999996</c:v>
                </c:pt>
                <c:pt idx="5901">
                  <c:v>7.3810000000000002</c:v>
                </c:pt>
                <c:pt idx="5902">
                  <c:v>7.3840000000000003</c:v>
                </c:pt>
                <c:pt idx="5903">
                  <c:v>7.3849999999999998</c:v>
                </c:pt>
                <c:pt idx="5904">
                  <c:v>7.3849999999999998</c:v>
                </c:pt>
                <c:pt idx="5905">
                  <c:v>7.3840000000000003</c:v>
                </c:pt>
                <c:pt idx="5906">
                  <c:v>7.3819999999999997</c:v>
                </c:pt>
                <c:pt idx="5907">
                  <c:v>7.3819999999999997</c:v>
                </c:pt>
                <c:pt idx="5908">
                  <c:v>7.3869999999999996</c:v>
                </c:pt>
                <c:pt idx="5909">
                  <c:v>7.3890000000000002</c:v>
                </c:pt>
                <c:pt idx="5910">
                  <c:v>7.39</c:v>
                </c:pt>
                <c:pt idx="5911">
                  <c:v>7.3879999999999999</c:v>
                </c:pt>
                <c:pt idx="5912">
                  <c:v>7.3879999999999999</c:v>
                </c:pt>
                <c:pt idx="5913">
                  <c:v>7.3860000000000001</c:v>
                </c:pt>
                <c:pt idx="5914">
                  <c:v>7.3879999999999999</c:v>
                </c:pt>
                <c:pt idx="5915">
                  <c:v>7.39</c:v>
                </c:pt>
                <c:pt idx="5916">
                  <c:v>7.3940000000000001</c:v>
                </c:pt>
                <c:pt idx="5917">
                  <c:v>7.3920000000000003</c:v>
                </c:pt>
                <c:pt idx="5918">
                  <c:v>7.3949999999999996</c:v>
                </c:pt>
                <c:pt idx="5919">
                  <c:v>7.4</c:v>
                </c:pt>
                <c:pt idx="5920">
                  <c:v>7.4</c:v>
                </c:pt>
                <c:pt idx="5921">
                  <c:v>7.3970000000000002</c:v>
                </c:pt>
                <c:pt idx="5922">
                  <c:v>7.3949999999999996</c:v>
                </c:pt>
                <c:pt idx="5923">
                  <c:v>7.391</c:v>
                </c:pt>
                <c:pt idx="5924">
                  <c:v>7.39</c:v>
                </c:pt>
                <c:pt idx="5925">
                  <c:v>7.3970000000000002</c:v>
                </c:pt>
                <c:pt idx="5926">
                  <c:v>7.3959999999999999</c:v>
                </c:pt>
                <c:pt idx="5927">
                  <c:v>7.3959999999999999</c:v>
                </c:pt>
                <c:pt idx="5928">
                  <c:v>7.3979999999999997</c:v>
                </c:pt>
                <c:pt idx="5929">
                  <c:v>7.3979999999999997</c:v>
                </c:pt>
                <c:pt idx="5930">
                  <c:v>7.391</c:v>
                </c:pt>
                <c:pt idx="5931">
                  <c:v>7.3929999999999998</c:v>
                </c:pt>
                <c:pt idx="5932">
                  <c:v>7.3970000000000002</c:v>
                </c:pt>
                <c:pt idx="5933">
                  <c:v>7.3949999999999996</c:v>
                </c:pt>
                <c:pt idx="5934">
                  <c:v>7.3970000000000002</c:v>
                </c:pt>
                <c:pt idx="5935">
                  <c:v>7.3970000000000002</c:v>
                </c:pt>
                <c:pt idx="5936">
                  <c:v>7.4020000000000001</c:v>
                </c:pt>
                <c:pt idx="5937">
                  <c:v>7.4050000000000002</c:v>
                </c:pt>
                <c:pt idx="5938">
                  <c:v>7.4039999999999999</c:v>
                </c:pt>
                <c:pt idx="5939">
                  <c:v>7.4</c:v>
                </c:pt>
                <c:pt idx="5940">
                  <c:v>7.4009999999999998</c:v>
                </c:pt>
                <c:pt idx="5941">
                  <c:v>7.4089999999999998</c:v>
                </c:pt>
                <c:pt idx="5942">
                  <c:v>7.41</c:v>
                </c:pt>
                <c:pt idx="5943">
                  <c:v>7.41</c:v>
                </c:pt>
                <c:pt idx="5944">
                  <c:v>7.407</c:v>
                </c:pt>
                <c:pt idx="5945">
                  <c:v>7.407</c:v>
                </c:pt>
                <c:pt idx="5946">
                  <c:v>7.4020000000000001</c:v>
                </c:pt>
                <c:pt idx="5947">
                  <c:v>7.4039999999999999</c:v>
                </c:pt>
                <c:pt idx="5948">
                  <c:v>7.4089999999999998</c:v>
                </c:pt>
                <c:pt idx="5949">
                  <c:v>7.41</c:v>
                </c:pt>
                <c:pt idx="5950">
                  <c:v>7.41</c:v>
                </c:pt>
                <c:pt idx="5951">
                  <c:v>7.41</c:v>
                </c:pt>
                <c:pt idx="5952">
                  <c:v>7.4059999999999997</c:v>
                </c:pt>
                <c:pt idx="5953">
                  <c:v>7.4059999999999997</c:v>
                </c:pt>
                <c:pt idx="5954">
                  <c:v>7.4080000000000004</c:v>
                </c:pt>
                <c:pt idx="5955">
                  <c:v>7.4109999999999996</c:v>
                </c:pt>
                <c:pt idx="5956">
                  <c:v>7.4109999999999996</c:v>
                </c:pt>
                <c:pt idx="5957">
                  <c:v>7.41</c:v>
                </c:pt>
                <c:pt idx="5958">
                  <c:v>7.4119999999999999</c:v>
                </c:pt>
                <c:pt idx="5959">
                  <c:v>7.4119999999999999</c:v>
                </c:pt>
                <c:pt idx="5960">
                  <c:v>7.4130000000000003</c:v>
                </c:pt>
                <c:pt idx="5961">
                  <c:v>7.4109999999999996</c:v>
                </c:pt>
                <c:pt idx="5962">
                  <c:v>7.4130000000000003</c:v>
                </c:pt>
                <c:pt idx="5963">
                  <c:v>7.4169999999999998</c:v>
                </c:pt>
                <c:pt idx="5964">
                  <c:v>7.4160000000000004</c:v>
                </c:pt>
                <c:pt idx="5965">
                  <c:v>7.415</c:v>
                </c:pt>
                <c:pt idx="5966">
                  <c:v>7.415</c:v>
                </c:pt>
                <c:pt idx="5967">
                  <c:v>7.415</c:v>
                </c:pt>
                <c:pt idx="5968">
                  <c:v>7.4130000000000003</c:v>
                </c:pt>
                <c:pt idx="5969">
                  <c:v>7.4169999999999998</c:v>
                </c:pt>
                <c:pt idx="5970">
                  <c:v>7.423</c:v>
                </c:pt>
                <c:pt idx="5971">
                  <c:v>7.4219999999999997</c:v>
                </c:pt>
                <c:pt idx="5972">
                  <c:v>7.4189999999999996</c:v>
                </c:pt>
                <c:pt idx="5973">
                  <c:v>7.4189999999999996</c:v>
                </c:pt>
                <c:pt idx="5974">
                  <c:v>7.4189999999999996</c:v>
                </c:pt>
                <c:pt idx="5975">
                  <c:v>7.42</c:v>
                </c:pt>
                <c:pt idx="5976">
                  <c:v>7.4219999999999997</c:v>
                </c:pt>
                <c:pt idx="5977">
                  <c:v>7.4240000000000004</c:v>
                </c:pt>
                <c:pt idx="5978">
                  <c:v>7.4219999999999997</c:v>
                </c:pt>
                <c:pt idx="5979">
                  <c:v>7.42</c:v>
                </c:pt>
                <c:pt idx="5980">
                  <c:v>7.4210000000000003</c:v>
                </c:pt>
                <c:pt idx="5981">
                  <c:v>7.4260000000000002</c:v>
                </c:pt>
                <c:pt idx="5982">
                  <c:v>7.4260000000000002</c:v>
                </c:pt>
                <c:pt idx="5983">
                  <c:v>7.4269999999999996</c:v>
                </c:pt>
                <c:pt idx="5984">
                  <c:v>7.4249999999999998</c:v>
                </c:pt>
                <c:pt idx="5985">
                  <c:v>7.4260000000000002</c:v>
                </c:pt>
                <c:pt idx="5986">
                  <c:v>7.4249999999999998</c:v>
                </c:pt>
                <c:pt idx="5987">
                  <c:v>7.42</c:v>
                </c:pt>
                <c:pt idx="5988">
                  <c:v>7.4210000000000003</c:v>
                </c:pt>
                <c:pt idx="5989">
                  <c:v>7.4260000000000002</c:v>
                </c:pt>
                <c:pt idx="5990">
                  <c:v>7.4260000000000002</c:v>
                </c:pt>
                <c:pt idx="5991">
                  <c:v>7.4269999999999996</c:v>
                </c:pt>
                <c:pt idx="5992">
                  <c:v>7.4249999999999998</c:v>
                </c:pt>
                <c:pt idx="5993">
                  <c:v>7.4240000000000004</c:v>
                </c:pt>
                <c:pt idx="5994">
                  <c:v>7.4240000000000004</c:v>
                </c:pt>
                <c:pt idx="5995">
                  <c:v>7.4249999999999998</c:v>
                </c:pt>
                <c:pt idx="5996">
                  <c:v>7.43</c:v>
                </c:pt>
                <c:pt idx="5997">
                  <c:v>7.4329999999999998</c:v>
                </c:pt>
                <c:pt idx="5998">
                  <c:v>7.4329999999999998</c:v>
                </c:pt>
                <c:pt idx="5999">
                  <c:v>7.4359999999999999</c:v>
                </c:pt>
                <c:pt idx="6000">
                  <c:v>7.4349999999999996</c:v>
                </c:pt>
                <c:pt idx="6001">
                  <c:v>7.431</c:v>
                </c:pt>
                <c:pt idx="6002">
                  <c:v>7.4349999999999996</c:v>
                </c:pt>
                <c:pt idx="6003">
                  <c:v>7.4379999999999997</c:v>
                </c:pt>
                <c:pt idx="6004">
                  <c:v>7.4359999999999999</c:v>
                </c:pt>
                <c:pt idx="6005">
                  <c:v>7.4340000000000002</c:v>
                </c:pt>
                <c:pt idx="6006">
                  <c:v>7.4340000000000002</c:v>
                </c:pt>
                <c:pt idx="6007">
                  <c:v>7.4359999999999999</c:v>
                </c:pt>
                <c:pt idx="6008">
                  <c:v>7.4349999999999996</c:v>
                </c:pt>
                <c:pt idx="6009">
                  <c:v>7.4349999999999996</c:v>
                </c:pt>
                <c:pt idx="6010">
                  <c:v>7.4379999999999997</c:v>
                </c:pt>
                <c:pt idx="6011">
                  <c:v>7.4359999999999999</c:v>
                </c:pt>
                <c:pt idx="6012">
                  <c:v>7.4370000000000003</c:v>
                </c:pt>
                <c:pt idx="6013">
                  <c:v>7.4370000000000003</c:v>
                </c:pt>
                <c:pt idx="6014">
                  <c:v>7.4349999999999996</c:v>
                </c:pt>
                <c:pt idx="6015">
                  <c:v>7.423</c:v>
                </c:pt>
                <c:pt idx="6016">
                  <c:v>7.4139999999999997</c:v>
                </c:pt>
                <c:pt idx="6017">
                  <c:v>7.4139999999999997</c:v>
                </c:pt>
                <c:pt idx="6018">
                  <c:v>7.41</c:v>
                </c:pt>
                <c:pt idx="6019">
                  <c:v>7.4089999999999998</c:v>
                </c:pt>
                <c:pt idx="6020">
                  <c:v>7.4130000000000003</c:v>
                </c:pt>
                <c:pt idx="6021">
                  <c:v>7.4130000000000003</c:v>
                </c:pt>
                <c:pt idx="6022">
                  <c:v>7.4089999999999998</c:v>
                </c:pt>
                <c:pt idx="6023">
                  <c:v>7.4080000000000004</c:v>
                </c:pt>
                <c:pt idx="6024">
                  <c:v>7.4169999999999998</c:v>
                </c:pt>
                <c:pt idx="6025">
                  <c:v>7.4180000000000001</c:v>
                </c:pt>
                <c:pt idx="6026">
                  <c:v>7.4189999999999996</c:v>
                </c:pt>
                <c:pt idx="6027">
                  <c:v>7.4189999999999996</c:v>
                </c:pt>
                <c:pt idx="6028">
                  <c:v>7.4249999999999998</c:v>
                </c:pt>
                <c:pt idx="6029">
                  <c:v>7.4249999999999998</c:v>
                </c:pt>
                <c:pt idx="6030">
                  <c:v>7.4279999999999999</c:v>
                </c:pt>
                <c:pt idx="6031">
                  <c:v>7.4260000000000002</c:v>
                </c:pt>
                <c:pt idx="6032">
                  <c:v>7.4320000000000004</c:v>
                </c:pt>
                <c:pt idx="6033">
                  <c:v>7.4320000000000004</c:v>
                </c:pt>
                <c:pt idx="6034">
                  <c:v>7.4260000000000002</c:v>
                </c:pt>
                <c:pt idx="6035">
                  <c:v>7.43</c:v>
                </c:pt>
                <c:pt idx="6036">
                  <c:v>7.4340000000000002</c:v>
                </c:pt>
                <c:pt idx="6037">
                  <c:v>7.4340000000000002</c:v>
                </c:pt>
                <c:pt idx="6038">
                  <c:v>7.431</c:v>
                </c:pt>
                <c:pt idx="6039">
                  <c:v>7.4340000000000002</c:v>
                </c:pt>
                <c:pt idx="6040">
                  <c:v>7.4340000000000002</c:v>
                </c:pt>
                <c:pt idx="6041">
                  <c:v>7.4329999999999998</c:v>
                </c:pt>
                <c:pt idx="6042">
                  <c:v>7.4379999999999997</c:v>
                </c:pt>
                <c:pt idx="6043">
                  <c:v>7.4409999999999998</c:v>
                </c:pt>
                <c:pt idx="6044">
                  <c:v>7.4379999999999997</c:v>
                </c:pt>
                <c:pt idx="6045">
                  <c:v>7.4379999999999997</c:v>
                </c:pt>
                <c:pt idx="6046">
                  <c:v>7.4379999999999997</c:v>
                </c:pt>
                <c:pt idx="6047">
                  <c:v>7.4370000000000003</c:v>
                </c:pt>
                <c:pt idx="6048">
                  <c:v>7.44</c:v>
                </c:pt>
                <c:pt idx="6049">
                  <c:v>7.4459999999999997</c:v>
                </c:pt>
                <c:pt idx="6050">
                  <c:v>7.444</c:v>
                </c:pt>
                <c:pt idx="6051">
                  <c:v>7.444</c:v>
                </c:pt>
                <c:pt idx="6052">
                  <c:v>7.4429999999999996</c:v>
                </c:pt>
                <c:pt idx="6053">
                  <c:v>7.4429999999999996</c:v>
                </c:pt>
                <c:pt idx="6054">
                  <c:v>7.444</c:v>
                </c:pt>
                <c:pt idx="6055">
                  <c:v>7.4480000000000004</c:v>
                </c:pt>
                <c:pt idx="6056">
                  <c:v>7.45</c:v>
                </c:pt>
                <c:pt idx="6057">
                  <c:v>7.4509999999999996</c:v>
                </c:pt>
                <c:pt idx="6058">
                  <c:v>7.452</c:v>
                </c:pt>
                <c:pt idx="6059">
                  <c:v>7.4539999999999997</c:v>
                </c:pt>
                <c:pt idx="6060">
                  <c:v>7.4539999999999997</c:v>
                </c:pt>
                <c:pt idx="6061">
                  <c:v>7.452</c:v>
                </c:pt>
                <c:pt idx="6062">
                  <c:v>7.452</c:v>
                </c:pt>
                <c:pt idx="6063">
                  <c:v>7.4550000000000001</c:v>
                </c:pt>
                <c:pt idx="6064">
                  <c:v>7.4560000000000004</c:v>
                </c:pt>
                <c:pt idx="6065">
                  <c:v>7.4640000000000004</c:v>
                </c:pt>
                <c:pt idx="6066">
                  <c:v>7.468</c:v>
                </c:pt>
                <c:pt idx="6067">
                  <c:v>7.4550000000000001</c:v>
                </c:pt>
                <c:pt idx="6068">
                  <c:v>7.4550000000000001</c:v>
                </c:pt>
                <c:pt idx="6069">
                  <c:v>7.4509999999999996</c:v>
                </c:pt>
                <c:pt idx="6070">
                  <c:v>7.4560000000000004</c:v>
                </c:pt>
                <c:pt idx="6071">
                  <c:v>7.4569999999999999</c:v>
                </c:pt>
                <c:pt idx="6072">
                  <c:v>7.4619999999999997</c:v>
                </c:pt>
                <c:pt idx="6073">
                  <c:v>7.4610000000000003</c:v>
                </c:pt>
                <c:pt idx="6074">
                  <c:v>7.4539999999999997</c:v>
                </c:pt>
                <c:pt idx="6075">
                  <c:v>7.4569999999999999</c:v>
                </c:pt>
                <c:pt idx="6076">
                  <c:v>7.4569999999999999</c:v>
                </c:pt>
                <c:pt idx="6077">
                  <c:v>7.4589999999999996</c:v>
                </c:pt>
                <c:pt idx="6078">
                  <c:v>7.4569999999999999</c:v>
                </c:pt>
                <c:pt idx="6079">
                  <c:v>7.4589999999999996</c:v>
                </c:pt>
                <c:pt idx="6080">
                  <c:v>7.4589999999999996</c:v>
                </c:pt>
                <c:pt idx="6081">
                  <c:v>7.4569999999999999</c:v>
                </c:pt>
                <c:pt idx="6082">
                  <c:v>7.4569999999999999</c:v>
                </c:pt>
                <c:pt idx="6083">
                  <c:v>7.4560000000000004</c:v>
                </c:pt>
                <c:pt idx="6084">
                  <c:v>7.4560000000000004</c:v>
                </c:pt>
                <c:pt idx="6085">
                  <c:v>7.4580000000000002</c:v>
                </c:pt>
                <c:pt idx="6086">
                  <c:v>7.4619999999999997</c:v>
                </c:pt>
                <c:pt idx="6087">
                  <c:v>7.4610000000000003</c:v>
                </c:pt>
                <c:pt idx="6088">
                  <c:v>7.468</c:v>
                </c:pt>
                <c:pt idx="6089">
                  <c:v>7.4660000000000002</c:v>
                </c:pt>
                <c:pt idx="6090">
                  <c:v>7.4619999999999997</c:v>
                </c:pt>
                <c:pt idx="6091">
                  <c:v>7.4649999999999999</c:v>
                </c:pt>
                <c:pt idx="6092">
                  <c:v>7.4649999999999999</c:v>
                </c:pt>
                <c:pt idx="6093">
                  <c:v>7.4640000000000004</c:v>
                </c:pt>
                <c:pt idx="6094">
                  <c:v>7.4669999999999996</c:v>
                </c:pt>
                <c:pt idx="6095">
                  <c:v>7.4720000000000004</c:v>
                </c:pt>
                <c:pt idx="6096">
                  <c:v>7.4710000000000001</c:v>
                </c:pt>
                <c:pt idx="6097">
                  <c:v>7.468</c:v>
                </c:pt>
                <c:pt idx="6098">
                  <c:v>7.4690000000000003</c:v>
                </c:pt>
                <c:pt idx="6099">
                  <c:v>7.4690000000000003</c:v>
                </c:pt>
                <c:pt idx="6100">
                  <c:v>7.4660000000000002</c:v>
                </c:pt>
                <c:pt idx="6101">
                  <c:v>7.4649999999999999</c:v>
                </c:pt>
                <c:pt idx="6102">
                  <c:v>7.4669999999999996</c:v>
                </c:pt>
                <c:pt idx="6103">
                  <c:v>7.47</c:v>
                </c:pt>
                <c:pt idx="6104">
                  <c:v>7.4720000000000004</c:v>
                </c:pt>
                <c:pt idx="6105">
                  <c:v>7.4740000000000002</c:v>
                </c:pt>
                <c:pt idx="6106">
                  <c:v>7.4729999999999999</c:v>
                </c:pt>
                <c:pt idx="6107">
                  <c:v>7.4729999999999999</c:v>
                </c:pt>
                <c:pt idx="6108">
                  <c:v>7.468</c:v>
                </c:pt>
                <c:pt idx="6109">
                  <c:v>7.468</c:v>
                </c:pt>
                <c:pt idx="6110">
                  <c:v>7.4720000000000004</c:v>
                </c:pt>
                <c:pt idx="6111">
                  <c:v>7.476</c:v>
                </c:pt>
                <c:pt idx="6112">
                  <c:v>7.476</c:v>
                </c:pt>
                <c:pt idx="6113">
                  <c:v>7.4720000000000004</c:v>
                </c:pt>
                <c:pt idx="6114">
                  <c:v>7.4720000000000004</c:v>
                </c:pt>
                <c:pt idx="6115">
                  <c:v>7.4720000000000004</c:v>
                </c:pt>
                <c:pt idx="6116">
                  <c:v>7.476</c:v>
                </c:pt>
                <c:pt idx="6117">
                  <c:v>7.476</c:v>
                </c:pt>
                <c:pt idx="6118">
                  <c:v>7.4790000000000001</c:v>
                </c:pt>
                <c:pt idx="6119">
                  <c:v>7.4779999999999998</c:v>
                </c:pt>
                <c:pt idx="6120">
                  <c:v>7.476</c:v>
                </c:pt>
                <c:pt idx="6121">
                  <c:v>7.4770000000000003</c:v>
                </c:pt>
                <c:pt idx="6122">
                  <c:v>7.4770000000000003</c:v>
                </c:pt>
                <c:pt idx="6123">
                  <c:v>7.4770000000000003</c:v>
                </c:pt>
                <c:pt idx="6124">
                  <c:v>7.4829999999999997</c:v>
                </c:pt>
                <c:pt idx="6125">
                  <c:v>7.484</c:v>
                </c:pt>
                <c:pt idx="6126">
                  <c:v>7.4779999999999998</c:v>
                </c:pt>
                <c:pt idx="6127">
                  <c:v>7.4779999999999998</c:v>
                </c:pt>
                <c:pt idx="6128">
                  <c:v>7.48</c:v>
                </c:pt>
                <c:pt idx="6129">
                  <c:v>7.4859999999999998</c:v>
                </c:pt>
                <c:pt idx="6130">
                  <c:v>7.4870000000000001</c:v>
                </c:pt>
                <c:pt idx="6131">
                  <c:v>7.4870000000000001</c:v>
                </c:pt>
                <c:pt idx="6132">
                  <c:v>7.484</c:v>
                </c:pt>
                <c:pt idx="6133">
                  <c:v>7.4850000000000003</c:v>
                </c:pt>
                <c:pt idx="6134">
                  <c:v>7.4859999999999998</c:v>
                </c:pt>
                <c:pt idx="6135">
                  <c:v>7.4909999999999997</c:v>
                </c:pt>
                <c:pt idx="6136">
                  <c:v>7.49</c:v>
                </c:pt>
                <c:pt idx="6137">
                  <c:v>7.4870000000000001</c:v>
                </c:pt>
                <c:pt idx="6138">
                  <c:v>7.4850000000000003</c:v>
                </c:pt>
                <c:pt idx="6139">
                  <c:v>7.4850000000000003</c:v>
                </c:pt>
                <c:pt idx="6140">
                  <c:v>7.4880000000000004</c:v>
                </c:pt>
                <c:pt idx="6141">
                  <c:v>7.4889999999999999</c:v>
                </c:pt>
                <c:pt idx="6142">
                  <c:v>7.4850000000000003</c:v>
                </c:pt>
                <c:pt idx="6143">
                  <c:v>7.4889999999999999</c:v>
                </c:pt>
                <c:pt idx="6144">
                  <c:v>7.49</c:v>
                </c:pt>
                <c:pt idx="6145">
                  <c:v>7.492</c:v>
                </c:pt>
                <c:pt idx="6146">
                  <c:v>7.492</c:v>
                </c:pt>
                <c:pt idx="6147">
                  <c:v>7.4909999999999997</c:v>
                </c:pt>
                <c:pt idx="6148">
                  <c:v>7.4870000000000001</c:v>
                </c:pt>
                <c:pt idx="6149">
                  <c:v>7.4889999999999999</c:v>
                </c:pt>
                <c:pt idx="6150">
                  <c:v>7.492</c:v>
                </c:pt>
                <c:pt idx="6151">
                  <c:v>7.4930000000000003</c:v>
                </c:pt>
                <c:pt idx="6152">
                  <c:v>7.4950000000000001</c:v>
                </c:pt>
                <c:pt idx="6153">
                  <c:v>7.4950000000000001</c:v>
                </c:pt>
                <c:pt idx="6154">
                  <c:v>7.4950000000000001</c:v>
                </c:pt>
                <c:pt idx="6155">
                  <c:v>7.4930000000000003</c:v>
                </c:pt>
                <c:pt idx="6156">
                  <c:v>7.4939999999999998</c:v>
                </c:pt>
                <c:pt idx="6157">
                  <c:v>7.4969999999999999</c:v>
                </c:pt>
                <c:pt idx="6158">
                  <c:v>7.5</c:v>
                </c:pt>
                <c:pt idx="6159">
                  <c:v>7.4969999999999999</c:v>
                </c:pt>
                <c:pt idx="6160">
                  <c:v>7.492</c:v>
                </c:pt>
                <c:pt idx="6161">
                  <c:v>7.492</c:v>
                </c:pt>
                <c:pt idx="6162">
                  <c:v>7.492</c:v>
                </c:pt>
                <c:pt idx="6163">
                  <c:v>7.4980000000000002</c:v>
                </c:pt>
                <c:pt idx="6164">
                  <c:v>7.4989999999999997</c:v>
                </c:pt>
                <c:pt idx="6165">
                  <c:v>7.4980000000000002</c:v>
                </c:pt>
                <c:pt idx="6166">
                  <c:v>7.4980000000000002</c:v>
                </c:pt>
                <c:pt idx="6167">
                  <c:v>7.4960000000000004</c:v>
                </c:pt>
                <c:pt idx="6168">
                  <c:v>7.4969999999999999</c:v>
                </c:pt>
                <c:pt idx="6169">
                  <c:v>7.5010000000000003</c:v>
                </c:pt>
                <c:pt idx="6170">
                  <c:v>7.5010000000000003</c:v>
                </c:pt>
                <c:pt idx="6171">
                  <c:v>7.5019999999999998</c:v>
                </c:pt>
                <c:pt idx="6172">
                  <c:v>7.4989999999999997</c:v>
                </c:pt>
                <c:pt idx="6173">
                  <c:v>7.4989999999999997</c:v>
                </c:pt>
                <c:pt idx="6174">
                  <c:v>7.4989999999999997</c:v>
                </c:pt>
                <c:pt idx="6175">
                  <c:v>7.4989999999999997</c:v>
                </c:pt>
                <c:pt idx="6176">
                  <c:v>7.5019999999999998</c:v>
                </c:pt>
                <c:pt idx="6177">
                  <c:v>7.5019999999999998</c:v>
                </c:pt>
                <c:pt idx="6178">
                  <c:v>7.5019999999999998</c:v>
                </c:pt>
                <c:pt idx="6179">
                  <c:v>7.5049999999999999</c:v>
                </c:pt>
                <c:pt idx="6180">
                  <c:v>7.5069999999999997</c:v>
                </c:pt>
                <c:pt idx="6181">
                  <c:v>7.5049999999999999</c:v>
                </c:pt>
                <c:pt idx="6182">
                  <c:v>7.5030000000000001</c:v>
                </c:pt>
                <c:pt idx="6183">
                  <c:v>7.5030000000000001</c:v>
                </c:pt>
                <c:pt idx="6184">
                  <c:v>7.5049999999999999</c:v>
                </c:pt>
                <c:pt idx="6185">
                  <c:v>7.5049999999999999</c:v>
                </c:pt>
                <c:pt idx="6186">
                  <c:v>7.508</c:v>
                </c:pt>
                <c:pt idx="6187">
                  <c:v>7.508</c:v>
                </c:pt>
                <c:pt idx="6188">
                  <c:v>7.5060000000000002</c:v>
                </c:pt>
                <c:pt idx="6189">
                  <c:v>7.5039999999999996</c:v>
                </c:pt>
                <c:pt idx="6190">
                  <c:v>7.51</c:v>
                </c:pt>
                <c:pt idx="6191">
                  <c:v>7.5119999999999996</c:v>
                </c:pt>
                <c:pt idx="6192">
                  <c:v>7.5119999999999996</c:v>
                </c:pt>
                <c:pt idx="6193">
                  <c:v>7.5119999999999996</c:v>
                </c:pt>
                <c:pt idx="6194">
                  <c:v>7.5090000000000003</c:v>
                </c:pt>
                <c:pt idx="6195">
                  <c:v>7.5049999999999999</c:v>
                </c:pt>
                <c:pt idx="6196">
                  <c:v>7.5049999999999999</c:v>
                </c:pt>
                <c:pt idx="6197">
                  <c:v>7.5110000000000001</c:v>
                </c:pt>
                <c:pt idx="6198">
                  <c:v>7.5149999999999997</c:v>
                </c:pt>
                <c:pt idx="6199">
                  <c:v>7.5110000000000001</c:v>
                </c:pt>
                <c:pt idx="6200">
                  <c:v>7.51</c:v>
                </c:pt>
                <c:pt idx="6201">
                  <c:v>7.51</c:v>
                </c:pt>
                <c:pt idx="6202">
                  <c:v>7.5140000000000002</c:v>
                </c:pt>
                <c:pt idx="6203">
                  <c:v>7.5179999999999998</c:v>
                </c:pt>
                <c:pt idx="6204">
                  <c:v>7.5179999999999998</c:v>
                </c:pt>
                <c:pt idx="6205">
                  <c:v>7.516</c:v>
                </c:pt>
                <c:pt idx="6206">
                  <c:v>7.5119999999999996</c:v>
                </c:pt>
                <c:pt idx="6207">
                  <c:v>7.5069999999999997</c:v>
                </c:pt>
                <c:pt idx="6208">
                  <c:v>7.51</c:v>
                </c:pt>
                <c:pt idx="6209">
                  <c:v>7.51</c:v>
                </c:pt>
                <c:pt idx="6210">
                  <c:v>7.516</c:v>
                </c:pt>
                <c:pt idx="6211">
                  <c:v>7.516</c:v>
                </c:pt>
                <c:pt idx="6212">
                  <c:v>7.5149999999999997</c:v>
                </c:pt>
                <c:pt idx="6213">
                  <c:v>7.5149999999999997</c:v>
                </c:pt>
                <c:pt idx="6214">
                  <c:v>7.5229999999999997</c:v>
                </c:pt>
                <c:pt idx="6215">
                  <c:v>7.5229999999999997</c:v>
                </c:pt>
                <c:pt idx="6216">
                  <c:v>7.5170000000000003</c:v>
                </c:pt>
                <c:pt idx="6217">
                  <c:v>7.5170000000000003</c:v>
                </c:pt>
                <c:pt idx="6218">
                  <c:v>7.52</c:v>
                </c:pt>
                <c:pt idx="6219">
                  <c:v>7.5190000000000001</c:v>
                </c:pt>
                <c:pt idx="6220">
                  <c:v>7.5250000000000004</c:v>
                </c:pt>
                <c:pt idx="6221">
                  <c:v>7.5229999999999997</c:v>
                </c:pt>
                <c:pt idx="6222">
                  <c:v>7.5149999999999997</c:v>
                </c:pt>
                <c:pt idx="6223">
                  <c:v>7.5179999999999998</c:v>
                </c:pt>
                <c:pt idx="6224">
                  <c:v>7.5190000000000001</c:v>
                </c:pt>
                <c:pt idx="6225">
                  <c:v>7.5179999999999998</c:v>
                </c:pt>
                <c:pt idx="6226">
                  <c:v>7.52</c:v>
                </c:pt>
                <c:pt idx="6227">
                  <c:v>7.5229999999999997</c:v>
                </c:pt>
                <c:pt idx="6228">
                  <c:v>7.5250000000000004</c:v>
                </c:pt>
                <c:pt idx="6229">
                  <c:v>7.5220000000000002</c:v>
                </c:pt>
                <c:pt idx="6230">
                  <c:v>7.5259999999999998</c:v>
                </c:pt>
                <c:pt idx="6231">
                  <c:v>7.5289999999999999</c:v>
                </c:pt>
                <c:pt idx="6232">
                  <c:v>7.5259999999999998</c:v>
                </c:pt>
                <c:pt idx="6233">
                  <c:v>7.5229999999999997</c:v>
                </c:pt>
                <c:pt idx="6234">
                  <c:v>7.5229999999999997</c:v>
                </c:pt>
                <c:pt idx="6235">
                  <c:v>7.524</c:v>
                </c:pt>
                <c:pt idx="6236">
                  <c:v>7.5250000000000004</c:v>
                </c:pt>
                <c:pt idx="6237">
                  <c:v>7.5270000000000001</c:v>
                </c:pt>
                <c:pt idx="6238">
                  <c:v>7.5259999999999998</c:v>
                </c:pt>
                <c:pt idx="6239">
                  <c:v>7.5259999999999998</c:v>
                </c:pt>
                <c:pt idx="6240">
                  <c:v>7.5250000000000004</c:v>
                </c:pt>
                <c:pt idx="6241">
                  <c:v>7.5250000000000004</c:v>
                </c:pt>
                <c:pt idx="6242">
                  <c:v>7.5259999999999998</c:v>
                </c:pt>
                <c:pt idx="6243">
                  <c:v>7.5259999999999998</c:v>
                </c:pt>
                <c:pt idx="6244">
                  <c:v>7.5250000000000004</c:v>
                </c:pt>
                <c:pt idx="6245">
                  <c:v>7.5279999999999996</c:v>
                </c:pt>
                <c:pt idx="6246">
                  <c:v>7.5289999999999999</c:v>
                </c:pt>
                <c:pt idx="6247">
                  <c:v>7.5279999999999996</c:v>
                </c:pt>
                <c:pt idx="6248">
                  <c:v>7.5279999999999996</c:v>
                </c:pt>
                <c:pt idx="6249">
                  <c:v>7.5270000000000001</c:v>
                </c:pt>
                <c:pt idx="6250">
                  <c:v>7.5289999999999999</c:v>
                </c:pt>
                <c:pt idx="6251">
                  <c:v>7.5309999999999997</c:v>
                </c:pt>
                <c:pt idx="6252">
                  <c:v>7.532</c:v>
                </c:pt>
                <c:pt idx="6253">
                  <c:v>7.5339999999999998</c:v>
                </c:pt>
                <c:pt idx="6254">
                  <c:v>7.5350000000000001</c:v>
                </c:pt>
                <c:pt idx="6255">
                  <c:v>7.5279999999999996</c:v>
                </c:pt>
                <c:pt idx="6256">
                  <c:v>7.5289999999999999</c:v>
                </c:pt>
                <c:pt idx="6257">
                  <c:v>7.532</c:v>
                </c:pt>
                <c:pt idx="6258">
                  <c:v>7.5359999999999996</c:v>
                </c:pt>
                <c:pt idx="6259">
                  <c:v>7.5380000000000003</c:v>
                </c:pt>
                <c:pt idx="6260">
                  <c:v>7.5380000000000003</c:v>
                </c:pt>
                <c:pt idx="6261">
                  <c:v>7.532</c:v>
                </c:pt>
                <c:pt idx="6262">
                  <c:v>7.532</c:v>
                </c:pt>
                <c:pt idx="6263">
                  <c:v>7.5389999999999997</c:v>
                </c:pt>
                <c:pt idx="6264">
                  <c:v>7.54</c:v>
                </c:pt>
                <c:pt idx="6265">
                  <c:v>7.5410000000000004</c:v>
                </c:pt>
                <c:pt idx="6266">
                  <c:v>7.5380000000000003</c:v>
                </c:pt>
                <c:pt idx="6267">
                  <c:v>7.5359999999999996</c:v>
                </c:pt>
                <c:pt idx="6268">
                  <c:v>7.5350000000000001</c:v>
                </c:pt>
                <c:pt idx="6269">
                  <c:v>7.5369999999999999</c:v>
                </c:pt>
                <c:pt idx="6270">
                  <c:v>7.5389999999999997</c:v>
                </c:pt>
                <c:pt idx="6271">
                  <c:v>7.5389999999999997</c:v>
                </c:pt>
                <c:pt idx="6272">
                  <c:v>7.5389999999999997</c:v>
                </c:pt>
                <c:pt idx="6273">
                  <c:v>7.5380000000000003</c:v>
                </c:pt>
                <c:pt idx="6274">
                  <c:v>7.5369999999999999</c:v>
                </c:pt>
                <c:pt idx="6275">
                  <c:v>7.5389999999999997</c:v>
                </c:pt>
                <c:pt idx="6276">
                  <c:v>7.54</c:v>
                </c:pt>
                <c:pt idx="6277">
                  <c:v>7.54</c:v>
                </c:pt>
                <c:pt idx="6278">
                  <c:v>7.5410000000000004</c:v>
                </c:pt>
                <c:pt idx="6279">
                  <c:v>7.54</c:v>
                </c:pt>
                <c:pt idx="6280">
                  <c:v>7.54</c:v>
                </c:pt>
                <c:pt idx="6281">
                  <c:v>7.5410000000000004</c:v>
                </c:pt>
                <c:pt idx="6282">
                  <c:v>7.5430000000000001</c:v>
                </c:pt>
                <c:pt idx="6283">
                  <c:v>7.5439999999999996</c:v>
                </c:pt>
                <c:pt idx="6284">
                  <c:v>7.5449999999999999</c:v>
                </c:pt>
                <c:pt idx="6285">
                  <c:v>7.5460000000000003</c:v>
                </c:pt>
                <c:pt idx="6286">
                  <c:v>7.5449999999999999</c:v>
                </c:pt>
                <c:pt idx="6287">
                  <c:v>7.5460000000000003</c:v>
                </c:pt>
                <c:pt idx="6288">
                  <c:v>7.5460000000000003</c:v>
                </c:pt>
                <c:pt idx="6289">
                  <c:v>7.5439999999999996</c:v>
                </c:pt>
                <c:pt idx="6290">
                  <c:v>7.5439999999999996</c:v>
                </c:pt>
                <c:pt idx="6291">
                  <c:v>7.5449999999999999</c:v>
                </c:pt>
                <c:pt idx="6292">
                  <c:v>7.5490000000000004</c:v>
                </c:pt>
                <c:pt idx="6293">
                  <c:v>7.5510000000000002</c:v>
                </c:pt>
                <c:pt idx="6294">
                  <c:v>7.5510000000000002</c:v>
                </c:pt>
                <c:pt idx="6295">
                  <c:v>7.5490000000000004</c:v>
                </c:pt>
                <c:pt idx="6296">
                  <c:v>7.5449999999999999</c:v>
                </c:pt>
                <c:pt idx="6297">
                  <c:v>7.5460000000000003</c:v>
                </c:pt>
                <c:pt idx="6298">
                  <c:v>7.55</c:v>
                </c:pt>
                <c:pt idx="6299">
                  <c:v>7.5510000000000002</c:v>
                </c:pt>
                <c:pt idx="6300">
                  <c:v>7.5519999999999996</c:v>
                </c:pt>
                <c:pt idx="6301">
                  <c:v>7.548</c:v>
                </c:pt>
                <c:pt idx="6302">
                  <c:v>7.5439999999999996</c:v>
                </c:pt>
                <c:pt idx="6303">
                  <c:v>7.5460000000000003</c:v>
                </c:pt>
                <c:pt idx="6304">
                  <c:v>7.5510000000000002</c:v>
                </c:pt>
                <c:pt idx="6305">
                  <c:v>7.5529999999999999</c:v>
                </c:pt>
                <c:pt idx="6306">
                  <c:v>7.5510000000000002</c:v>
                </c:pt>
                <c:pt idx="6307">
                  <c:v>7.5510000000000002</c:v>
                </c:pt>
                <c:pt idx="6308">
                  <c:v>7.5490000000000004</c:v>
                </c:pt>
                <c:pt idx="6309">
                  <c:v>7.55</c:v>
                </c:pt>
                <c:pt idx="6310">
                  <c:v>7.5510000000000002</c:v>
                </c:pt>
                <c:pt idx="6311">
                  <c:v>7.5529999999999999</c:v>
                </c:pt>
                <c:pt idx="6312">
                  <c:v>7.5549999999999997</c:v>
                </c:pt>
                <c:pt idx="6313">
                  <c:v>7.5529999999999999</c:v>
                </c:pt>
                <c:pt idx="6314">
                  <c:v>7.5519999999999996</c:v>
                </c:pt>
                <c:pt idx="6315">
                  <c:v>7.5519999999999996</c:v>
                </c:pt>
                <c:pt idx="6316">
                  <c:v>7.5519999999999996</c:v>
                </c:pt>
                <c:pt idx="6317">
                  <c:v>7.5549999999999997</c:v>
                </c:pt>
                <c:pt idx="6318">
                  <c:v>7.556</c:v>
                </c:pt>
                <c:pt idx="6319">
                  <c:v>7.5540000000000003</c:v>
                </c:pt>
                <c:pt idx="6320">
                  <c:v>7.5510000000000002</c:v>
                </c:pt>
                <c:pt idx="6321">
                  <c:v>7.5529999999999999</c:v>
                </c:pt>
                <c:pt idx="6322">
                  <c:v>7.5540000000000003</c:v>
                </c:pt>
                <c:pt idx="6323">
                  <c:v>7.5570000000000004</c:v>
                </c:pt>
                <c:pt idx="6324">
                  <c:v>7.5590000000000002</c:v>
                </c:pt>
                <c:pt idx="6325">
                  <c:v>7.5590000000000002</c:v>
                </c:pt>
                <c:pt idx="6326">
                  <c:v>7.5579999999999998</c:v>
                </c:pt>
                <c:pt idx="6327">
                  <c:v>7.5579999999999998</c:v>
                </c:pt>
                <c:pt idx="6328">
                  <c:v>7.5579999999999998</c:v>
                </c:pt>
                <c:pt idx="6329">
                  <c:v>7.5579999999999998</c:v>
                </c:pt>
                <c:pt idx="6330">
                  <c:v>7.5570000000000004</c:v>
                </c:pt>
                <c:pt idx="6331">
                  <c:v>7.56</c:v>
                </c:pt>
                <c:pt idx="6332">
                  <c:v>7.5590000000000002</c:v>
                </c:pt>
                <c:pt idx="6333">
                  <c:v>7.5590000000000002</c:v>
                </c:pt>
                <c:pt idx="6334">
                  <c:v>7.56</c:v>
                </c:pt>
                <c:pt idx="6335">
                  <c:v>7.5590000000000002</c:v>
                </c:pt>
                <c:pt idx="6336">
                  <c:v>7.5579999999999998</c:v>
                </c:pt>
                <c:pt idx="6337">
                  <c:v>7.5590000000000002</c:v>
                </c:pt>
                <c:pt idx="6338">
                  <c:v>7.5590000000000002</c:v>
                </c:pt>
                <c:pt idx="6339">
                  <c:v>7.5609999999999999</c:v>
                </c:pt>
                <c:pt idx="6340">
                  <c:v>7.5620000000000003</c:v>
                </c:pt>
                <c:pt idx="6341">
                  <c:v>7.5590000000000002</c:v>
                </c:pt>
                <c:pt idx="6342">
                  <c:v>7.5579999999999998</c:v>
                </c:pt>
                <c:pt idx="6343">
                  <c:v>7.5570000000000004</c:v>
                </c:pt>
                <c:pt idx="6344">
                  <c:v>7.5609999999999999</c:v>
                </c:pt>
                <c:pt idx="6345">
                  <c:v>7.5659999999999998</c:v>
                </c:pt>
                <c:pt idx="6346">
                  <c:v>7.5670000000000002</c:v>
                </c:pt>
                <c:pt idx="6347">
                  <c:v>7.5650000000000004</c:v>
                </c:pt>
                <c:pt idx="6348">
                  <c:v>7.5650000000000004</c:v>
                </c:pt>
                <c:pt idx="6349">
                  <c:v>7.5609999999999999</c:v>
                </c:pt>
                <c:pt idx="6350">
                  <c:v>7.5629999999999997</c:v>
                </c:pt>
                <c:pt idx="6351">
                  <c:v>7.5670000000000002</c:v>
                </c:pt>
                <c:pt idx="6352">
                  <c:v>7.5679999999999996</c:v>
                </c:pt>
                <c:pt idx="6353">
                  <c:v>7.5679999999999996</c:v>
                </c:pt>
                <c:pt idx="6354">
                  <c:v>7.57</c:v>
                </c:pt>
                <c:pt idx="6355">
                  <c:v>7.5709999999999997</c:v>
                </c:pt>
                <c:pt idx="6356">
                  <c:v>7.5670000000000002</c:v>
                </c:pt>
                <c:pt idx="6357">
                  <c:v>7.5679999999999996</c:v>
                </c:pt>
                <c:pt idx="6358">
                  <c:v>7.569</c:v>
                </c:pt>
                <c:pt idx="6359">
                  <c:v>7.5709999999999997</c:v>
                </c:pt>
                <c:pt idx="6360">
                  <c:v>7.5709999999999997</c:v>
                </c:pt>
                <c:pt idx="6361">
                  <c:v>7.569</c:v>
                </c:pt>
                <c:pt idx="6362">
                  <c:v>7.5640000000000001</c:v>
                </c:pt>
                <c:pt idx="6363">
                  <c:v>7.5679999999999996</c:v>
                </c:pt>
                <c:pt idx="6364">
                  <c:v>7.5720000000000001</c:v>
                </c:pt>
                <c:pt idx="6365">
                  <c:v>7.5730000000000004</c:v>
                </c:pt>
                <c:pt idx="6366">
                  <c:v>7.5709999999999997</c:v>
                </c:pt>
                <c:pt idx="6367">
                  <c:v>7.5650000000000004</c:v>
                </c:pt>
                <c:pt idx="6368">
                  <c:v>7.5659999999999998</c:v>
                </c:pt>
                <c:pt idx="6369">
                  <c:v>7.569</c:v>
                </c:pt>
                <c:pt idx="6370">
                  <c:v>7.5739999999999998</c:v>
                </c:pt>
                <c:pt idx="6371">
                  <c:v>7.5679999999999996</c:v>
                </c:pt>
                <c:pt idx="6372">
                  <c:v>7.5679999999999996</c:v>
                </c:pt>
                <c:pt idx="6373">
                  <c:v>7.5709999999999997</c:v>
                </c:pt>
                <c:pt idx="6374">
                  <c:v>7.5730000000000004</c:v>
                </c:pt>
                <c:pt idx="6375">
                  <c:v>7.5720000000000001</c:v>
                </c:pt>
                <c:pt idx="6376">
                  <c:v>7.5709999999999997</c:v>
                </c:pt>
                <c:pt idx="6377">
                  <c:v>7.57</c:v>
                </c:pt>
                <c:pt idx="6378">
                  <c:v>7.5759999999999996</c:v>
                </c:pt>
                <c:pt idx="6379">
                  <c:v>7.577</c:v>
                </c:pt>
                <c:pt idx="6380">
                  <c:v>7.5750000000000002</c:v>
                </c:pt>
                <c:pt idx="6381">
                  <c:v>7.5750000000000002</c:v>
                </c:pt>
                <c:pt idx="6382">
                  <c:v>7.5750000000000002</c:v>
                </c:pt>
                <c:pt idx="6383">
                  <c:v>7.5759999999999996</c:v>
                </c:pt>
                <c:pt idx="6384">
                  <c:v>7.5759999999999996</c:v>
                </c:pt>
                <c:pt idx="6385">
                  <c:v>7.5759999999999996</c:v>
                </c:pt>
                <c:pt idx="6386">
                  <c:v>7.5759999999999996</c:v>
                </c:pt>
                <c:pt idx="6387">
                  <c:v>7.577</c:v>
                </c:pt>
                <c:pt idx="6388">
                  <c:v>7.5780000000000003</c:v>
                </c:pt>
                <c:pt idx="6389">
                  <c:v>7.5780000000000003</c:v>
                </c:pt>
                <c:pt idx="6390">
                  <c:v>7.5780000000000003</c:v>
                </c:pt>
                <c:pt idx="6391">
                  <c:v>7.5780000000000003</c:v>
                </c:pt>
                <c:pt idx="6392">
                  <c:v>7.58</c:v>
                </c:pt>
                <c:pt idx="6393">
                  <c:v>7.5810000000000004</c:v>
                </c:pt>
                <c:pt idx="6394">
                  <c:v>7.5810000000000004</c:v>
                </c:pt>
                <c:pt idx="6395">
                  <c:v>7.577</c:v>
                </c:pt>
                <c:pt idx="6396">
                  <c:v>7.5750000000000002</c:v>
                </c:pt>
                <c:pt idx="6397">
                  <c:v>7.577</c:v>
                </c:pt>
                <c:pt idx="6398">
                  <c:v>7.58</c:v>
                </c:pt>
                <c:pt idx="6399">
                  <c:v>7.5819999999999999</c:v>
                </c:pt>
                <c:pt idx="6400">
                  <c:v>7.5830000000000002</c:v>
                </c:pt>
                <c:pt idx="6401">
                  <c:v>7.58</c:v>
                </c:pt>
                <c:pt idx="6402">
                  <c:v>7.577</c:v>
                </c:pt>
                <c:pt idx="6403">
                  <c:v>7.58</c:v>
                </c:pt>
                <c:pt idx="6404">
                  <c:v>7.5819999999999999</c:v>
                </c:pt>
                <c:pt idx="6405">
                  <c:v>7.585</c:v>
                </c:pt>
                <c:pt idx="6406">
                  <c:v>7.5880000000000001</c:v>
                </c:pt>
                <c:pt idx="6407">
                  <c:v>7.5860000000000003</c:v>
                </c:pt>
                <c:pt idx="6408">
                  <c:v>7.5839999999999996</c:v>
                </c:pt>
                <c:pt idx="6409">
                  <c:v>7.58</c:v>
                </c:pt>
                <c:pt idx="6410">
                  <c:v>7.5819999999999999</c:v>
                </c:pt>
                <c:pt idx="6411">
                  <c:v>7.5880000000000001</c:v>
                </c:pt>
                <c:pt idx="6412">
                  <c:v>7.5869999999999997</c:v>
                </c:pt>
                <c:pt idx="6413">
                  <c:v>7.5839999999999996</c:v>
                </c:pt>
                <c:pt idx="6414">
                  <c:v>7.5819999999999999</c:v>
                </c:pt>
                <c:pt idx="6415">
                  <c:v>7.5839999999999996</c:v>
                </c:pt>
                <c:pt idx="6416">
                  <c:v>7.585</c:v>
                </c:pt>
                <c:pt idx="6417">
                  <c:v>7.585</c:v>
                </c:pt>
                <c:pt idx="6418">
                  <c:v>7.585</c:v>
                </c:pt>
                <c:pt idx="6419">
                  <c:v>7.5860000000000003</c:v>
                </c:pt>
                <c:pt idx="6420">
                  <c:v>7.5860000000000003</c:v>
                </c:pt>
                <c:pt idx="6421">
                  <c:v>7.585</c:v>
                </c:pt>
                <c:pt idx="6422">
                  <c:v>7.585</c:v>
                </c:pt>
                <c:pt idx="6423">
                  <c:v>7.585</c:v>
                </c:pt>
                <c:pt idx="6424">
                  <c:v>7.5860000000000003</c:v>
                </c:pt>
                <c:pt idx="6425">
                  <c:v>7.5880000000000001</c:v>
                </c:pt>
                <c:pt idx="6426">
                  <c:v>7.5880000000000001</c:v>
                </c:pt>
                <c:pt idx="6427">
                  <c:v>7.5890000000000004</c:v>
                </c:pt>
                <c:pt idx="6428">
                  <c:v>7.59</c:v>
                </c:pt>
                <c:pt idx="6429">
                  <c:v>7.5890000000000004</c:v>
                </c:pt>
                <c:pt idx="6430">
                  <c:v>7.59</c:v>
                </c:pt>
                <c:pt idx="6431">
                  <c:v>7.5919999999999996</c:v>
                </c:pt>
                <c:pt idx="6432">
                  <c:v>7.593</c:v>
                </c:pt>
                <c:pt idx="6433">
                  <c:v>7.5910000000000002</c:v>
                </c:pt>
                <c:pt idx="6434">
                  <c:v>7.5890000000000004</c:v>
                </c:pt>
                <c:pt idx="6435">
                  <c:v>7.59</c:v>
                </c:pt>
                <c:pt idx="6436">
                  <c:v>7.5910000000000002</c:v>
                </c:pt>
                <c:pt idx="6437">
                  <c:v>7.593</c:v>
                </c:pt>
                <c:pt idx="6438">
                  <c:v>7.5949999999999998</c:v>
                </c:pt>
                <c:pt idx="6439">
                  <c:v>7.5949999999999998</c:v>
                </c:pt>
                <c:pt idx="6440">
                  <c:v>7.5940000000000003</c:v>
                </c:pt>
                <c:pt idx="6441">
                  <c:v>7.593</c:v>
                </c:pt>
                <c:pt idx="6442">
                  <c:v>7.5919999999999996</c:v>
                </c:pt>
                <c:pt idx="6443">
                  <c:v>7.5919999999999996</c:v>
                </c:pt>
                <c:pt idx="6444">
                  <c:v>7.5940000000000003</c:v>
                </c:pt>
                <c:pt idx="6445">
                  <c:v>7.5960000000000001</c:v>
                </c:pt>
                <c:pt idx="6446">
                  <c:v>7.5949999999999998</c:v>
                </c:pt>
                <c:pt idx="6447">
                  <c:v>7.5940000000000003</c:v>
                </c:pt>
                <c:pt idx="6448">
                  <c:v>7.5940000000000003</c:v>
                </c:pt>
                <c:pt idx="6449">
                  <c:v>7.5949999999999998</c:v>
                </c:pt>
                <c:pt idx="6450">
                  <c:v>7.5970000000000004</c:v>
                </c:pt>
                <c:pt idx="6451">
                  <c:v>7.5979999999999999</c:v>
                </c:pt>
                <c:pt idx="6452">
                  <c:v>7.5990000000000002</c:v>
                </c:pt>
                <c:pt idx="6453">
                  <c:v>7.5970000000000004</c:v>
                </c:pt>
                <c:pt idx="6454">
                  <c:v>7.5960000000000001</c:v>
                </c:pt>
                <c:pt idx="6455">
                  <c:v>7.5960000000000001</c:v>
                </c:pt>
                <c:pt idx="6456">
                  <c:v>7.5960000000000001</c:v>
                </c:pt>
                <c:pt idx="6457">
                  <c:v>7.5979999999999999</c:v>
                </c:pt>
                <c:pt idx="6458">
                  <c:v>7.5990000000000002</c:v>
                </c:pt>
                <c:pt idx="6459">
                  <c:v>7.5990000000000002</c:v>
                </c:pt>
                <c:pt idx="6460">
                  <c:v>7.5979999999999999</c:v>
                </c:pt>
                <c:pt idx="6461">
                  <c:v>7.5970000000000004</c:v>
                </c:pt>
                <c:pt idx="6462">
                  <c:v>7.5960000000000001</c:v>
                </c:pt>
                <c:pt idx="6463">
                  <c:v>7.5960000000000001</c:v>
                </c:pt>
                <c:pt idx="6464">
                  <c:v>7.5979999999999999</c:v>
                </c:pt>
                <c:pt idx="6465">
                  <c:v>7.6020000000000003</c:v>
                </c:pt>
                <c:pt idx="6466">
                  <c:v>7.6</c:v>
                </c:pt>
                <c:pt idx="6467">
                  <c:v>7.5990000000000002</c:v>
                </c:pt>
                <c:pt idx="6468">
                  <c:v>7.5990000000000002</c:v>
                </c:pt>
                <c:pt idx="6469">
                  <c:v>7.6</c:v>
                </c:pt>
                <c:pt idx="6470">
                  <c:v>7.6</c:v>
                </c:pt>
                <c:pt idx="6471">
                  <c:v>7.5990000000000002</c:v>
                </c:pt>
                <c:pt idx="6472">
                  <c:v>7.6</c:v>
                </c:pt>
                <c:pt idx="6473">
                  <c:v>7.6</c:v>
                </c:pt>
                <c:pt idx="6474">
                  <c:v>7.6</c:v>
                </c:pt>
                <c:pt idx="6475">
                  <c:v>7.6</c:v>
                </c:pt>
                <c:pt idx="6476">
                  <c:v>7.6</c:v>
                </c:pt>
                <c:pt idx="6477">
                  <c:v>7.5990000000000002</c:v>
                </c:pt>
                <c:pt idx="6478">
                  <c:v>7.5970000000000004</c:v>
                </c:pt>
                <c:pt idx="6479">
                  <c:v>7.5970000000000004</c:v>
                </c:pt>
                <c:pt idx="6480">
                  <c:v>7.601</c:v>
                </c:pt>
                <c:pt idx="6481">
                  <c:v>7.6020000000000003</c:v>
                </c:pt>
                <c:pt idx="6482">
                  <c:v>7.5979999999999999</c:v>
                </c:pt>
                <c:pt idx="6483">
                  <c:v>7.6</c:v>
                </c:pt>
                <c:pt idx="6484">
                  <c:v>7.6040000000000001</c:v>
                </c:pt>
                <c:pt idx="6485">
                  <c:v>7.6059999999999999</c:v>
                </c:pt>
                <c:pt idx="6486">
                  <c:v>7.6050000000000004</c:v>
                </c:pt>
                <c:pt idx="6487">
                  <c:v>7.6040000000000001</c:v>
                </c:pt>
                <c:pt idx="6488">
                  <c:v>7.6050000000000004</c:v>
                </c:pt>
                <c:pt idx="6489">
                  <c:v>7.601</c:v>
                </c:pt>
                <c:pt idx="6490">
                  <c:v>7.6020000000000003</c:v>
                </c:pt>
                <c:pt idx="6491">
                  <c:v>7.6059999999999999</c:v>
                </c:pt>
                <c:pt idx="6492">
                  <c:v>7.6079999999999997</c:v>
                </c:pt>
                <c:pt idx="6493">
                  <c:v>7.6059999999999999</c:v>
                </c:pt>
                <c:pt idx="6494">
                  <c:v>7.6040000000000001</c:v>
                </c:pt>
                <c:pt idx="6495">
                  <c:v>7.6020000000000003</c:v>
                </c:pt>
                <c:pt idx="6496">
                  <c:v>7.6040000000000001</c:v>
                </c:pt>
                <c:pt idx="6497">
                  <c:v>7.6079999999999997</c:v>
                </c:pt>
                <c:pt idx="6498">
                  <c:v>7.609</c:v>
                </c:pt>
                <c:pt idx="6499">
                  <c:v>7.609</c:v>
                </c:pt>
                <c:pt idx="6500">
                  <c:v>7.6079999999999997</c:v>
                </c:pt>
                <c:pt idx="6501">
                  <c:v>7.6079999999999997</c:v>
                </c:pt>
                <c:pt idx="6502">
                  <c:v>7.609</c:v>
                </c:pt>
                <c:pt idx="6503">
                  <c:v>7.6120000000000001</c:v>
                </c:pt>
                <c:pt idx="6504">
                  <c:v>7.61</c:v>
                </c:pt>
                <c:pt idx="6505">
                  <c:v>7.6079999999999997</c:v>
                </c:pt>
                <c:pt idx="6506">
                  <c:v>7.609</c:v>
                </c:pt>
                <c:pt idx="6507">
                  <c:v>7.6079999999999997</c:v>
                </c:pt>
                <c:pt idx="6508">
                  <c:v>7.6050000000000004</c:v>
                </c:pt>
                <c:pt idx="6509">
                  <c:v>7.6059999999999999</c:v>
                </c:pt>
                <c:pt idx="6510">
                  <c:v>7.6070000000000002</c:v>
                </c:pt>
                <c:pt idx="6511">
                  <c:v>7.6109999999999998</c:v>
                </c:pt>
                <c:pt idx="6512">
                  <c:v>7.61</c:v>
                </c:pt>
                <c:pt idx="6513">
                  <c:v>7.609</c:v>
                </c:pt>
                <c:pt idx="6514">
                  <c:v>7.609</c:v>
                </c:pt>
                <c:pt idx="6515">
                  <c:v>7.61</c:v>
                </c:pt>
                <c:pt idx="6516">
                  <c:v>7.6109999999999998</c:v>
                </c:pt>
                <c:pt idx="6517">
                  <c:v>7.61</c:v>
                </c:pt>
                <c:pt idx="6518">
                  <c:v>7.609</c:v>
                </c:pt>
                <c:pt idx="6519">
                  <c:v>7.6120000000000001</c:v>
                </c:pt>
                <c:pt idx="6520">
                  <c:v>7.601</c:v>
                </c:pt>
                <c:pt idx="6521">
                  <c:v>7.5910000000000002</c:v>
                </c:pt>
                <c:pt idx="6522">
                  <c:v>7.5869999999999997</c:v>
                </c:pt>
                <c:pt idx="6523">
                  <c:v>7.58</c:v>
                </c:pt>
                <c:pt idx="6524">
                  <c:v>7.5819999999999999</c:v>
                </c:pt>
                <c:pt idx="6525">
                  <c:v>7.5860000000000003</c:v>
                </c:pt>
                <c:pt idx="6526">
                  <c:v>7.5860000000000003</c:v>
                </c:pt>
                <c:pt idx="6527">
                  <c:v>7.585</c:v>
                </c:pt>
                <c:pt idx="6528">
                  <c:v>7.5789999999999997</c:v>
                </c:pt>
                <c:pt idx="6529">
                  <c:v>7.5810000000000004</c:v>
                </c:pt>
                <c:pt idx="6530">
                  <c:v>7.585</c:v>
                </c:pt>
                <c:pt idx="6531">
                  <c:v>7.5919999999999996</c:v>
                </c:pt>
                <c:pt idx="6532">
                  <c:v>7.5990000000000002</c:v>
                </c:pt>
                <c:pt idx="6533">
                  <c:v>7.601</c:v>
                </c:pt>
                <c:pt idx="6534">
                  <c:v>7.5979999999999999</c:v>
                </c:pt>
                <c:pt idx="6535">
                  <c:v>7.5970000000000004</c:v>
                </c:pt>
                <c:pt idx="6536">
                  <c:v>7.5960000000000001</c:v>
                </c:pt>
                <c:pt idx="6537">
                  <c:v>7.5979999999999999</c:v>
                </c:pt>
                <c:pt idx="6538">
                  <c:v>7.6029999999999998</c:v>
                </c:pt>
                <c:pt idx="6539">
                  <c:v>7.6040000000000001</c:v>
                </c:pt>
                <c:pt idx="6540">
                  <c:v>7.6040000000000001</c:v>
                </c:pt>
                <c:pt idx="6541">
                  <c:v>7.6040000000000001</c:v>
                </c:pt>
                <c:pt idx="6542">
                  <c:v>7.6029999999999998</c:v>
                </c:pt>
                <c:pt idx="6543">
                  <c:v>7.6020000000000003</c:v>
                </c:pt>
                <c:pt idx="6544">
                  <c:v>7.6070000000000002</c:v>
                </c:pt>
                <c:pt idx="6545">
                  <c:v>7.61</c:v>
                </c:pt>
                <c:pt idx="6546">
                  <c:v>7.6120000000000001</c:v>
                </c:pt>
                <c:pt idx="6547">
                  <c:v>7.61</c:v>
                </c:pt>
                <c:pt idx="6548">
                  <c:v>7.609</c:v>
                </c:pt>
                <c:pt idx="6549">
                  <c:v>7.609</c:v>
                </c:pt>
                <c:pt idx="6550">
                  <c:v>7.61</c:v>
                </c:pt>
                <c:pt idx="6551">
                  <c:v>7.6109999999999998</c:v>
                </c:pt>
                <c:pt idx="6552">
                  <c:v>7.6130000000000004</c:v>
                </c:pt>
                <c:pt idx="6553">
                  <c:v>7.6139999999999999</c:v>
                </c:pt>
                <c:pt idx="6554">
                  <c:v>7.6120000000000001</c:v>
                </c:pt>
                <c:pt idx="6555">
                  <c:v>7.61</c:v>
                </c:pt>
                <c:pt idx="6556">
                  <c:v>7.6109999999999998</c:v>
                </c:pt>
                <c:pt idx="6557">
                  <c:v>7.6130000000000004</c:v>
                </c:pt>
                <c:pt idx="6558">
                  <c:v>7.6150000000000002</c:v>
                </c:pt>
                <c:pt idx="6559">
                  <c:v>7.6130000000000004</c:v>
                </c:pt>
                <c:pt idx="6560">
                  <c:v>7.6120000000000001</c:v>
                </c:pt>
                <c:pt idx="6561">
                  <c:v>7.6130000000000004</c:v>
                </c:pt>
                <c:pt idx="6562">
                  <c:v>7.6130000000000004</c:v>
                </c:pt>
                <c:pt idx="6563">
                  <c:v>7.6139999999999999</c:v>
                </c:pt>
                <c:pt idx="6564">
                  <c:v>7.6159999999999997</c:v>
                </c:pt>
                <c:pt idx="6565">
                  <c:v>7.617</c:v>
                </c:pt>
                <c:pt idx="6566">
                  <c:v>7.6189999999999998</c:v>
                </c:pt>
                <c:pt idx="6567">
                  <c:v>7.6210000000000004</c:v>
                </c:pt>
                <c:pt idx="6568">
                  <c:v>7.6189999999999998</c:v>
                </c:pt>
                <c:pt idx="6569">
                  <c:v>7.6189999999999998</c:v>
                </c:pt>
                <c:pt idx="6570">
                  <c:v>7.6189999999999998</c:v>
                </c:pt>
                <c:pt idx="6571">
                  <c:v>7.6210000000000004</c:v>
                </c:pt>
                <c:pt idx="6572">
                  <c:v>7.6230000000000002</c:v>
                </c:pt>
                <c:pt idx="6573">
                  <c:v>7.625</c:v>
                </c:pt>
                <c:pt idx="6574">
                  <c:v>7.6219999999999999</c:v>
                </c:pt>
                <c:pt idx="6575">
                  <c:v>7.62</c:v>
                </c:pt>
                <c:pt idx="6576">
                  <c:v>7.6189999999999998</c:v>
                </c:pt>
                <c:pt idx="6577">
                  <c:v>7.6189999999999998</c:v>
                </c:pt>
                <c:pt idx="6578">
                  <c:v>7.6230000000000002</c:v>
                </c:pt>
                <c:pt idx="6579">
                  <c:v>7.6260000000000003</c:v>
                </c:pt>
                <c:pt idx="6580">
                  <c:v>7.6269999999999998</c:v>
                </c:pt>
                <c:pt idx="6581">
                  <c:v>7.6230000000000002</c:v>
                </c:pt>
                <c:pt idx="6582">
                  <c:v>7.6210000000000004</c:v>
                </c:pt>
                <c:pt idx="6583">
                  <c:v>7.6239999999999997</c:v>
                </c:pt>
                <c:pt idx="6584">
                  <c:v>7.625</c:v>
                </c:pt>
                <c:pt idx="6585">
                  <c:v>7.6260000000000003</c:v>
                </c:pt>
                <c:pt idx="6586">
                  <c:v>7.6260000000000003</c:v>
                </c:pt>
                <c:pt idx="6587">
                  <c:v>7.6260000000000003</c:v>
                </c:pt>
                <c:pt idx="6588">
                  <c:v>7.6260000000000003</c:v>
                </c:pt>
                <c:pt idx="6589">
                  <c:v>7.6219999999999999</c:v>
                </c:pt>
                <c:pt idx="6590">
                  <c:v>7.6230000000000002</c:v>
                </c:pt>
                <c:pt idx="6591">
                  <c:v>7.6260000000000003</c:v>
                </c:pt>
                <c:pt idx="6592">
                  <c:v>7.6260000000000003</c:v>
                </c:pt>
                <c:pt idx="6593">
                  <c:v>7.6239999999999997</c:v>
                </c:pt>
                <c:pt idx="6594">
                  <c:v>7.6219999999999999</c:v>
                </c:pt>
                <c:pt idx="6595">
                  <c:v>7.6219999999999999</c:v>
                </c:pt>
                <c:pt idx="6596">
                  <c:v>7.6230000000000002</c:v>
                </c:pt>
                <c:pt idx="6597">
                  <c:v>7.6219999999999999</c:v>
                </c:pt>
                <c:pt idx="6598">
                  <c:v>7.6219999999999999</c:v>
                </c:pt>
                <c:pt idx="6599">
                  <c:v>7.6210000000000004</c:v>
                </c:pt>
                <c:pt idx="6600">
                  <c:v>7.6210000000000004</c:v>
                </c:pt>
                <c:pt idx="6601">
                  <c:v>7.6210000000000004</c:v>
                </c:pt>
                <c:pt idx="6602">
                  <c:v>7.6210000000000004</c:v>
                </c:pt>
                <c:pt idx="6603">
                  <c:v>7.6189999999999998</c:v>
                </c:pt>
                <c:pt idx="6604">
                  <c:v>7.6189999999999998</c:v>
                </c:pt>
                <c:pt idx="6605">
                  <c:v>7.6189999999999998</c:v>
                </c:pt>
                <c:pt idx="6606">
                  <c:v>7.6180000000000003</c:v>
                </c:pt>
                <c:pt idx="6607">
                  <c:v>7.62</c:v>
                </c:pt>
                <c:pt idx="6608">
                  <c:v>7.62</c:v>
                </c:pt>
                <c:pt idx="6609">
                  <c:v>7.6189999999999998</c:v>
                </c:pt>
                <c:pt idx="6610">
                  <c:v>7.6150000000000002</c:v>
                </c:pt>
                <c:pt idx="6611">
                  <c:v>7.6139999999999999</c:v>
                </c:pt>
                <c:pt idx="6612">
                  <c:v>7.6159999999999997</c:v>
                </c:pt>
                <c:pt idx="6613">
                  <c:v>7.6159999999999997</c:v>
                </c:pt>
                <c:pt idx="6614">
                  <c:v>7.6139999999999999</c:v>
                </c:pt>
                <c:pt idx="6615">
                  <c:v>7.6139999999999999</c:v>
                </c:pt>
                <c:pt idx="6616">
                  <c:v>7.6109999999999998</c:v>
                </c:pt>
                <c:pt idx="6617">
                  <c:v>7.6109999999999998</c:v>
                </c:pt>
                <c:pt idx="6618">
                  <c:v>7.6130000000000004</c:v>
                </c:pt>
                <c:pt idx="6619">
                  <c:v>7.6150000000000002</c:v>
                </c:pt>
                <c:pt idx="6620">
                  <c:v>7.6130000000000004</c:v>
                </c:pt>
                <c:pt idx="6621">
                  <c:v>7.6109999999999998</c:v>
                </c:pt>
                <c:pt idx="6622">
                  <c:v>7.61</c:v>
                </c:pt>
                <c:pt idx="6623">
                  <c:v>7.609</c:v>
                </c:pt>
                <c:pt idx="6624">
                  <c:v>7.609</c:v>
                </c:pt>
                <c:pt idx="6625">
                  <c:v>7.6109999999999998</c:v>
                </c:pt>
                <c:pt idx="6626">
                  <c:v>7.6139999999999999</c:v>
                </c:pt>
                <c:pt idx="6627">
                  <c:v>7.6130000000000004</c:v>
                </c:pt>
                <c:pt idx="6628">
                  <c:v>7.609</c:v>
                </c:pt>
                <c:pt idx="6629">
                  <c:v>7.6050000000000004</c:v>
                </c:pt>
                <c:pt idx="6630">
                  <c:v>7.6059999999999999</c:v>
                </c:pt>
                <c:pt idx="6631">
                  <c:v>7.6050000000000004</c:v>
                </c:pt>
                <c:pt idx="6632">
                  <c:v>7.6040000000000001</c:v>
                </c:pt>
                <c:pt idx="6633">
                  <c:v>7.6040000000000001</c:v>
                </c:pt>
                <c:pt idx="6634">
                  <c:v>7.6029999999999998</c:v>
                </c:pt>
                <c:pt idx="6635">
                  <c:v>7.6020000000000003</c:v>
                </c:pt>
                <c:pt idx="6636">
                  <c:v>7.6</c:v>
                </c:pt>
                <c:pt idx="6637">
                  <c:v>7.6040000000000001</c:v>
                </c:pt>
                <c:pt idx="6638">
                  <c:v>7.6059999999999999</c:v>
                </c:pt>
                <c:pt idx="6639">
                  <c:v>7.6050000000000004</c:v>
                </c:pt>
                <c:pt idx="6640">
                  <c:v>7.6029999999999998</c:v>
                </c:pt>
                <c:pt idx="6641">
                  <c:v>7.6020000000000003</c:v>
                </c:pt>
                <c:pt idx="6642">
                  <c:v>7.6029999999999998</c:v>
                </c:pt>
                <c:pt idx="6643">
                  <c:v>7.6029999999999998</c:v>
                </c:pt>
                <c:pt idx="6644">
                  <c:v>7.6</c:v>
                </c:pt>
                <c:pt idx="6645">
                  <c:v>7.601</c:v>
                </c:pt>
                <c:pt idx="6646">
                  <c:v>7.6029999999999998</c:v>
                </c:pt>
                <c:pt idx="6647">
                  <c:v>7.6020000000000003</c:v>
                </c:pt>
                <c:pt idx="6648">
                  <c:v>7.6</c:v>
                </c:pt>
                <c:pt idx="6649">
                  <c:v>7.5979999999999999</c:v>
                </c:pt>
                <c:pt idx="6650">
                  <c:v>7.5970000000000004</c:v>
                </c:pt>
                <c:pt idx="6651">
                  <c:v>7.5979999999999999</c:v>
                </c:pt>
                <c:pt idx="6652">
                  <c:v>7.5990000000000002</c:v>
                </c:pt>
                <c:pt idx="6653">
                  <c:v>7.5960000000000001</c:v>
                </c:pt>
                <c:pt idx="6654">
                  <c:v>7.5960000000000001</c:v>
                </c:pt>
                <c:pt idx="6655">
                  <c:v>7.5970000000000004</c:v>
                </c:pt>
                <c:pt idx="6656">
                  <c:v>7.5970000000000004</c:v>
                </c:pt>
                <c:pt idx="6657">
                  <c:v>7.593</c:v>
                </c:pt>
                <c:pt idx="6658">
                  <c:v>7.5919999999999996</c:v>
                </c:pt>
                <c:pt idx="6659">
                  <c:v>7.5949999999999998</c:v>
                </c:pt>
                <c:pt idx="6660">
                  <c:v>7.5960000000000001</c:v>
                </c:pt>
                <c:pt idx="6661">
                  <c:v>7.6</c:v>
                </c:pt>
                <c:pt idx="6662">
                  <c:v>7.5979999999999999</c:v>
                </c:pt>
                <c:pt idx="6663">
                  <c:v>7.593</c:v>
                </c:pt>
                <c:pt idx="6664">
                  <c:v>7.59</c:v>
                </c:pt>
                <c:pt idx="6665">
                  <c:v>7.5919999999999996</c:v>
                </c:pt>
                <c:pt idx="6666">
                  <c:v>7.5940000000000003</c:v>
                </c:pt>
                <c:pt idx="6667">
                  <c:v>7.593</c:v>
                </c:pt>
                <c:pt idx="6668">
                  <c:v>7.5890000000000004</c:v>
                </c:pt>
                <c:pt idx="6669">
                  <c:v>7.5869999999999997</c:v>
                </c:pt>
                <c:pt idx="6670">
                  <c:v>7.5869999999999997</c:v>
                </c:pt>
                <c:pt idx="6671">
                  <c:v>7.5880000000000001</c:v>
                </c:pt>
                <c:pt idx="6672">
                  <c:v>7.5890000000000004</c:v>
                </c:pt>
                <c:pt idx="6673">
                  <c:v>7.5880000000000001</c:v>
                </c:pt>
                <c:pt idx="6674">
                  <c:v>7.5860000000000003</c:v>
                </c:pt>
                <c:pt idx="6675">
                  <c:v>7.5839999999999996</c:v>
                </c:pt>
                <c:pt idx="6676">
                  <c:v>7.5839999999999996</c:v>
                </c:pt>
                <c:pt idx="6677">
                  <c:v>7.5860000000000003</c:v>
                </c:pt>
                <c:pt idx="6678">
                  <c:v>7.5869999999999997</c:v>
                </c:pt>
                <c:pt idx="6679">
                  <c:v>7.5890000000000004</c:v>
                </c:pt>
                <c:pt idx="6680">
                  <c:v>7.5869999999999997</c:v>
                </c:pt>
                <c:pt idx="6681">
                  <c:v>7.585</c:v>
                </c:pt>
                <c:pt idx="6682">
                  <c:v>7.585</c:v>
                </c:pt>
                <c:pt idx="6683">
                  <c:v>7.5880000000000001</c:v>
                </c:pt>
                <c:pt idx="6684">
                  <c:v>7.5839999999999996</c:v>
                </c:pt>
                <c:pt idx="6685">
                  <c:v>7.5860000000000003</c:v>
                </c:pt>
                <c:pt idx="6686">
                  <c:v>7.5869999999999997</c:v>
                </c:pt>
                <c:pt idx="6687">
                  <c:v>7.5839999999999996</c:v>
                </c:pt>
                <c:pt idx="6688">
                  <c:v>7.5780000000000003</c:v>
                </c:pt>
                <c:pt idx="6689">
                  <c:v>7.577</c:v>
                </c:pt>
                <c:pt idx="6690">
                  <c:v>7.5780000000000003</c:v>
                </c:pt>
                <c:pt idx="6691">
                  <c:v>7.58</c:v>
                </c:pt>
                <c:pt idx="6692">
                  <c:v>7.5780000000000003</c:v>
                </c:pt>
                <c:pt idx="6693">
                  <c:v>7.577</c:v>
                </c:pt>
                <c:pt idx="6694">
                  <c:v>7.577</c:v>
                </c:pt>
                <c:pt idx="6695">
                  <c:v>7.577</c:v>
                </c:pt>
                <c:pt idx="6696">
                  <c:v>7.5750000000000002</c:v>
                </c:pt>
                <c:pt idx="6697">
                  <c:v>7.5759999999999996</c:v>
                </c:pt>
                <c:pt idx="6698">
                  <c:v>7.577</c:v>
                </c:pt>
                <c:pt idx="6699">
                  <c:v>7.5780000000000003</c:v>
                </c:pt>
                <c:pt idx="6700">
                  <c:v>7.5759999999999996</c:v>
                </c:pt>
                <c:pt idx="6701">
                  <c:v>7.5759999999999996</c:v>
                </c:pt>
                <c:pt idx="6702">
                  <c:v>7.5739999999999998</c:v>
                </c:pt>
                <c:pt idx="6703">
                  <c:v>7.5730000000000004</c:v>
                </c:pt>
                <c:pt idx="6704">
                  <c:v>7.5720000000000001</c:v>
                </c:pt>
                <c:pt idx="6705">
                  <c:v>7.5730000000000004</c:v>
                </c:pt>
                <c:pt idx="6706">
                  <c:v>7.5730000000000004</c:v>
                </c:pt>
                <c:pt idx="6707">
                  <c:v>7.5720000000000001</c:v>
                </c:pt>
                <c:pt idx="6708">
                  <c:v>7.5709999999999997</c:v>
                </c:pt>
                <c:pt idx="6709">
                  <c:v>7.569</c:v>
                </c:pt>
                <c:pt idx="6710">
                  <c:v>7.5670000000000002</c:v>
                </c:pt>
                <c:pt idx="6711">
                  <c:v>7.5679999999999996</c:v>
                </c:pt>
                <c:pt idx="6712">
                  <c:v>7.5709999999999997</c:v>
                </c:pt>
                <c:pt idx="6713">
                  <c:v>7.5720000000000001</c:v>
                </c:pt>
                <c:pt idx="6714">
                  <c:v>7.5709999999999997</c:v>
                </c:pt>
                <c:pt idx="6715">
                  <c:v>7.5659999999999998</c:v>
                </c:pt>
                <c:pt idx="6716">
                  <c:v>7.5620000000000003</c:v>
                </c:pt>
                <c:pt idx="6717">
                  <c:v>7.5629999999999997</c:v>
                </c:pt>
                <c:pt idx="6718">
                  <c:v>7.5670000000000002</c:v>
                </c:pt>
                <c:pt idx="6719">
                  <c:v>7.5679999999999996</c:v>
                </c:pt>
                <c:pt idx="6720">
                  <c:v>7.5659999999999998</c:v>
                </c:pt>
                <c:pt idx="6721">
                  <c:v>7.5640000000000001</c:v>
                </c:pt>
                <c:pt idx="6722">
                  <c:v>7.5609999999999999</c:v>
                </c:pt>
                <c:pt idx="6723">
                  <c:v>7.5629999999999997</c:v>
                </c:pt>
                <c:pt idx="6724">
                  <c:v>7.5650000000000004</c:v>
                </c:pt>
                <c:pt idx="6725">
                  <c:v>7.5640000000000001</c:v>
                </c:pt>
                <c:pt idx="6726">
                  <c:v>7.5629999999999997</c:v>
                </c:pt>
                <c:pt idx="6727">
                  <c:v>7.5609999999999999</c:v>
                </c:pt>
                <c:pt idx="6728">
                  <c:v>7.5590000000000002</c:v>
                </c:pt>
                <c:pt idx="6729">
                  <c:v>7.5579999999999998</c:v>
                </c:pt>
                <c:pt idx="6730">
                  <c:v>7.5579999999999998</c:v>
                </c:pt>
                <c:pt idx="6731">
                  <c:v>7.5590000000000002</c:v>
                </c:pt>
                <c:pt idx="6732">
                  <c:v>7.5629999999999997</c:v>
                </c:pt>
                <c:pt idx="6733">
                  <c:v>7.5629999999999997</c:v>
                </c:pt>
                <c:pt idx="6734">
                  <c:v>7.5609999999999999</c:v>
                </c:pt>
                <c:pt idx="6735">
                  <c:v>7.5590000000000002</c:v>
                </c:pt>
                <c:pt idx="6736">
                  <c:v>7.5590000000000002</c:v>
                </c:pt>
                <c:pt idx="6737">
                  <c:v>7.5590000000000002</c:v>
                </c:pt>
                <c:pt idx="6738">
                  <c:v>7.5579999999999998</c:v>
                </c:pt>
                <c:pt idx="6739">
                  <c:v>7.556</c:v>
                </c:pt>
                <c:pt idx="6740">
                  <c:v>7.556</c:v>
                </c:pt>
                <c:pt idx="6741">
                  <c:v>7.5570000000000004</c:v>
                </c:pt>
                <c:pt idx="6742">
                  <c:v>7.556</c:v>
                </c:pt>
                <c:pt idx="6743">
                  <c:v>7.5540000000000003</c:v>
                </c:pt>
                <c:pt idx="6744">
                  <c:v>7.5519999999999996</c:v>
                </c:pt>
                <c:pt idx="6745">
                  <c:v>7.5519999999999996</c:v>
                </c:pt>
                <c:pt idx="6746">
                  <c:v>7.5540000000000003</c:v>
                </c:pt>
                <c:pt idx="6747">
                  <c:v>7.5519999999999996</c:v>
                </c:pt>
                <c:pt idx="6748">
                  <c:v>7.5519999999999996</c:v>
                </c:pt>
                <c:pt idx="6749">
                  <c:v>7.5519999999999996</c:v>
                </c:pt>
                <c:pt idx="6750">
                  <c:v>7.5510000000000002</c:v>
                </c:pt>
                <c:pt idx="6751">
                  <c:v>7.5510000000000002</c:v>
                </c:pt>
                <c:pt idx="6752">
                  <c:v>7.5529999999999999</c:v>
                </c:pt>
                <c:pt idx="6753">
                  <c:v>7.556</c:v>
                </c:pt>
                <c:pt idx="6754">
                  <c:v>7.5519999999999996</c:v>
                </c:pt>
                <c:pt idx="6755">
                  <c:v>7.55</c:v>
                </c:pt>
                <c:pt idx="6756">
                  <c:v>7.5490000000000004</c:v>
                </c:pt>
                <c:pt idx="6757">
                  <c:v>7.548</c:v>
                </c:pt>
                <c:pt idx="6758">
                  <c:v>7.548</c:v>
                </c:pt>
                <c:pt idx="6759">
                  <c:v>7.5510000000000002</c:v>
                </c:pt>
                <c:pt idx="6760">
                  <c:v>7.5510000000000002</c:v>
                </c:pt>
                <c:pt idx="6761">
                  <c:v>7.5469999999999997</c:v>
                </c:pt>
                <c:pt idx="6762">
                  <c:v>7.5460000000000003</c:v>
                </c:pt>
                <c:pt idx="6763">
                  <c:v>7.5460000000000003</c:v>
                </c:pt>
                <c:pt idx="6764">
                  <c:v>7.5460000000000003</c:v>
                </c:pt>
                <c:pt idx="6765">
                  <c:v>7.5469999999999997</c:v>
                </c:pt>
                <c:pt idx="6766">
                  <c:v>7.5469999999999997</c:v>
                </c:pt>
                <c:pt idx="6767">
                  <c:v>7.5439999999999996</c:v>
                </c:pt>
                <c:pt idx="6768">
                  <c:v>7.5410000000000004</c:v>
                </c:pt>
                <c:pt idx="6769">
                  <c:v>7.5410000000000004</c:v>
                </c:pt>
                <c:pt idx="6770">
                  <c:v>7.5410000000000004</c:v>
                </c:pt>
                <c:pt idx="6771">
                  <c:v>7.5449999999999999</c:v>
                </c:pt>
                <c:pt idx="6772">
                  <c:v>7.5460000000000003</c:v>
                </c:pt>
                <c:pt idx="6773">
                  <c:v>7.5449999999999999</c:v>
                </c:pt>
                <c:pt idx="6774">
                  <c:v>7.5430000000000001</c:v>
                </c:pt>
                <c:pt idx="6775">
                  <c:v>7.5410000000000004</c:v>
                </c:pt>
                <c:pt idx="6776">
                  <c:v>7.5410000000000004</c:v>
                </c:pt>
                <c:pt idx="6777">
                  <c:v>7.54</c:v>
                </c:pt>
                <c:pt idx="6778">
                  <c:v>7.5389999999999997</c:v>
                </c:pt>
                <c:pt idx="6779">
                  <c:v>7.5369999999999999</c:v>
                </c:pt>
                <c:pt idx="6780">
                  <c:v>7.5369999999999999</c:v>
                </c:pt>
                <c:pt idx="6781">
                  <c:v>7.5369999999999999</c:v>
                </c:pt>
                <c:pt idx="6782">
                  <c:v>7.5369999999999999</c:v>
                </c:pt>
                <c:pt idx="6783">
                  <c:v>7.5369999999999999</c:v>
                </c:pt>
                <c:pt idx="6784">
                  <c:v>7.5380000000000003</c:v>
                </c:pt>
                <c:pt idx="6785">
                  <c:v>7.5430000000000001</c:v>
                </c:pt>
                <c:pt idx="6786">
                  <c:v>7.5410000000000004</c:v>
                </c:pt>
                <c:pt idx="6787">
                  <c:v>7.5380000000000003</c:v>
                </c:pt>
                <c:pt idx="6788">
                  <c:v>7.5350000000000001</c:v>
                </c:pt>
                <c:pt idx="6789">
                  <c:v>7.5339999999999998</c:v>
                </c:pt>
                <c:pt idx="6790">
                  <c:v>7.5289999999999999</c:v>
                </c:pt>
                <c:pt idx="6791">
                  <c:v>7.5270000000000001</c:v>
                </c:pt>
                <c:pt idx="6792">
                  <c:v>7.5279999999999996</c:v>
                </c:pt>
                <c:pt idx="6793">
                  <c:v>7.5330000000000004</c:v>
                </c:pt>
                <c:pt idx="6794">
                  <c:v>7.532</c:v>
                </c:pt>
                <c:pt idx="6795">
                  <c:v>7.532</c:v>
                </c:pt>
                <c:pt idx="6796">
                  <c:v>7.532</c:v>
                </c:pt>
                <c:pt idx="6797">
                  <c:v>7.53</c:v>
                </c:pt>
                <c:pt idx="6798">
                  <c:v>7.5289999999999999</c:v>
                </c:pt>
                <c:pt idx="6799">
                  <c:v>7.53</c:v>
                </c:pt>
                <c:pt idx="6800">
                  <c:v>7.5339999999999998</c:v>
                </c:pt>
                <c:pt idx="6801">
                  <c:v>7.5330000000000004</c:v>
                </c:pt>
                <c:pt idx="6802">
                  <c:v>7.5279999999999996</c:v>
                </c:pt>
                <c:pt idx="6803">
                  <c:v>7.5270000000000001</c:v>
                </c:pt>
                <c:pt idx="6804">
                  <c:v>7.5259999999999998</c:v>
                </c:pt>
                <c:pt idx="6805">
                  <c:v>7.5279999999999996</c:v>
                </c:pt>
                <c:pt idx="6806">
                  <c:v>7.53</c:v>
                </c:pt>
                <c:pt idx="6807">
                  <c:v>7.5309999999999997</c:v>
                </c:pt>
                <c:pt idx="6808">
                  <c:v>7.5279999999999996</c:v>
                </c:pt>
                <c:pt idx="6809">
                  <c:v>7.5209999999999999</c:v>
                </c:pt>
                <c:pt idx="6810">
                  <c:v>7.5209999999999999</c:v>
                </c:pt>
                <c:pt idx="6811">
                  <c:v>7.524</c:v>
                </c:pt>
                <c:pt idx="6812">
                  <c:v>7.5270000000000001</c:v>
                </c:pt>
                <c:pt idx="6813">
                  <c:v>7.5289999999999999</c:v>
                </c:pt>
                <c:pt idx="6814">
                  <c:v>7.5279999999999996</c:v>
                </c:pt>
                <c:pt idx="6815">
                  <c:v>7.5279999999999996</c:v>
                </c:pt>
                <c:pt idx="6816">
                  <c:v>7.5220000000000002</c:v>
                </c:pt>
                <c:pt idx="6817">
                  <c:v>7.5220000000000002</c:v>
                </c:pt>
                <c:pt idx="6818">
                  <c:v>7.5259999999999998</c:v>
                </c:pt>
                <c:pt idx="6819">
                  <c:v>7.5250000000000004</c:v>
                </c:pt>
                <c:pt idx="6820">
                  <c:v>7.5209999999999999</c:v>
                </c:pt>
                <c:pt idx="6821">
                  <c:v>7.5179999999999998</c:v>
                </c:pt>
                <c:pt idx="6822">
                  <c:v>7.5190000000000001</c:v>
                </c:pt>
                <c:pt idx="6823">
                  <c:v>7.5209999999999999</c:v>
                </c:pt>
                <c:pt idx="6824">
                  <c:v>7.52</c:v>
                </c:pt>
                <c:pt idx="6825">
                  <c:v>7.52</c:v>
                </c:pt>
                <c:pt idx="6826">
                  <c:v>7.5190000000000001</c:v>
                </c:pt>
                <c:pt idx="6827">
                  <c:v>7.5170000000000003</c:v>
                </c:pt>
                <c:pt idx="6828">
                  <c:v>7.5149999999999997</c:v>
                </c:pt>
                <c:pt idx="6829">
                  <c:v>7.516</c:v>
                </c:pt>
                <c:pt idx="6830">
                  <c:v>7.516</c:v>
                </c:pt>
                <c:pt idx="6831">
                  <c:v>7.5149999999999997</c:v>
                </c:pt>
                <c:pt idx="6832">
                  <c:v>7.5170000000000003</c:v>
                </c:pt>
                <c:pt idx="6833">
                  <c:v>7.5179999999999998</c:v>
                </c:pt>
                <c:pt idx="6834">
                  <c:v>7.5170000000000003</c:v>
                </c:pt>
                <c:pt idx="6835">
                  <c:v>7.5149999999999997</c:v>
                </c:pt>
                <c:pt idx="6836">
                  <c:v>7.5149999999999997</c:v>
                </c:pt>
                <c:pt idx="6837">
                  <c:v>7.5149999999999997</c:v>
                </c:pt>
                <c:pt idx="6838">
                  <c:v>7.5140000000000002</c:v>
                </c:pt>
                <c:pt idx="6839">
                  <c:v>7.51</c:v>
                </c:pt>
                <c:pt idx="6840">
                  <c:v>7.5110000000000001</c:v>
                </c:pt>
                <c:pt idx="6841">
                  <c:v>7.5119999999999996</c:v>
                </c:pt>
                <c:pt idx="6842">
                  <c:v>7.5140000000000002</c:v>
                </c:pt>
                <c:pt idx="6843">
                  <c:v>7.5149999999999997</c:v>
                </c:pt>
                <c:pt idx="6844">
                  <c:v>7.5140000000000002</c:v>
                </c:pt>
                <c:pt idx="6845">
                  <c:v>7.5119999999999996</c:v>
                </c:pt>
                <c:pt idx="6846">
                  <c:v>7.5110000000000001</c:v>
                </c:pt>
                <c:pt idx="6847">
                  <c:v>7.51</c:v>
                </c:pt>
                <c:pt idx="6848">
                  <c:v>7.508</c:v>
                </c:pt>
                <c:pt idx="6849">
                  <c:v>7.5049999999999999</c:v>
                </c:pt>
                <c:pt idx="6850">
                  <c:v>7.5039999999999996</c:v>
                </c:pt>
                <c:pt idx="6851">
                  <c:v>7.5030000000000001</c:v>
                </c:pt>
                <c:pt idx="6852">
                  <c:v>7.508</c:v>
                </c:pt>
                <c:pt idx="6853">
                  <c:v>7.5119999999999996</c:v>
                </c:pt>
                <c:pt idx="6854">
                  <c:v>7.5110000000000001</c:v>
                </c:pt>
                <c:pt idx="6855">
                  <c:v>7.5060000000000002</c:v>
                </c:pt>
                <c:pt idx="6856">
                  <c:v>7.5030000000000001</c:v>
                </c:pt>
                <c:pt idx="6857">
                  <c:v>7.5039999999999996</c:v>
                </c:pt>
                <c:pt idx="6858">
                  <c:v>7.5039999999999996</c:v>
                </c:pt>
                <c:pt idx="6859">
                  <c:v>7.5049999999999999</c:v>
                </c:pt>
                <c:pt idx="6860">
                  <c:v>7.5049999999999999</c:v>
                </c:pt>
                <c:pt idx="6861">
                  <c:v>7.5010000000000003</c:v>
                </c:pt>
                <c:pt idx="6862">
                  <c:v>7.4969999999999999</c:v>
                </c:pt>
                <c:pt idx="6863">
                  <c:v>7.4969999999999999</c:v>
                </c:pt>
                <c:pt idx="6864">
                  <c:v>7.5019999999999998</c:v>
                </c:pt>
                <c:pt idx="6865">
                  <c:v>7.5039999999999996</c:v>
                </c:pt>
                <c:pt idx="6866">
                  <c:v>7.5049999999999999</c:v>
                </c:pt>
                <c:pt idx="6867">
                  <c:v>7.5049999999999999</c:v>
                </c:pt>
                <c:pt idx="6868">
                  <c:v>7.5019999999999998</c:v>
                </c:pt>
                <c:pt idx="6869">
                  <c:v>7.4960000000000004</c:v>
                </c:pt>
                <c:pt idx="6870">
                  <c:v>7.4930000000000003</c:v>
                </c:pt>
                <c:pt idx="6871">
                  <c:v>7.4939999999999998</c:v>
                </c:pt>
                <c:pt idx="6872">
                  <c:v>7.4969999999999999</c:v>
                </c:pt>
                <c:pt idx="6873">
                  <c:v>7.4969999999999999</c:v>
                </c:pt>
                <c:pt idx="6874">
                  <c:v>7.4960000000000004</c:v>
                </c:pt>
                <c:pt idx="6875">
                  <c:v>7.4939999999999998</c:v>
                </c:pt>
                <c:pt idx="6876">
                  <c:v>7.4950000000000001</c:v>
                </c:pt>
                <c:pt idx="6877">
                  <c:v>7.4950000000000001</c:v>
                </c:pt>
                <c:pt idx="6878">
                  <c:v>7.4969999999999999</c:v>
                </c:pt>
                <c:pt idx="6879">
                  <c:v>7.4960000000000004</c:v>
                </c:pt>
                <c:pt idx="6880">
                  <c:v>7.4950000000000001</c:v>
                </c:pt>
                <c:pt idx="6881">
                  <c:v>7.4950000000000001</c:v>
                </c:pt>
                <c:pt idx="6882">
                  <c:v>7.4939999999999998</c:v>
                </c:pt>
                <c:pt idx="6883">
                  <c:v>7.492</c:v>
                </c:pt>
                <c:pt idx="6884">
                  <c:v>7.4889999999999999</c:v>
                </c:pt>
                <c:pt idx="6885">
                  <c:v>7.4880000000000004</c:v>
                </c:pt>
                <c:pt idx="6886">
                  <c:v>7.492</c:v>
                </c:pt>
                <c:pt idx="6887">
                  <c:v>7.4939999999999998</c:v>
                </c:pt>
                <c:pt idx="6888">
                  <c:v>7.4909999999999997</c:v>
                </c:pt>
                <c:pt idx="6889">
                  <c:v>7.4909999999999997</c:v>
                </c:pt>
                <c:pt idx="6890">
                  <c:v>7.4880000000000004</c:v>
                </c:pt>
                <c:pt idx="6891">
                  <c:v>7.4820000000000002</c:v>
                </c:pt>
                <c:pt idx="6892">
                  <c:v>7.4829999999999997</c:v>
                </c:pt>
                <c:pt idx="6893">
                  <c:v>7.4870000000000001</c:v>
                </c:pt>
                <c:pt idx="6894">
                  <c:v>7.4909999999999997</c:v>
                </c:pt>
                <c:pt idx="6895">
                  <c:v>7.4889999999999999</c:v>
                </c:pt>
                <c:pt idx="6896">
                  <c:v>7.4850000000000003</c:v>
                </c:pt>
                <c:pt idx="6897">
                  <c:v>7.484</c:v>
                </c:pt>
                <c:pt idx="6898">
                  <c:v>7.4850000000000003</c:v>
                </c:pt>
                <c:pt idx="6899">
                  <c:v>7.4880000000000004</c:v>
                </c:pt>
                <c:pt idx="6900">
                  <c:v>7.4880000000000004</c:v>
                </c:pt>
                <c:pt idx="6901">
                  <c:v>7.4870000000000001</c:v>
                </c:pt>
                <c:pt idx="6902">
                  <c:v>7.4820000000000002</c:v>
                </c:pt>
                <c:pt idx="6903">
                  <c:v>7.4790000000000001</c:v>
                </c:pt>
                <c:pt idx="6904">
                  <c:v>7.48</c:v>
                </c:pt>
                <c:pt idx="6905">
                  <c:v>7.4820000000000002</c:v>
                </c:pt>
                <c:pt idx="6906">
                  <c:v>7.4850000000000003</c:v>
                </c:pt>
                <c:pt idx="6907">
                  <c:v>7.4850000000000003</c:v>
                </c:pt>
                <c:pt idx="6908">
                  <c:v>7.4820000000000002</c:v>
                </c:pt>
                <c:pt idx="6909">
                  <c:v>7.4809999999999999</c:v>
                </c:pt>
                <c:pt idx="6910">
                  <c:v>7.48</c:v>
                </c:pt>
                <c:pt idx="6911">
                  <c:v>7.48</c:v>
                </c:pt>
                <c:pt idx="6912">
                  <c:v>7.4829999999999997</c:v>
                </c:pt>
                <c:pt idx="6913">
                  <c:v>7.4820000000000002</c:v>
                </c:pt>
                <c:pt idx="6914">
                  <c:v>7.48</c:v>
                </c:pt>
                <c:pt idx="6915">
                  <c:v>7.4820000000000002</c:v>
                </c:pt>
                <c:pt idx="6916">
                  <c:v>7.4850000000000003</c:v>
                </c:pt>
                <c:pt idx="6917">
                  <c:v>7.4820000000000002</c:v>
                </c:pt>
                <c:pt idx="6918">
                  <c:v>7.4770000000000003</c:v>
                </c:pt>
                <c:pt idx="6919">
                  <c:v>7.4790000000000001</c:v>
                </c:pt>
                <c:pt idx="6920">
                  <c:v>7.4790000000000001</c:v>
                </c:pt>
                <c:pt idx="6921">
                  <c:v>7.4779999999999998</c:v>
                </c:pt>
                <c:pt idx="6922">
                  <c:v>7.4749999999999996</c:v>
                </c:pt>
                <c:pt idx="6923">
                  <c:v>7.4729999999999999</c:v>
                </c:pt>
                <c:pt idx="6924">
                  <c:v>7.4720000000000004</c:v>
                </c:pt>
                <c:pt idx="6925">
                  <c:v>7.4729999999999999</c:v>
                </c:pt>
                <c:pt idx="6926">
                  <c:v>7.4729999999999999</c:v>
                </c:pt>
                <c:pt idx="6927">
                  <c:v>7.4740000000000002</c:v>
                </c:pt>
                <c:pt idx="6928">
                  <c:v>7.4729999999999999</c:v>
                </c:pt>
                <c:pt idx="6929">
                  <c:v>7.4720000000000004</c:v>
                </c:pt>
                <c:pt idx="6930">
                  <c:v>7.4710000000000001</c:v>
                </c:pt>
                <c:pt idx="6931">
                  <c:v>7.47</c:v>
                </c:pt>
                <c:pt idx="6932">
                  <c:v>7.47</c:v>
                </c:pt>
                <c:pt idx="6933">
                  <c:v>7.47</c:v>
                </c:pt>
                <c:pt idx="6934">
                  <c:v>7.47</c:v>
                </c:pt>
                <c:pt idx="6935">
                  <c:v>7.47</c:v>
                </c:pt>
                <c:pt idx="6936">
                  <c:v>7.468</c:v>
                </c:pt>
                <c:pt idx="6937">
                  <c:v>7.4649999999999999</c:v>
                </c:pt>
                <c:pt idx="6938">
                  <c:v>7.4630000000000001</c:v>
                </c:pt>
                <c:pt idx="6939">
                  <c:v>7.4630000000000001</c:v>
                </c:pt>
                <c:pt idx="6940">
                  <c:v>7.4640000000000004</c:v>
                </c:pt>
                <c:pt idx="6941">
                  <c:v>7.468</c:v>
                </c:pt>
                <c:pt idx="6942">
                  <c:v>7.4660000000000002</c:v>
                </c:pt>
                <c:pt idx="6943">
                  <c:v>7.4640000000000004</c:v>
                </c:pt>
                <c:pt idx="6944">
                  <c:v>7.4660000000000002</c:v>
                </c:pt>
                <c:pt idx="6945">
                  <c:v>7.4690000000000003</c:v>
                </c:pt>
                <c:pt idx="6946">
                  <c:v>7.468</c:v>
                </c:pt>
                <c:pt idx="6947">
                  <c:v>7.4640000000000004</c:v>
                </c:pt>
                <c:pt idx="6948">
                  <c:v>7.4619999999999997</c:v>
                </c:pt>
                <c:pt idx="6949">
                  <c:v>7.4610000000000003</c:v>
                </c:pt>
                <c:pt idx="6950">
                  <c:v>7.4610000000000003</c:v>
                </c:pt>
                <c:pt idx="6951">
                  <c:v>7.4630000000000001</c:v>
                </c:pt>
                <c:pt idx="6952">
                  <c:v>7.4640000000000004</c:v>
                </c:pt>
                <c:pt idx="6953">
                  <c:v>7.4649999999999999</c:v>
                </c:pt>
                <c:pt idx="6954">
                  <c:v>7.4619999999999997</c:v>
                </c:pt>
                <c:pt idx="6955">
                  <c:v>7.4589999999999996</c:v>
                </c:pt>
                <c:pt idx="6956">
                  <c:v>7.4580000000000002</c:v>
                </c:pt>
                <c:pt idx="6957">
                  <c:v>7.4569999999999999</c:v>
                </c:pt>
                <c:pt idx="6958">
                  <c:v>7.4580000000000002</c:v>
                </c:pt>
                <c:pt idx="6959">
                  <c:v>7.4589999999999996</c:v>
                </c:pt>
                <c:pt idx="6960">
                  <c:v>7.4589999999999996</c:v>
                </c:pt>
                <c:pt idx="6961">
                  <c:v>7.4569999999999999</c:v>
                </c:pt>
                <c:pt idx="6962">
                  <c:v>7.4560000000000004</c:v>
                </c:pt>
                <c:pt idx="6963">
                  <c:v>7.4550000000000001</c:v>
                </c:pt>
                <c:pt idx="6964">
                  <c:v>7.452</c:v>
                </c:pt>
                <c:pt idx="6965">
                  <c:v>7.4530000000000003</c:v>
                </c:pt>
                <c:pt idx="6966">
                  <c:v>7.4569999999999999</c:v>
                </c:pt>
                <c:pt idx="6967">
                  <c:v>7.4569999999999999</c:v>
                </c:pt>
                <c:pt idx="6968">
                  <c:v>7.4580000000000002</c:v>
                </c:pt>
                <c:pt idx="6969">
                  <c:v>7.4569999999999999</c:v>
                </c:pt>
                <c:pt idx="6970">
                  <c:v>7.4530000000000003</c:v>
                </c:pt>
                <c:pt idx="6971">
                  <c:v>7.45</c:v>
                </c:pt>
                <c:pt idx="6972">
                  <c:v>7.4509999999999996</c:v>
                </c:pt>
                <c:pt idx="6973">
                  <c:v>7.452</c:v>
                </c:pt>
                <c:pt idx="6974">
                  <c:v>7.4509999999999996</c:v>
                </c:pt>
                <c:pt idx="6975">
                  <c:v>7.4509999999999996</c:v>
                </c:pt>
                <c:pt idx="6976">
                  <c:v>7.4489999999999998</c:v>
                </c:pt>
                <c:pt idx="6977">
                  <c:v>7.4470000000000001</c:v>
                </c:pt>
                <c:pt idx="6978">
                  <c:v>7.4480000000000004</c:v>
                </c:pt>
                <c:pt idx="6979">
                  <c:v>7.4489999999999998</c:v>
                </c:pt>
                <c:pt idx="6980">
                  <c:v>7.452</c:v>
                </c:pt>
                <c:pt idx="6981">
                  <c:v>7.452</c:v>
                </c:pt>
                <c:pt idx="6982">
                  <c:v>7.4480000000000004</c:v>
                </c:pt>
                <c:pt idx="6983">
                  <c:v>7.4470000000000001</c:v>
                </c:pt>
                <c:pt idx="6984">
                  <c:v>7.4450000000000003</c:v>
                </c:pt>
                <c:pt idx="6985">
                  <c:v>7.4470000000000001</c:v>
                </c:pt>
                <c:pt idx="6986">
                  <c:v>7.4489999999999998</c:v>
                </c:pt>
                <c:pt idx="6987">
                  <c:v>7.45</c:v>
                </c:pt>
                <c:pt idx="6988">
                  <c:v>7.4470000000000001</c:v>
                </c:pt>
                <c:pt idx="6989">
                  <c:v>7.4429999999999996</c:v>
                </c:pt>
                <c:pt idx="6990">
                  <c:v>7.4420000000000002</c:v>
                </c:pt>
                <c:pt idx="6991">
                  <c:v>7.4420000000000002</c:v>
                </c:pt>
                <c:pt idx="6992">
                  <c:v>7.4409999999999998</c:v>
                </c:pt>
                <c:pt idx="6993">
                  <c:v>7.4409999999999998</c:v>
                </c:pt>
                <c:pt idx="6994">
                  <c:v>7.44</c:v>
                </c:pt>
                <c:pt idx="6995">
                  <c:v>7.4379999999999997</c:v>
                </c:pt>
                <c:pt idx="6996">
                  <c:v>7.4349999999999996</c:v>
                </c:pt>
                <c:pt idx="6997">
                  <c:v>7.4379999999999997</c:v>
                </c:pt>
                <c:pt idx="6998">
                  <c:v>7.4429999999999996</c:v>
                </c:pt>
                <c:pt idx="6999">
                  <c:v>7.4429999999999996</c:v>
                </c:pt>
                <c:pt idx="7000">
                  <c:v>7.4409999999999998</c:v>
                </c:pt>
                <c:pt idx="7001">
                  <c:v>7.4379999999999997</c:v>
                </c:pt>
                <c:pt idx="7002">
                  <c:v>7.4379999999999997</c:v>
                </c:pt>
                <c:pt idx="7003">
                  <c:v>7.4420000000000002</c:v>
                </c:pt>
                <c:pt idx="7004">
                  <c:v>7.4370000000000003</c:v>
                </c:pt>
                <c:pt idx="7005">
                  <c:v>7.4340000000000002</c:v>
                </c:pt>
                <c:pt idx="7006">
                  <c:v>7.4359999999999999</c:v>
                </c:pt>
                <c:pt idx="7007">
                  <c:v>7.4390000000000001</c:v>
                </c:pt>
                <c:pt idx="7008">
                  <c:v>7.4379999999999997</c:v>
                </c:pt>
                <c:pt idx="7009">
                  <c:v>7.4349999999999996</c:v>
                </c:pt>
                <c:pt idx="7010">
                  <c:v>7.4340000000000002</c:v>
                </c:pt>
                <c:pt idx="7011">
                  <c:v>7.4320000000000004</c:v>
                </c:pt>
                <c:pt idx="7012">
                  <c:v>7.4340000000000002</c:v>
                </c:pt>
                <c:pt idx="7013">
                  <c:v>7.4349999999999996</c:v>
                </c:pt>
                <c:pt idx="7014">
                  <c:v>7.4340000000000002</c:v>
                </c:pt>
                <c:pt idx="7015">
                  <c:v>7.431</c:v>
                </c:pt>
                <c:pt idx="7016">
                  <c:v>7.4260000000000002</c:v>
                </c:pt>
                <c:pt idx="7017">
                  <c:v>7.4249999999999998</c:v>
                </c:pt>
                <c:pt idx="7018">
                  <c:v>7.4260000000000002</c:v>
                </c:pt>
                <c:pt idx="7019">
                  <c:v>7.4290000000000003</c:v>
                </c:pt>
                <c:pt idx="7020">
                  <c:v>7.43</c:v>
                </c:pt>
                <c:pt idx="7021">
                  <c:v>7.4329999999999998</c:v>
                </c:pt>
                <c:pt idx="7022">
                  <c:v>7.431</c:v>
                </c:pt>
                <c:pt idx="7023">
                  <c:v>7.4260000000000002</c:v>
                </c:pt>
                <c:pt idx="7024">
                  <c:v>7.4240000000000004</c:v>
                </c:pt>
                <c:pt idx="7025">
                  <c:v>7.4269999999999996</c:v>
                </c:pt>
                <c:pt idx="7026">
                  <c:v>7.4290000000000003</c:v>
                </c:pt>
                <c:pt idx="7027">
                  <c:v>7.43</c:v>
                </c:pt>
                <c:pt idx="7028">
                  <c:v>7.423</c:v>
                </c:pt>
                <c:pt idx="7029">
                  <c:v>7.4219999999999997</c:v>
                </c:pt>
                <c:pt idx="7030">
                  <c:v>7.4219999999999997</c:v>
                </c:pt>
                <c:pt idx="7031">
                  <c:v>7.4169999999999998</c:v>
                </c:pt>
                <c:pt idx="7032">
                  <c:v>7.407</c:v>
                </c:pt>
                <c:pt idx="7033">
                  <c:v>7.3979999999999997</c:v>
                </c:pt>
                <c:pt idx="7034">
                  <c:v>7.3940000000000001</c:v>
                </c:pt>
                <c:pt idx="7035">
                  <c:v>7.3940000000000001</c:v>
                </c:pt>
                <c:pt idx="7036">
                  <c:v>7.3920000000000003</c:v>
                </c:pt>
                <c:pt idx="7037">
                  <c:v>7.3879999999999999</c:v>
                </c:pt>
                <c:pt idx="7038">
                  <c:v>7.39</c:v>
                </c:pt>
                <c:pt idx="7039">
                  <c:v>7.391</c:v>
                </c:pt>
                <c:pt idx="7040">
                  <c:v>7.39</c:v>
                </c:pt>
                <c:pt idx="7041">
                  <c:v>7.3940000000000001</c:v>
                </c:pt>
                <c:pt idx="7042">
                  <c:v>7.3970000000000002</c:v>
                </c:pt>
                <c:pt idx="7043">
                  <c:v>7.399</c:v>
                </c:pt>
                <c:pt idx="7044">
                  <c:v>7.399</c:v>
                </c:pt>
                <c:pt idx="7045">
                  <c:v>7.399</c:v>
                </c:pt>
                <c:pt idx="7046">
                  <c:v>7.4009999999999998</c:v>
                </c:pt>
                <c:pt idx="7047">
                  <c:v>7.4039999999999999</c:v>
                </c:pt>
                <c:pt idx="7048">
                  <c:v>7.4039999999999999</c:v>
                </c:pt>
                <c:pt idx="7049">
                  <c:v>7.4039999999999999</c:v>
                </c:pt>
                <c:pt idx="7050">
                  <c:v>7.4059999999999997</c:v>
                </c:pt>
                <c:pt idx="7051">
                  <c:v>7.4029999999999996</c:v>
                </c:pt>
                <c:pt idx="7052">
                  <c:v>7.4039999999999999</c:v>
                </c:pt>
                <c:pt idx="7053">
                  <c:v>7.4059999999999997</c:v>
                </c:pt>
                <c:pt idx="7054">
                  <c:v>7.407</c:v>
                </c:pt>
                <c:pt idx="7055">
                  <c:v>7.4050000000000002</c:v>
                </c:pt>
                <c:pt idx="7056">
                  <c:v>7.4029999999999996</c:v>
                </c:pt>
                <c:pt idx="7057">
                  <c:v>7.4009999999999998</c:v>
                </c:pt>
                <c:pt idx="7058">
                  <c:v>7.4</c:v>
                </c:pt>
                <c:pt idx="7059">
                  <c:v>7.4039999999999999</c:v>
                </c:pt>
                <c:pt idx="7060">
                  <c:v>7.4039999999999999</c:v>
                </c:pt>
                <c:pt idx="7061">
                  <c:v>7.4029999999999996</c:v>
                </c:pt>
                <c:pt idx="7062">
                  <c:v>7.4020000000000001</c:v>
                </c:pt>
                <c:pt idx="7063">
                  <c:v>7.4039999999999999</c:v>
                </c:pt>
                <c:pt idx="7064">
                  <c:v>7.4059999999999997</c:v>
                </c:pt>
                <c:pt idx="7065">
                  <c:v>7.407</c:v>
                </c:pt>
                <c:pt idx="7066">
                  <c:v>7.4020000000000001</c:v>
                </c:pt>
                <c:pt idx="7067">
                  <c:v>7.4039999999999999</c:v>
                </c:pt>
                <c:pt idx="7068">
                  <c:v>7.4</c:v>
                </c:pt>
                <c:pt idx="7069">
                  <c:v>7.3970000000000002</c:v>
                </c:pt>
                <c:pt idx="7070">
                  <c:v>7.3940000000000001</c:v>
                </c:pt>
                <c:pt idx="7071">
                  <c:v>7.3970000000000002</c:v>
                </c:pt>
                <c:pt idx="7072">
                  <c:v>7.399</c:v>
                </c:pt>
                <c:pt idx="7073">
                  <c:v>7.3979999999999997</c:v>
                </c:pt>
                <c:pt idx="7074">
                  <c:v>7.4009999999999998</c:v>
                </c:pt>
                <c:pt idx="7075">
                  <c:v>7.4009999999999998</c:v>
                </c:pt>
                <c:pt idx="7076">
                  <c:v>7.3970000000000002</c:v>
                </c:pt>
                <c:pt idx="7077">
                  <c:v>7.3979999999999997</c:v>
                </c:pt>
                <c:pt idx="7078">
                  <c:v>7.3979999999999997</c:v>
                </c:pt>
                <c:pt idx="7079">
                  <c:v>7.3979999999999997</c:v>
                </c:pt>
                <c:pt idx="7080">
                  <c:v>7.4</c:v>
                </c:pt>
                <c:pt idx="7081">
                  <c:v>7.4009999999999998</c:v>
                </c:pt>
                <c:pt idx="7082">
                  <c:v>7.4020000000000001</c:v>
                </c:pt>
                <c:pt idx="7083">
                  <c:v>7.4</c:v>
                </c:pt>
                <c:pt idx="7084">
                  <c:v>7.3979999999999997</c:v>
                </c:pt>
                <c:pt idx="7085">
                  <c:v>7.3970000000000002</c:v>
                </c:pt>
                <c:pt idx="7086">
                  <c:v>7.3970000000000002</c:v>
                </c:pt>
                <c:pt idx="7087">
                  <c:v>7.3970000000000002</c:v>
                </c:pt>
                <c:pt idx="7088">
                  <c:v>7.3959999999999999</c:v>
                </c:pt>
                <c:pt idx="7089">
                  <c:v>7.3949999999999996</c:v>
                </c:pt>
                <c:pt idx="7090">
                  <c:v>7.3949999999999996</c:v>
                </c:pt>
                <c:pt idx="7091">
                  <c:v>7.391</c:v>
                </c:pt>
                <c:pt idx="7092">
                  <c:v>7.3920000000000003</c:v>
                </c:pt>
                <c:pt idx="7093">
                  <c:v>7.3929999999999998</c:v>
                </c:pt>
                <c:pt idx="7094">
                  <c:v>7.391</c:v>
                </c:pt>
                <c:pt idx="7095">
                  <c:v>7.3920000000000003</c:v>
                </c:pt>
                <c:pt idx="7096">
                  <c:v>7.3929999999999998</c:v>
                </c:pt>
                <c:pt idx="7097">
                  <c:v>7.3879999999999999</c:v>
                </c:pt>
                <c:pt idx="7098">
                  <c:v>7.391</c:v>
                </c:pt>
                <c:pt idx="7099">
                  <c:v>7.3970000000000002</c:v>
                </c:pt>
                <c:pt idx="7100">
                  <c:v>7.3959999999999999</c:v>
                </c:pt>
                <c:pt idx="7101">
                  <c:v>7.3929999999999998</c:v>
                </c:pt>
                <c:pt idx="7102">
                  <c:v>7.391</c:v>
                </c:pt>
                <c:pt idx="7103">
                  <c:v>7.3890000000000002</c:v>
                </c:pt>
                <c:pt idx="7104">
                  <c:v>7.3890000000000002</c:v>
                </c:pt>
                <c:pt idx="7105">
                  <c:v>7.3890000000000002</c:v>
                </c:pt>
                <c:pt idx="7106">
                  <c:v>7.3929999999999998</c:v>
                </c:pt>
                <c:pt idx="7107">
                  <c:v>7.3929999999999998</c:v>
                </c:pt>
                <c:pt idx="7108">
                  <c:v>7.391</c:v>
                </c:pt>
                <c:pt idx="7109">
                  <c:v>7.3879999999999999</c:v>
                </c:pt>
                <c:pt idx="7110">
                  <c:v>7.3869999999999996</c:v>
                </c:pt>
                <c:pt idx="7111">
                  <c:v>7.3879999999999999</c:v>
                </c:pt>
                <c:pt idx="7112">
                  <c:v>7.3890000000000002</c:v>
                </c:pt>
                <c:pt idx="7113">
                  <c:v>7.3890000000000002</c:v>
                </c:pt>
                <c:pt idx="7114">
                  <c:v>7.3869999999999996</c:v>
                </c:pt>
                <c:pt idx="7115">
                  <c:v>7.3869999999999996</c:v>
                </c:pt>
                <c:pt idx="7116">
                  <c:v>7.3869999999999996</c:v>
                </c:pt>
                <c:pt idx="7117">
                  <c:v>7.3840000000000003</c:v>
                </c:pt>
                <c:pt idx="7118">
                  <c:v>7.3789999999999996</c:v>
                </c:pt>
                <c:pt idx="7119">
                  <c:v>7.38</c:v>
                </c:pt>
                <c:pt idx="7120">
                  <c:v>7.3819999999999997</c:v>
                </c:pt>
                <c:pt idx="7121">
                  <c:v>7.3860000000000001</c:v>
                </c:pt>
                <c:pt idx="7122">
                  <c:v>7.3869999999999996</c:v>
                </c:pt>
                <c:pt idx="7123">
                  <c:v>7.3849999999999998</c:v>
                </c:pt>
                <c:pt idx="7124">
                  <c:v>7.3819999999999997</c:v>
                </c:pt>
                <c:pt idx="7125">
                  <c:v>7.38</c:v>
                </c:pt>
                <c:pt idx="7126">
                  <c:v>7.3819999999999997</c:v>
                </c:pt>
                <c:pt idx="7127">
                  <c:v>7.3840000000000003</c:v>
                </c:pt>
                <c:pt idx="7128">
                  <c:v>7.383</c:v>
                </c:pt>
                <c:pt idx="7129">
                  <c:v>7.3810000000000002</c:v>
                </c:pt>
                <c:pt idx="7130">
                  <c:v>7.3769999999999998</c:v>
                </c:pt>
                <c:pt idx="7131">
                  <c:v>7.3760000000000003</c:v>
                </c:pt>
                <c:pt idx="7132">
                  <c:v>7.3760000000000003</c:v>
                </c:pt>
                <c:pt idx="7133">
                  <c:v>7.38</c:v>
                </c:pt>
                <c:pt idx="7134">
                  <c:v>7.3810000000000002</c:v>
                </c:pt>
                <c:pt idx="7135">
                  <c:v>7.38</c:v>
                </c:pt>
                <c:pt idx="7136">
                  <c:v>7.3780000000000001</c:v>
                </c:pt>
                <c:pt idx="7137">
                  <c:v>7.375</c:v>
                </c:pt>
                <c:pt idx="7138">
                  <c:v>7.3730000000000002</c:v>
                </c:pt>
                <c:pt idx="7139">
                  <c:v>7.3739999999999997</c:v>
                </c:pt>
                <c:pt idx="7140">
                  <c:v>7.3769999999999998</c:v>
                </c:pt>
                <c:pt idx="7141">
                  <c:v>7.3760000000000003</c:v>
                </c:pt>
                <c:pt idx="7142">
                  <c:v>7.3730000000000002</c:v>
                </c:pt>
                <c:pt idx="7143">
                  <c:v>7.3710000000000004</c:v>
                </c:pt>
                <c:pt idx="7144">
                  <c:v>7.3739999999999997</c:v>
                </c:pt>
                <c:pt idx="7145">
                  <c:v>7.3760000000000003</c:v>
                </c:pt>
                <c:pt idx="7146">
                  <c:v>7.3719999999999999</c:v>
                </c:pt>
                <c:pt idx="7147">
                  <c:v>7.3710000000000004</c:v>
                </c:pt>
                <c:pt idx="7148">
                  <c:v>7.37</c:v>
                </c:pt>
                <c:pt idx="7149">
                  <c:v>7.3710000000000004</c:v>
                </c:pt>
                <c:pt idx="7150">
                  <c:v>7.3710000000000004</c:v>
                </c:pt>
                <c:pt idx="7151">
                  <c:v>7.37</c:v>
                </c:pt>
                <c:pt idx="7152">
                  <c:v>7.3650000000000002</c:v>
                </c:pt>
                <c:pt idx="7153">
                  <c:v>7.367</c:v>
                </c:pt>
                <c:pt idx="7154">
                  <c:v>7.3680000000000003</c:v>
                </c:pt>
                <c:pt idx="7155">
                  <c:v>7.3689999999999998</c:v>
                </c:pt>
                <c:pt idx="7156">
                  <c:v>7.3689999999999998</c:v>
                </c:pt>
                <c:pt idx="7157">
                  <c:v>7.3659999999999997</c:v>
                </c:pt>
                <c:pt idx="7158">
                  <c:v>7.3630000000000004</c:v>
                </c:pt>
                <c:pt idx="7159">
                  <c:v>7.3630000000000004</c:v>
                </c:pt>
                <c:pt idx="7160">
                  <c:v>7.367</c:v>
                </c:pt>
                <c:pt idx="7161">
                  <c:v>7.3689999999999998</c:v>
                </c:pt>
                <c:pt idx="7162">
                  <c:v>7.3680000000000003</c:v>
                </c:pt>
                <c:pt idx="7163">
                  <c:v>7.3689999999999998</c:v>
                </c:pt>
                <c:pt idx="7164">
                  <c:v>7.3719999999999999</c:v>
                </c:pt>
                <c:pt idx="7165">
                  <c:v>7.3739999999999997</c:v>
                </c:pt>
                <c:pt idx="7166">
                  <c:v>7.37</c:v>
                </c:pt>
                <c:pt idx="7167">
                  <c:v>7.367</c:v>
                </c:pt>
                <c:pt idx="7168">
                  <c:v>7.367</c:v>
                </c:pt>
                <c:pt idx="7169">
                  <c:v>7.36</c:v>
                </c:pt>
                <c:pt idx="7170">
                  <c:v>7.3550000000000004</c:v>
                </c:pt>
                <c:pt idx="7171">
                  <c:v>7.3559999999999999</c:v>
                </c:pt>
                <c:pt idx="7172">
                  <c:v>7.36</c:v>
                </c:pt>
                <c:pt idx="7173">
                  <c:v>7.3620000000000001</c:v>
                </c:pt>
                <c:pt idx="7174">
                  <c:v>7.3609999999999998</c:v>
                </c:pt>
                <c:pt idx="7175">
                  <c:v>7.359</c:v>
                </c:pt>
                <c:pt idx="7176">
                  <c:v>7.3579999999999997</c:v>
                </c:pt>
                <c:pt idx="7177">
                  <c:v>7.3570000000000002</c:v>
                </c:pt>
                <c:pt idx="7178">
                  <c:v>7.3529999999999998</c:v>
                </c:pt>
                <c:pt idx="7179">
                  <c:v>7.3529999999999998</c:v>
                </c:pt>
                <c:pt idx="7180">
                  <c:v>7.36</c:v>
                </c:pt>
                <c:pt idx="7181">
                  <c:v>7.3630000000000004</c:v>
                </c:pt>
                <c:pt idx="7182">
                  <c:v>7.3559999999999999</c:v>
                </c:pt>
                <c:pt idx="7183">
                  <c:v>7.3559999999999999</c:v>
                </c:pt>
                <c:pt idx="7184">
                  <c:v>7.3529999999999998</c:v>
                </c:pt>
                <c:pt idx="7185">
                  <c:v>7.3529999999999998</c:v>
                </c:pt>
                <c:pt idx="7186">
                  <c:v>7.3540000000000001</c:v>
                </c:pt>
                <c:pt idx="7187">
                  <c:v>7.3550000000000004</c:v>
                </c:pt>
                <c:pt idx="7188">
                  <c:v>7.3540000000000001</c:v>
                </c:pt>
                <c:pt idx="7189">
                  <c:v>7.3540000000000001</c:v>
                </c:pt>
                <c:pt idx="7190">
                  <c:v>7.3550000000000004</c:v>
                </c:pt>
                <c:pt idx="7191">
                  <c:v>7.3520000000000003</c:v>
                </c:pt>
                <c:pt idx="7192">
                  <c:v>7.3520000000000003</c:v>
                </c:pt>
                <c:pt idx="7193">
                  <c:v>7.3520000000000003</c:v>
                </c:pt>
                <c:pt idx="7194">
                  <c:v>7.3529999999999998</c:v>
                </c:pt>
                <c:pt idx="7195">
                  <c:v>7.3540000000000001</c:v>
                </c:pt>
                <c:pt idx="7196">
                  <c:v>7.3540000000000001</c:v>
                </c:pt>
                <c:pt idx="7197">
                  <c:v>7.3520000000000003</c:v>
                </c:pt>
                <c:pt idx="7198">
                  <c:v>7.3479999999999999</c:v>
                </c:pt>
                <c:pt idx="7199">
                  <c:v>7.3470000000000004</c:v>
                </c:pt>
                <c:pt idx="7200">
                  <c:v>7.3490000000000002</c:v>
                </c:pt>
                <c:pt idx="7201">
                  <c:v>7.35</c:v>
                </c:pt>
                <c:pt idx="7202">
                  <c:v>7.3520000000000003</c:v>
                </c:pt>
                <c:pt idx="7203">
                  <c:v>7.3520000000000003</c:v>
                </c:pt>
                <c:pt idx="7204">
                  <c:v>7.35</c:v>
                </c:pt>
                <c:pt idx="7205">
                  <c:v>7.3449999999999998</c:v>
                </c:pt>
                <c:pt idx="7206">
                  <c:v>7.3490000000000002</c:v>
                </c:pt>
                <c:pt idx="7207">
                  <c:v>7.3490000000000002</c:v>
                </c:pt>
                <c:pt idx="7208">
                  <c:v>7.35</c:v>
                </c:pt>
                <c:pt idx="7209">
                  <c:v>7.351</c:v>
                </c:pt>
                <c:pt idx="7210">
                  <c:v>7.3449999999999998</c:v>
                </c:pt>
                <c:pt idx="7211">
                  <c:v>7.34</c:v>
                </c:pt>
                <c:pt idx="7212">
                  <c:v>7.3410000000000002</c:v>
                </c:pt>
                <c:pt idx="7213">
                  <c:v>7.3440000000000003</c:v>
                </c:pt>
                <c:pt idx="7214">
                  <c:v>7.3449999999999998</c:v>
                </c:pt>
                <c:pt idx="7215">
                  <c:v>7.3440000000000003</c:v>
                </c:pt>
                <c:pt idx="7216">
                  <c:v>7.343</c:v>
                </c:pt>
                <c:pt idx="7217">
                  <c:v>7.3419999999999996</c:v>
                </c:pt>
                <c:pt idx="7218">
                  <c:v>7.3419999999999996</c:v>
                </c:pt>
                <c:pt idx="7219">
                  <c:v>7.3440000000000003</c:v>
                </c:pt>
                <c:pt idx="7220">
                  <c:v>7.3440000000000003</c:v>
                </c:pt>
                <c:pt idx="7221">
                  <c:v>7.3419999999999996</c:v>
                </c:pt>
                <c:pt idx="7222">
                  <c:v>7.3410000000000002</c:v>
                </c:pt>
                <c:pt idx="7223">
                  <c:v>7.3390000000000004</c:v>
                </c:pt>
                <c:pt idx="7224">
                  <c:v>7.3390000000000004</c:v>
                </c:pt>
                <c:pt idx="7225">
                  <c:v>7.3390000000000004</c:v>
                </c:pt>
                <c:pt idx="7226">
                  <c:v>7.3390000000000004</c:v>
                </c:pt>
                <c:pt idx="7227">
                  <c:v>7.3360000000000003</c:v>
                </c:pt>
                <c:pt idx="7228">
                  <c:v>7.3339999999999996</c:v>
                </c:pt>
                <c:pt idx="7229">
                  <c:v>7.3330000000000002</c:v>
                </c:pt>
                <c:pt idx="7230">
                  <c:v>7.3339999999999996</c:v>
                </c:pt>
                <c:pt idx="7231">
                  <c:v>7.3339999999999996</c:v>
                </c:pt>
                <c:pt idx="7232">
                  <c:v>7.3360000000000003</c:v>
                </c:pt>
                <c:pt idx="7233">
                  <c:v>7.3360000000000003</c:v>
                </c:pt>
                <c:pt idx="7234">
                  <c:v>7.3339999999999996</c:v>
                </c:pt>
                <c:pt idx="7235">
                  <c:v>7.3330000000000002</c:v>
                </c:pt>
                <c:pt idx="7236">
                  <c:v>7.33</c:v>
                </c:pt>
                <c:pt idx="7237">
                  <c:v>7.3310000000000004</c:v>
                </c:pt>
                <c:pt idx="7238">
                  <c:v>7.3289999999999997</c:v>
                </c:pt>
                <c:pt idx="7239">
                  <c:v>7.3280000000000003</c:v>
                </c:pt>
                <c:pt idx="7240">
                  <c:v>7.327</c:v>
                </c:pt>
                <c:pt idx="7241">
                  <c:v>7.327</c:v>
                </c:pt>
                <c:pt idx="7242">
                  <c:v>7.33</c:v>
                </c:pt>
                <c:pt idx="7243">
                  <c:v>7.3319999999999999</c:v>
                </c:pt>
                <c:pt idx="7244">
                  <c:v>7.327</c:v>
                </c:pt>
                <c:pt idx="7245">
                  <c:v>7.33</c:v>
                </c:pt>
                <c:pt idx="7246">
                  <c:v>7.3330000000000002</c:v>
                </c:pt>
                <c:pt idx="7247">
                  <c:v>7.3310000000000004</c:v>
                </c:pt>
                <c:pt idx="7248">
                  <c:v>7.3289999999999997</c:v>
                </c:pt>
                <c:pt idx="7249">
                  <c:v>7.33</c:v>
                </c:pt>
                <c:pt idx="7250">
                  <c:v>7.327</c:v>
                </c:pt>
                <c:pt idx="7251">
                  <c:v>7.3250000000000002</c:v>
                </c:pt>
                <c:pt idx="7252">
                  <c:v>7.3230000000000004</c:v>
                </c:pt>
                <c:pt idx="7253">
                  <c:v>7.327</c:v>
                </c:pt>
                <c:pt idx="7254">
                  <c:v>7.3289999999999997</c:v>
                </c:pt>
                <c:pt idx="7255">
                  <c:v>7.3289999999999997</c:v>
                </c:pt>
                <c:pt idx="7256">
                  <c:v>7.327</c:v>
                </c:pt>
                <c:pt idx="7257">
                  <c:v>7.3230000000000004</c:v>
                </c:pt>
                <c:pt idx="7258">
                  <c:v>7.32</c:v>
                </c:pt>
                <c:pt idx="7259">
                  <c:v>7.319</c:v>
                </c:pt>
                <c:pt idx="7260">
                  <c:v>7.3209999999999997</c:v>
                </c:pt>
                <c:pt idx="7261">
                  <c:v>7.3250000000000002</c:v>
                </c:pt>
                <c:pt idx="7262">
                  <c:v>7.3220000000000001</c:v>
                </c:pt>
                <c:pt idx="7263">
                  <c:v>7.32</c:v>
                </c:pt>
                <c:pt idx="7264">
                  <c:v>7.319</c:v>
                </c:pt>
                <c:pt idx="7265">
                  <c:v>7.3220000000000001</c:v>
                </c:pt>
                <c:pt idx="7266">
                  <c:v>7.3220000000000001</c:v>
                </c:pt>
                <c:pt idx="7267">
                  <c:v>7.3209999999999997</c:v>
                </c:pt>
                <c:pt idx="7268">
                  <c:v>7.3209999999999997</c:v>
                </c:pt>
                <c:pt idx="7269">
                  <c:v>7.3170000000000002</c:v>
                </c:pt>
                <c:pt idx="7270">
                  <c:v>7.3159999999999998</c:v>
                </c:pt>
                <c:pt idx="7271">
                  <c:v>7.3159999999999998</c:v>
                </c:pt>
                <c:pt idx="7272">
                  <c:v>7.3170000000000002</c:v>
                </c:pt>
                <c:pt idx="7273">
                  <c:v>7.3179999999999996</c:v>
                </c:pt>
                <c:pt idx="7274">
                  <c:v>7.319</c:v>
                </c:pt>
                <c:pt idx="7275">
                  <c:v>7.3140000000000001</c:v>
                </c:pt>
                <c:pt idx="7276">
                  <c:v>7.3140000000000001</c:v>
                </c:pt>
                <c:pt idx="7277">
                  <c:v>7.3170000000000002</c:v>
                </c:pt>
                <c:pt idx="7278">
                  <c:v>7.3170000000000002</c:v>
                </c:pt>
                <c:pt idx="7279">
                  <c:v>7.3159999999999998</c:v>
                </c:pt>
                <c:pt idx="7280">
                  <c:v>7.3140000000000001</c:v>
                </c:pt>
                <c:pt idx="7281">
                  <c:v>7.3120000000000003</c:v>
                </c:pt>
                <c:pt idx="7282">
                  <c:v>7.3109999999999999</c:v>
                </c:pt>
                <c:pt idx="7283">
                  <c:v>7.3109999999999999</c:v>
                </c:pt>
                <c:pt idx="7284">
                  <c:v>7.31</c:v>
                </c:pt>
                <c:pt idx="7285">
                  <c:v>7.3070000000000004</c:v>
                </c:pt>
                <c:pt idx="7286">
                  <c:v>7.3070000000000004</c:v>
                </c:pt>
                <c:pt idx="7287">
                  <c:v>7.3120000000000003</c:v>
                </c:pt>
                <c:pt idx="7288">
                  <c:v>7.3150000000000004</c:v>
                </c:pt>
                <c:pt idx="7289">
                  <c:v>7.3120000000000003</c:v>
                </c:pt>
                <c:pt idx="7290">
                  <c:v>7.3090000000000002</c:v>
                </c:pt>
                <c:pt idx="7291">
                  <c:v>7.3070000000000004</c:v>
                </c:pt>
                <c:pt idx="7292">
                  <c:v>7.3040000000000003</c:v>
                </c:pt>
                <c:pt idx="7293">
                  <c:v>7.3090000000000002</c:v>
                </c:pt>
                <c:pt idx="7294">
                  <c:v>7.3109999999999999</c:v>
                </c:pt>
                <c:pt idx="7295">
                  <c:v>7.3109999999999999</c:v>
                </c:pt>
                <c:pt idx="7296">
                  <c:v>7.3090000000000002</c:v>
                </c:pt>
                <c:pt idx="7297">
                  <c:v>7.306</c:v>
                </c:pt>
                <c:pt idx="7298">
                  <c:v>7.3029999999999999</c:v>
                </c:pt>
                <c:pt idx="7299">
                  <c:v>7.3010000000000002</c:v>
                </c:pt>
                <c:pt idx="7300">
                  <c:v>7.3079999999999998</c:v>
                </c:pt>
                <c:pt idx="7301">
                  <c:v>7.3079999999999998</c:v>
                </c:pt>
                <c:pt idx="7302">
                  <c:v>7.306</c:v>
                </c:pt>
                <c:pt idx="7303">
                  <c:v>7.3019999999999996</c:v>
                </c:pt>
                <c:pt idx="7304">
                  <c:v>7.2969999999999997</c:v>
                </c:pt>
                <c:pt idx="7305">
                  <c:v>7.2930000000000001</c:v>
                </c:pt>
                <c:pt idx="7306">
                  <c:v>7.2930000000000001</c:v>
                </c:pt>
                <c:pt idx="7307">
                  <c:v>7.3029999999999999</c:v>
                </c:pt>
                <c:pt idx="7308">
                  <c:v>7.3010000000000002</c:v>
                </c:pt>
                <c:pt idx="7309">
                  <c:v>7.3</c:v>
                </c:pt>
                <c:pt idx="7310">
                  <c:v>7.2990000000000004</c:v>
                </c:pt>
                <c:pt idx="7311">
                  <c:v>7.2969999999999997</c:v>
                </c:pt>
                <c:pt idx="7312">
                  <c:v>7.2990000000000004</c:v>
                </c:pt>
                <c:pt idx="7313">
                  <c:v>7.3029999999999999</c:v>
                </c:pt>
                <c:pt idx="7314">
                  <c:v>7.3040000000000003</c:v>
                </c:pt>
                <c:pt idx="7315">
                  <c:v>7.3</c:v>
                </c:pt>
                <c:pt idx="7316">
                  <c:v>7.2949999999999999</c:v>
                </c:pt>
                <c:pt idx="7317">
                  <c:v>7.298</c:v>
                </c:pt>
                <c:pt idx="7318">
                  <c:v>7.3010000000000002</c:v>
                </c:pt>
                <c:pt idx="7319">
                  <c:v>7.3</c:v>
                </c:pt>
                <c:pt idx="7320">
                  <c:v>7.2990000000000004</c:v>
                </c:pt>
                <c:pt idx="7321">
                  <c:v>7.3</c:v>
                </c:pt>
                <c:pt idx="7322">
                  <c:v>7.2990000000000004</c:v>
                </c:pt>
                <c:pt idx="7323">
                  <c:v>7.2960000000000003</c:v>
                </c:pt>
                <c:pt idx="7324">
                  <c:v>7.2939999999999996</c:v>
                </c:pt>
                <c:pt idx="7325">
                  <c:v>7.2930000000000001</c:v>
                </c:pt>
                <c:pt idx="7326">
                  <c:v>7.2919999999999998</c:v>
                </c:pt>
                <c:pt idx="7327">
                  <c:v>7.2930000000000001</c:v>
                </c:pt>
                <c:pt idx="7328">
                  <c:v>7.2949999999999999</c:v>
                </c:pt>
                <c:pt idx="7329">
                  <c:v>7.2960000000000003</c:v>
                </c:pt>
                <c:pt idx="7330">
                  <c:v>7.2960000000000003</c:v>
                </c:pt>
                <c:pt idx="7331">
                  <c:v>7.2919999999999998</c:v>
                </c:pt>
                <c:pt idx="7332">
                  <c:v>7.2910000000000004</c:v>
                </c:pt>
                <c:pt idx="7333">
                  <c:v>7.2910000000000004</c:v>
                </c:pt>
                <c:pt idx="7334">
                  <c:v>7.2919999999999998</c:v>
                </c:pt>
                <c:pt idx="7335">
                  <c:v>7.2930000000000001</c:v>
                </c:pt>
                <c:pt idx="7336">
                  <c:v>7.29</c:v>
                </c:pt>
                <c:pt idx="7337">
                  <c:v>7.2880000000000003</c:v>
                </c:pt>
                <c:pt idx="7338">
                  <c:v>7.2869999999999999</c:v>
                </c:pt>
                <c:pt idx="7339">
                  <c:v>7.2869999999999999</c:v>
                </c:pt>
                <c:pt idx="7340">
                  <c:v>7.2880000000000003</c:v>
                </c:pt>
                <c:pt idx="7341">
                  <c:v>7.2910000000000004</c:v>
                </c:pt>
                <c:pt idx="7342">
                  <c:v>7.2930000000000001</c:v>
                </c:pt>
                <c:pt idx="7343">
                  <c:v>7.2889999999999997</c:v>
                </c:pt>
                <c:pt idx="7344">
                  <c:v>7.2850000000000001</c:v>
                </c:pt>
                <c:pt idx="7345">
                  <c:v>7.2839999999999998</c:v>
                </c:pt>
                <c:pt idx="7346">
                  <c:v>7.2839999999999998</c:v>
                </c:pt>
                <c:pt idx="7347">
                  <c:v>7.2880000000000003</c:v>
                </c:pt>
                <c:pt idx="7348">
                  <c:v>7.2880000000000003</c:v>
                </c:pt>
                <c:pt idx="7349">
                  <c:v>7.2869999999999999</c:v>
                </c:pt>
                <c:pt idx="7350">
                  <c:v>7.2839999999999998</c:v>
                </c:pt>
                <c:pt idx="7351">
                  <c:v>7.282</c:v>
                </c:pt>
                <c:pt idx="7352">
                  <c:v>7.2809999999999997</c:v>
                </c:pt>
                <c:pt idx="7353">
                  <c:v>7.2809999999999997</c:v>
                </c:pt>
                <c:pt idx="7354">
                  <c:v>7.2830000000000004</c:v>
                </c:pt>
                <c:pt idx="7355">
                  <c:v>7.2869999999999999</c:v>
                </c:pt>
                <c:pt idx="7356">
                  <c:v>7.2859999999999996</c:v>
                </c:pt>
                <c:pt idx="7357">
                  <c:v>7.2839999999999998</c:v>
                </c:pt>
                <c:pt idx="7358">
                  <c:v>7.2809999999999997</c:v>
                </c:pt>
                <c:pt idx="7359">
                  <c:v>7.282</c:v>
                </c:pt>
                <c:pt idx="7360">
                  <c:v>7.2830000000000004</c:v>
                </c:pt>
                <c:pt idx="7361">
                  <c:v>7.2839999999999998</c:v>
                </c:pt>
                <c:pt idx="7362">
                  <c:v>7.2830000000000004</c:v>
                </c:pt>
                <c:pt idx="7363">
                  <c:v>7.2809999999999997</c:v>
                </c:pt>
                <c:pt idx="7364">
                  <c:v>7.2830000000000004</c:v>
                </c:pt>
                <c:pt idx="7365">
                  <c:v>7.2839999999999998</c:v>
                </c:pt>
                <c:pt idx="7366">
                  <c:v>7.2809999999999997</c:v>
                </c:pt>
                <c:pt idx="7367">
                  <c:v>7.2759999999999998</c:v>
                </c:pt>
                <c:pt idx="7368">
                  <c:v>7.2750000000000004</c:v>
                </c:pt>
                <c:pt idx="7369">
                  <c:v>7.2720000000000002</c:v>
                </c:pt>
                <c:pt idx="7370">
                  <c:v>7.2750000000000004</c:v>
                </c:pt>
                <c:pt idx="7371">
                  <c:v>7.2779999999999996</c:v>
                </c:pt>
                <c:pt idx="7372">
                  <c:v>7.2770000000000001</c:v>
                </c:pt>
                <c:pt idx="7373">
                  <c:v>7.2750000000000004</c:v>
                </c:pt>
                <c:pt idx="7374">
                  <c:v>7.2750000000000004</c:v>
                </c:pt>
                <c:pt idx="7375">
                  <c:v>7.2759999999999998</c:v>
                </c:pt>
                <c:pt idx="7376">
                  <c:v>7.2750000000000004</c:v>
                </c:pt>
                <c:pt idx="7377">
                  <c:v>7.2729999999999997</c:v>
                </c:pt>
                <c:pt idx="7378">
                  <c:v>7.2709999999999999</c:v>
                </c:pt>
                <c:pt idx="7379">
                  <c:v>7.2720000000000002</c:v>
                </c:pt>
                <c:pt idx="7380">
                  <c:v>7.2729999999999997</c:v>
                </c:pt>
                <c:pt idx="7381">
                  <c:v>7.2759999999999998</c:v>
                </c:pt>
                <c:pt idx="7382">
                  <c:v>7.2759999999999998</c:v>
                </c:pt>
                <c:pt idx="7383">
                  <c:v>7.2729999999999997</c:v>
                </c:pt>
                <c:pt idx="7384">
                  <c:v>7.27</c:v>
                </c:pt>
                <c:pt idx="7385">
                  <c:v>7.2649999999999997</c:v>
                </c:pt>
                <c:pt idx="7386">
                  <c:v>7.2679999999999998</c:v>
                </c:pt>
                <c:pt idx="7387">
                  <c:v>7.2709999999999999</c:v>
                </c:pt>
                <c:pt idx="7388">
                  <c:v>7.2690000000000001</c:v>
                </c:pt>
                <c:pt idx="7389">
                  <c:v>7.2670000000000003</c:v>
                </c:pt>
                <c:pt idx="7390">
                  <c:v>7.2670000000000003</c:v>
                </c:pt>
                <c:pt idx="7391">
                  <c:v>7.2679999999999998</c:v>
                </c:pt>
                <c:pt idx="7392">
                  <c:v>7.2679999999999998</c:v>
                </c:pt>
                <c:pt idx="7393">
                  <c:v>7.2709999999999999</c:v>
                </c:pt>
                <c:pt idx="7394">
                  <c:v>7.27</c:v>
                </c:pt>
                <c:pt idx="7395">
                  <c:v>7.2640000000000002</c:v>
                </c:pt>
                <c:pt idx="7396">
                  <c:v>7.2629999999999999</c:v>
                </c:pt>
                <c:pt idx="7397">
                  <c:v>7.2640000000000002</c:v>
                </c:pt>
                <c:pt idx="7398">
                  <c:v>7.2649999999999997</c:v>
                </c:pt>
                <c:pt idx="7399">
                  <c:v>7.2670000000000003</c:v>
                </c:pt>
                <c:pt idx="7400">
                  <c:v>7.2679999999999998</c:v>
                </c:pt>
                <c:pt idx="7401">
                  <c:v>7.2670000000000003</c:v>
                </c:pt>
                <c:pt idx="7402">
                  <c:v>7.2629999999999999</c:v>
                </c:pt>
                <c:pt idx="7403">
                  <c:v>7.2619999999999996</c:v>
                </c:pt>
                <c:pt idx="7404">
                  <c:v>7.2619999999999996</c:v>
                </c:pt>
                <c:pt idx="7405">
                  <c:v>7.26</c:v>
                </c:pt>
                <c:pt idx="7406">
                  <c:v>7.2610000000000001</c:v>
                </c:pt>
                <c:pt idx="7407">
                  <c:v>7.2619999999999996</c:v>
                </c:pt>
                <c:pt idx="7408">
                  <c:v>7.2619999999999996</c:v>
                </c:pt>
                <c:pt idx="7409">
                  <c:v>7.2610000000000001</c:v>
                </c:pt>
                <c:pt idx="7410">
                  <c:v>7.2619999999999996</c:v>
                </c:pt>
                <c:pt idx="7411">
                  <c:v>7.2619999999999996</c:v>
                </c:pt>
                <c:pt idx="7412">
                  <c:v>7.2610000000000001</c:v>
                </c:pt>
                <c:pt idx="7413">
                  <c:v>7.26</c:v>
                </c:pt>
                <c:pt idx="7414">
                  <c:v>7.26</c:v>
                </c:pt>
                <c:pt idx="7415">
                  <c:v>7.2610000000000001</c:v>
                </c:pt>
                <c:pt idx="7416">
                  <c:v>7.26</c:v>
                </c:pt>
                <c:pt idx="7417">
                  <c:v>7.2610000000000001</c:v>
                </c:pt>
                <c:pt idx="7418">
                  <c:v>7.2560000000000002</c:v>
                </c:pt>
                <c:pt idx="7419">
                  <c:v>7.2539999999999996</c:v>
                </c:pt>
                <c:pt idx="7420">
                  <c:v>7.2539999999999996</c:v>
                </c:pt>
                <c:pt idx="7421">
                  <c:v>7.2560000000000002</c:v>
                </c:pt>
                <c:pt idx="7422">
                  <c:v>7.2539999999999996</c:v>
                </c:pt>
                <c:pt idx="7423">
                  <c:v>7.2530000000000001</c:v>
                </c:pt>
                <c:pt idx="7424">
                  <c:v>7.2510000000000003</c:v>
                </c:pt>
                <c:pt idx="7425">
                  <c:v>7.2489999999999997</c:v>
                </c:pt>
                <c:pt idx="7426">
                  <c:v>7.2519999999999998</c:v>
                </c:pt>
                <c:pt idx="7427">
                  <c:v>7.2539999999999996</c:v>
                </c:pt>
                <c:pt idx="7428">
                  <c:v>7.2569999999999997</c:v>
                </c:pt>
                <c:pt idx="7429">
                  <c:v>7.2549999999999999</c:v>
                </c:pt>
                <c:pt idx="7430">
                  <c:v>7.2510000000000003</c:v>
                </c:pt>
                <c:pt idx="7431">
                  <c:v>7.25</c:v>
                </c:pt>
                <c:pt idx="7432">
                  <c:v>7.2480000000000002</c:v>
                </c:pt>
                <c:pt idx="7433">
                  <c:v>7.2489999999999997</c:v>
                </c:pt>
                <c:pt idx="7434">
                  <c:v>7.2519999999999998</c:v>
                </c:pt>
                <c:pt idx="7435">
                  <c:v>7.2510000000000003</c:v>
                </c:pt>
                <c:pt idx="7436">
                  <c:v>7.25</c:v>
                </c:pt>
                <c:pt idx="7437">
                  <c:v>7.2480000000000002</c:v>
                </c:pt>
                <c:pt idx="7438">
                  <c:v>7.2450000000000001</c:v>
                </c:pt>
                <c:pt idx="7439">
                  <c:v>7.2439999999999998</c:v>
                </c:pt>
                <c:pt idx="7440">
                  <c:v>7.2469999999999999</c:v>
                </c:pt>
                <c:pt idx="7441">
                  <c:v>7.2530000000000001</c:v>
                </c:pt>
                <c:pt idx="7442">
                  <c:v>7.2510000000000003</c:v>
                </c:pt>
                <c:pt idx="7443">
                  <c:v>7.2480000000000002</c:v>
                </c:pt>
                <c:pt idx="7444">
                  <c:v>7.2460000000000004</c:v>
                </c:pt>
                <c:pt idx="7445">
                  <c:v>7.2460000000000004</c:v>
                </c:pt>
                <c:pt idx="7446">
                  <c:v>7.2460000000000004</c:v>
                </c:pt>
                <c:pt idx="7447">
                  <c:v>7.2409999999999997</c:v>
                </c:pt>
                <c:pt idx="7448">
                  <c:v>7.2409999999999997</c:v>
                </c:pt>
                <c:pt idx="7449">
                  <c:v>7.2450000000000001</c:v>
                </c:pt>
                <c:pt idx="7450">
                  <c:v>7.2439999999999998</c:v>
                </c:pt>
                <c:pt idx="7451">
                  <c:v>7.2439999999999998</c:v>
                </c:pt>
                <c:pt idx="7452">
                  <c:v>7.242</c:v>
                </c:pt>
                <c:pt idx="7453">
                  <c:v>7.24</c:v>
                </c:pt>
                <c:pt idx="7454">
                  <c:v>7.2389999999999999</c:v>
                </c:pt>
                <c:pt idx="7455">
                  <c:v>7.2380000000000004</c:v>
                </c:pt>
                <c:pt idx="7456">
                  <c:v>7.2380000000000004</c:v>
                </c:pt>
                <c:pt idx="7457">
                  <c:v>7.2370000000000001</c:v>
                </c:pt>
                <c:pt idx="7458">
                  <c:v>7.2359999999999998</c:v>
                </c:pt>
                <c:pt idx="7459">
                  <c:v>7.2350000000000003</c:v>
                </c:pt>
                <c:pt idx="7460">
                  <c:v>7.2359999999999998</c:v>
                </c:pt>
                <c:pt idx="7461">
                  <c:v>7.2389999999999999</c:v>
                </c:pt>
                <c:pt idx="7462">
                  <c:v>7.24</c:v>
                </c:pt>
                <c:pt idx="7463">
                  <c:v>7.242</c:v>
                </c:pt>
                <c:pt idx="7464">
                  <c:v>7.24</c:v>
                </c:pt>
                <c:pt idx="7465">
                  <c:v>7.2309999999999999</c:v>
                </c:pt>
                <c:pt idx="7466">
                  <c:v>7.2309999999999999</c:v>
                </c:pt>
                <c:pt idx="7467">
                  <c:v>7.2350000000000003</c:v>
                </c:pt>
                <c:pt idx="7468">
                  <c:v>7.2380000000000004</c:v>
                </c:pt>
                <c:pt idx="7469">
                  <c:v>7.2380000000000004</c:v>
                </c:pt>
                <c:pt idx="7470">
                  <c:v>7.2359999999999998</c:v>
                </c:pt>
                <c:pt idx="7471">
                  <c:v>7.234</c:v>
                </c:pt>
                <c:pt idx="7472">
                  <c:v>7.2320000000000002</c:v>
                </c:pt>
                <c:pt idx="7473">
                  <c:v>7.2329999999999997</c:v>
                </c:pt>
                <c:pt idx="7474">
                  <c:v>7.234</c:v>
                </c:pt>
                <c:pt idx="7475">
                  <c:v>7.2350000000000003</c:v>
                </c:pt>
                <c:pt idx="7476">
                  <c:v>7.2329999999999997</c:v>
                </c:pt>
                <c:pt idx="7477">
                  <c:v>7.23</c:v>
                </c:pt>
                <c:pt idx="7478">
                  <c:v>7.2290000000000001</c:v>
                </c:pt>
                <c:pt idx="7479">
                  <c:v>7.2279999999999998</c:v>
                </c:pt>
                <c:pt idx="7480">
                  <c:v>7.2309999999999999</c:v>
                </c:pt>
                <c:pt idx="7481">
                  <c:v>7.2359999999999998</c:v>
                </c:pt>
                <c:pt idx="7482">
                  <c:v>7.234</c:v>
                </c:pt>
                <c:pt idx="7483">
                  <c:v>7.23</c:v>
                </c:pt>
                <c:pt idx="7484">
                  <c:v>7.2290000000000001</c:v>
                </c:pt>
                <c:pt idx="7485">
                  <c:v>7.2309999999999999</c:v>
                </c:pt>
                <c:pt idx="7486">
                  <c:v>7.2320000000000002</c:v>
                </c:pt>
                <c:pt idx="7487">
                  <c:v>7.2320000000000002</c:v>
                </c:pt>
                <c:pt idx="7488">
                  <c:v>7.2290000000000001</c:v>
                </c:pt>
                <c:pt idx="7489">
                  <c:v>7.226</c:v>
                </c:pt>
                <c:pt idx="7490">
                  <c:v>7.2249999999999996</c:v>
                </c:pt>
                <c:pt idx="7491">
                  <c:v>7.2279999999999998</c:v>
                </c:pt>
                <c:pt idx="7492">
                  <c:v>7.2279999999999998</c:v>
                </c:pt>
                <c:pt idx="7493">
                  <c:v>7.226</c:v>
                </c:pt>
                <c:pt idx="7494">
                  <c:v>7.2240000000000002</c:v>
                </c:pt>
                <c:pt idx="7495">
                  <c:v>7.2240000000000002</c:v>
                </c:pt>
                <c:pt idx="7496">
                  <c:v>7.2220000000000004</c:v>
                </c:pt>
                <c:pt idx="7497">
                  <c:v>7.2220000000000004</c:v>
                </c:pt>
                <c:pt idx="7498">
                  <c:v>7.2220000000000004</c:v>
                </c:pt>
                <c:pt idx="7499">
                  <c:v>7.22</c:v>
                </c:pt>
                <c:pt idx="7500">
                  <c:v>7.2190000000000003</c:v>
                </c:pt>
                <c:pt idx="7501">
                  <c:v>7.2210000000000001</c:v>
                </c:pt>
                <c:pt idx="7502">
                  <c:v>7.2229999999999999</c:v>
                </c:pt>
                <c:pt idx="7503">
                  <c:v>7.2229999999999999</c:v>
                </c:pt>
                <c:pt idx="7504">
                  <c:v>7.2220000000000004</c:v>
                </c:pt>
                <c:pt idx="7505">
                  <c:v>7.2210000000000001</c:v>
                </c:pt>
                <c:pt idx="7506">
                  <c:v>7.22</c:v>
                </c:pt>
                <c:pt idx="7507">
                  <c:v>7.2190000000000003</c:v>
                </c:pt>
                <c:pt idx="7508">
                  <c:v>7.2190000000000003</c:v>
                </c:pt>
                <c:pt idx="7509">
                  <c:v>7.22</c:v>
                </c:pt>
                <c:pt idx="7510">
                  <c:v>7.2229999999999999</c:v>
                </c:pt>
                <c:pt idx="7511">
                  <c:v>7.22</c:v>
                </c:pt>
                <c:pt idx="7512">
                  <c:v>7.2149999999999999</c:v>
                </c:pt>
                <c:pt idx="7513">
                  <c:v>7.2169999999999996</c:v>
                </c:pt>
                <c:pt idx="7514">
                  <c:v>7.22</c:v>
                </c:pt>
                <c:pt idx="7515">
                  <c:v>7.2210000000000001</c:v>
                </c:pt>
                <c:pt idx="7516">
                  <c:v>7.218</c:v>
                </c:pt>
                <c:pt idx="7517">
                  <c:v>7.2160000000000002</c:v>
                </c:pt>
                <c:pt idx="7518">
                  <c:v>7.2140000000000004</c:v>
                </c:pt>
                <c:pt idx="7519">
                  <c:v>7.2149999999999999</c:v>
                </c:pt>
                <c:pt idx="7520">
                  <c:v>7.2190000000000003</c:v>
                </c:pt>
                <c:pt idx="7521">
                  <c:v>7.218</c:v>
                </c:pt>
                <c:pt idx="7522">
                  <c:v>7.2140000000000004</c:v>
                </c:pt>
                <c:pt idx="7523">
                  <c:v>7.21</c:v>
                </c:pt>
                <c:pt idx="7524">
                  <c:v>7.2110000000000003</c:v>
                </c:pt>
                <c:pt idx="7525">
                  <c:v>7.2110000000000003</c:v>
                </c:pt>
                <c:pt idx="7526">
                  <c:v>7.21</c:v>
                </c:pt>
                <c:pt idx="7527">
                  <c:v>7.2089999999999996</c:v>
                </c:pt>
                <c:pt idx="7528">
                  <c:v>7.2069999999999999</c:v>
                </c:pt>
                <c:pt idx="7529">
                  <c:v>7.2050000000000001</c:v>
                </c:pt>
                <c:pt idx="7530">
                  <c:v>7.2039999999999997</c:v>
                </c:pt>
                <c:pt idx="7531">
                  <c:v>7.2039999999999997</c:v>
                </c:pt>
                <c:pt idx="7532">
                  <c:v>7.2039999999999997</c:v>
                </c:pt>
                <c:pt idx="7533">
                  <c:v>7.2050000000000001</c:v>
                </c:pt>
                <c:pt idx="7534">
                  <c:v>7.2069999999999999</c:v>
                </c:pt>
                <c:pt idx="7535">
                  <c:v>7.2060000000000004</c:v>
                </c:pt>
                <c:pt idx="7536">
                  <c:v>7.2060000000000004</c:v>
                </c:pt>
                <c:pt idx="7537">
                  <c:v>7.2060000000000004</c:v>
                </c:pt>
                <c:pt idx="7538">
                  <c:v>7.2060000000000004</c:v>
                </c:pt>
                <c:pt idx="7539">
                  <c:v>7.2050000000000001</c:v>
                </c:pt>
                <c:pt idx="7540">
                  <c:v>7.2050000000000001</c:v>
                </c:pt>
                <c:pt idx="7541">
                  <c:v>7.2060000000000004</c:v>
                </c:pt>
                <c:pt idx="7542">
                  <c:v>7.2069999999999999</c:v>
                </c:pt>
                <c:pt idx="7543">
                  <c:v>7.1950000000000003</c:v>
                </c:pt>
                <c:pt idx="7544">
                  <c:v>7.1909999999999998</c:v>
                </c:pt>
                <c:pt idx="7545">
                  <c:v>7.1870000000000003</c:v>
                </c:pt>
                <c:pt idx="7546">
                  <c:v>7.1840000000000002</c:v>
                </c:pt>
                <c:pt idx="7547">
                  <c:v>7.1790000000000003</c:v>
                </c:pt>
                <c:pt idx="7548">
                  <c:v>7.1790000000000003</c:v>
                </c:pt>
                <c:pt idx="7549">
                  <c:v>7.18</c:v>
                </c:pt>
                <c:pt idx="7550">
                  <c:v>7.173</c:v>
                </c:pt>
                <c:pt idx="7551">
                  <c:v>7.1779999999999999</c:v>
                </c:pt>
                <c:pt idx="7552">
                  <c:v>7.18</c:v>
                </c:pt>
                <c:pt idx="7553">
                  <c:v>7.1820000000000004</c:v>
                </c:pt>
                <c:pt idx="7554">
                  <c:v>7.1829999999999998</c:v>
                </c:pt>
                <c:pt idx="7555">
                  <c:v>7.1859999999999999</c:v>
                </c:pt>
                <c:pt idx="7556">
                  <c:v>7.1870000000000003</c:v>
                </c:pt>
                <c:pt idx="7557">
                  <c:v>7.1829999999999998</c:v>
                </c:pt>
                <c:pt idx="7558">
                  <c:v>7.1829999999999998</c:v>
                </c:pt>
                <c:pt idx="7559">
                  <c:v>7.1849999999999996</c:v>
                </c:pt>
                <c:pt idx="7560">
                  <c:v>7.1849999999999996</c:v>
                </c:pt>
                <c:pt idx="7561">
                  <c:v>7.1859999999999999</c:v>
                </c:pt>
                <c:pt idx="7562">
                  <c:v>7.1859999999999999</c:v>
                </c:pt>
                <c:pt idx="7563">
                  <c:v>7.1849999999999996</c:v>
                </c:pt>
                <c:pt idx="7564">
                  <c:v>7.1840000000000002</c:v>
                </c:pt>
                <c:pt idx="7565">
                  <c:v>7.1849999999999996</c:v>
                </c:pt>
                <c:pt idx="7566">
                  <c:v>7.1829999999999998</c:v>
                </c:pt>
                <c:pt idx="7567">
                  <c:v>7.1859999999999999</c:v>
                </c:pt>
                <c:pt idx="7568">
                  <c:v>7.1870000000000003</c:v>
                </c:pt>
                <c:pt idx="7569">
                  <c:v>7.1879999999999997</c:v>
                </c:pt>
                <c:pt idx="7570">
                  <c:v>7.1859999999999999</c:v>
                </c:pt>
                <c:pt idx="7571">
                  <c:v>7.1849999999999996</c:v>
                </c:pt>
                <c:pt idx="7572">
                  <c:v>7.1849999999999996</c:v>
                </c:pt>
                <c:pt idx="7573">
                  <c:v>7.1870000000000003</c:v>
                </c:pt>
                <c:pt idx="7574">
                  <c:v>7.1859999999999999</c:v>
                </c:pt>
                <c:pt idx="7575">
                  <c:v>7.1849999999999996</c:v>
                </c:pt>
                <c:pt idx="7576">
                  <c:v>7.1840000000000002</c:v>
                </c:pt>
                <c:pt idx="7577">
                  <c:v>7.1829999999999998</c:v>
                </c:pt>
                <c:pt idx="7578">
                  <c:v>7.1820000000000004</c:v>
                </c:pt>
                <c:pt idx="7579">
                  <c:v>7.1820000000000004</c:v>
                </c:pt>
                <c:pt idx="7580">
                  <c:v>7.1829999999999998</c:v>
                </c:pt>
                <c:pt idx="7581">
                  <c:v>7.1859999999999999</c:v>
                </c:pt>
                <c:pt idx="7582">
                  <c:v>7.1849999999999996</c:v>
                </c:pt>
                <c:pt idx="7583">
                  <c:v>7.1840000000000002</c:v>
                </c:pt>
                <c:pt idx="7584">
                  <c:v>7.181</c:v>
                </c:pt>
                <c:pt idx="7585">
                  <c:v>7.18</c:v>
                </c:pt>
                <c:pt idx="7586">
                  <c:v>7.181</c:v>
                </c:pt>
                <c:pt idx="7587">
                  <c:v>7.181</c:v>
                </c:pt>
                <c:pt idx="7588">
                  <c:v>7.1829999999999998</c:v>
                </c:pt>
                <c:pt idx="7589">
                  <c:v>7.1840000000000002</c:v>
                </c:pt>
                <c:pt idx="7590">
                  <c:v>7.1829999999999998</c:v>
                </c:pt>
                <c:pt idx="7591">
                  <c:v>7.1829999999999998</c:v>
                </c:pt>
                <c:pt idx="7592">
                  <c:v>7.1829999999999998</c:v>
                </c:pt>
                <c:pt idx="7593">
                  <c:v>7.1829999999999998</c:v>
                </c:pt>
                <c:pt idx="7594">
                  <c:v>7.1829999999999998</c:v>
                </c:pt>
                <c:pt idx="7595">
                  <c:v>7.1829999999999998</c:v>
                </c:pt>
                <c:pt idx="7596">
                  <c:v>7.181</c:v>
                </c:pt>
                <c:pt idx="7597">
                  <c:v>7.18</c:v>
                </c:pt>
                <c:pt idx="7598">
                  <c:v>7.18</c:v>
                </c:pt>
                <c:pt idx="7599">
                  <c:v>7.1820000000000004</c:v>
                </c:pt>
                <c:pt idx="7600">
                  <c:v>7.1840000000000002</c:v>
                </c:pt>
                <c:pt idx="7601">
                  <c:v>7.1820000000000004</c:v>
                </c:pt>
                <c:pt idx="7602">
                  <c:v>7.1790000000000003</c:v>
                </c:pt>
                <c:pt idx="7603">
                  <c:v>7.1779999999999999</c:v>
                </c:pt>
                <c:pt idx="7604">
                  <c:v>7.1760000000000002</c:v>
                </c:pt>
                <c:pt idx="7605">
                  <c:v>7.1760000000000002</c:v>
                </c:pt>
                <c:pt idx="7606">
                  <c:v>7.1769999999999996</c:v>
                </c:pt>
                <c:pt idx="7607">
                  <c:v>7.1769999999999996</c:v>
                </c:pt>
                <c:pt idx="7608">
                  <c:v>7.1760000000000002</c:v>
                </c:pt>
                <c:pt idx="7609">
                  <c:v>7.1760000000000002</c:v>
                </c:pt>
                <c:pt idx="7610">
                  <c:v>7.1749999999999998</c:v>
                </c:pt>
                <c:pt idx="7611">
                  <c:v>7.1740000000000004</c:v>
                </c:pt>
                <c:pt idx="7612">
                  <c:v>7.1740000000000004</c:v>
                </c:pt>
                <c:pt idx="7613">
                  <c:v>7.173</c:v>
                </c:pt>
                <c:pt idx="7614">
                  <c:v>7.1719999999999997</c:v>
                </c:pt>
                <c:pt idx="7615">
                  <c:v>7.1719999999999997</c:v>
                </c:pt>
                <c:pt idx="7616">
                  <c:v>7.1719999999999997</c:v>
                </c:pt>
                <c:pt idx="7617">
                  <c:v>7.1719999999999997</c:v>
                </c:pt>
                <c:pt idx="7618">
                  <c:v>7.1719999999999997</c:v>
                </c:pt>
                <c:pt idx="7619">
                  <c:v>7.1719999999999997</c:v>
                </c:pt>
                <c:pt idx="7620">
                  <c:v>7.173</c:v>
                </c:pt>
                <c:pt idx="7621">
                  <c:v>7.173</c:v>
                </c:pt>
                <c:pt idx="7622">
                  <c:v>7.1719999999999997</c:v>
                </c:pt>
                <c:pt idx="7623">
                  <c:v>7.1710000000000003</c:v>
                </c:pt>
                <c:pt idx="7624">
                  <c:v>7.1710000000000003</c:v>
                </c:pt>
                <c:pt idx="7625">
                  <c:v>7.17</c:v>
                </c:pt>
                <c:pt idx="7626">
                  <c:v>7.1689999999999996</c:v>
                </c:pt>
                <c:pt idx="7627">
                  <c:v>7.1680000000000001</c:v>
                </c:pt>
                <c:pt idx="7628">
                  <c:v>7.17</c:v>
                </c:pt>
                <c:pt idx="7629">
                  <c:v>7.1680000000000001</c:v>
                </c:pt>
                <c:pt idx="7630">
                  <c:v>7.1680000000000001</c:v>
                </c:pt>
                <c:pt idx="7631">
                  <c:v>7.1680000000000001</c:v>
                </c:pt>
                <c:pt idx="7632">
                  <c:v>7.1669999999999998</c:v>
                </c:pt>
                <c:pt idx="7633">
                  <c:v>7.1669999999999998</c:v>
                </c:pt>
                <c:pt idx="7634">
                  <c:v>7.1680000000000001</c:v>
                </c:pt>
                <c:pt idx="7635">
                  <c:v>7.1360000000000001</c:v>
                </c:pt>
                <c:pt idx="7636">
                  <c:v>7.1349999999999998</c:v>
                </c:pt>
                <c:pt idx="7637">
                  <c:v>7.165</c:v>
                </c:pt>
                <c:pt idx="7638">
                  <c:v>7.1639999999999997</c:v>
                </c:pt>
                <c:pt idx="7639">
                  <c:v>7.1639999999999997</c:v>
                </c:pt>
                <c:pt idx="7640">
                  <c:v>7.1639999999999997</c:v>
                </c:pt>
                <c:pt idx="7641">
                  <c:v>7.1639999999999997</c:v>
                </c:pt>
                <c:pt idx="7642">
                  <c:v>7.1630000000000003</c:v>
                </c:pt>
                <c:pt idx="7643">
                  <c:v>7.16</c:v>
                </c:pt>
                <c:pt idx="7644">
                  <c:v>7.1580000000000004</c:v>
                </c:pt>
                <c:pt idx="7645">
                  <c:v>7.1580000000000004</c:v>
                </c:pt>
                <c:pt idx="7646">
                  <c:v>7.1580000000000004</c:v>
                </c:pt>
                <c:pt idx="7647">
                  <c:v>7.16</c:v>
                </c:pt>
                <c:pt idx="7648">
                  <c:v>7.16</c:v>
                </c:pt>
                <c:pt idx="7649">
                  <c:v>7.16</c:v>
                </c:pt>
                <c:pt idx="7650">
                  <c:v>7.1589999999999998</c:v>
                </c:pt>
                <c:pt idx="7651">
                  <c:v>7.1580000000000004</c:v>
                </c:pt>
                <c:pt idx="7652">
                  <c:v>7.1589999999999998</c:v>
                </c:pt>
                <c:pt idx="7653">
                  <c:v>7.1609999999999996</c:v>
                </c:pt>
                <c:pt idx="7654">
                  <c:v>7.16</c:v>
                </c:pt>
                <c:pt idx="7655">
                  <c:v>7.16</c:v>
                </c:pt>
                <c:pt idx="7656">
                  <c:v>7.1580000000000004</c:v>
                </c:pt>
                <c:pt idx="7657">
                  <c:v>7.1559999999999997</c:v>
                </c:pt>
                <c:pt idx="7658">
                  <c:v>7.1559999999999997</c:v>
                </c:pt>
                <c:pt idx="7659">
                  <c:v>7.1559999999999997</c:v>
                </c:pt>
                <c:pt idx="7660">
                  <c:v>7.1559999999999997</c:v>
                </c:pt>
                <c:pt idx="7661">
                  <c:v>7.157</c:v>
                </c:pt>
                <c:pt idx="7662">
                  <c:v>7.157</c:v>
                </c:pt>
                <c:pt idx="7663">
                  <c:v>7.1550000000000002</c:v>
                </c:pt>
                <c:pt idx="7664">
                  <c:v>7.1539999999999999</c:v>
                </c:pt>
                <c:pt idx="7665">
                  <c:v>7.1539999999999999</c:v>
                </c:pt>
                <c:pt idx="7666">
                  <c:v>7.1539999999999999</c:v>
                </c:pt>
                <c:pt idx="7667">
                  <c:v>7.1550000000000002</c:v>
                </c:pt>
                <c:pt idx="7668">
                  <c:v>7.1539999999999999</c:v>
                </c:pt>
                <c:pt idx="7669">
                  <c:v>7.1539999999999999</c:v>
                </c:pt>
                <c:pt idx="7670">
                  <c:v>7.1539999999999999</c:v>
                </c:pt>
                <c:pt idx="7671">
                  <c:v>7.1520000000000001</c:v>
                </c:pt>
                <c:pt idx="7672">
                  <c:v>7.1509999999999998</c:v>
                </c:pt>
                <c:pt idx="7673">
                  <c:v>7.1520000000000001</c:v>
                </c:pt>
                <c:pt idx="7674">
                  <c:v>7.1529999999999996</c:v>
                </c:pt>
                <c:pt idx="7675">
                  <c:v>7.1529999999999996</c:v>
                </c:pt>
                <c:pt idx="7676">
                  <c:v>7.1509999999999998</c:v>
                </c:pt>
                <c:pt idx="7677">
                  <c:v>7.1509999999999998</c:v>
                </c:pt>
                <c:pt idx="7678">
                  <c:v>7.1509999999999998</c:v>
                </c:pt>
                <c:pt idx="7679">
                  <c:v>7.1509999999999998</c:v>
                </c:pt>
                <c:pt idx="7680">
                  <c:v>7.1509999999999998</c:v>
                </c:pt>
                <c:pt idx="7681">
                  <c:v>7.1509999999999998</c:v>
                </c:pt>
                <c:pt idx="7682">
                  <c:v>7.1520000000000001</c:v>
                </c:pt>
                <c:pt idx="7683">
                  <c:v>7.149</c:v>
                </c:pt>
                <c:pt idx="7684">
                  <c:v>7.15</c:v>
                </c:pt>
                <c:pt idx="7685">
                  <c:v>7.15</c:v>
                </c:pt>
                <c:pt idx="7686">
                  <c:v>7.149</c:v>
                </c:pt>
                <c:pt idx="7687">
                  <c:v>7.1479999999999997</c:v>
                </c:pt>
                <c:pt idx="7688">
                  <c:v>7.1479999999999997</c:v>
                </c:pt>
                <c:pt idx="7689">
                  <c:v>7.1479999999999997</c:v>
                </c:pt>
                <c:pt idx="7690">
                  <c:v>7.1449999999999996</c:v>
                </c:pt>
                <c:pt idx="7691">
                  <c:v>7.1449999999999996</c:v>
                </c:pt>
                <c:pt idx="7692">
                  <c:v>7.1459999999999999</c:v>
                </c:pt>
                <c:pt idx="7693">
                  <c:v>7.1470000000000002</c:v>
                </c:pt>
                <c:pt idx="7694">
                  <c:v>7.1479999999999997</c:v>
                </c:pt>
                <c:pt idx="7695">
                  <c:v>7.1470000000000002</c:v>
                </c:pt>
                <c:pt idx="7696">
                  <c:v>7.1449999999999996</c:v>
                </c:pt>
                <c:pt idx="7697">
                  <c:v>7.1449999999999996</c:v>
                </c:pt>
                <c:pt idx="7698">
                  <c:v>7.1440000000000001</c:v>
                </c:pt>
                <c:pt idx="7699">
                  <c:v>7.1420000000000003</c:v>
                </c:pt>
                <c:pt idx="7700">
                  <c:v>7.1420000000000003</c:v>
                </c:pt>
                <c:pt idx="7701">
                  <c:v>7.1429999999999998</c:v>
                </c:pt>
                <c:pt idx="7702">
                  <c:v>7.1440000000000001</c:v>
                </c:pt>
                <c:pt idx="7703">
                  <c:v>7.1440000000000001</c:v>
                </c:pt>
                <c:pt idx="7704">
                  <c:v>7.1440000000000001</c:v>
                </c:pt>
                <c:pt idx="7705">
                  <c:v>7.1429999999999998</c:v>
                </c:pt>
                <c:pt idx="7706">
                  <c:v>7.141</c:v>
                </c:pt>
                <c:pt idx="7707">
                  <c:v>7.1429999999999998</c:v>
                </c:pt>
                <c:pt idx="7708">
                  <c:v>7.1429999999999998</c:v>
                </c:pt>
                <c:pt idx="7709">
                  <c:v>7.1420000000000003</c:v>
                </c:pt>
                <c:pt idx="7710">
                  <c:v>7.141</c:v>
                </c:pt>
                <c:pt idx="7711">
                  <c:v>7.141</c:v>
                </c:pt>
                <c:pt idx="7712">
                  <c:v>7.14</c:v>
                </c:pt>
                <c:pt idx="7713">
                  <c:v>7.1379999999999999</c:v>
                </c:pt>
                <c:pt idx="7714">
                  <c:v>7.14</c:v>
                </c:pt>
                <c:pt idx="7715">
                  <c:v>7.1390000000000002</c:v>
                </c:pt>
                <c:pt idx="7716">
                  <c:v>7.1379999999999999</c:v>
                </c:pt>
                <c:pt idx="7717">
                  <c:v>7.1360000000000001</c:v>
                </c:pt>
                <c:pt idx="7718">
                  <c:v>7.1349999999999998</c:v>
                </c:pt>
                <c:pt idx="7719">
                  <c:v>7.1340000000000003</c:v>
                </c:pt>
                <c:pt idx="7720">
                  <c:v>7.1349999999999998</c:v>
                </c:pt>
                <c:pt idx="7721">
                  <c:v>7.1360000000000001</c:v>
                </c:pt>
                <c:pt idx="7722">
                  <c:v>7.1369999999999996</c:v>
                </c:pt>
                <c:pt idx="7723">
                  <c:v>7.1360000000000001</c:v>
                </c:pt>
                <c:pt idx="7724">
                  <c:v>7.1349999999999998</c:v>
                </c:pt>
                <c:pt idx="7725">
                  <c:v>7.133</c:v>
                </c:pt>
                <c:pt idx="7726">
                  <c:v>7.133</c:v>
                </c:pt>
                <c:pt idx="7727">
                  <c:v>7.1340000000000003</c:v>
                </c:pt>
                <c:pt idx="7728">
                  <c:v>7.1340000000000003</c:v>
                </c:pt>
                <c:pt idx="7729">
                  <c:v>7.133</c:v>
                </c:pt>
                <c:pt idx="7730">
                  <c:v>7.1319999999999997</c:v>
                </c:pt>
                <c:pt idx="7731">
                  <c:v>7.13</c:v>
                </c:pt>
                <c:pt idx="7732">
                  <c:v>7.1289999999999996</c:v>
                </c:pt>
                <c:pt idx="7733">
                  <c:v>7.13</c:v>
                </c:pt>
                <c:pt idx="7734">
                  <c:v>7.1319999999999997</c:v>
                </c:pt>
                <c:pt idx="7735">
                  <c:v>7.1310000000000002</c:v>
                </c:pt>
                <c:pt idx="7736">
                  <c:v>7.13</c:v>
                </c:pt>
                <c:pt idx="7737">
                  <c:v>7.13</c:v>
                </c:pt>
                <c:pt idx="7738">
                  <c:v>7.1310000000000002</c:v>
                </c:pt>
                <c:pt idx="7739">
                  <c:v>7.1319999999999997</c:v>
                </c:pt>
                <c:pt idx="7740">
                  <c:v>7.1310000000000002</c:v>
                </c:pt>
                <c:pt idx="7741">
                  <c:v>7.13</c:v>
                </c:pt>
                <c:pt idx="7742">
                  <c:v>7.13</c:v>
                </c:pt>
                <c:pt idx="7743">
                  <c:v>7.1289999999999996</c:v>
                </c:pt>
                <c:pt idx="7744">
                  <c:v>7.1289999999999996</c:v>
                </c:pt>
                <c:pt idx="7745">
                  <c:v>7.13</c:v>
                </c:pt>
                <c:pt idx="7746">
                  <c:v>7.1319999999999997</c:v>
                </c:pt>
                <c:pt idx="7747">
                  <c:v>7.1310000000000002</c:v>
                </c:pt>
                <c:pt idx="7748">
                  <c:v>7.1280000000000001</c:v>
                </c:pt>
                <c:pt idx="7749">
                  <c:v>7.1269999999999998</c:v>
                </c:pt>
                <c:pt idx="7750">
                  <c:v>7.1269999999999998</c:v>
                </c:pt>
                <c:pt idx="7751">
                  <c:v>7.1269999999999998</c:v>
                </c:pt>
                <c:pt idx="7752">
                  <c:v>7.1260000000000003</c:v>
                </c:pt>
                <c:pt idx="7753">
                  <c:v>7.1269999999999998</c:v>
                </c:pt>
                <c:pt idx="7754">
                  <c:v>7.1269999999999998</c:v>
                </c:pt>
                <c:pt idx="7755">
                  <c:v>7.1260000000000003</c:v>
                </c:pt>
                <c:pt idx="7756">
                  <c:v>7.125</c:v>
                </c:pt>
                <c:pt idx="7757">
                  <c:v>7.125</c:v>
                </c:pt>
                <c:pt idx="7758">
                  <c:v>7.1239999999999997</c:v>
                </c:pt>
                <c:pt idx="7759">
                  <c:v>7.1230000000000002</c:v>
                </c:pt>
                <c:pt idx="7760">
                  <c:v>7.1230000000000002</c:v>
                </c:pt>
                <c:pt idx="7761">
                  <c:v>7.1210000000000004</c:v>
                </c:pt>
                <c:pt idx="7762">
                  <c:v>7.1210000000000004</c:v>
                </c:pt>
                <c:pt idx="7763">
                  <c:v>7.1219999999999999</c:v>
                </c:pt>
                <c:pt idx="7764">
                  <c:v>7.1219999999999999</c:v>
                </c:pt>
                <c:pt idx="7765">
                  <c:v>7.1230000000000002</c:v>
                </c:pt>
                <c:pt idx="7766">
                  <c:v>7.1230000000000002</c:v>
                </c:pt>
                <c:pt idx="7767">
                  <c:v>7.1230000000000002</c:v>
                </c:pt>
                <c:pt idx="7768">
                  <c:v>7.125</c:v>
                </c:pt>
                <c:pt idx="7769">
                  <c:v>7.125</c:v>
                </c:pt>
                <c:pt idx="7770">
                  <c:v>7.1219999999999999</c:v>
                </c:pt>
                <c:pt idx="7771">
                  <c:v>7.12</c:v>
                </c:pt>
                <c:pt idx="7772">
                  <c:v>7.1189999999999998</c:v>
                </c:pt>
                <c:pt idx="7773">
                  <c:v>7.12</c:v>
                </c:pt>
                <c:pt idx="7774">
                  <c:v>7.12</c:v>
                </c:pt>
                <c:pt idx="7775">
                  <c:v>7.12</c:v>
                </c:pt>
                <c:pt idx="7776">
                  <c:v>7.1180000000000003</c:v>
                </c:pt>
                <c:pt idx="7777">
                  <c:v>7.1189999999999998</c:v>
                </c:pt>
                <c:pt idx="7778">
                  <c:v>7.1219999999999999</c:v>
                </c:pt>
                <c:pt idx="7779">
                  <c:v>7.1219999999999999</c:v>
                </c:pt>
                <c:pt idx="7780">
                  <c:v>7.12</c:v>
                </c:pt>
                <c:pt idx="7781">
                  <c:v>7.1180000000000003</c:v>
                </c:pt>
                <c:pt idx="7782">
                  <c:v>7.1180000000000003</c:v>
                </c:pt>
                <c:pt idx="7783">
                  <c:v>7.1180000000000003</c:v>
                </c:pt>
                <c:pt idx="7784">
                  <c:v>7.117</c:v>
                </c:pt>
                <c:pt idx="7785">
                  <c:v>7.117</c:v>
                </c:pt>
                <c:pt idx="7786">
                  <c:v>7.1150000000000002</c:v>
                </c:pt>
                <c:pt idx="7787">
                  <c:v>7.1159999999999997</c:v>
                </c:pt>
                <c:pt idx="7788">
                  <c:v>7.117</c:v>
                </c:pt>
                <c:pt idx="7789">
                  <c:v>7.1159999999999997</c:v>
                </c:pt>
                <c:pt idx="7790">
                  <c:v>7.1150000000000002</c:v>
                </c:pt>
                <c:pt idx="7791">
                  <c:v>7.117</c:v>
                </c:pt>
                <c:pt idx="7792">
                  <c:v>7.1180000000000003</c:v>
                </c:pt>
                <c:pt idx="7793">
                  <c:v>7.1130000000000004</c:v>
                </c:pt>
                <c:pt idx="7794">
                  <c:v>7.1130000000000004</c:v>
                </c:pt>
                <c:pt idx="7795">
                  <c:v>7.1139999999999999</c:v>
                </c:pt>
                <c:pt idx="7796">
                  <c:v>7.1139999999999999</c:v>
                </c:pt>
                <c:pt idx="7797">
                  <c:v>7.1120000000000001</c:v>
                </c:pt>
                <c:pt idx="7798">
                  <c:v>7.1109999999999998</c:v>
                </c:pt>
                <c:pt idx="7799">
                  <c:v>7.1130000000000004</c:v>
                </c:pt>
                <c:pt idx="7800">
                  <c:v>7.1139999999999999</c:v>
                </c:pt>
                <c:pt idx="7801">
                  <c:v>7.1139999999999999</c:v>
                </c:pt>
                <c:pt idx="7802">
                  <c:v>7.1139999999999999</c:v>
                </c:pt>
                <c:pt idx="7803">
                  <c:v>7.1120000000000001</c:v>
                </c:pt>
                <c:pt idx="7804">
                  <c:v>7.1109999999999998</c:v>
                </c:pt>
                <c:pt idx="7805">
                  <c:v>7.1120000000000001</c:v>
                </c:pt>
                <c:pt idx="7806">
                  <c:v>7.1130000000000004</c:v>
                </c:pt>
                <c:pt idx="7807">
                  <c:v>7.1120000000000001</c:v>
                </c:pt>
                <c:pt idx="7808">
                  <c:v>7.1130000000000004</c:v>
                </c:pt>
                <c:pt idx="7809">
                  <c:v>7.1109999999999998</c:v>
                </c:pt>
                <c:pt idx="7810">
                  <c:v>7.1109999999999998</c:v>
                </c:pt>
                <c:pt idx="7811">
                  <c:v>7.1120000000000001</c:v>
                </c:pt>
                <c:pt idx="7812">
                  <c:v>7.11</c:v>
                </c:pt>
                <c:pt idx="7813">
                  <c:v>7.1079999999999997</c:v>
                </c:pt>
                <c:pt idx="7814">
                  <c:v>7.1079999999999997</c:v>
                </c:pt>
                <c:pt idx="7815">
                  <c:v>7.1079999999999997</c:v>
                </c:pt>
                <c:pt idx="7816">
                  <c:v>7.1070000000000002</c:v>
                </c:pt>
                <c:pt idx="7817">
                  <c:v>7.1070000000000002</c:v>
                </c:pt>
                <c:pt idx="7818">
                  <c:v>7.1070000000000002</c:v>
                </c:pt>
                <c:pt idx="7819">
                  <c:v>7.1070000000000002</c:v>
                </c:pt>
                <c:pt idx="7820">
                  <c:v>7.1070000000000002</c:v>
                </c:pt>
                <c:pt idx="7821">
                  <c:v>7.1079999999999997</c:v>
                </c:pt>
                <c:pt idx="7822">
                  <c:v>7.1059999999999999</c:v>
                </c:pt>
                <c:pt idx="7823">
                  <c:v>7.1820000000000004</c:v>
                </c:pt>
                <c:pt idx="7824">
                  <c:v>7.1909999999999998</c:v>
                </c:pt>
                <c:pt idx="7825">
                  <c:v>7.1719999999999997</c:v>
                </c:pt>
                <c:pt idx="7826">
                  <c:v>7.149</c:v>
                </c:pt>
                <c:pt idx="7827">
                  <c:v>7.1529999999999996</c:v>
                </c:pt>
                <c:pt idx="7828">
                  <c:v>7.1529999999999996</c:v>
                </c:pt>
                <c:pt idx="7829">
                  <c:v>7.157</c:v>
                </c:pt>
                <c:pt idx="7830">
                  <c:v>7.1559999999999997</c:v>
                </c:pt>
                <c:pt idx="7831">
                  <c:v>7.1550000000000002</c:v>
                </c:pt>
                <c:pt idx="7832">
                  <c:v>7.1550000000000002</c:v>
                </c:pt>
                <c:pt idx="7833">
                  <c:v>7.1769999999999996</c:v>
                </c:pt>
                <c:pt idx="7834">
                  <c:v>7.2080000000000002</c:v>
                </c:pt>
                <c:pt idx="7835">
                  <c:v>7.2190000000000003</c:v>
                </c:pt>
                <c:pt idx="7836">
                  <c:v>7.2649999999999997</c:v>
                </c:pt>
                <c:pt idx="7837">
                  <c:v>7.3230000000000004</c:v>
                </c:pt>
                <c:pt idx="7838">
                  <c:v>7.3209999999999997</c:v>
                </c:pt>
                <c:pt idx="7839">
                  <c:v>7.3159999999999998</c:v>
                </c:pt>
                <c:pt idx="7840">
                  <c:v>7.3049999999999997</c:v>
                </c:pt>
                <c:pt idx="7841">
                  <c:v>7.2990000000000004</c:v>
                </c:pt>
                <c:pt idx="7842">
                  <c:v>7.3</c:v>
                </c:pt>
                <c:pt idx="7843">
                  <c:v>7.3</c:v>
                </c:pt>
                <c:pt idx="7844">
                  <c:v>7.3</c:v>
                </c:pt>
                <c:pt idx="7845">
                  <c:v>7.3040000000000003</c:v>
                </c:pt>
                <c:pt idx="7846">
                  <c:v>7.31</c:v>
                </c:pt>
                <c:pt idx="7847">
                  <c:v>7.3129999999999997</c:v>
                </c:pt>
                <c:pt idx="7848">
                  <c:v>7.3179999999999996</c:v>
                </c:pt>
                <c:pt idx="7849">
                  <c:v>7.3230000000000004</c:v>
                </c:pt>
                <c:pt idx="7850">
                  <c:v>7.3289999999999997</c:v>
                </c:pt>
                <c:pt idx="7851">
                  <c:v>7.3319999999999999</c:v>
                </c:pt>
                <c:pt idx="7852">
                  <c:v>7.34</c:v>
                </c:pt>
                <c:pt idx="7853">
                  <c:v>7.343</c:v>
                </c:pt>
                <c:pt idx="7854">
                  <c:v>7.3460000000000001</c:v>
                </c:pt>
                <c:pt idx="7855">
                  <c:v>7.3490000000000002</c:v>
                </c:pt>
                <c:pt idx="7856">
                  <c:v>7.3540000000000001</c:v>
                </c:pt>
                <c:pt idx="7857">
                  <c:v>7.359</c:v>
                </c:pt>
                <c:pt idx="7858">
                  <c:v>7.3639999999999999</c:v>
                </c:pt>
                <c:pt idx="7859">
                  <c:v>7.3659999999999997</c:v>
                </c:pt>
                <c:pt idx="7860">
                  <c:v>7.37</c:v>
                </c:pt>
                <c:pt idx="7861">
                  <c:v>7.3780000000000001</c:v>
                </c:pt>
                <c:pt idx="7862">
                  <c:v>7.383</c:v>
                </c:pt>
                <c:pt idx="7863">
                  <c:v>7.3849999999999998</c:v>
                </c:pt>
                <c:pt idx="7864">
                  <c:v>7.3890000000000002</c:v>
                </c:pt>
                <c:pt idx="7865">
                  <c:v>7.3929999999999998</c:v>
                </c:pt>
                <c:pt idx="7866">
                  <c:v>7.399</c:v>
                </c:pt>
                <c:pt idx="7867">
                  <c:v>7.4020000000000001</c:v>
                </c:pt>
                <c:pt idx="7868">
                  <c:v>7.4080000000000004</c:v>
                </c:pt>
                <c:pt idx="7869">
                  <c:v>7.4109999999999996</c:v>
                </c:pt>
                <c:pt idx="7870">
                  <c:v>7.4169999999999998</c:v>
                </c:pt>
                <c:pt idx="7871">
                  <c:v>7.4189999999999996</c:v>
                </c:pt>
                <c:pt idx="7872">
                  <c:v>7.423</c:v>
                </c:pt>
                <c:pt idx="7873">
                  <c:v>7.4249999999999998</c:v>
                </c:pt>
                <c:pt idx="7874">
                  <c:v>7.4269999999999996</c:v>
                </c:pt>
                <c:pt idx="7875">
                  <c:v>7.4340000000000002</c:v>
                </c:pt>
                <c:pt idx="7876">
                  <c:v>7.4370000000000003</c:v>
                </c:pt>
                <c:pt idx="7877">
                  <c:v>7.4409999999999998</c:v>
                </c:pt>
                <c:pt idx="7878">
                  <c:v>7.444</c:v>
                </c:pt>
                <c:pt idx="7879">
                  <c:v>7.4459999999999997</c:v>
                </c:pt>
                <c:pt idx="7880">
                  <c:v>7.4489999999999998</c:v>
                </c:pt>
                <c:pt idx="7881">
                  <c:v>7.4530000000000003</c:v>
                </c:pt>
                <c:pt idx="7882">
                  <c:v>7.4550000000000001</c:v>
                </c:pt>
                <c:pt idx="7883">
                  <c:v>7.4619999999999997</c:v>
                </c:pt>
                <c:pt idx="7884">
                  <c:v>7.468</c:v>
                </c:pt>
                <c:pt idx="7885">
                  <c:v>7.468</c:v>
                </c:pt>
                <c:pt idx="7886">
                  <c:v>7.47</c:v>
                </c:pt>
                <c:pt idx="7887">
                  <c:v>7.4740000000000002</c:v>
                </c:pt>
                <c:pt idx="7888">
                  <c:v>7.4790000000000001</c:v>
                </c:pt>
                <c:pt idx="7889">
                  <c:v>7.4829999999999997</c:v>
                </c:pt>
                <c:pt idx="7890">
                  <c:v>7.4850000000000003</c:v>
                </c:pt>
                <c:pt idx="7891">
                  <c:v>7.4870000000000001</c:v>
                </c:pt>
                <c:pt idx="7892">
                  <c:v>7.4909999999999997</c:v>
                </c:pt>
                <c:pt idx="7893">
                  <c:v>7.4950000000000001</c:v>
                </c:pt>
                <c:pt idx="7894">
                  <c:v>7.4969999999999999</c:v>
                </c:pt>
                <c:pt idx="7895">
                  <c:v>7.5030000000000001</c:v>
                </c:pt>
                <c:pt idx="7896">
                  <c:v>7.5069999999999997</c:v>
                </c:pt>
                <c:pt idx="7897">
                  <c:v>7.5110000000000001</c:v>
                </c:pt>
                <c:pt idx="7898">
                  <c:v>7.5129999999999999</c:v>
                </c:pt>
                <c:pt idx="7899">
                  <c:v>7.5140000000000002</c:v>
                </c:pt>
                <c:pt idx="7900">
                  <c:v>7.5190000000000001</c:v>
                </c:pt>
                <c:pt idx="7901">
                  <c:v>7.5289999999999999</c:v>
                </c:pt>
                <c:pt idx="7902">
                  <c:v>7.532</c:v>
                </c:pt>
                <c:pt idx="7903">
                  <c:v>7.5330000000000004</c:v>
                </c:pt>
                <c:pt idx="7904">
                  <c:v>7.532</c:v>
                </c:pt>
                <c:pt idx="7905">
                  <c:v>7.5359999999999996</c:v>
                </c:pt>
                <c:pt idx="7906">
                  <c:v>7.5380000000000003</c:v>
                </c:pt>
                <c:pt idx="7907">
                  <c:v>7.54</c:v>
                </c:pt>
                <c:pt idx="7908">
                  <c:v>7.5430000000000001</c:v>
                </c:pt>
                <c:pt idx="7909">
                  <c:v>7.5460000000000003</c:v>
                </c:pt>
                <c:pt idx="7910">
                  <c:v>7.5469999999999997</c:v>
                </c:pt>
                <c:pt idx="7911">
                  <c:v>7.5519999999999996</c:v>
                </c:pt>
                <c:pt idx="7912">
                  <c:v>7.556</c:v>
                </c:pt>
                <c:pt idx="7913">
                  <c:v>7.5590000000000002</c:v>
                </c:pt>
                <c:pt idx="7914">
                  <c:v>7.5609999999999999</c:v>
                </c:pt>
                <c:pt idx="7915">
                  <c:v>7.5650000000000004</c:v>
                </c:pt>
                <c:pt idx="7916">
                  <c:v>7.5709999999999997</c:v>
                </c:pt>
                <c:pt idx="7917">
                  <c:v>7.5720000000000001</c:v>
                </c:pt>
                <c:pt idx="7918">
                  <c:v>7.5739999999999998</c:v>
                </c:pt>
                <c:pt idx="7919">
                  <c:v>7.5759999999999996</c:v>
                </c:pt>
                <c:pt idx="7920">
                  <c:v>7.5789999999999997</c:v>
                </c:pt>
                <c:pt idx="7921">
                  <c:v>7.58</c:v>
                </c:pt>
                <c:pt idx="7922">
                  <c:v>7.5839999999999996</c:v>
                </c:pt>
                <c:pt idx="7923">
                  <c:v>7.5880000000000001</c:v>
                </c:pt>
                <c:pt idx="7924">
                  <c:v>7.5919999999999996</c:v>
                </c:pt>
                <c:pt idx="7925">
                  <c:v>7.593</c:v>
                </c:pt>
                <c:pt idx="7926">
                  <c:v>7.5949999999999998</c:v>
                </c:pt>
                <c:pt idx="7927">
                  <c:v>7.5979999999999999</c:v>
                </c:pt>
                <c:pt idx="7928">
                  <c:v>7.6</c:v>
                </c:pt>
                <c:pt idx="7929">
                  <c:v>7.601</c:v>
                </c:pt>
                <c:pt idx="7930">
                  <c:v>7.6020000000000003</c:v>
                </c:pt>
                <c:pt idx="7931">
                  <c:v>7.6029999999999998</c:v>
                </c:pt>
                <c:pt idx="7932">
                  <c:v>7.6020000000000003</c:v>
                </c:pt>
                <c:pt idx="7933">
                  <c:v>7.6029999999999998</c:v>
                </c:pt>
                <c:pt idx="7934">
                  <c:v>7.6029999999999998</c:v>
                </c:pt>
                <c:pt idx="7935">
                  <c:v>7.601</c:v>
                </c:pt>
                <c:pt idx="7936">
                  <c:v>7.6</c:v>
                </c:pt>
                <c:pt idx="7937">
                  <c:v>7.601</c:v>
                </c:pt>
                <c:pt idx="7938">
                  <c:v>7.6020000000000003</c:v>
                </c:pt>
                <c:pt idx="7939">
                  <c:v>7.601</c:v>
                </c:pt>
                <c:pt idx="7940">
                  <c:v>7.601</c:v>
                </c:pt>
                <c:pt idx="7941">
                  <c:v>7.6020000000000003</c:v>
                </c:pt>
                <c:pt idx="7942">
                  <c:v>7.601</c:v>
                </c:pt>
                <c:pt idx="7943">
                  <c:v>7.5990000000000002</c:v>
                </c:pt>
                <c:pt idx="7944">
                  <c:v>7.5970000000000004</c:v>
                </c:pt>
                <c:pt idx="7945">
                  <c:v>7.5960000000000001</c:v>
                </c:pt>
                <c:pt idx="7946">
                  <c:v>7.5960000000000001</c:v>
                </c:pt>
                <c:pt idx="7947">
                  <c:v>7.5970000000000004</c:v>
                </c:pt>
                <c:pt idx="7948">
                  <c:v>7.5960000000000001</c:v>
                </c:pt>
                <c:pt idx="7949">
                  <c:v>7.5960000000000001</c:v>
                </c:pt>
                <c:pt idx="7950">
                  <c:v>7.5949999999999998</c:v>
                </c:pt>
                <c:pt idx="7951">
                  <c:v>7.5960000000000001</c:v>
                </c:pt>
                <c:pt idx="7952">
                  <c:v>7.5960000000000001</c:v>
                </c:pt>
                <c:pt idx="7953">
                  <c:v>7.5960000000000001</c:v>
                </c:pt>
                <c:pt idx="7954">
                  <c:v>7.5960000000000001</c:v>
                </c:pt>
                <c:pt idx="7955">
                  <c:v>7.5960000000000001</c:v>
                </c:pt>
                <c:pt idx="7956">
                  <c:v>7.5949999999999998</c:v>
                </c:pt>
                <c:pt idx="7957">
                  <c:v>7.5949999999999998</c:v>
                </c:pt>
                <c:pt idx="7958">
                  <c:v>7.5949999999999998</c:v>
                </c:pt>
                <c:pt idx="7959">
                  <c:v>7.5949999999999998</c:v>
                </c:pt>
                <c:pt idx="7960">
                  <c:v>7.5949999999999998</c:v>
                </c:pt>
                <c:pt idx="7961">
                  <c:v>7.5949999999999998</c:v>
                </c:pt>
                <c:pt idx="7962">
                  <c:v>7.5949999999999998</c:v>
                </c:pt>
                <c:pt idx="7963">
                  <c:v>7.5949999999999998</c:v>
                </c:pt>
                <c:pt idx="7964">
                  <c:v>7.5949999999999998</c:v>
                </c:pt>
                <c:pt idx="7965">
                  <c:v>7.5949999999999998</c:v>
                </c:pt>
                <c:pt idx="7966">
                  <c:v>7.5940000000000003</c:v>
                </c:pt>
                <c:pt idx="7967">
                  <c:v>7.5940000000000003</c:v>
                </c:pt>
                <c:pt idx="7968">
                  <c:v>7.5949999999999998</c:v>
                </c:pt>
                <c:pt idx="7969">
                  <c:v>7.5979999999999999</c:v>
                </c:pt>
                <c:pt idx="7970">
                  <c:v>7.5979999999999999</c:v>
                </c:pt>
                <c:pt idx="7971">
                  <c:v>7.5949999999999998</c:v>
                </c:pt>
                <c:pt idx="7972">
                  <c:v>7.5949999999999998</c:v>
                </c:pt>
                <c:pt idx="7973">
                  <c:v>7.5949999999999998</c:v>
                </c:pt>
                <c:pt idx="7974">
                  <c:v>7.5940000000000003</c:v>
                </c:pt>
                <c:pt idx="7975">
                  <c:v>7.5949999999999998</c:v>
                </c:pt>
                <c:pt idx="7976">
                  <c:v>7.5949999999999998</c:v>
                </c:pt>
                <c:pt idx="7977">
                  <c:v>7.5949999999999998</c:v>
                </c:pt>
                <c:pt idx="7978">
                  <c:v>7.5949999999999998</c:v>
                </c:pt>
                <c:pt idx="7979">
                  <c:v>7.5949999999999998</c:v>
                </c:pt>
                <c:pt idx="7980">
                  <c:v>7.5949999999999998</c:v>
                </c:pt>
                <c:pt idx="7981">
                  <c:v>7.5949999999999998</c:v>
                </c:pt>
                <c:pt idx="7982">
                  <c:v>7.5940000000000003</c:v>
                </c:pt>
                <c:pt idx="7983">
                  <c:v>7.5940000000000003</c:v>
                </c:pt>
                <c:pt idx="7984">
                  <c:v>7.5940000000000003</c:v>
                </c:pt>
                <c:pt idx="7985">
                  <c:v>7.5940000000000003</c:v>
                </c:pt>
                <c:pt idx="7986">
                  <c:v>7.5949999999999998</c:v>
                </c:pt>
                <c:pt idx="7987">
                  <c:v>7.5949999999999998</c:v>
                </c:pt>
                <c:pt idx="7988">
                  <c:v>7.5949999999999998</c:v>
                </c:pt>
                <c:pt idx="7989">
                  <c:v>7.5949999999999998</c:v>
                </c:pt>
                <c:pt idx="7990">
                  <c:v>7.5960000000000001</c:v>
                </c:pt>
                <c:pt idx="7991">
                  <c:v>7.5949999999999998</c:v>
                </c:pt>
                <c:pt idx="7992">
                  <c:v>7.5940000000000003</c:v>
                </c:pt>
                <c:pt idx="7993">
                  <c:v>7.5940000000000003</c:v>
                </c:pt>
                <c:pt idx="7994">
                  <c:v>7.5960000000000001</c:v>
                </c:pt>
                <c:pt idx="7995">
                  <c:v>7.5960000000000001</c:v>
                </c:pt>
                <c:pt idx="7996">
                  <c:v>7.5949999999999998</c:v>
                </c:pt>
                <c:pt idx="7997">
                  <c:v>7.5949999999999998</c:v>
                </c:pt>
                <c:pt idx="7998">
                  <c:v>7.5949999999999998</c:v>
                </c:pt>
                <c:pt idx="7999">
                  <c:v>7.5949999999999998</c:v>
                </c:pt>
                <c:pt idx="8000">
                  <c:v>7.5940000000000003</c:v>
                </c:pt>
                <c:pt idx="8001">
                  <c:v>7.593</c:v>
                </c:pt>
                <c:pt idx="8002">
                  <c:v>7.593</c:v>
                </c:pt>
                <c:pt idx="8003">
                  <c:v>7.593</c:v>
                </c:pt>
                <c:pt idx="8004">
                  <c:v>7.5940000000000003</c:v>
                </c:pt>
                <c:pt idx="8005">
                  <c:v>7.5940000000000003</c:v>
                </c:pt>
                <c:pt idx="8006">
                  <c:v>7.5940000000000003</c:v>
                </c:pt>
                <c:pt idx="8007">
                  <c:v>7.5940000000000003</c:v>
                </c:pt>
                <c:pt idx="8008">
                  <c:v>7.5940000000000003</c:v>
                </c:pt>
                <c:pt idx="8009">
                  <c:v>7.5949999999999998</c:v>
                </c:pt>
                <c:pt idx="8010">
                  <c:v>7.5940000000000003</c:v>
                </c:pt>
                <c:pt idx="8011">
                  <c:v>7.5940000000000003</c:v>
                </c:pt>
                <c:pt idx="8012">
                  <c:v>7.5949999999999998</c:v>
                </c:pt>
                <c:pt idx="8013">
                  <c:v>7.5949999999999998</c:v>
                </c:pt>
                <c:pt idx="8014">
                  <c:v>7.593</c:v>
                </c:pt>
                <c:pt idx="8015">
                  <c:v>7.5919999999999996</c:v>
                </c:pt>
                <c:pt idx="8016">
                  <c:v>7.593</c:v>
                </c:pt>
                <c:pt idx="8017">
                  <c:v>7.5940000000000003</c:v>
                </c:pt>
                <c:pt idx="8018">
                  <c:v>7.5960000000000001</c:v>
                </c:pt>
                <c:pt idx="8019">
                  <c:v>7.5960000000000001</c:v>
                </c:pt>
                <c:pt idx="8020">
                  <c:v>7.5949999999999998</c:v>
                </c:pt>
                <c:pt idx="8021">
                  <c:v>7.593</c:v>
                </c:pt>
                <c:pt idx="8022">
                  <c:v>7.5919999999999996</c:v>
                </c:pt>
                <c:pt idx="8023">
                  <c:v>7.593</c:v>
                </c:pt>
                <c:pt idx="8024">
                  <c:v>7.5940000000000003</c:v>
                </c:pt>
                <c:pt idx="8025">
                  <c:v>7.593</c:v>
                </c:pt>
                <c:pt idx="8026">
                  <c:v>7.5730000000000004</c:v>
                </c:pt>
                <c:pt idx="8027">
                  <c:v>7.5759999999999996</c:v>
                </c:pt>
                <c:pt idx="8028">
                  <c:v>7.5890000000000004</c:v>
                </c:pt>
                <c:pt idx="8029">
                  <c:v>7.5949999999999998</c:v>
                </c:pt>
                <c:pt idx="8030">
                  <c:v>7.5919999999999996</c:v>
                </c:pt>
                <c:pt idx="8031">
                  <c:v>7.593</c:v>
                </c:pt>
                <c:pt idx="8032">
                  <c:v>7.5940000000000003</c:v>
                </c:pt>
                <c:pt idx="8033">
                  <c:v>7.5940000000000003</c:v>
                </c:pt>
                <c:pt idx="8034">
                  <c:v>7.5960000000000001</c:v>
                </c:pt>
                <c:pt idx="8035">
                  <c:v>7.5949999999999998</c:v>
                </c:pt>
                <c:pt idx="8036">
                  <c:v>7.5940000000000003</c:v>
                </c:pt>
                <c:pt idx="8037">
                  <c:v>7.5949999999999998</c:v>
                </c:pt>
                <c:pt idx="8038">
                  <c:v>7.5960000000000001</c:v>
                </c:pt>
                <c:pt idx="8039">
                  <c:v>7.5949999999999998</c:v>
                </c:pt>
                <c:pt idx="8040">
                  <c:v>7.5940000000000003</c:v>
                </c:pt>
                <c:pt idx="8041">
                  <c:v>7.5970000000000004</c:v>
                </c:pt>
                <c:pt idx="8042">
                  <c:v>7.5960000000000001</c:v>
                </c:pt>
                <c:pt idx="8043">
                  <c:v>7.5949999999999998</c:v>
                </c:pt>
                <c:pt idx="8044">
                  <c:v>7.5940000000000003</c:v>
                </c:pt>
                <c:pt idx="8045">
                  <c:v>7.5949999999999998</c:v>
                </c:pt>
                <c:pt idx="8046">
                  <c:v>7.5960000000000001</c:v>
                </c:pt>
                <c:pt idx="8047">
                  <c:v>7.5940000000000003</c:v>
                </c:pt>
                <c:pt idx="8048">
                  <c:v>7.5960000000000001</c:v>
                </c:pt>
                <c:pt idx="8049">
                  <c:v>7.5960000000000001</c:v>
                </c:pt>
                <c:pt idx="8050">
                  <c:v>7.5940000000000003</c:v>
                </c:pt>
                <c:pt idx="8051">
                  <c:v>7.5919999999999996</c:v>
                </c:pt>
                <c:pt idx="8052">
                  <c:v>7.5919999999999996</c:v>
                </c:pt>
                <c:pt idx="8053">
                  <c:v>7.5919999999999996</c:v>
                </c:pt>
                <c:pt idx="8054">
                  <c:v>7.5919999999999996</c:v>
                </c:pt>
                <c:pt idx="8055">
                  <c:v>7.593</c:v>
                </c:pt>
                <c:pt idx="8056">
                  <c:v>7.5960000000000001</c:v>
                </c:pt>
                <c:pt idx="8057">
                  <c:v>7.5940000000000003</c:v>
                </c:pt>
                <c:pt idx="8058">
                  <c:v>7.5940000000000003</c:v>
                </c:pt>
                <c:pt idx="8059">
                  <c:v>7.5960000000000001</c:v>
                </c:pt>
                <c:pt idx="8060">
                  <c:v>7.5940000000000003</c:v>
                </c:pt>
                <c:pt idx="8061">
                  <c:v>7.5910000000000002</c:v>
                </c:pt>
                <c:pt idx="8062">
                  <c:v>7.5890000000000004</c:v>
                </c:pt>
                <c:pt idx="8063">
                  <c:v>7.5940000000000003</c:v>
                </c:pt>
                <c:pt idx="8064">
                  <c:v>7.5940000000000003</c:v>
                </c:pt>
                <c:pt idx="8065">
                  <c:v>7.5919999999999996</c:v>
                </c:pt>
                <c:pt idx="8066">
                  <c:v>7.5940000000000003</c:v>
                </c:pt>
                <c:pt idx="8067">
                  <c:v>7.5949999999999998</c:v>
                </c:pt>
                <c:pt idx="8068">
                  <c:v>7.593</c:v>
                </c:pt>
                <c:pt idx="8069">
                  <c:v>7.593</c:v>
                </c:pt>
                <c:pt idx="8070">
                  <c:v>7.5940000000000003</c:v>
                </c:pt>
                <c:pt idx="8071">
                  <c:v>7.593</c:v>
                </c:pt>
                <c:pt idx="8072">
                  <c:v>7.5919999999999996</c:v>
                </c:pt>
                <c:pt idx="8073">
                  <c:v>7.5940000000000003</c:v>
                </c:pt>
                <c:pt idx="8074">
                  <c:v>7.5940000000000003</c:v>
                </c:pt>
                <c:pt idx="8075">
                  <c:v>7.5940000000000003</c:v>
                </c:pt>
                <c:pt idx="8076">
                  <c:v>7.5940000000000003</c:v>
                </c:pt>
                <c:pt idx="8077">
                  <c:v>7.5949999999999998</c:v>
                </c:pt>
                <c:pt idx="8078">
                  <c:v>7.5949999999999998</c:v>
                </c:pt>
                <c:pt idx="8079">
                  <c:v>7.5910000000000002</c:v>
                </c:pt>
                <c:pt idx="8080">
                  <c:v>7.5919999999999996</c:v>
                </c:pt>
                <c:pt idx="8081">
                  <c:v>7.5940000000000003</c:v>
                </c:pt>
                <c:pt idx="8082">
                  <c:v>7.593</c:v>
                </c:pt>
                <c:pt idx="8083">
                  <c:v>7.5919999999999996</c:v>
                </c:pt>
                <c:pt idx="8084">
                  <c:v>7.5940000000000003</c:v>
                </c:pt>
                <c:pt idx="8085">
                  <c:v>7.5940000000000003</c:v>
                </c:pt>
                <c:pt idx="8086">
                  <c:v>7.593</c:v>
                </c:pt>
                <c:pt idx="8087">
                  <c:v>7.5949999999999998</c:v>
                </c:pt>
                <c:pt idx="8088">
                  <c:v>7.5960000000000001</c:v>
                </c:pt>
                <c:pt idx="8089">
                  <c:v>7.593</c:v>
                </c:pt>
                <c:pt idx="8090">
                  <c:v>7.5919999999999996</c:v>
                </c:pt>
                <c:pt idx="8091">
                  <c:v>7.5940000000000003</c:v>
                </c:pt>
                <c:pt idx="8092">
                  <c:v>7.593</c:v>
                </c:pt>
                <c:pt idx="8093">
                  <c:v>7.5919999999999996</c:v>
                </c:pt>
                <c:pt idx="8094">
                  <c:v>7.5919999999999996</c:v>
                </c:pt>
                <c:pt idx="8095">
                  <c:v>7.5949999999999998</c:v>
                </c:pt>
                <c:pt idx="8096">
                  <c:v>7.593</c:v>
                </c:pt>
                <c:pt idx="8097">
                  <c:v>7.5919999999999996</c:v>
                </c:pt>
                <c:pt idx="8098">
                  <c:v>7.593</c:v>
                </c:pt>
                <c:pt idx="8099">
                  <c:v>7.5940000000000003</c:v>
                </c:pt>
                <c:pt idx="8100">
                  <c:v>7.5940000000000003</c:v>
                </c:pt>
                <c:pt idx="8101">
                  <c:v>7.593</c:v>
                </c:pt>
                <c:pt idx="8102">
                  <c:v>7.5949999999999998</c:v>
                </c:pt>
                <c:pt idx="8103">
                  <c:v>7.5940000000000003</c:v>
                </c:pt>
                <c:pt idx="8104">
                  <c:v>7.593</c:v>
                </c:pt>
                <c:pt idx="8105">
                  <c:v>7.5940000000000003</c:v>
                </c:pt>
                <c:pt idx="8106">
                  <c:v>7.5949999999999998</c:v>
                </c:pt>
                <c:pt idx="8107">
                  <c:v>7.5940000000000003</c:v>
                </c:pt>
                <c:pt idx="8108">
                  <c:v>7.593</c:v>
                </c:pt>
                <c:pt idx="8109">
                  <c:v>7.593</c:v>
                </c:pt>
                <c:pt idx="8110">
                  <c:v>7.593</c:v>
                </c:pt>
                <c:pt idx="8111">
                  <c:v>7.5910000000000002</c:v>
                </c:pt>
                <c:pt idx="8112">
                  <c:v>7.593</c:v>
                </c:pt>
                <c:pt idx="8113">
                  <c:v>7.5940000000000003</c:v>
                </c:pt>
                <c:pt idx="8114">
                  <c:v>7.5919999999999996</c:v>
                </c:pt>
                <c:pt idx="8115">
                  <c:v>7.5919999999999996</c:v>
                </c:pt>
                <c:pt idx="8116">
                  <c:v>7.593</c:v>
                </c:pt>
                <c:pt idx="8117">
                  <c:v>7.593</c:v>
                </c:pt>
                <c:pt idx="8118">
                  <c:v>7.59</c:v>
                </c:pt>
                <c:pt idx="8119">
                  <c:v>7.5940000000000003</c:v>
                </c:pt>
                <c:pt idx="8120">
                  <c:v>7.5960000000000001</c:v>
                </c:pt>
                <c:pt idx="8121">
                  <c:v>7.5940000000000003</c:v>
                </c:pt>
                <c:pt idx="8122">
                  <c:v>7.5919999999999996</c:v>
                </c:pt>
                <c:pt idx="8123">
                  <c:v>7.593</c:v>
                </c:pt>
                <c:pt idx="8124">
                  <c:v>7.593</c:v>
                </c:pt>
                <c:pt idx="8125">
                  <c:v>7.5919999999999996</c:v>
                </c:pt>
                <c:pt idx="8126">
                  <c:v>7.593</c:v>
                </c:pt>
                <c:pt idx="8127">
                  <c:v>7.5949999999999998</c:v>
                </c:pt>
                <c:pt idx="8128">
                  <c:v>7.5919999999999996</c:v>
                </c:pt>
                <c:pt idx="8129">
                  <c:v>7.5919999999999996</c:v>
                </c:pt>
                <c:pt idx="8130">
                  <c:v>7.593</c:v>
                </c:pt>
                <c:pt idx="8131">
                  <c:v>7.5949999999999998</c:v>
                </c:pt>
                <c:pt idx="8132">
                  <c:v>7.5949999999999998</c:v>
                </c:pt>
                <c:pt idx="8133">
                  <c:v>7.5919999999999996</c:v>
                </c:pt>
                <c:pt idx="8134">
                  <c:v>7.593</c:v>
                </c:pt>
                <c:pt idx="8135">
                  <c:v>7.5940000000000003</c:v>
                </c:pt>
                <c:pt idx="8136">
                  <c:v>7.593</c:v>
                </c:pt>
                <c:pt idx="8137">
                  <c:v>7.5940000000000003</c:v>
                </c:pt>
                <c:pt idx="8138">
                  <c:v>7.5949999999999998</c:v>
                </c:pt>
                <c:pt idx="8139">
                  <c:v>7.593</c:v>
                </c:pt>
                <c:pt idx="8140">
                  <c:v>7.5910000000000002</c:v>
                </c:pt>
                <c:pt idx="8141">
                  <c:v>7.5910000000000002</c:v>
                </c:pt>
                <c:pt idx="8142">
                  <c:v>7.5919999999999996</c:v>
                </c:pt>
                <c:pt idx="8143">
                  <c:v>7.5919999999999996</c:v>
                </c:pt>
                <c:pt idx="8144">
                  <c:v>7.593</c:v>
                </c:pt>
                <c:pt idx="8145">
                  <c:v>7.5949999999999998</c:v>
                </c:pt>
                <c:pt idx="8146">
                  <c:v>7.5940000000000003</c:v>
                </c:pt>
                <c:pt idx="8147">
                  <c:v>7.5910000000000002</c:v>
                </c:pt>
                <c:pt idx="8148">
                  <c:v>7.5910000000000002</c:v>
                </c:pt>
                <c:pt idx="8149">
                  <c:v>7.593</c:v>
                </c:pt>
                <c:pt idx="8150">
                  <c:v>7.5910000000000002</c:v>
                </c:pt>
                <c:pt idx="8151">
                  <c:v>7.5910000000000002</c:v>
                </c:pt>
                <c:pt idx="8152">
                  <c:v>7.5919999999999996</c:v>
                </c:pt>
                <c:pt idx="8153">
                  <c:v>7.593</c:v>
                </c:pt>
                <c:pt idx="8154">
                  <c:v>7.59</c:v>
                </c:pt>
                <c:pt idx="8155">
                  <c:v>7.5910000000000002</c:v>
                </c:pt>
                <c:pt idx="8156">
                  <c:v>7.5919999999999996</c:v>
                </c:pt>
                <c:pt idx="8157">
                  <c:v>7.5919999999999996</c:v>
                </c:pt>
                <c:pt idx="8158">
                  <c:v>7.59</c:v>
                </c:pt>
                <c:pt idx="8159">
                  <c:v>7.5910000000000002</c:v>
                </c:pt>
                <c:pt idx="8160">
                  <c:v>7.5910000000000002</c:v>
                </c:pt>
                <c:pt idx="8161">
                  <c:v>7.5919999999999996</c:v>
                </c:pt>
                <c:pt idx="8162">
                  <c:v>7.5940000000000003</c:v>
                </c:pt>
                <c:pt idx="8163">
                  <c:v>7.5949999999999998</c:v>
                </c:pt>
                <c:pt idx="8164">
                  <c:v>7.5940000000000003</c:v>
                </c:pt>
                <c:pt idx="8165">
                  <c:v>7.5919999999999996</c:v>
                </c:pt>
                <c:pt idx="8166">
                  <c:v>7.5949999999999998</c:v>
                </c:pt>
                <c:pt idx="8167">
                  <c:v>7.5949999999999998</c:v>
                </c:pt>
                <c:pt idx="8168">
                  <c:v>7.593</c:v>
                </c:pt>
                <c:pt idx="8169">
                  <c:v>7.593</c:v>
                </c:pt>
                <c:pt idx="8170">
                  <c:v>7.593</c:v>
                </c:pt>
                <c:pt idx="8171">
                  <c:v>7.5910000000000002</c:v>
                </c:pt>
                <c:pt idx="8172">
                  <c:v>7.59</c:v>
                </c:pt>
                <c:pt idx="8173">
                  <c:v>7.5940000000000003</c:v>
                </c:pt>
                <c:pt idx="8174">
                  <c:v>7.5940000000000003</c:v>
                </c:pt>
                <c:pt idx="8175">
                  <c:v>7.5919999999999996</c:v>
                </c:pt>
                <c:pt idx="8176">
                  <c:v>7.5910000000000002</c:v>
                </c:pt>
                <c:pt idx="8177">
                  <c:v>7.593</c:v>
                </c:pt>
                <c:pt idx="8178">
                  <c:v>7.593</c:v>
                </c:pt>
                <c:pt idx="8179">
                  <c:v>7.5910000000000002</c:v>
                </c:pt>
                <c:pt idx="8180">
                  <c:v>7.593</c:v>
                </c:pt>
                <c:pt idx="8181">
                  <c:v>7.593</c:v>
                </c:pt>
                <c:pt idx="8182">
                  <c:v>7.5890000000000004</c:v>
                </c:pt>
                <c:pt idx="8183">
                  <c:v>7.59</c:v>
                </c:pt>
                <c:pt idx="8184">
                  <c:v>7.5919999999999996</c:v>
                </c:pt>
                <c:pt idx="8185">
                  <c:v>7.593</c:v>
                </c:pt>
                <c:pt idx="8186">
                  <c:v>7.5919999999999996</c:v>
                </c:pt>
                <c:pt idx="8187">
                  <c:v>7.5919999999999996</c:v>
                </c:pt>
                <c:pt idx="8188">
                  <c:v>7.5940000000000003</c:v>
                </c:pt>
                <c:pt idx="8189">
                  <c:v>7.5919999999999996</c:v>
                </c:pt>
                <c:pt idx="8190">
                  <c:v>7.5919999999999996</c:v>
                </c:pt>
                <c:pt idx="8191">
                  <c:v>7.593</c:v>
                </c:pt>
                <c:pt idx="8192">
                  <c:v>7.5940000000000003</c:v>
                </c:pt>
                <c:pt idx="8193">
                  <c:v>7.5940000000000003</c:v>
                </c:pt>
                <c:pt idx="8194">
                  <c:v>7.593</c:v>
                </c:pt>
                <c:pt idx="8195">
                  <c:v>7.593</c:v>
                </c:pt>
                <c:pt idx="8196">
                  <c:v>7.5919999999999996</c:v>
                </c:pt>
                <c:pt idx="8197">
                  <c:v>7.59</c:v>
                </c:pt>
                <c:pt idx="8198">
                  <c:v>7.593</c:v>
                </c:pt>
                <c:pt idx="8199">
                  <c:v>7.593</c:v>
                </c:pt>
                <c:pt idx="8200">
                  <c:v>7.5919999999999996</c:v>
                </c:pt>
                <c:pt idx="8201">
                  <c:v>7.5919999999999996</c:v>
                </c:pt>
                <c:pt idx="8202">
                  <c:v>7.593</c:v>
                </c:pt>
                <c:pt idx="8203">
                  <c:v>7.593</c:v>
                </c:pt>
                <c:pt idx="8204">
                  <c:v>7.5890000000000004</c:v>
                </c:pt>
                <c:pt idx="8205">
                  <c:v>7.5910000000000002</c:v>
                </c:pt>
                <c:pt idx="8206">
                  <c:v>7.5940000000000003</c:v>
                </c:pt>
                <c:pt idx="8207">
                  <c:v>7.5940000000000003</c:v>
                </c:pt>
                <c:pt idx="8208">
                  <c:v>7.593</c:v>
                </c:pt>
                <c:pt idx="8209">
                  <c:v>7.5919999999999996</c:v>
                </c:pt>
                <c:pt idx="8210">
                  <c:v>7.5919999999999996</c:v>
                </c:pt>
                <c:pt idx="8211">
                  <c:v>7.5919999999999996</c:v>
                </c:pt>
                <c:pt idx="8212">
                  <c:v>7.5919999999999996</c:v>
                </c:pt>
                <c:pt idx="8213">
                  <c:v>7.5910000000000002</c:v>
                </c:pt>
                <c:pt idx="8214">
                  <c:v>7.593</c:v>
                </c:pt>
                <c:pt idx="8215">
                  <c:v>7.5940000000000003</c:v>
                </c:pt>
                <c:pt idx="8216">
                  <c:v>7.5919999999999996</c:v>
                </c:pt>
                <c:pt idx="8217">
                  <c:v>7.5880000000000001</c:v>
                </c:pt>
                <c:pt idx="8218">
                  <c:v>7.5869999999999997</c:v>
                </c:pt>
                <c:pt idx="8219">
                  <c:v>7.593</c:v>
                </c:pt>
                <c:pt idx="8220">
                  <c:v>7.5949999999999998</c:v>
                </c:pt>
                <c:pt idx="8221">
                  <c:v>7.593</c:v>
                </c:pt>
                <c:pt idx="8222">
                  <c:v>7.593</c:v>
                </c:pt>
                <c:pt idx="8223">
                  <c:v>7.593</c:v>
                </c:pt>
                <c:pt idx="8224">
                  <c:v>7.5919999999999996</c:v>
                </c:pt>
                <c:pt idx="8225">
                  <c:v>7.5919999999999996</c:v>
                </c:pt>
                <c:pt idx="8226">
                  <c:v>7.5919999999999996</c:v>
                </c:pt>
                <c:pt idx="8227">
                  <c:v>7.593</c:v>
                </c:pt>
                <c:pt idx="8228">
                  <c:v>7.59</c:v>
                </c:pt>
                <c:pt idx="8229">
                  <c:v>7.59</c:v>
                </c:pt>
                <c:pt idx="8230">
                  <c:v>7.593</c:v>
                </c:pt>
                <c:pt idx="8231">
                  <c:v>7.5940000000000003</c:v>
                </c:pt>
                <c:pt idx="8232">
                  <c:v>7.5919999999999996</c:v>
                </c:pt>
                <c:pt idx="8233">
                  <c:v>7.59</c:v>
                </c:pt>
                <c:pt idx="8234">
                  <c:v>7.5910000000000002</c:v>
                </c:pt>
                <c:pt idx="8235">
                  <c:v>7.593</c:v>
                </c:pt>
                <c:pt idx="8236">
                  <c:v>7.5919999999999996</c:v>
                </c:pt>
                <c:pt idx="8237">
                  <c:v>7.5890000000000004</c:v>
                </c:pt>
                <c:pt idx="8238">
                  <c:v>7.5890000000000004</c:v>
                </c:pt>
                <c:pt idx="8239">
                  <c:v>7.5910000000000002</c:v>
                </c:pt>
                <c:pt idx="8240">
                  <c:v>7.5940000000000003</c:v>
                </c:pt>
                <c:pt idx="8241">
                  <c:v>7.5919999999999996</c:v>
                </c:pt>
                <c:pt idx="8242">
                  <c:v>7.5910000000000002</c:v>
                </c:pt>
                <c:pt idx="8243">
                  <c:v>7.59</c:v>
                </c:pt>
                <c:pt idx="8244">
                  <c:v>7.593</c:v>
                </c:pt>
                <c:pt idx="8245">
                  <c:v>7.5949999999999998</c:v>
                </c:pt>
                <c:pt idx="8246">
                  <c:v>7.5940000000000003</c:v>
                </c:pt>
                <c:pt idx="8247">
                  <c:v>7.5919999999999996</c:v>
                </c:pt>
                <c:pt idx="8248">
                  <c:v>7.5910000000000002</c:v>
                </c:pt>
                <c:pt idx="8249">
                  <c:v>7.593</c:v>
                </c:pt>
                <c:pt idx="8250">
                  <c:v>7.5940000000000003</c:v>
                </c:pt>
                <c:pt idx="8251">
                  <c:v>7.593</c:v>
                </c:pt>
                <c:pt idx="8252">
                  <c:v>7.5910000000000002</c:v>
                </c:pt>
                <c:pt idx="8253">
                  <c:v>7.5910000000000002</c:v>
                </c:pt>
                <c:pt idx="8254">
                  <c:v>7.593</c:v>
                </c:pt>
                <c:pt idx="8255">
                  <c:v>7.5949999999999998</c:v>
                </c:pt>
                <c:pt idx="8256">
                  <c:v>7.5919999999999996</c:v>
                </c:pt>
                <c:pt idx="8257">
                  <c:v>7.5890000000000004</c:v>
                </c:pt>
                <c:pt idx="8258">
                  <c:v>7.5890000000000004</c:v>
                </c:pt>
                <c:pt idx="8259">
                  <c:v>7.5919999999999996</c:v>
                </c:pt>
                <c:pt idx="8260">
                  <c:v>7.593</c:v>
                </c:pt>
                <c:pt idx="8261">
                  <c:v>7.59</c:v>
                </c:pt>
                <c:pt idx="8262">
                  <c:v>7.5869999999999997</c:v>
                </c:pt>
                <c:pt idx="8263">
                  <c:v>7.59</c:v>
                </c:pt>
                <c:pt idx="8264">
                  <c:v>7.5940000000000003</c:v>
                </c:pt>
                <c:pt idx="8265">
                  <c:v>7.5940000000000003</c:v>
                </c:pt>
                <c:pt idx="8266">
                  <c:v>7.5890000000000004</c:v>
                </c:pt>
                <c:pt idx="8267">
                  <c:v>7.5890000000000004</c:v>
                </c:pt>
                <c:pt idx="8268">
                  <c:v>7.593</c:v>
                </c:pt>
                <c:pt idx="8269">
                  <c:v>7.5940000000000003</c:v>
                </c:pt>
                <c:pt idx="8270">
                  <c:v>7.593</c:v>
                </c:pt>
                <c:pt idx="8271">
                  <c:v>7.59</c:v>
                </c:pt>
                <c:pt idx="8272">
                  <c:v>7.59</c:v>
                </c:pt>
                <c:pt idx="8273">
                  <c:v>7.5910000000000002</c:v>
                </c:pt>
                <c:pt idx="8274">
                  <c:v>7.593</c:v>
                </c:pt>
                <c:pt idx="8275">
                  <c:v>7.5910000000000002</c:v>
                </c:pt>
                <c:pt idx="8276">
                  <c:v>7.5890000000000004</c:v>
                </c:pt>
                <c:pt idx="8277">
                  <c:v>7.5890000000000004</c:v>
                </c:pt>
                <c:pt idx="8278">
                  <c:v>7.5919999999999996</c:v>
                </c:pt>
                <c:pt idx="8279">
                  <c:v>7.5919999999999996</c:v>
                </c:pt>
                <c:pt idx="8280">
                  <c:v>7.5890000000000004</c:v>
                </c:pt>
                <c:pt idx="8281">
                  <c:v>7.5869999999999997</c:v>
                </c:pt>
                <c:pt idx="8282">
                  <c:v>7.5869999999999997</c:v>
                </c:pt>
                <c:pt idx="8283">
                  <c:v>7.5910000000000002</c:v>
                </c:pt>
                <c:pt idx="8284">
                  <c:v>7.5940000000000003</c:v>
                </c:pt>
                <c:pt idx="8285">
                  <c:v>7.5910000000000002</c:v>
                </c:pt>
                <c:pt idx="8286">
                  <c:v>7.5880000000000001</c:v>
                </c:pt>
                <c:pt idx="8287">
                  <c:v>7.59</c:v>
                </c:pt>
                <c:pt idx="8288">
                  <c:v>7.5919999999999996</c:v>
                </c:pt>
                <c:pt idx="8289">
                  <c:v>7.5910000000000002</c:v>
                </c:pt>
                <c:pt idx="8290">
                  <c:v>7.5880000000000001</c:v>
                </c:pt>
                <c:pt idx="8291">
                  <c:v>7.5890000000000004</c:v>
                </c:pt>
                <c:pt idx="8292">
                  <c:v>7.5960000000000001</c:v>
                </c:pt>
                <c:pt idx="8293">
                  <c:v>7.5960000000000001</c:v>
                </c:pt>
                <c:pt idx="8294">
                  <c:v>7.593</c:v>
                </c:pt>
                <c:pt idx="8295">
                  <c:v>7.5910000000000002</c:v>
                </c:pt>
                <c:pt idx="8296">
                  <c:v>7.5910000000000002</c:v>
                </c:pt>
                <c:pt idx="8297">
                  <c:v>7.5910000000000002</c:v>
                </c:pt>
                <c:pt idx="8298">
                  <c:v>7.59</c:v>
                </c:pt>
                <c:pt idx="8299">
                  <c:v>7.5910000000000002</c:v>
                </c:pt>
                <c:pt idx="8300">
                  <c:v>7.5910000000000002</c:v>
                </c:pt>
                <c:pt idx="8301">
                  <c:v>7.5910000000000002</c:v>
                </c:pt>
                <c:pt idx="8302">
                  <c:v>7.59</c:v>
                </c:pt>
                <c:pt idx="8303">
                  <c:v>7.5890000000000004</c:v>
                </c:pt>
                <c:pt idx="8304">
                  <c:v>7.5890000000000004</c:v>
                </c:pt>
                <c:pt idx="8305">
                  <c:v>7.5890000000000004</c:v>
                </c:pt>
                <c:pt idx="8306">
                  <c:v>7.59</c:v>
                </c:pt>
                <c:pt idx="8307">
                  <c:v>7.5910000000000002</c:v>
                </c:pt>
                <c:pt idx="8308">
                  <c:v>7.5890000000000004</c:v>
                </c:pt>
                <c:pt idx="8309">
                  <c:v>7.5880000000000001</c:v>
                </c:pt>
                <c:pt idx="8310">
                  <c:v>7.59</c:v>
                </c:pt>
                <c:pt idx="8311">
                  <c:v>7.5890000000000004</c:v>
                </c:pt>
                <c:pt idx="8312">
                  <c:v>7.5860000000000003</c:v>
                </c:pt>
                <c:pt idx="8313">
                  <c:v>7.5890000000000004</c:v>
                </c:pt>
                <c:pt idx="8314">
                  <c:v>7.5919999999999996</c:v>
                </c:pt>
                <c:pt idx="8315">
                  <c:v>7.5890000000000004</c:v>
                </c:pt>
                <c:pt idx="8316">
                  <c:v>7.59</c:v>
                </c:pt>
                <c:pt idx="8317">
                  <c:v>7.59</c:v>
                </c:pt>
                <c:pt idx="8318">
                  <c:v>7.5890000000000004</c:v>
                </c:pt>
                <c:pt idx="8319">
                  <c:v>7.5880000000000001</c:v>
                </c:pt>
                <c:pt idx="8320">
                  <c:v>7.5890000000000004</c:v>
                </c:pt>
                <c:pt idx="8321">
                  <c:v>7.5910000000000002</c:v>
                </c:pt>
                <c:pt idx="8322">
                  <c:v>7.59</c:v>
                </c:pt>
                <c:pt idx="8323">
                  <c:v>7.5890000000000004</c:v>
                </c:pt>
                <c:pt idx="8324">
                  <c:v>7.5890000000000004</c:v>
                </c:pt>
                <c:pt idx="8325">
                  <c:v>7.59</c:v>
                </c:pt>
                <c:pt idx="8326">
                  <c:v>7.59</c:v>
                </c:pt>
                <c:pt idx="8327">
                  <c:v>7.5910000000000002</c:v>
                </c:pt>
                <c:pt idx="8328">
                  <c:v>7.5919999999999996</c:v>
                </c:pt>
                <c:pt idx="8329">
                  <c:v>7.5919999999999996</c:v>
                </c:pt>
                <c:pt idx="8330">
                  <c:v>7.59</c:v>
                </c:pt>
                <c:pt idx="8331">
                  <c:v>7.5910000000000002</c:v>
                </c:pt>
                <c:pt idx="8332">
                  <c:v>7.59</c:v>
                </c:pt>
                <c:pt idx="8333">
                  <c:v>7.5890000000000004</c:v>
                </c:pt>
                <c:pt idx="8334">
                  <c:v>7.5890000000000004</c:v>
                </c:pt>
                <c:pt idx="8335">
                  <c:v>7.59</c:v>
                </c:pt>
                <c:pt idx="8336">
                  <c:v>7.5910000000000002</c:v>
                </c:pt>
                <c:pt idx="8337">
                  <c:v>7.5880000000000001</c:v>
                </c:pt>
                <c:pt idx="8338">
                  <c:v>7.59</c:v>
                </c:pt>
                <c:pt idx="8339">
                  <c:v>7.5919999999999996</c:v>
                </c:pt>
                <c:pt idx="8340">
                  <c:v>7.59</c:v>
                </c:pt>
                <c:pt idx="8341">
                  <c:v>7.59</c:v>
                </c:pt>
                <c:pt idx="8342">
                  <c:v>7.5919999999999996</c:v>
                </c:pt>
                <c:pt idx="8343">
                  <c:v>7.5890000000000004</c:v>
                </c:pt>
                <c:pt idx="8344">
                  <c:v>7.5869999999999997</c:v>
                </c:pt>
                <c:pt idx="8345">
                  <c:v>7.5869999999999997</c:v>
                </c:pt>
                <c:pt idx="8346">
                  <c:v>7.5910000000000002</c:v>
                </c:pt>
                <c:pt idx="8347">
                  <c:v>7.5890000000000004</c:v>
                </c:pt>
                <c:pt idx="8348">
                  <c:v>7.5880000000000001</c:v>
                </c:pt>
                <c:pt idx="8349">
                  <c:v>7.59</c:v>
                </c:pt>
                <c:pt idx="8350">
                  <c:v>7.5910000000000002</c:v>
                </c:pt>
                <c:pt idx="8351">
                  <c:v>7.59</c:v>
                </c:pt>
                <c:pt idx="8352">
                  <c:v>7.5890000000000004</c:v>
                </c:pt>
                <c:pt idx="8353">
                  <c:v>7.59</c:v>
                </c:pt>
                <c:pt idx="8354">
                  <c:v>7.59</c:v>
                </c:pt>
                <c:pt idx="8355">
                  <c:v>7.5890000000000004</c:v>
                </c:pt>
                <c:pt idx="8356">
                  <c:v>7.5890000000000004</c:v>
                </c:pt>
                <c:pt idx="8357">
                  <c:v>7.59</c:v>
                </c:pt>
                <c:pt idx="8358">
                  <c:v>7.59</c:v>
                </c:pt>
                <c:pt idx="8359">
                  <c:v>7.5890000000000004</c:v>
                </c:pt>
                <c:pt idx="8360">
                  <c:v>7.59</c:v>
                </c:pt>
                <c:pt idx="8361">
                  <c:v>7.59</c:v>
                </c:pt>
                <c:pt idx="8362">
                  <c:v>7.5869999999999997</c:v>
                </c:pt>
                <c:pt idx="8363">
                  <c:v>7.5890000000000004</c:v>
                </c:pt>
                <c:pt idx="8364">
                  <c:v>7.5910000000000002</c:v>
                </c:pt>
                <c:pt idx="8365">
                  <c:v>7.5890000000000004</c:v>
                </c:pt>
                <c:pt idx="8366">
                  <c:v>7.5890000000000004</c:v>
                </c:pt>
                <c:pt idx="8367">
                  <c:v>7.59</c:v>
                </c:pt>
                <c:pt idx="8368">
                  <c:v>7.5910000000000002</c:v>
                </c:pt>
                <c:pt idx="8369">
                  <c:v>7.5869999999999997</c:v>
                </c:pt>
                <c:pt idx="8370">
                  <c:v>7.5890000000000004</c:v>
                </c:pt>
                <c:pt idx="8371">
                  <c:v>7.59</c:v>
                </c:pt>
                <c:pt idx="8372">
                  <c:v>7.5890000000000004</c:v>
                </c:pt>
                <c:pt idx="8373">
                  <c:v>7.5869999999999997</c:v>
                </c:pt>
                <c:pt idx="8374">
                  <c:v>7.5890000000000004</c:v>
                </c:pt>
                <c:pt idx="8375">
                  <c:v>7.5910000000000002</c:v>
                </c:pt>
                <c:pt idx="8376">
                  <c:v>7.5860000000000003</c:v>
                </c:pt>
                <c:pt idx="8377">
                  <c:v>7.5869999999999997</c:v>
                </c:pt>
                <c:pt idx="8378">
                  <c:v>7.5910000000000002</c:v>
                </c:pt>
                <c:pt idx="8379">
                  <c:v>7.5890000000000004</c:v>
                </c:pt>
                <c:pt idx="8380">
                  <c:v>7.5869999999999997</c:v>
                </c:pt>
                <c:pt idx="8381">
                  <c:v>7.5880000000000001</c:v>
                </c:pt>
                <c:pt idx="8382">
                  <c:v>7.5880000000000001</c:v>
                </c:pt>
                <c:pt idx="8383">
                  <c:v>7.5869999999999997</c:v>
                </c:pt>
                <c:pt idx="8384">
                  <c:v>7.585</c:v>
                </c:pt>
                <c:pt idx="8385">
                  <c:v>7.585</c:v>
                </c:pt>
                <c:pt idx="8386">
                  <c:v>7.5869999999999997</c:v>
                </c:pt>
                <c:pt idx="8387">
                  <c:v>7.5869999999999997</c:v>
                </c:pt>
                <c:pt idx="8388">
                  <c:v>7.5869999999999997</c:v>
                </c:pt>
                <c:pt idx="8389">
                  <c:v>7.5869999999999997</c:v>
                </c:pt>
                <c:pt idx="8390">
                  <c:v>7.5869999999999997</c:v>
                </c:pt>
                <c:pt idx="8391">
                  <c:v>7.5880000000000001</c:v>
                </c:pt>
                <c:pt idx="8392">
                  <c:v>7.59</c:v>
                </c:pt>
                <c:pt idx="8393">
                  <c:v>7.59</c:v>
                </c:pt>
                <c:pt idx="8394">
                  <c:v>7.5890000000000004</c:v>
                </c:pt>
                <c:pt idx="8395">
                  <c:v>7.5890000000000004</c:v>
                </c:pt>
                <c:pt idx="8396">
                  <c:v>7.59</c:v>
                </c:pt>
                <c:pt idx="8397">
                  <c:v>7.5890000000000004</c:v>
                </c:pt>
                <c:pt idx="8398">
                  <c:v>7.5869999999999997</c:v>
                </c:pt>
                <c:pt idx="8399">
                  <c:v>7.5890000000000004</c:v>
                </c:pt>
                <c:pt idx="8400">
                  <c:v>7.59</c:v>
                </c:pt>
                <c:pt idx="8401">
                  <c:v>7.5860000000000003</c:v>
                </c:pt>
                <c:pt idx="8402">
                  <c:v>7.5869999999999997</c:v>
                </c:pt>
                <c:pt idx="8403">
                  <c:v>7.5890000000000004</c:v>
                </c:pt>
                <c:pt idx="8404">
                  <c:v>7.5869999999999997</c:v>
                </c:pt>
                <c:pt idx="8405">
                  <c:v>7.5839999999999996</c:v>
                </c:pt>
                <c:pt idx="8406">
                  <c:v>7.585</c:v>
                </c:pt>
                <c:pt idx="8407">
                  <c:v>7.5890000000000004</c:v>
                </c:pt>
                <c:pt idx="8408">
                  <c:v>7.5860000000000003</c:v>
                </c:pt>
                <c:pt idx="8409">
                  <c:v>7.585</c:v>
                </c:pt>
                <c:pt idx="8410">
                  <c:v>7.585</c:v>
                </c:pt>
                <c:pt idx="8411">
                  <c:v>7.5839999999999996</c:v>
                </c:pt>
                <c:pt idx="8412">
                  <c:v>7.585</c:v>
                </c:pt>
                <c:pt idx="8413">
                  <c:v>7.5880000000000001</c:v>
                </c:pt>
                <c:pt idx="8414">
                  <c:v>7.5890000000000004</c:v>
                </c:pt>
                <c:pt idx="8415">
                  <c:v>7.5880000000000001</c:v>
                </c:pt>
                <c:pt idx="8416">
                  <c:v>7.5869999999999997</c:v>
                </c:pt>
                <c:pt idx="8417">
                  <c:v>7.5869999999999997</c:v>
                </c:pt>
                <c:pt idx="8418">
                  <c:v>7.5869999999999997</c:v>
                </c:pt>
                <c:pt idx="8419">
                  <c:v>7.585</c:v>
                </c:pt>
                <c:pt idx="8420">
                  <c:v>7.585</c:v>
                </c:pt>
                <c:pt idx="8421">
                  <c:v>7.5869999999999997</c:v>
                </c:pt>
                <c:pt idx="8422">
                  <c:v>7.5869999999999997</c:v>
                </c:pt>
                <c:pt idx="8423">
                  <c:v>7.5839999999999996</c:v>
                </c:pt>
                <c:pt idx="8424">
                  <c:v>7.5890000000000004</c:v>
                </c:pt>
                <c:pt idx="8425">
                  <c:v>7.5869999999999997</c:v>
                </c:pt>
                <c:pt idx="8426">
                  <c:v>7.5860000000000003</c:v>
                </c:pt>
                <c:pt idx="8427">
                  <c:v>7.5860000000000003</c:v>
                </c:pt>
                <c:pt idx="8428">
                  <c:v>7.5880000000000001</c:v>
                </c:pt>
                <c:pt idx="8429">
                  <c:v>7.5869999999999997</c:v>
                </c:pt>
                <c:pt idx="8430">
                  <c:v>7.585</c:v>
                </c:pt>
                <c:pt idx="8431">
                  <c:v>7.5869999999999997</c:v>
                </c:pt>
                <c:pt idx="8432">
                  <c:v>7.5880000000000001</c:v>
                </c:pt>
                <c:pt idx="8433">
                  <c:v>7.5869999999999997</c:v>
                </c:pt>
                <c:pt idx="8434">
                  <c:v>7.5860000000000003</c:v>
                </c:pt>
                <c:pt idx="8435">
                  <c:v>7.5880000000000001</c:v>
                </c:pt>
                <c:pt idx="8436">
                  <c:v>7.5869999999999997</c:v>
                </c:pt>
                <c:pt idx="8437">
                  <c:v>7.585</c:v>
                </c:pt>
                <c:pt idx="8438">
                  <c:v>7.5860000000000003</c:v>
                </c:pt>
                <c:pt idx="8439">
                  <c:v>7.5880000000000001</c:v>
                </c:pt>
                <c:pt idx="8440">
                  <c:v>7.5860000000000003</c:v>
                </c:pt>
                <c:pt idx="8441">
                  <c:v>7.5860000000000003</c:v>
                </c:pt>
                <c:pt idx="8442">
                  <c:v>7.5869999999999997</c:v>
                </c:pt>
                <c:pt idx="8443">
                  <c:v>7.5869999999999997</c:v>
                </c:pt>
                <c:pt idx="8444">
                  <c:v>7.585</c:v>
                </c:pt>
                <c:pt idx="8445">
                  <c:v>7.585</c:v>
                </c:pt>
                <c:pt idx="8446">
                  <c:v>7.5869999999999997</c:v>
                </c:pt>
                <c:pt idx="8447">
                  <c:v>7.5869999999999997</c:v>
                </c:pt>
                <c:pt idx="8448">
                  <c:v>7.585</c:v>
                </c:pt>
                <c:pt idx="8449">
                  <c:v>7.5869999999999997</c:v>
                </c:pt>
                <c:pt idx="8450">
                  <c:v>7.5880000000000001</c:v>
                </c:pt>
                <c:pt idx="8451">
                  <c:v>7.5869999999999997</c:v>
                </c:pt>
                <c:pt idx="8452">
                  <c:v>7.5869999999999997</c:v>
                </c:pt>
                <c:pt idx="8453">
                  <c:v>7.5869999999999997</c:v>
                </c:pt>
                <c:pt idx="8454">
                  <c:v>7.5880000000000001</c:v>
                </c:pt>
                <c:pt idx="8455">
                  <c:v>7.585</c:v>
                </c:pt>
                <c:pt idx="8456">
                  <c:v>7.5869999999999997</c:v>
                </c:pt>
                <c:pt idx="8457">
                  <c:v>7.5880000000000001</c:v>
                </c:pt>
                <c:pt idx="8458">
                  <c:v>7.5869999999999997</c:v>
                </c:pt>
                <c:pt idx="8459">
                  <c:v>7.5860000000000003</c:v>
                </c:pt>
                <c:pt idx="8460">
                  <c:v>7.5869999999999997</c:v>
                </c:pt>
                <c:pt idx="8461">
                  <c:v>7.5869999999999997</c:v>
                </c:pt>
                <c:pt idx="8462">
                  <c:v>7.5839999999999996</c:v>
                </c:pt>
                <c:pt idx="8463">
                  <c:v>7.5869999999999997</c:v>
                </c:pt>
                <c:pt idx="8464">
                  <c:v>7.5860000000000003</c:v>
                </c:pt>
                <c:pt idx="8465">
                  <c:v>7.585</c:v>
                </c:pt>
                <c:pt idx="8466">
                  <c:v>7.5839999999999996</c:v>
                </c:pt>
                <c:pt idx="8467">
                  <c:v>7.5869999999999997</c:v>
                </c:pt>
                <c:pt idx="8468">
                  <c:v>7.5869999999999997</c:v>
                </c:pt>
                <c:pt idx="8469">
                  <c:v>7.585</c:v>
                </c:pt>
                <c:pt idx="8470">
                  <c:v>7.5860000000000003</c:v>
                </c:pt>
                <c:pt idx="8471">
                  <c:v>7.5880000000000001</c:v>
                </c:pt>
                <c:pt idx="8472">
                  <c:v>7.5860000000000003</c:v>
                </c:pt>
                <c:pt idx="8473">
                  <c:v>7.585</c:v>
                </c:pt>
                <c:pt idx="8474">
                  <c:v>7.585</c:v>
                </c:pt>
                <c:pt idx="8475">
                  <c:v>7.585</c:v>
                </c:pt>
                <c:pt idx="8476">
                  <c:v>7.585</c:v>
                </c:pt>
                <c:pt idx="8477">
                  <c:v>7.585</c:v>
                </c:pt>
                <c:pt idx="8478">
                  <c:v>7.5860000000000003</c:v>
                </c:pt>
                <c:pt idx="8479">
                  <c:v>7.5860000000000003</c:v>
                </c:pt>
                <c:pt idx="8480">
                  <c:v>7.585</c:v>
                </c:pt>
                <c:pt idx="8481">
                  <c:v>7.585</c:v>
                </c:pt>
                <c:pt idx="8482">
                  <c:v>7.585</c:v>
                </c:pt>
                <c:pt idx="8483">
                  <c:v>7.585</c:v>
                </c:pt>
                <c:pt idx="8484">
                  <c:v>7.5839999999999996</c:v>
                </c:pt>
                <c:pt idx="8485">
                  <c:v>7.5860000000000003</c:v>
                </c:pt>
                <c:pt idx="8486">
                  <c:v>7.5869999999999997</c:v>
                </c:pt>
                <c:pt idx="8487">
                  <c:v>7.5839999999999996</c:v>
                </c:pt>
                <c:pt idx="8488">
                  <c:v>7.585</c:v>
                </c:pt>
                <c:pt idx="8489">
                  <c:v>7.5869999999999997</c:v>
                </c:pt>
                <c:pt idx="8490">
                  <c:v>7.585</c:v>
                </c:pt>
                <c:pt idx="8491">
                  <c:v>7.5830000000000002</c:v>
                </c:pt>
                <c:pt idx="8492">
                  <c:v>7.5819999999999999</c:v>
                </c:pt>
                <c:pt idx="8493">
                  <c:v>7.5839999999999996</c:v>
                </c:pt>
                <c:pt idx="8494">
                  <c:v>7.5830000000000002</c:v>
                </c:pt>
                <c:pt idx="8495">
                  <c:v>7.585</c:v>
                </c:pt>
                <c:pt idx="8496">
                  <c:v>7.5860000000000003</c:v>
                </c:pt>
                <c:pt idx="8497">
                  <c:v>7.5860000000000003</c:v>
                </c:pt>
                <c:pt idx="8498">
                  <c:v>7.5839999999999996</c:v>
                </c:pt>
                <c:pt idx="8499">
                  <c:v>7.5839999999999996</c:v>
                </c:pt>
                <c:pt idx="8500">
                  <c:v>7.585</c:v>
                </c:pt>
                <c:pt idx="8501">
                  <c:v>7.5810000000000004</c:v>
                </c:pt>
                <c:pt idx="8502">
                  <c:v>7.5819999999999999</c:v>
                </c:pt>
                <c:pt idx="8503">
                  <c:v>7.585</c:v>
                </c:pt>
                <c:pt idx="8504">
                  <c:v>7.585</c:v>
                </c:pt>
                <c:pt idx="8505">
                  <c:v>7.5839999999999996</c:v>
                </c:pt>
                <c:pt idx="8506">
                  <c:v>7.585</c:v>
                </c:pt>
                <c:pt idx="8507">
                  <c:v>7.5860000000000003</c:v>
                </c:pt>
                <c:pt idx="8508">
                  <c:v>7.585</c:v>
                </c:pt>
                <c:pt idx="8509">
                  <c:v>7.5839999999999996</c:v>
                </c:pt>
                <c:pt idx="8510">
                  <c:v>7.5860000000000003</c:v>
                </c:pt>
                <c:pt idx="8511">
                  <c:v>7.5839999999999996</c:v>
                </c:pt>
                <c:pt idx="8512">
                  <c:v>7.5830000000000002</c:v>
                </c:pt>
                <c:pt idx="8513">
                  <c:v>7.5830000000000002</c:v>
                </c:pt>
                <c:pt idx="8514">
                  <c:v>7.585</c:v>
                </c:pt>
                <c:pt idx="8515">
                  <c:v>7.5839999999999996</c:v>
                </c:pt>
                <c:pt idx="8516">
                  <c:v>7.5830000000000002</c:v>
                </c:pt>
                <c:pt idx="8517">
                  <c:v>7.585</c:v>
                </c:pt>
                <c:pt idx="8518">
                  <c:v>7.5860000000000003</c:v>
                </c:pt>
                <c:pt idx="8519">
                  <c:v>7.585</c:v>
                </c:pt>
                <c:pt idx="8520">
                  <c:v>7.585</c:v>
                </c:pt>
                <c:pt idx="8521">
                  <c:v>7.5860000000000003</c:v>
                </c:pt>
                <c:pt idx="8522">
                  <c:v>7.585</c:v>
                </c:pt>
                <c:pt idx="8523">
                  <c:v>7.5830000000000002</c:v>
                </c:pt>
                <c:pt idx="8524">
                  <c:v>7.5839999999999996</c:v>
                </c:pt>
                <c:pt idx="8525">
                  <c:v>7.5839999999999996</c:v>
                </c:pt>
                <c:pt idx="8526">
                  <c:v>7.58</c:v>
                </c:pt>
                <c:pt idx="8527">
                  <c:v>7.5810000000000004</c:v>
                </c:pt>
                <c:pt idx="8528">
                  <c:v>7.5839999999999996</c:v>
                </c:pt>
                <c:pt idx="8529">
                  <c:v>7.5839999999999996</c:v>
                </c:pt>
                <c:pt idx="8530">
                  <c:v>7.5810000000000004</c:v>
                </c:pt>
                <c:pt idx="8531">
                  <c:v>7.5810000000000004</c:v>
                </c:pt>
                <c:pt idx="8532">
                  <c:v>7.585</c:v>
                </c:pt>
                <c:pt idx="8533">
                  <c:v>7.5830000000000002</c:v>
                </c:pt>
                <c:pt idx="8534">
                  <c:v>7.5830000000000002</c:v>
                </c:pt>
                <c:pt idx="8535">
                  <c:v>7.5839999999999996</c:v>
                </c:pt>
                <c:pt idx="8536">
                  <c:v>7.585</c:v>
                </c:pt>
                <c:pt idx="8537">
                  <c:v>7.5839999999999996</c:v>
                </c:pt>
                <c:pt idx="8538">
                  <c:v>7.585</c:v>
                </c:pt>
                <c:pt idx="8539">
                  <c:v>7.5860000000000003</c:v>
                </c:pt>
                <c:pt idx="8540">
                  <c:v>7.585</c:v>
                </c:pt>
                <c:pt idx="8541">
                  <c:v>7.5839999999999996</c:v>
                </c:pt>
                <c:pt idx="8542">
                  <c:v>7.5869999999999997</c:v>
                </c:pt>
                <c:pt idx="8543">
                  <c:v>7.5860000000000003</c:v>
                </c:pt>
                <c:pt idx="8544">
                  <c:v>7.5839999999999996</c:v>
                </c:pt>
                <c:pt idx="8545">
                  <c:v>7.5830000000000002</c:v>
                </c:pt>
                <c:pt idx="8546">
                  <c:v>7.5839999999999996</c:v>
                </c:pt>
                <c:pt idx="8547">
                  <c:v>7.5830000000000002</c:v>
                </c:pt>
                <c:pt idx="8548">
                  <c:v>7.5830000000000002</c:v>
                </c:pt>
                <c:pt idx="8549">
                  <c:v>7.585</c:v>
                </c:pt>
                <c:pt idx="8550">
                  <c:v>7.5839999999999996</c:v>
                </c:pt>
                <c:pt idx="8551">
                  <c:v>7.5830000000000002</c:v>
                </c:pt>
                <c:pt idx="8552">
                  <c:v>7.5830000000000002</c:v>
                </c:pt>
                <c:pt idx="8553">
                  <c:v>7.585</c:v>
                </c:pt>
                <c:pt idx="8554">
                  <c:v>7.5830000000000002</c:v>
                </c:pt>
                <c:pt idx="8555">
                  <c:v>7.5819999999999999</c:v>
                </c:pt>
                <c:pt idx="8556">
                  <c:v>7.585</c:v>
                </c:pt>
                <c:pt idx="8557">
                  <c:v>7.5860000000000003</c:v>
                </c:pt>
                <c:pt idx="8558">
                  <c:v>7.5819999999999999</c:v>
                </c:pt>
                <c:pt idx="8559">
                  <c:v>7.5819999999999999</c:v>
                </c:pt>
                <c:pt idx="8560">
                  <c:v>7.5839999999999996</c:v>
                </c:pt>
                <c:pt idx="8561">
                  <c:v>7.5839999999999996</c:v>
                </c:pt>
                <c:pt idx="8562">
                  <c:v>7.5819999999999999</c:v>
                </c:pt>
                <c:pt idx="8563">
                  <c:v>7.58</c:v>
                </c:pt>
                <c:pt idx="8564">
                  <c:v>7.5819999999999999</c:v>
                </c:pt>
                <c:pt idx="8565">
                  <c:v>7.5810000000000004</c:v>
                </c:pt>
                <c:pt idx="8566">
                  <c:v>7.5819999999999999</c:v>
                </c:pt>
                <c:pt idx="8567">
                  <c:v>7.5830000000000002</c:v>
                </c:pt>
                <c:pt idx="8568">
                  <c:v>7.5839999999999996</c:v>
                </c:pt>
                <c:pt idx="8569">
                  <c:v>7.5830000000000002</c:v>
                </c:pt>
                <c:pt idx="8570">
                  <c:v>7.5830000000000002</c:v>
                </c:pt>
                <c:pt idx="8571">
                  <c:v>7.585</c:v>
                </c:pt>
                <c:pt idx="8572">
                  <c:v>7.5839999999999996</c:v>
                </c:pt>
                <c:pt idx="8573">
                  <c:v>7.5819999999999999</c:v>
                </c:pt>
                <c:pt idx="8574">
                  <c:v>7.5830000000000002</c:v>
                </c:pt>
                <c:pt idx="8575">
                  <c:v>7.585</c:v>
                </c:pt>
                <c:pt idx="8576">
                  <c:v>7.5839999999999996</c:v>
                </c:pt>
                <c:pt idx="8577">
                  <c:v>7.5839999999999996</c:v>
                </c:pt>
                <c:pt idx="8578">
                  <c:v>7.585</c:v>
                </c:pt>
                <c:pt idx="8579">
                  <c:v>7.5830000000000002</c:v>
                </c:pt>
                <c:pt idx="8580">
                  <c:v>7.5810000000000004</c:v>
                </c:pt>
                <c:pt idx="8581">
                  <c:v>7.5830000000000002</c:v>
                </c:pt>
                <c:pt idx="8582">
                  <c:v>7.5830000000000002</c:v>
                </c:pt>
                <c:pt idx="8583">
                  <c:v>7.5810000000000004</c:v>
                </c:pt>
                <c:pt idx="8584">
                  <c:v>7.5810000000000004</c:v>
                </c:pt>
                <c:pt idx="8585">
                  <c:v>7.5830000000000002</c:v>
                </c:pt>
                <c:pt idx="8586">
                  <c:v>7.5830000000000002</c:v>
                </c:pt>
                <c:pt idx="8587">
                  <c:v>7.58</c:v>
                </c:pt>
                <c:pt idx="8588">
                  <c:v>7.5819999999999999</c:v>
                </c:pt>
                <c:pt idx="8589">
                  <c:v>7.5839999999999996</c:v>
                </c:pt>
                <c:pt idx="8590">
                  <c:v>7.5819999999999999</c:v>
                </c:pt>
                <c:pt idx="8591">
                  <c:v>7.58</c:v>
                </c:pt>
                <c:pt idx="8592">
                  <c:v>7.5819999999999999</c:v>
                </c:pt>
                <c:pt idx="8593">
                  <c:v>7.5819999999999999</c:v>
                </c:pt>
                <c:pt idx="8594">
                  <c:v>7.5810000000000004</c:v>
                </c:pt>
                <c:pt idx="8595">
                  <c:v>7.5810000000000004</c:v>
                </c:pt>
                <c:pt idx="8596">
                  <c:v>7.5839999999999996</c:v>
                </c:pt>
                <c:pt idx="8597">
                  <c:v>7.5819999999999999</c:v>
                </c:pt>
                <c:pt idx="8598">
                  <c:v>7.5810000000000004</c:v>
                </c:pt>
                <c:pt idx="8599">
                  <c:v>7.5810000000000004</c:v>
                </c:pt>
                <c:pt idx="8600">
                  <c:v>7.5810000000000004</c:v>
                </c:pt>
                <c:pt idx="8601">
                  <c:v>7.5819999999999999</c:v>
                </c:pt>
                <c:pt idx="8602">
                  <c:v>7.5810000000000004</c:v>
                </c:pt>
                <c:pt idx="8603">
                  <c:v>7.5819999999999999</c:v>
                </c:pt>
                <c:pt idx="8604">
                  <c:v>7.5819999999999999</c:v>
                </c:pt>
                <c:pt idx="8605">
                  <c:v>7.5810000000000004</c:v>
                </c:pt>
                <c:pt idx="8606">
                  <c:v>7.5810000000000004</c:v>
                </c:pt>
                <c:pt idx="8607">
                  <c:v>7.5819999999999999</c:v>
                </c:pt>
                <c:pt idx="8608">
                  <c:v>7.5819999999999999</c:v>
                </c:pt>
                <c:pt idx="8609">
                  <c:v>7.5810000000000004</c:v>
                </c:pt>
                <c:pt idx="8610">
                  <c:v>7.5819999999999999</c:v>
                </c:pt>
                <c:pt idx="8611">
                  <c:v>7.5819999999999999</c:v>
                </c:pt>
                <c:pt idx="8612">
                  <c:v>7.58</c:v>
                </c:pt>
                <c:pt idx="8613">
                  <c:v>7.5810000000000004</c:v>
                </c:pt>
                <c:pt idx="8614">
                  <c:v>7.5810000000000004</c:v>
                </c:pt>
                <c:pt idx="8615">
                  <c:v>7.58</c:v>
                </c:pt>
                <c:pt idx="8616">
                  <c:v>7.58</c:v>
                </c:pt>
                <c:pt idx="8617">
                  <c:v>7.58</c:v>
                </c:pt>
                <c:pt idx="8618">
                  <c:v>7.5819999999999999</c:v>
                </c:pt>
                <c:pt idx="8619">
                  <c:v>7.58</c:v>
                </c:pt>
                <c:pt idx="8620">
                  <c:v>7.58</c:v>
                </c:pt>
                <c:pt idx="8621">
                  <c:v>7.58</c:v>
                </c:pt>
                <c:pt idx="8622">
                  <c:v>7.58</c:v>
                </c:pt>
                <c:pt idx="8623">
                  <c:v>7.58</c:v>
                </c:pt>
                <c:pt idx="8624">
                  <c:v>7.5810000000000004</c:v>
                </c:pt>
                <c:pt idx="8625">
                  <c:v>7.5819999999999999</c:v>
                </c:pt>
                <c:pt idx="8626">
                  <c:v>7.5810000000000004</c:v>
                </c:pt>
                <c:pt idx="8627">
                  <c:v>7.58</c:v>
                </c:pt>
                <c:pt idx="8628">
                  <c:v>7.5819999999999999</c:v>
                </c:pt>
                <c:pt idx="8629">
                  <c:v>7.5810000000000004</c:v>
                </c:pt>
                <c:pt idx="8630">
                  <c:v>7.58</c:v>
                </c:pt>
                <c:pt idx="8631">
                  <c:v>7.5810000000000004</c:v>
                </c:pt>
                <c:pt idx="8632">
                  <c:v>7.5819999999999999</c:v>
                </c:pt>
                <c:pt idx="8633">
                  <c:v>7.5810000000000004</c:v>
                </c:pt>
                <c:pt idx="8634">
                  <c:v>7.5789999999999997</c:v>
                </c:pt>
                <c:pt idx="8635">
                  <c:v>7.5810000000000004</c:v>
                </c:pt>
                <c:pt idx="8636">
                  <c:v>7.5819999999999999</c:v>
                </c:pt>
                <c:pt idx="8637">
                  <c:v>7.5810000000000004</c:v>
                </c:pt>
                <c:pt idx="8638">
                  <c:v>7.58</c:v>
                </c:pt>
                <c:pt idx="8639">
                  <c:v>7.5810000000000004</c:v>
                </c:pt>
                <c:pt idx="8640">
                  <c:v>7.5810000000000004</c:v>
                </c:pt>
                <c:pt idx="8641">
                  <c:v>7.58</c:v>
                </c:pt>
                <c:pt idx="8642">
                  <c:v>7.58</c:v>
                </c:pt>
                <c:pt idx="8643">
                  <c:v>7.5810000000000004</c:v>
                </c:pt>
                <c:pt idx="8644">
                  <c:v>7.5789999999999997</c:v>
                </c:pt>
                <c:pt idx="8645">
                  <c:v>7.58</c:v>
                </c:pt>
                <c:pt idx="8646">
                  <c:v>7.58</c:v>
                </c:pt>
                <c:pt idx="8647">
                  <c:v>7.5789999999999997</c:v>
                </c:pt>
                <c:pt idx="8648">
                  <c:v>7.5780000000000003</c:v>
                </c:pt>
                <c:pt idx="8649">
                  <c:v>7.5789999999999997</c:v>
                </c:pt>
                <c:pt idx="8650">
                  <c:v>7.5810000000000004</c:v>
                </c:pt>
                <c:pt idx="8651">
                  <c:v>7.5789999999999997</c:v>
                </c:pt>
                <c:pt idx="8652">
                  <c:v>7.5789999999999997</c:v>
                </c:pt>
                <c:pt idx="8653">
                  <c:v>7.5789999999999997</c:v>
                </c:pt>
                <c:pt idx="8654">
                  <c:v>7.58</c:v>
                </c:pt>
                <c:pt idx="8655">
                  <c:v>7.5789999999999997</c:v>
                </c:pt>
                <c:pt idx="8656">
                  <c:v>7.5789999999999997</c:v>
                </c:pt>
                <c:pt idx="8657">
                  <c:v>7.5810000000000004</c:v>
                </c:pt>
                <c:pt idx="8658">
                  <c:v>7.58</c:v>
                </c:pt>
                <c:pt idx="8659">
                  <c:v>7.5789999999999997</c:v>
                </c:pt>
                <c:pt idx="8660">
                  <c:v>7.58</c:v>
                </c:pt>
                <c:pt idx="8661">
                  <c:v>7.5810000000000004</c:v>
                </c:pt>
                <c:pt idx="8662">
                  <c:v>7.58</c:v>
                </c:pt>
                <c:pt idx="8663">
                  <c:v>7.58</c:v>
                </c:pt>
                <c:pt idx="8664">
                  <c:v>7.58</c:v>
                </c:pt>
                <c:pt idx="8665">
                  <c:v>7.5810000000000004</c:v>
                </c:pt>
                <c:pt idx="8666">
                  <c:v>7.5780000000000003</c:v>
                </c:pt>
                <c:pt idx="8667">
                  <c:v>7.58</c:v>
                </c:pt>
                <c:pt idx="8668">
                  <c:v>7.58</c:v>
                </c:pt>
                <c:pt idx="8669">
                  <c:v>7.58</c:v>
                </c:pt>
                <c:pt idx="8670">
                  <c:v>7.5789999999999997</c:v>
                </c:pt>
                <c:pt idx="8671">
                  <c:v>7.5789999999999997</c:v>
                </c:pt>
                <c:pt idx="8672">
                  <c:v>7.58</c:v>
                </c:pt>
                <c:pt idx="8673">
                  <c:v>7.5780000000000003</c:v>
                </c:pt>
                <c:pt idx="8674">
                  <c:v>7.5789999999999997</c:v>
                </c:pt>
                <c:pt idx="8675">
                  <c:v>7.58</c:v>
                </c:pt>
                <c:pt idx="8676">
                  <c:v>7.5789999999999997</c:v>
                </c:pt>
                <c:pt idx="8677">
                  <c:v>7.5789999999999997</c:v>
                </c:pt>
                <c:pt idx="8678">
                  <c:v>7.58</c:v>
                </c:pt>
                <c:pt idx="8679">
                  <c:v>7.5789999999999997</c:v>
                </c:pt>
                <c:pt idx="8680">
                  <c:v>7.5780000000000003</c:v>
                </c:pt>
                <c:pt idx="8681">
                  <c:v>7.5789999999999997</c:v>
                </c:pt>
                <c:pt idx="8682">
                  <c:v>7.58</c:v>
                </c:pt>
                <c:pt idx="8683">
                  <c:v>7.5780000000000003</c:v>
                </c:pt>
                <c:pt idx="8684">
                  <c:v>7.5780000000000003</c:v>
                </c:pt>
                <c:pt idx="8685">
                  <c:v>7.5789999999999997</c:v>
                </c:pt>
                <c:pt idx="8686">
                  <c:v>7.58</c:v>
                </c:pt>
                <c:pt idx="8687">
                  <c:v>7.5789999999999997</c:v>
                </c:pt>
                <c:pt idx="8688">
                  <c:v>7.5789999999999997</c:v>
                </c:pt>
                <c:pt idx="8689">
                  <c:v>7.58</c:v>
                </c:pt>
                <c:pt idx="8690">
                  <c:v>7.5810000000000004</c:v>
                </c:pt>
                <c:pt idx="8691">
                  <c:v>7.58</c:v>
                </c:pt>
                <c:pt idx="8692">
                  <c:v>7.58</c:v>
                </c:pt>
                <c:pt idx="8693">
                  <c:v>7.58</c:v>
                </c:pt>
                <c:pt idx="8694">
                  <c:v>7.5789999999999997</c:v>
                </c:pt>
                <c:pt idx="8695">
                  <c:v>7.5780000000000003</c:v>
                </c:pt>
                <c:pt idx="8696">
                  <c:v>7.5789999999999997</c:v>
                </c:pt>
                <c:pt idx="8697">
                  <c:v>7.58</c:v>
                </c:pt>
                <c:pt idx="8698">
                  <c:v>7.5780000000000003</c:v>
                </c:pt>
                <c:pt idx="8699">
                  <c:v>7.5780000000000003</c:v>
                </c:pt>
                <c:pt idx="8700">
                  <c:v>7.5780000000000003</c:v>
                </c:pt>
                <c:pt idx="8701">
                  <c:v>7.5780000000000003</c:v>
                </c:pt>
                <c:pt idx="8702">
                  <c:v>7.5780000000000003</c:v>
                </c:pt>
                <c:pt idx="8703">
                  <c:v>7.5789999999999997</c:v>
                </c:pt>
                <c:pt idx="8704">
                  <c:v>7.5789999999999997</c:v>
                </c:pt>
                <c:pt idx="8705">
                  <c:v>7.577</c:v>
                </c:pt>
                <c:pt idx="8706">
                  <c:v>7.5780000000000003</c:v>
                </c:pt>
                <c:pt idx="8707">
                  <c:v>7.5780000000000003</c:v>
                </c:pt>
                <c:pt idx="8708">
                  <c:v>7.5780000000000003</c:v>
                </c:pt>
                <c:pt idx="8709">
                  <c:v>7.577</c:v>
                </c:pt>
                <c:pt idx="8710">
                  <c:v>7.5780000000000003</c:v>
                </c:pt>
                <c:pt idx="8711">
                  <c:v>7.5789999999999997</c:v>
                </c:pt>
                <c:pt idx="8712">
                  <c:v>7.577</c:v>
                </c:pt>
                <c:pt idx="8713">
                  <c:v>7.577</c:v>
                </c:pt>
                <c:pt idx="8714">
                  <c:v>7.5789999999999997</c:v>
                </c:pt>
                <c:pt idx="8715">
                  <c:v>7.5780000000000003</c:v>
                </c:pt>
                <c:pt idx="8716">
                  <c:v>7.577</c:v>
                </c:pt>
                <c:pt idx="8717">
                  <c:v>7.5780000000000003</c:v>
                </c:pt>
                <c:pt idx="8718">
                  <c:v>7.5789999999999997</c:v>
                </c:pt>
                <c:pt idx="8719">
                  <c:v>7.5789999999999997</c:v>
                </c:pt>
                <c:pt idx="8720">
                  <c:v>7.577</c:v>
                </c:pt>
                <c:pt idx="8721">
                  <c:v>7.5789999999999997</c:v>
                </c:pt>
                <c:pt idx="8722">
                  <c:v>7.5789999999999997</c:v>
                </c:pt>
                <c:pt idx="8723">
                  <c:v>7.5780000000000003</c:v>
                </c:pt>
                <c:pt idx="8724">
                  <c:v>7.5780000000000003</c:v>
                </c:pt>
                <c:pt idx="8725">
                  <c:v>7.5789999999999997</c:v>
                </c:pt>
                <c:pt idx="8726">
                  <c:v>7.5780000000000003</c:v>
                </c:pt>
                <c:pt idx="8727">
                  <c:v>7.577</c:v>
                </c:pt>
                <c:pt idx="8728">
                  <c:v>7.5780000000000003</c:v>
                </c:pt>
                <c:pt idx="8729">
                  <c:v>7.5789999999999997</c:v>
                </c:pt>
                <c:pt idx="8730">
                  <c:v>7.5759999999999996</c:v>
                </c:pt>
                <c:pt idx="8731">
                  <c:v>7.577</c:v>
                </c:pt>
                <c:pt idx="8732">
                  <c:v>7.5780000000000003</c:v>
                </c:pt>
                <c:pt idx="8733">
                  <c:v>7.577</c:v>
                </c:pt>
                <c:pt idx="8734">
                  <c:v>7.5759999999999996</c:v>
                </c:pt>
                <c:pt idx="8735">
                  <c:v>7.577</c:v>
                </c:pt>
                <c:pt idx="8736">
                  <c:v>7.5780000000000003</c:v>
                </c:pt>
                <c:pt idx="8737">
                  <c:v>7.577</c:v>
                </c:pt>
                <c:pt idx="8738">
                  <c:v>7.577</c:v>
                </c:pt>
                <c:pt idx="8739">
                  <c:v>7.5780000000000003</c:v>
                </c:pt>
                <c:pt idx="8740">
                  <c:v>7.5780000000000003</c:v>
                </c:pt>
                <c:pt idx="8741">
                  <c:v>7.577</c:v>
                </c:pt>
                <c:pt idx="8742">
                  <c:v>7.5759999999999996</c:v>
                </c:pt>
                <c:pt idx="8743">
                  <c:v>7.5780000000000003</c:v>
                </c:pt>
                <c:pt idx="8744">
                  <c:v>7.577</c:v>
                </c:pt>
                <c:pt idx="8745">
                  <c:v>7.577</c:v>
                </c:pt>
                <c:pt idx="8746">
                  <c:v>7.577</c:v>
                </c:pt>
                <c:pt idx="8747">
                  <c:v>7.577</c:v>
                </c:pt>
                <c:pt idx="8748">
                  <c:v>7.577</c:v>
                </c:pt>
                <c:pt idx="8749">
                  <c:v>7.577</c:v>
                </c:pt>
                <c:pt idx="8750">
                  <c:v>7.5780000000000003</c:v>
                </c:pt>
                <c:pt idx="8751">
                  <c:v>7.577</c:v>
                </c:pt>
                <c:pt idx="8752">
                  <c:v>7.5759999999999996</c:v>
                </c:pt>
                <c:pt idx="8753">
                  <c:v>7.5759999999999996</c:v>
                </c:pt>
                <c:pt idx="8754">
                  <c:v>7.577</c:v>
                </c:pt>
                <c:pt idx="8755">
                  <c:v>7.577</c:v>
                </c:pt>
                <c:pt idx="8756">
                  <c:v>7.577</c:v>
                </c:pt>
                <c:pt idx="8757">
                  <c:v>7.577</c:v>
                </c:pt>
                <c:pt idx="8758">
                  <c:v>7.577</c:v>
                </c:pt>
                <c:pt idx="8759">
                  <c:v>7.5759999999999996</c:v>
                </c:pt>
                <c:pt idx="8760">
                  <c:v>7.577</c:v>
                </c:pt>
                <c:pt idx="8761">
                  <c:v>7.5780000000000003</c:v>
                </c:pt>
                <c:pt idx="8762">
                  <c:v>7.577</c:v>
                </c:pt>
                <c:pt idx="8763">
                  <c:v>7.577</c:v>
                </c:pt>
                <c:pt idx="8764">
                  <c:v>7.577</c:v>
                </c:pt>
                <c:pt idx="8765">
                  <c:v>7.5759999999999996</c:v>
                </c:pt>
                <c:pt idx="8766">
                  <c:v>7.5750000000000002</c:v>
                </c:pt>
                <c:pt idx="8767">
                  <c:v>7.5759999999999996</c:v>
                </c:pt>
                <c:pt idx="8768">
                  <c:v>7.577</c:v>
                </c:pt>
                <c:pt idx="8769">
                  <c:v>7.5780000000000003</c:v>
                </c:pt>
                <c:pt idx="8770">
                  <c:v>7.5780000000000003</c:v>
                </c:pt>
                <c:pt idx="8771">
                  <c:v>7.5780000000000003</c:v>
                </c:pt>
                <c:pt idx="8772">
                  <c:v>7.5780000000000003</c:v>
                </c:pt>
                <c:pt idx="8773">
                  <c:v>7.577</c:v>
                </c:pt>
                <c:pt idx="8774">
                  <c:v>7.577</c:v>
                </c:pt>
                <c:pt idx="8775">
                  <c:v>7.577</c:v>
                </c:pt>
                <c:pt idx="8776">
                  <c:v>7.5759999999999996</c:v>
                </c:pt>
                <c:pt idx="8777">
                  <c:v>7.5759999999999996</c:v>
                </c:pt>
                <c:pt idx="8778">
                  <c:v>7.577</c:v>
                </c:pt>
                <c:pt idx="8779">
                  <c:v>7.577</c:v>
                </c:pt>
                <c:pt idx="8780">
                  <c:v>7.5759999999999996</c:v>
                </c:pt>
                <c:pt idx="8781">
                  <c:v>7.5759999999999996</c:v>
                </c:pt>
                <c:pt idx="8782">
                  <c:v>7.5759999999999996</c:v>
                </c:pt>
                <c:pt idx="8783">
                  <c:v>7.5750000000000002</c:v>
                </c:pt>
                <c:pt idx="8784">
                  <c:v>7.5759999999999996</c:v>
                </c:pt>
                <c:pt idx="8785">
                  <c:v>7.5759999999999996</c:v>
                </c:pt>
                <c:pt idx="8786">
                  <c:v>7.5750000000000002</c:v>
                </c:pt>
                <c:pt idx="8787">
                  <c:v>7.5750000000000002</c:v>
                </c:pt>
                <c:pt idx="8788">
                  <c:v>7.5759999999999996</c:v>
                </c:pt>
                <c:pt idx="8789">
                  <c:v>7.577</c:v>
                </c:pt>
                <c:pt idx="8790">
                  <c:v>7.5759999999999996</c:v>
                </c:pt>
                <c:pt idx="8791">
                  <c:v>7.5759999999999996</c:v>
                </c:pt>
                <c:pt idx="8792">
                  <c:v>7.5759999999999996</c:v>
                </c:pt>
                <c:pt idx="8793">
                  <c:v>7.577</c:v>
                </c:pt>
                <c:pt idx="8794">
                  <c:v>7.5759999999999996</c:v>
                </c:pt>
                <c:pt idx="8795">
                  <c:v>7.5759999999999996</c:v>
                </c:pt>
                <c:pt idx="8796">
                  <c:v>7.577</c:v>
                </c:pt>
                <c:pt idx="8797">
                  <c:v>7.5759999999999996</c:v>
                </c:pt>
                <c:pt idx="8798">
                  <c:v>7.5750000000000002</c:v>
                </c:pt>
                <c:pt idx="8799">
                  <c:v>7.5759999999999996</c:v>
                </c:pt>
                <c:pt idx="8800">
                  <c:v>7.5759999999999996</c:v>
                </c:pt>
                <c:pt idx="8801">
                  <c:v>7.5759999999999996</c:v>
                </c:pt>
                <c:pt idx="8802">
                  <c:v>7.5759999999999996</c:v>
                </c:pt>
                <c:pt idx="8803">
                  <c:v>7.577</c:v>
                </c:pt>
                <c:pt idx="8804">
                  <c:v>7.577</c:v>
                </c:pt>
                <c:pt idx="8805">
                  <c:v>7.5750000000000002</c:v>
                </c:pt>
                <c:pt idx="8806">
                  <c:v>7.5759999999999996</c:v>
                </c:pt>
                <c:pt idx="8807">
                  <c:v>7.5759999999999996</c:v>
                </c:pt>
                <c:pt idx="8808">
                  <c:v>7.5759999999999996</c:v>
                </c:pt>
                <c:pt idx="8809">
                  <c:v>7.5750000000000002</c:v>
                </c:pt>
                <c:pt idx="8810">
                  <c:v>7.5750000000000002</c:v>
                </c:pt>
                <c:pt idx="8811">
                  <c:v>7.5750000000000002</c:v>
                </c:pt>
                <c:pt idx="8812">
                  <c:v>7.5739999999999998</c:v>
                </c:pt>
                <c:pt idx="8813">
                  <c:v>7.5759999999999996</c:v>
                </c:pt>
                <c:pt idx="8814">
                  <c:v>7.5759999999999996</c:v>
                </c:pt>
                <c:pt idx="8815">
                  <c:v>7.5750000000000002</c:v>
                </c:pt>
                <c:pt idx="8816">
                  <c:v>7.5750000000000002</c:v>
                </c:pt>
                <c:pt idx="8817">
                  <c:v>7.5750000000000002</c:v>
                </c:pt>
                <c:pt idx="8818">
                  <c:v>7.5750000000000002</c:v>
                </c:pt>
                <c:pt idx="8819">
                  <c:v>7.5739999999999998</c:v>
                </c:pt>
                <c:pt idx="8820">
                  <c:v>7.5750000000000002</c:v>
                </c:pt>
                <c:pt idx="8821">
                  <c:v>7.5759999999999996</c:v>
                </c:pt>
                <c:pt idx="8822">
                  <c:v>7.5750000000000002</c:v>
                </c:pt>
                <c:pt idx="8823">
                  <c:v>7.5750000000000002</c:v>
                </c:pt>
                <c:pt idx="8824">
                  <c:v>7.5759999999999996</c:v>
                </c:pt>
                <c:pt idx="8825">
                  <c:v>7.5759999999999996</c:v>
                </c:pt>
                <c:pt idx="8826">
                  <c:v>7.5750000000000002</c:v>
                </c:pt>
                <c:pt idx="8827">
                  <c:v>7.5739999999999998</c:v>
                </c:pt>
                <c:pt idx="8828">
                  <c:v>7.5750000000000002</c:v>
                </c:pt>
                <c:pt idx="8829">
                  <c:v>7.5750000000000002</c:v>
                </c:pt>
                <c:pt idx="8830">
                  <c:v>7.5750000000000002</c:v>
                </c:pt>
                <c:pt idx="8831">
                  <c:v>7.5759999999999996</c:v>
                </c:pt>
                <c:pt idx="8832">
                  <c:v>7.5759999999999996</c:v>
                </c:pt>
                <c:pt idx="8833">
                  <c:v>7.5750000000000002</c:v>
                </c:pt>
                <c:pt idx="8834">
                  <c:v>7.5750000000000002</c:v>
                </c:pt>
                <c:pt idx="8835">
                  <c:v>7.5759999999999996</c:v>
                </c:pt>
                <c:pt idx="8836">
                  <c:v>7.5750000000000002</c:v>
                </c:pt>
                <c:pt idx="8837">
                  <c:v>7.5739999999999998</c:v>
                </c:pt>
                <c:pt idx="8838">
                  <c:v>7.5750000000000002</c:v>
                </c:pt>
                <c:pt idx="8839">
                  <c:v>7.5750000000000002</c:v>
                </c:pt>
                <c:pt idx="8840">
                  <c:v>7.5739999999999998</c:v>
                </c:pt>
                <c:pt idx="8841">
                  <c:v>7.5739999999999998</c:v>
                </c:pt>
                <c:pt idx="8842">
                  <c:v>7.5750000000000002</c:v>
                </c:pt>
                <c:pt idx="8843">
                  <c:v>7.5750000000000002</c:v>
                </c:pt>
                <c:pt idx="8844">
                  <c:v>7.5730000000000004</c:v>
                </c:pt>
                <c:pt idx="8845">
                  <c:v>7.5739999999999998</c:v>
                </c:pt>
                <c:pt idx="8846">
                  <c:v>7.5739999999999998</c:v>
                </c:pt>
                <c:pt idx="8847">
                  <c:v>7.5739999999999998</c:v>
                </c:pt>
                <c:pt idx="8848">
                  <c:v>7.5739999999999998</c:v>
                </c:pt>
                <c:pt idx="8849">
                  <c:v>7.5750000000000002</c:v>
                </c:pt>
                <c:pt idx="8850">
                  <c:v>7.5759999999999996</c:v>
                </c:pt>
                <c:pt idx="8851">
                  <c:v>7.5730000000000004</c:v>
                </c:pt>
                <c:pt idx="8852">
                  <c:v>7.5739999999999998</c:v>
                </c:pt>
                <c:pt idx="8853">
                  <c:v>7.5750000000000002</c:v>
                </c:pt>
                <c:pt idx="8854">
                  <c:v>7.5739999999999998</c:v>
                </c:pt>
                <c:pt idx="8855">
                  <c:v>7.5739999999999998</c:v>
                </c:pt>
                <c:pt idx="8856">
                  <c:v>7.5739999999999998</c:v>
                </c:pt>
                <c:pt idx="8857">
                  <c:v>7.5739999999999998</c:v>
                </c:pt>
                <c:pt idx="8858">
                  <c:v>7.5739999999999998</c:v>
                </c:pt>
                <c:pt idx="8859">
                  <c:v>7.5739999999999998</c:v>
                </c:pt>
                <c:pt idx="8860">
                  <c:v>7.5750000000000002</c:v>
                </c:pt>
                <c:pt idx="8861">
                  <c:v>7.5739999999999998</c:v>
                </c:pt>
                <c:pt idx="8862">
                  <c:v>7.5739999999999998</c:v>
                </c:pt>
                <c:pt idx="8863">
                  <c:v>7.5739999999999998</c:v>
                </c:pt>
                <c:pt idx="8864">
                  <c:v>7.5739999999999998</c:v>
                </c:pt>
                <c:pt idx="8865">
                  <c:v>7.5739999999999998</c:v>
                </c:pt>
                <c:pt idx="8866">
                  <c:v>7.5730000000000004</c:v>
                </c:pt>
                <c:pt idx="8867">
                  <c:v>7.5750000000000002</c:v>
                </c:pt>
                <c:pt idx="8868">
                  <c:v>7.5750000000000002</c:v>
                </c:pt>
                <c:pt idx="8869">
                  <c:v>7.5730000000000004</c:v>
                </c:pt>
                <c:pt idx="8870">
                  <c:v>7.5739999999999998</c:v>
                </c:pt>
                <c:pt idx="8871">
                  <c:v>7.5750000000000002</c:v>
                </c:pt>
                <c:pt idx="8872">
                  <c:v>7.5739999999999998</c:v>
                </c:pt>
                <c:pt idx="8873">
                  <c:v>7.5739999999999998</c:v>
                </c:pt>
                <c:pt idx="8874">
                  <c:v>7.5739999999999998</c:v>
                </c:pt>
                <c:pt idx="8875">
                  <c:v>7.5739999999999998</c:v>
                </c:pt>
                <c:pt idx="8876">
                  <c:v>7.5720000000000001</c:v>
                </c:pt>
                <c:pt idx="8877">
                  <c:v>7.5730000000000004</c:v>
                </c:pt>
                <c:pt idx="8878">
                  <c:v>7.5739999999999998</c:v>
                </c:pt>
                <c:pt idx="8879">
                  <c:v>7.5730000000000004</c:v>
                </c:pt>
                <c:pt idx="8880">
                  <c:v>7.5730000000000004</c:v>
                </c:pt>
                <c:pt idx="8881">
                  <c:v>7.5739999999999998</c:v>
                </c:pt>
                <c:pt idx="8882">
                  <c:v>7.5739999999999998</c:v>
                </c:pt>
                <c:pt idx="8883">
                  <c:v>7.5720000000000001</c:v>
                </c:pt>
                <c:pt idx="8884">
                  <c:v>7.5739999999999998</c:v>
                </c:pt>
                <c:pt idx="8885">
                  <c:v>7.5739999999999998</c:v>
                </c:pt>
                <c:pt idx="8886">
                  <c:v>7.5739999999999998</c:v>
                </c:pt>
                <c:pt idx="8887">
                  <c:v>7.5730000000000004</c:v>
                </c:pt>
                <c:pt idx="8888">
                  <c:v>7.5730000000000004</c:v>
                </c:pt>
                <c:pt idx="8889">
                  <c:v>7.5739999999999998</c:v>
                </c:pt>
                <c:pt idx="8890">
                  <c:v>7.5730000000000004</c:v>
                </c:pt>
                <c:pt idx="8891">
                  <c:v>7.5730000000000004</c:v>
                </c:pt>
                <c:pt idx="8892">
                  <c:v>7.5739999999999998</c:v>
                </c:pt>
                <c:pt idx="8893">
                  <c:v>7.5739999999999998</c:v>
                </c:pt>
                <c:pt idx="8894">
                  <c:v>7.5739999999999998</c:v>
                </c:pt>
                <c:pt idx="8895">
                  <c:v>7.5739999999999998</c:v>
                </c:pt>
                <c:pt idx="8896">
                  <c:v>7.5739999999999998</c:v>
                </c:pt>
                <c:pt idx="8897">
                  <c:v>7.5739999999999998</c:v>
                </c:pt>
                <c:pt idx="8898">
                  <c:v>7.5730000000000004</c:v>
                </c:pt>
                <c:pt idx="8899">
                  <c:v>7.5750000000000002</c:v>
                </c:pt>
                <c:pt idx="8900">
                  <c:v>7.5739999999999998</c:v>
                </c:pt>
                <c:pt idx="8901">
                  <c:v>7.5730000000000004</c:v>
                </c:pt>
                <c:pt idx="8902">
                  <c:v>7.5730000000000004</c:v>
                </c:pt>
                <c:pt idx="8903">
                  <c:v>7.5730000000000004</c:v>
                </c:pt>
                <c:pt idx="8904">
                  <c:v>7.5720000000000001</c:v>
                </c:pt>
                <c:pt idx="8905">
                  <c:v>7.5709999999999997</c:v>
                </c:pt>
                <c:pt idx="8906">
                  <c:v>7.5730000000000004</c:v>
                </c:pt>
                <c:pt idx="8907">
                  <c:v>7.5730000000000004</c:v>
                </c:pt>
                <c:pt idx="8908">
                  <c:v>7.5709999999999997</c:v>
                </c:pt>
                <c:pt idx="8909">
                  <c:v>7.5720000000000001</c:v>
                </c:pt>
                <c:pt idx="8910">
                  <c:v>7.5730000000000004</c:v>
                </c:pt>
                <c:pt idx="8911">
                  <c:v>7.5720000000000001</c:v>
                </c:pt>
                <c:pt idx="8912">
                  <c:v>7.5720000000000001</c:v>
                </c:pt>
                <c:pt idx="8913">
                  <c:v>7.5720000000000001</c:v>
                </c:pt>
                <c:pt idx="8914">
                  <c:v>7.5730000000000004</c:v>
                </c:pt>
                <c:pt idx="8915">
                  <c:v>7.5709999999999997</c:v>
                </c:pt>
                <c:pt idx="8916">
                  <c:v>7.5720000000000001</c:v>
                </c:pt>
                <c:pt idx="8917">
                  <c:v>7.5730000000000004</c:v>
                </c:pt>
                <c:pt idx="8918">
                  <c:v>7.5730000000000004</c:v>
                </c:pt>
                <c:pt idx="8919">
                  <c:v>7.5720000000000001</c:v>
                </c:pt>
                <c:pt idx="8920">
                  <c:v>7.5720000000000001</c:v>
                </c:pt>
                <c:pt idx="8921">
                  <c:v>7.5739999999999998</c:v>
                </c:pt>
                <c:pt idx="8922">
                  <c:v>7.5720000000000001</c:v>
                </c:pt>
                <c:pt idx="8923">
                  <c:v>7.5720000000000001</c:v>
                </c:pt>
                <c:pt idx="8924">
                  <c:v>7.5720000000000001</c:v>
                </c:pt>
                <c:pt idx="8925">
                  <c:v>7.5730000000000004</c:v>
                </c:pt>
                <c:pt idx="8926">
                  <c:v>7.5720000000000001</c:v>
                </c:pt>
                <c:pt idx="8927">
                  <c:v>7.5720000000000001</c:v>
                </c:pt>
                <c:pt idx="8928">
                  <c:v>7.5720000000000001</c:v>
                </c:pt>
                <c:pt idx="8929">
                  <c:v>7.5720000000000001</c:v>
                </c:pt>
                <c:pt idx="8930">
                  <c:v>7.5720000000000001</c:v>
                </c:pt>
                <c:pt idx="8931">
                  <c:v>7.5730000000000004</c:v>
                </c:pt>
                <c:pt idx="8932">
                  <c:v>7.5730000000000004</c:v>
                </c:pt>
                <c:pt idx="8933">
                  <c:v>7.5720000000000001</c:v>
                </c:pt>
                <c:pt idx="8934">
                  <c:v>7.5720000000000001</c:v>
                </c:pt>
                <c:pt idx="8935">
                  <c:v>7.5730000000000004</c:v>
                </c:pt>
                <c:pt idx="8936">
                  <c:v>7.5720000000000001</c:v>
                </c:pt>
                <c:pt idx="8937">
                  <c:v>7.5709999999999997</c:v>
                </c:pt>
                <c:pt idx="8938">
                  <c:v>7.5730000000000004</c:v>
                </c:pt>
                <c:pt idx="8939">
                  <c:v>7.5730000000000004</c:v>
                </c:pt>
                <c:pt idx="8940">
                  <c:v>7.5720000000000001</c:v>
                </c:pt>
                <c:pt idx="8941">
                  <c:v>7.5709999999999997</c:v>
                </c:pt>
                <c:pt idx="8942">
                  <c:v>7.5730000000000004</c:v>
                </c:pt>
                <c:pt idx="8943">
                  <c:v>7.5720000000000001</c:v>
                </c:pt>
                <c:pt idx="8944">
                  <c:v>7.5720000000000001</c:v>
                </c:pt>
                <c:pt idx="8945">
                  <c:v>7.5720000000000001</c:v>
                </c:pt>
                <c:pt idx="8946">
                  <c:v>7.5730000000000004</c:v>
                </c:pt>
                <c:pt idx="8947">
                  <c:v>7.5720000000000001</c:v>
                </c:pt>
                <c:pt idx="8948">
                  <c:v>7.5720000000000001</c:v>
                </c:pt>
                <c:pt idx="8949">
                  <c:v>7.5720000000000001</c:v>
                </c:pt>
                <c:pt idx="8950">
                  <c:v>7.5720000000000001</c:v>
                </c:pt>
                <c:pt idx="8951">
                  <c:v>7.5709999999999997</c:v>
                </c:pt>
                <c:pt idx="8952">
                  <c:v>7.5720000000000001</c:v>
                </c:pt>
                <c:pt idx="8953">
                  <c:v>7.5730000000000004</c:v>
                </c:pt>
                <c:pt idx="8954">
                  <c:v>7.5720000000000001</c:v>
                </c:pt>
                <c:pt idx="8955">
                  <c:v>7.5709999999999997</c:v>
                </c:pt>
                <c:pt idx="8956">
                  <c:v>7.5720000000000001</c:v>
                </c:pt>
                <c:pt idx="8957">
                  <c:v>7.5720000000000001</c:v>
                </c:pt>
                <c:pt idx="8958">
                  <c:v>7.5720000000000001</c:v>
                </c:pt>
                <c:pt idx="8959">
                  <c:v>7.5720000000000001</c:v>
                </c:pt>
                <c:pt idx="8960">
                  <c:v>7.5720000000000001</c:v>
                </c:pt>
                <c:pt idx="8961">
                  <c:v>7.5709999999999997</c:v>
                </c:pt>
                <c:pt idx="8962">
                  <c:v>7.5709999999999997</c:v>
                </c:pt>
                <c:pt idx="8963">
                  <c:v>7.5709999999999997</c:v>
                </c:pt>
                <c:pt idx="8964">
                  <c:v>7.5720000000000001</c:v>
                </c:pt>
                <c:pt idx="8965">
                  <c:v>7.5720000000000001</c:v>
                </c:pt>
                <c:pt idx="8966">
                  <c:v>7.5720000000000001</c:v>
                </c:pt>
                <c:pt idx="8967">
                  <c:v>7.5730000000000004</c:v>
                </c:pt>
                <c:pt idx="8968">
                  <c:v>7.5720000000000001</c:v>
                </c:pt>
                <c:pt idx="8969">
                  <c:v>7.5709999999999997</c:v>
                </c:pt>
                <c:pt idx="8970">
                  <c:v>7.5730000000000004</c:v>
                </c:pt>
                <c:pt idx="8971">
                  <c:v>7.5720000000000001</c:v>
                </c:pt>
                <c:pt idx="8972">
                  <c:v>7.5709999999999997</c:v>
                </c:pt>
                <c:pt idx="8973">
                  <c:v>7.5709999999999997</c:v>
                </c:pt>
                <c:pt idx="8974">
                  <c:v>7.5709999999999997</c:v>
                </c:pt>
                <c:pt idx="8975">
                  <c:v>7.5709999999999997</c:v>
                </c:pt>
                <c:pt idx="8976">
                  <c:v>7.57</c:v>
                </c:pt>
                <c:pt idx="8977">
                  <c:v>7.5720000000000001</c:v>
                </c:pt>
                <c:pt idx="8978">
                  <c:v>7.5720000000000001</c:v>
                </c:pt>
                <c:pt idx="8979">
                  <c:v>7.5709999999999997</c:v>
                </c:pt>
                <c:pt idx="8980">
                  <c:v>7.57</c:v>
                </c:pt>
                <c:pt idx="8981">
                  <c:v>7.5709999999999997</c:v>
                </c:pt>
                <c:pt idx="8982">
                  <c:v>7.5709999999999997</c:v>
                </c:pt>
                <c:pt idx="8983">
                  <c:v>7.57</c:v>
                </c:pt>
                <c:pt idx="8984">
                  <c:v>7.5709999999999997</c:v>
                </c:pt>
                <c:pt idx="8985">
                  <c:v>7.5720000000000001</c:v>
                </c:pt>
                <c:pt idx="8986">
                  <c:v>7.57</c:v>
                </c:pt>
                <c:pt idx="8987">
                  <c:v>7.5709999999999997</c:v>
                </c:pt>
                <c:pt idx="8988">
                  <c:v>7.5720000000000001</c:v>
                </c:pt>
                <c:pt idx="8989">
                  <c:v>7.5720000000000001</c:v>
                </c:pt>
                <c:pt idx="8990">
                  <c:v>7.5709999999999997</c:v>
                </c:pt>
                <c:pt idx="8991">
                  <c:v>7.5709999999999997</c:v>
                </c:pt>
                <c:pt idx="8992">
                  <c:v>7.5709999999999997</c:v>
                </c:pt>
                <c:pt idx="8993">
                  <c:v>7.57</c:v>
                </c:pt>
                <c:pt idx="8994">
                  <c:v>7.5709999999999997</c:v>
                </c:pt>
                <c:pt idx="8995">
                  <c:v>7.5709999999999997</c:v>
                </c:pt>
                <c:pt idx="8996">
                  <c:v>7.5709999999999997</c:v>
                </c:pt>
                <c:pt idx="8997">
                  <c:v>7.5709999999999997</c:v>
                </c:pt>
                <c:pt idx="8998">
                  <c:v>7.5709999999999997</c:v>
                </c:pt>
                <c:pt idx="8999">
                  <c:v>7.5720000000000001</c:v>
                </c:pt>
                <c:pt idx="9000">
                  <c:v>7.5709999999999997</c:v>
                </c:pt>
                <c:pt idx="9001">
                  <c:v>7.57</c:v>
                </c:pt>
                <c:pt idx="9002">
                  <c:v>7.57</c:v>
                </c:pt>
                <c:pt idx="9003">
                  <c:v>7.57</c:v>
                </c:pt>
                <c:pt idx="9004">
                  <c:v>7.57</c:v>
                </c:pt>
                <c:pt idx="9005">
                  <c:v>7.57</c:v>
                </c:pt>
                <c:pt idx="9006">
                  <c:v>7.5709999999999997</c:v>
                </c:pt>
                <c:pt idx="9007">
                  <c:v>7.5709999999999997</c:v>
                </c:pt>
                <c:pt idx="9008">
                  <c:v>7.569</c:v>
                </c:pt>
                <c:pt idx="9009">
                  <c:v>7.5709999999999997</c:v>
                </c:pt>
                <c:pt idx="9010">
                  <c:v>7.5709999999999997</c:v>
                </c:pt>
                <c:pt idx="9011">
                  <c:v>7.57</c:v>
                </c:pt>
                <c:pt idx="9012">
                  <c:v>7.57</c:v>
                </c:pt>
                <c:pt idx="9013">
                  <c:v>7.5709999999999997</c:v>
                </c:pt>
                <c:pt idx="9014">
                  <c:v>7.5709999999999997</c:v>
                </c:pt>
                <c:pt idx="9015">
                  <c:v>7.57</c:v>
                </c:pt>
                <c:pt idx="9016">
                  <c:v>7.57</c:v>
                </c:pt>
                <c:pt idx="9017">
                  <c:v>7.5720000000000001</c:v>
                </c:pt>
                <c:pt idx="9018">
                  <c:v>7.5709999999999997</c:v>
                </c:pt>
                <c:pt idx="9019">
                  <c:v>7.57</c:v>
                </c:pt>
                <c:pt idx="9020">
                  <c:v>7.5709999999999997</c:v>
                </c:pt>
                <c:pt idx="9021">
                  <c:v>7.5709999999999997</c:v>
                </c:pt>
                <c:pt idx="9022">
                  <c:v>7.5709999999999997</c:v>
                </c:pt>
                <c:pt idx="9023">
                  <c:v>7.57</c:v>
                </c:pt>
                <c:pt idx="9024">
                  <c:v>7.57</c:v>
                </c:pt>
                <c:pt idx="9025">
                  <c:v>7.57</c:v>
                </c:pt>
                <c:pt idx="9026">
                  <c:v>7.57</c:v>
                </c:pt>
                <c:pt idx="9027">
                  <c:v>7.5709999999999997</c:v>
                </c:pt>
                <c:pt idx="9028">
                  <c:v>7.5709999999999997</c:v>
                </c:pt>
                <c:pt idx="9029">
                  <c:v>7.57</c:v>
                </c:pt>
                <c:pt idx="9030">
                  <c:v>7.569</c:v>
                </c:pt>
                <c:pt idx="9031">
                  <c:v>7.5709999999999997</c:v>
                </c:pt>
                <c:pt idx="9032">
                  <c:v>7.5709999999999997</c:v>
                </c:pt>
                <c:pt idx="9033">
                  <c:v>7.57</c:v>
                </c:pt>
                <c:pt idx="9034">
                  <c:v>7.57</c:v>
                </c:pt>
                <c:pt idx="9035">
                  <c:v>7.5709999999999997</c:v>
                </c:pt>
                <c:pt idx="9036">
                  <c:v>7.57</c:v>
                </c:pt>
                <c:pt idx="9037">
                  <c:v>7.57</c:v>
                </c:pt>
                <c:pt idx="9038">
                  <c:v>7.57</c:v>
                </c:pt>
                <c:pt idx="9039">
                  <c:v>7.57</c:v>
                </c:pt>
                <c:pt idx="9040">
                  <c:v>7.5679999999999996</c:v>
                </c:pt>
                <c:pt idx="9041">
                  <c:v>7.57</c:v>
                </c:pt>
                <c:pt idx="9042">
                  <c:v>7.5709999999999997</c:v>
                </c:pt>
                <c:pt idx="9043">
                  <c:v>7.5709999999999997</c:v>
                </c:pt>
                <c:pt idx="9044">
                  <c:v>7.5709999999999997</c:v>
                </c:pt>
                <c:pt idx="9045">
                  <c:v>7.5709999999999997</c:v>
                </c:pt>
                <c:pt idx="9046">
                  <c:v>7.5709999999999997</c:v>
                </c:pt>
                <c:pt idx="9047">
                  <c:v>7.569</c:v>
                </c:pt>
                <c:pt idx="9048">
                  <c:v>7.569</c:v>
                </c:pt>
                <c:pt idx="9049">
                  <c:v>7.57</c:v>
                </c:pt>
                <c:pt idx="9050">
                  <c:v>7.57</c:v>
                </c:pt>
                <c:pt idx="9051">
                  <c:v>7.57</c:v>
                </c:pt>
                <c:pt idx="9052">
                  <c:v>7.5709999999999997</c:v>
                </c:pt>
                <c:pt idx="9053">
                  <c:v>7.5709999999999997</c:v>
                </c:pt>
                <c:pt idx="9054">
                  <c:v>7.57</c:v>
                </c:pt>
                <c:pt idx="9055">
                  <c:v>7.57</c:v>
                </c:pt>
                <c:pt idx="9056">
                  <c:v>7.5709999999999997</c:v>
                </c:pt>
                <c:pt idx="9057">
                  <c:v>7.5709999999999997</c:v>
                </c:pt>
                <c:pt idx="9058">
                  <c:v>7.57</c:v>
                </c:pt>
                <c:pt idx="9059">
                  <c:v>7.57</c:v>
                </c:pt>
                <c:pt idx="9060">
                  <c:v>7.57</c:v>
                </c:pt>
                <c:pt idx="9061">
                  <c:v>7.57</c:v>
                </c:pt>
                <c:pt idx="9062">
                  <c:v>7.57</c:v>
                </c:pt>
                <c:pt idx="9063">
                  <c:v>7.57</c:v>
                </c:pt>
                <c:pt idx="9064">
                  <c:v>7.57</c:v>
                </c:pt>
                <c:pt idx="9065">
                  <c:v>7.57</c:v>
                </c:pt>
                <c:pt idx="9066">
                  <c:v>7.569</c:v>
                </c:pt>
                <c:pt idx="9067">
                  <c:v>7.569</c:v>
                </c:pt>
                <c:pt idx="9068">
                  <c:v>7.5679999999999996</c:v>
                </c:pt>
                <c:pt idx="9069">
                  <c:v>7.5679999999999996</c:v>
                </c:pt>
                <c:pt idx="9070">
                  <c:v>7.569</c:v>
                </c:pt>
                <c:pt idx="9071">
                  <c:v>7.569</c:v>
                </c:pt>
                <c:pt idx="9072">
                  <c:v>7.5679999999999996</c:v>
                </c:pt>
                <c:pt idx="9073">
                  <c:v>7.569</c:v>
                </c:pt>
                <c:pt idx="9074">
                  <c:v>7.569</c:v>
                </c:pt>
                <c:pt idx="9075">
                  <c:v>7.569</c:v>
                </c:pt>
                <c:pt idx="9076">
                  <c:v>7.569</c:v>
                </c:pt>
                <c:pt idx="9077">
                  <c:v>7.569</c:v>
                </c:pt>
                <c:pt idx="9078">
                  <c:v>7.57</c:v>
                </c:pt>
                <c:pt idx="9079">
                  <c:v>7.5679999999999996</c:v>
                </c:pt>
                <c:pt idx="9080">
                  <c:v>7.569</c:v>
                </c:pt>
                <c:pt idx="9081">
                  <c:v>7.57</c:v>
                </c:pt>
                <c:pt idx="9082">
                  <c:v>7.57</c:v>
                </c:pt>
                <c:pt idx="9083">
                  <c:v>7.569</c:v>
                </c:pt>
                <c:pt idx="9084">
                  <c:v>7.569</c:v>
                </c:pt>
                <c:pt idx="9085">
                  <c:v>7.569</c:v>
                </c:pt>
                <c:pt idx="9086">
                  <c:v>7.569</c:v>
                </c:pt>
                <c:pt idx="9087">
                  <c:v>7.569</c:v>
                </c:pt>
                <c:pt idx="9088">
                  <c:v>7.57</c:v>
                </c:pt>
                <c:pt idx="9089">
                  <c:v>7.569</c:v>
                </c:pt>
                <c:pt idx="9090">
                  <c:v>7.569</c:v>
                </c:pt>
                <c:pt idx="9091">
                  <c:v>7.569</c:v>
                </c:pt>
                <c:pt idx="9092">
                  <c:v>7.569</c:v>
                </c:pt>
                <c:pt idx="9093">
                  <c:v>7.569</c:v>
                </c:pt>
                <c:pt idx="9094">
                  <c:v>7.569</c:v>
                </c:pt>
                <c:pt idx="9095">
                  <c:v>7.57</c:v>
                </c:pt>
                <c:pt idx="9096">
                  <c:v>7.569</c:v>
                </c:pt>
                <c:pt idx="9097">
                  <c:v>7.569</c:v>
                </c:pt>
                <c:pt idx="9098">
                  <c:v>7.569</c:v>
                </c:pt>
                <c:pt idx="9099">
                  <c:v>7.569</c:v>
                </c:pt>
                <c:pt idx="9100">
                  <c:v>7.569</c:v>
                </c:pt>
                <c:pt idx="9101">
                  <c:v>7.5679999999999996</c:v>
                </c:pt>
                <c:pt idx="9102">
                  <c:v>7.569</c:v>
                </c:pt>
                <c:pt idx="9103">
                  <c:v>7.569</c:v>
                </c:pt>
                <c:pt idx="9104">
                  <c:v>7.5679999999999996</c:v>
                </c:pt>
                <c:pt idx="9105">
                  <c:v>7.5679999999999996</c:v>
                </c:pt>
                <c:pt idx="9106">
                  <c:v>7.569</c:v>
                </c:pt>
                <c:pt idx="9107">
                  <c:v>7.569</c:v>
                </c:pt>
                <c:pt idx="9108">
                  <c:v>7.5679999999999996</c:v>
                </c:pt>
                <c:pt idx="9109">
                  <c:v>7.569</c:v>
                </c:pt>
                <c:pt idx="9110">
                  <c:v>7.57</c:v>
                </c:pt>
                <c:pt idx="9111">
                  <c:v>7.569</c:v>
                </c:pt>
                <c:pt idx="9112">
                  <c:v>7.569</c:v>
                </c:pt>
                <c:pt idx="9113">
                  <c:v>7.569</c:v>
                </c:pt>
                <c:pt idx="9114">
                  <c:v>7.569</c:v>
                </c:pt>
                <c:pt idx="9115">
                  <c:v>7.569</c:v>
                </c:pt>
                <c:pt idx="9116">
                  <c:v>7.569</c:v>
                </c:pt>
                <c:pt idx="9117">
                  <c:v>7.569</c:v>
                </c:pt>
                <c:pt idx="9118">
                  <c:v>7.569</c:v>
                </c:pt>
                <c:pt idx="9119">
                  <c:v>7.5679999999999996</c:v>
                </c:pt>
                <c:pt idx="9120">
                  <c:v>7.569</c:v>
                </c:pt>
                <c:pt idx="9121">
                  <c:v>7.569</c:v>
                </c:pt>
                <c:pt idx="9122">
                  <c:v>7.569</c:v>
                </c:pt>
                <c:pt idx="9123">
                  <c:v>7.569</c:v>
                </c:pt>
                <c:pt idx="9124">
                  <c:v>7.569</c:v>
                </c:pt>
                <c:pt idx="9125">
                  <c:v>7.569</c:v>
                </c:pt>
                <c:pt idx="9126">
                  <c:v>7.5679999999999996</c:v>
                </c:pt>
                <c:pt idx="9127">
                  <c:v>7.569</c:v>
                </c:pt>
                <c:pt idx="9128">
                  <c:v>7.5679999999999996</c:v>
                </c:pt>
                <c:pt idx="9129">
                  <c:v>7.5679999999999996</c:v>
                </c:pt>
                <c:pt idx="9130">
                  <c:v>7.5679999999999996</c:v>
                </c:pt>
                <c:pt idx="9131">
                  <c:v>7.569</c:v>
                </c:pt>
                <c:pt idx="9132">
                  <c:v>7.569</c:v>
                </c:pt>
                <c:pt idx="9133">
                  <c:v>7.5679999999999996</c:v>
                </c:pt>
                <c:pt idx="9134">
                  <c:v>7.5679999999999996</c:v>
                </c:pt>
                <c:pt idx="9135">
                  <c:v>7.5679999999999996</c:v>
                </c:pt>
                <c:pt idx="9136">
                  <c:v>7.5679999999999996</c:v>
                </c:pt>
                <c:pt idx="9137">
                  <c:v>7.5679999999999996</c:v>
                </c:pt>
                <c:pt idx="9138">
                  <c:v>7.569</c:v>
                </c:pt>
                <c:pt idx="9139">
                  <c:v>7.569</c:v>
                </c:pt>
                <c:pt idx="9140">
                  <c:v>7.5679999999999996</c:v>
                </c:pt>
                <c:pt idx="9141">
                  <c:v>7.5679999999999996</c:v>
                </c:pt>
                <c:pt idx="9142">
                  <c:v>7.569</c:v>
                </c:pt>
                <c:pt idx="9143">
                  <c:v>7.5679999999999996</c:v>
                </c:pt>
                <c:pt idx="9144">
                  <c:v>7.5679999999999996</c:v>
                </c:pt>
                <c:pt idx="9145">
                  <c:v>7.5679999999999996</c:v>
                </c:pt>
                <c:pt idx="9146">
                  <c:v>7.569</c:v>
                </c:pt>
                <c:pt idx="9147">
                  <c:v>7.5679999999999996</c:v>
                </c:pt>
                <c:pt idx="9148">
                  <c:v>7.5679999999999996</c:v>
                </c:pt>
                <c:pt idx="9149">
                  <c:v>7.5679999999999996</c:v>
                </c:pt>
                <c:pt idx="9150">
                  <c:v>7.5679999999999996</c:v>
                </c:pt>
                <c:pt idx="9151">
                  <c:v>7.5679999999999996</c:v>
                </c:pt>
                <c:pt idx="9152">
                  <c:v>7.5679999999999996</c:v>
                </c:pt>
                <c:pt idx="9153">
                  <c:v>7.569</c:v>
                </c:pt>
                <c:pt idx="9154">
                  <c:v>7.569</c:v>
                </c:pt>
                <c:pt idx="9155">
                  <c:v>7.5679999999999996</c:v>
                </c:pt>
                <c:pt idx="9156">
                  <c:v>7.5679999999999996</c:v>
                </c:pt>
                <c:pt idx="9157">
                  <c:v>7.5679999999999996</c:v>
                </c:pt>
                <c:pt idx="9158">
                  <c:v>7.5670000000000002</c:v>
                </c:pt>
                <c:pt idx="9159">
                  <c:v>7.5679999999999996</c:v>
                </c:pt>
                <c:pt idx="9160">
                  <c:v>7.5679999999999996</c:v>
                </c:pt>
                <c:pt idx="9161">
                  <c:v>7.5670000000000002</c:v>
                </c:pt>
                <c:pt idx="9162">
                  <c:v>7.5670000000000002</c:v>
                </c:pt>
                <c:pt idx="9163">
                  <c:v>7.5679999999999996</c:v>
                </c:pt>
                <c:pt idx="9164">
                  <c:v>7.5679999999999996</c:v>
                </c:pt>
                <c:pt idx="9165">
                  <c:v>7.5679999999999996</c:v>
                </c:pt>
                <c:pt idx="9166">
                  <c:v>7.5679999999999996</c:v>
                </c:pt>
                <c:pt idx="9167">
                  <c:v>7.5679999999999996</c:v>
                </c:pt>
                <c:pt idx="9168">
                  <c:v>7.5670000000000002</c:v>
                </c:pt>
                <c:pt idx="9169">
                  <c:v>7.5679999999999996</c:v>
                </c:pt>
                <c:pt idx="9170">
                  <c:v>7.5679999999999996</c:v>
                </c:pt>
                <c:pt idx="9171">
                  <c:v>7.569</c:v>
                </c:pt>
                <c:pt idx="9172">
                  <c:v>7.5679999999999996</c:v>
                </c:pt>
                <c:pt idx="9173">
                  <c:v>7.5670000000000002</c:v>
                </c:pt>
                <c:pt idx="9174">
                  <c:v>7.5679999999999996</c:v>
                </c:pt>
                <c:pt idx="9175">
                  <c:v>7.5679999999999996</c:v>
                </c:pt>
                <c:pt idx="9176">
                  <c:v>7.5679999999999996</c:v>
                </c:pt>
                <c:pt idx="9177">
                  <c:v>7.5679999999999996</c:v>
                </c:pt>
                <c:pt idx="9178">
                  <c:v>7.569</c:v>
                </c:pt>
                <c:pt idx="9179">
                  <c:v>7.5679999999999996</c:v>
                </c:pt>
                <c:pt idx="9180">
                  <c:v>7.5670000000000002</c:v>
                </c:pt>
                <c:pt idx="9181">
                  <c:v>7.5679999999999996</c:v>
                </c:pt>
                <c:pt idx="9182">
                  <c:v>7.5679999999999996</c:v>
                </c:pt>
                <c:pt idx="9183">
                  <c:v>7.5670000000000002</c:v>
                </c:pt>
                <c:pt idx="9184">
                  <c:v>7.5670000000000002</c:v>
                </c:pt>
                <c:pt idx="9185">
                  <c:v>7.5679999999999996</c:v>
                </c:pt>
                <c:pt idx="9186">
                  <c:v>7.5679999999999996</c:v>
                </c:pt>
                <c:pt idx="9187">
                  <c:v>7.5679999999999996</c:v>
                </c:pt>
                <c:pt idx="9188">
                  <c:v>7.5679999999999996</c:v>
                </c:pt>
                <c:pt idx="9189">
                  <c:v>7.5670000000000002</c:v>
                </c:pt>
                <c:pt idx="9190">
                  <c:v>7.5670000000000002</c:v>
                </c:pt>
                <c:pt idx="9191">
                  <c:v>7.5670000000000002</c:v>
                </c:pt>
                <c:pt idx="9192">
                  <c:v>7.5679999999999996</c:v>
                </c:pt>
                <c:pt idx="9193">
                  <c:v>7.5670000000000002</c:v>
                </c:pt>
                <c:pt idx="9194">
                  <c:v>7.5670000000000002</c:v>
                </c:pt>
                <c:pt idx="9195">
                  <c:v>7.5670000000000002</c:v>
                </c:pt>
                <c:pt idx="9196">
                  <c:v>7.5679999999999996</c:v>
                </c:pt>
                <c:pt idx="9197">
                  <c:v>7.5670000000000002</c:v>
                </c:pt>
                <c:pt idx="9198">
                  <c:v>7.5670000000000002</c:v>
                </c:pt>
                <c:pt idx="9199">
                  <c:v>7.5670000000000002</c:v>
                </c:pt>
                <c:pt idx="9200">
                  <c:v>7.5670000000000002</c:v>
                </c:pt>
                <c:pt idx="9201">
                  <c:v>7.5670000000000002</c:v>
                </c:pt>
                <c:pt idx="9202">
                  <c:v>7.5670000000000002</c:v>
                </c:pt>
                <c:pt idx="9203">
                  <c:v>7.5670000000000002</c:v>
                </c:pt>
                <c:pt idx="9204">
                  <c:v>7.5670000000000002</c:v>
                </c:pt>
                <c:pt idx="9205">
                  <c:v>7.5670000000000002</c:v>
                </c:pt>
                <c:pt idx="9206">
                  <c:v>7.5670000000000002</c:v>
                </c:pt>
                <c:pt idx="9207">
                  <c:v>7.5670000000000002</c:v>
                </c:pt>
              </c:numCache>
            </c:numRef>
          </c:yVal>
          <c:smooth val="1"/>
          <c:extLst>
            <c:ext xmlns:c16="http://schemas.microsoft.com/office/drawing/2014/chart" uri="{C3380CC4-5D6E-409C-BE32-E72D297353CC}">
              <c16:uniqueId val="{00000005-B04C-4604-A599-C5FB713AD420}"/>
            </c:ext>
          </c:extLst>
        </c:ser>
        <c:dLbls>
          <c:showLegendKey val="0"/>
          <c:showVal val="0"/>
          <c:showCatName val="0"/>
          <c:showSerName val="0"/>
          <c:showPercent val="0"/>
          <c:showBubbleSize val="0"/>
        </c:dLbls>
        <c:axId val="178967728"/>
        <c:axId val="178968112"/>
      </c:scatterChart>
      <c:valAx>
        <c:axId val="178967728"/>
        <c:scaling>
          <c:orientation val="minMax"/>
          <c:max val="7"/>
          <c:min val="0"/>
        </c:scaling>
        <c:delete val="0"/>
        <c:axPos val="b"/>
        <c:title>
          <c:tx>
            <c:rich>
              <a:bodyPr/>
              <a:lstStyle/>
              <a:p>
                <a:pPr>
                  <a:defRPr sz="1100"/>
                </a:pPr>
                <a:r>
                  <a:rPr lang="en-US" sz="1100" dirty="0"/>
                  <a:t>Hours</a:t>
                </a:r>
              </a:p>
            </c:rich>
          </c:tx>
          <c:overlay val="0"/>
        </c:title>
        <c:numFmt formatCode="General" sourceLinked="1"/>
        <c:majorTickMark val="none"/>
        <c:minorTickMark val="none"/>
        <c:tickLblPos val="nextTo"/>
        <c:txPr>
          <a:bodyPr rot="0" vert="horz"/>
          <a:lstStyle/>
          <a:p>
            <a:pPr>
              <a:defRPr sz="1000" b="0" i="0" u="none" strike="noStrike" baseline="0">
                <a:solidFill>
                  <a:srgbClr val="000000"/>
                </a:solidFill>
                <a:latin typeface="Calibri"/>
                <a:ea typeface="Calibri"/>
                <a:cs typeface="Calibri"/>
              </a:defRPr>
            </a:pPr>
            <a:endParaRPr lang="en-US"/>
          </a:p>
        </c:txPr>
        <c:crossAx val="178968112"/>
        <c:crosses val="autoZero"/>
        <c:crossBetween val="midCat"/>
      </c:valAx>
      <c:valAx>
        <c:axId val="178968112"/>
        <c:scaling>
          <c:orientation val="minMax"/>
          <c:max val="8"/>
          <c:min val="3"/>
        </c:scaling>
        <c:delete val="0"/>
        <c:axPos val="l"/>
        <c:title>
          <c:tx>
            <c:rich>
              <a:bodyPr/>
              <a:lstStyle/>
              <a:p>
                <a:pPr>
                  <a:defRPr sz="1200"/>
                </a:pPr>
                <a:r>
                  <a:rPr lang="en-US" sz="1200" dirty="0"/>
                  <a:t>pH</a:t>
                </a:r>
              </a:p>
            </c:rich>
          </c:tx>
          <c:overlay val="0"/>
        </c:title>
        <c:numFmt formatCode="General" sourceLinked="1"/>
        <c:majorTickMark val="none"/>
        <c:minorTickMark val="none"/>
        <c:tickLblPos val="nextTo"/>
        <c:txPr>
          <a:bodyPr rot="0" vert="horz"/>
          <a:lstStyle/>
          <a:p>
            <a:pPr>
              <a:defRPr sz="1000" b="0" i="0" u="none" strike="noStrike" baseline="0">
                <a:solidFill>
                  <a:srgbClr val="000000"/>
                </a:solidFill>
                <a:latin typeface="Calibri"/>
                <a:ea typeface="Calibri"/>
                <a:cs typeface="Calibri"/>
              </a:defRPr>
            </a:pPr>
            <a:endParaRPr lang="en-US"/>
          </a:p>
        </c:txPr>
        <c:crossAx val="178967728"/>
        <c:crosses val="autoZero"/>
        <c:crossBetween val="midCat"/>
        <c:minorUnit val="1"/>
      </c:valAx>
    </c:plotArea>
    <c:legend>
      <c:legendPos val="r"/>
      <c:legendEntry>
        <c:idx val="0"/>
        <c:delete val="1"/>
      </c:legendEntry>
      <c:legendEntry>
        <c:idx val="1"/>
        <c:delete val="1"/>
      </c:legendEntry>
      <c:legendEntry>
        <c:idx val="2"/>
        <c:delete val="1"/>
      </c:legendEntry>
      <c:legendEntry>
        <c:idx val="3"/>
        <c:delete val="1"/>
      </c:legendEntry>
      <c:overlay val="0"/>
      <c:txPr>
        <a:bodyPr/>
        <a:lstStyle/>
        <a:p>
          <a:pPr>
            <a:defRPr sz="1100" b="0" i="0" u="none" strike="noStrike" baseline="0">
              <a:solidFill>
                <a:srgbClr val="000000"/>
              </a:solidFill>
              <a:latin typeface="Calibri"/>
              <a:ea typeface="Calibri"/>
              <a:cs typeface="Calibri"/>
            </a:defRPr>
          </a:pPr>
          <a:endParaRPr lang="en-US"/>
        </a:p>
      </c:txPr>
    </c:legend>
    <c:plotVisOnly val="1"/>
    <c:dispBlanksAs val="gap"/>
    <c:showDLblsOverMax val="0"/>
  </c:chart>
  <c:txPr>
    <a:bodyPr/>
    <a:lstStyle/>
    <a:p>
      <a:pPr>
        <a:defRPr sz="1000" b="0" i="0" u="none" strike="noStrike" baseline="0">
          <a:solidFill>
            <a:srgbClr val="000000"/>
          </a:solidFill>
          <a:latin typeface="Calibri"/>
          <a:ea typeface="Calibri"/>
          <a:cs typeface="Calibri"/>
        </a:defRPr>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1">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800"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45920" y="5387342"/>
            <a:ext cx="18653760" cy="11460480"/>
          </a:xfrm>
        </p:spPr>
        <p:txBody>
          <a:bodyPr anchor="b"/>
          <a:lstStyle>
            <a:lvl1pPr algn="ctr">
              <a:defRPr sz="14400"/>
            </a:lvl1pPr>
          </a:lstStyle>
          <a:p>
            <a:r>
              <a:rPr lang="en-US"/>
              <a:t>Click to edit Master title style</a:t>
            </a:r>
            <a:endParaRPr lang="en-US" dirty="0"/>
          </a:p>
        </p:txBody>
      </p:sp>
      <p:sp>
        <p:nvSpPr>
          <p:cNvPr id="3" name="Subtitle 2"/>
          <p:cNvSpPr>
            <a:spLocks noGrp="1"/>
          </p:cNvSpPr>
          <p:nvPr>
            <p:ph type="subTitle" idx="1"/>
          </p:nvPr>
        </p:nvSpPr>
        <p:spPr>
          <a:xfrm>
            <a:off x="2743200" y="17289782"/>
            <a:ext cx="16459200" cy="7947658"/>
          </a:xfrm>
        </p:spPr>
        <p:txBody>
          <a:bodyPr/>
          <a:lstStyle>
            <a:lvl1pPr marL="0" indent="0" algn="ctr">
              <a:buNone/>
              <a:defRPr sz="5760"/>
            </a:lvl1pPr>
            <a:lvl2pPr marL="1097280" indent="0" algn="ctr">
              <a:buNone/>
              <a:defRPr sz="4800"/>
            </a:lvl2pPr>
            <a:lvl3pPr marL="2194560" indent="0" algn="ctr">
              <a:buNone/>
              <a:defRPr sz="4320"/>
            </a:lvl3pPr>
            <a:lvl4pPr marL="3291840" indent="0" algn="ctr">
              <a:buNone/>
              <a:defRPr sz="3840"/>
            </a:lvl4pPr>
            <a:lvl5pPr marL="4389120" indent="0" algn="ctr">
              <a:buNone/>
              <a:defRPr sz="3840"/>
            </a:lvl5pPr>
            <a:lvl6pPr marL="5486400" indent="0" algn="ctr">
              <a:buNone/>
              <a:defRPr sz="3840"/>
            </a:lvl6pPr>
            <a:lvl7pPr marL="6583680" indent="0" algn="ctr">
              <a:buNone/>
              <a:defRPr sz="3840"/>
            </a:lvl7pPr>
            <a:lvl8pPr marL="7680960" indent="0" algn="ctr">
              <a:buNone/>
              <a:defRPr sz="3840"/>
            </a:lvl8pPr>
            <a:lvl9pPr marL="8778240" indent="0" algn="ctr">
              <a:buNone/>
              <a:defRPr sz="384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120B0DA-C2C5-4C5B-9235-D8B5D520E0B9}" type="datetimeFigureOut">
              <a:rPr lang="en-US" smtClean="0"/>
              <a:t>1/14/2020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6ACF9C-ED6D-4070-A6B3-257A61F16B04}" type="slidenum">
              <a:rPr lang="en-US" smtClean="0"/>
              <a:t>‹#›</a:t>
            </a:fld>
            <a:endParaRPr lang="en-US"/>
          </a:p>
        </p:txBody>
      </p:sp>
    </p:spTree>
    <p:extLst>
      <p:ext uri="{BB962C8B-B14F-4D97-AF65-F5344CB8AC3E}">
        <p14:creationId xmlns:p14="http://schemas.microsoft.com/office/powerpoint/2010/main" val="37387303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20B0DA-C2C5-4C5B-9235-D8B5D520E0B9}" type="datetimeFigureOut">
              <a:rPr lang="en-US" smtClean="0"/>
              <a:t>1/14/2020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6ACF9C-ED6D-4070-A6B3-257A61F16B04}" type="slidenum">
              <a:rPr lang="en-US" smtClean="0"/>
              <a:t>‹#›</a:t>
            </a:fld>
            <a:endParaRPr lang="en-US"/>
          </a:p>
        </p:txBody>
      </p:sp>
    </p:spTree>
    <p:extLst>
      <p:ext uri="{BB962C8B-B14F-4D97-AF65-F5344CB8AC3E}">
        <p14:creationId xmlns:p14="http://schemas.microsoft.com/office/powerpoint/2010/main" val="40015874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97331" y="8206749"/>
            <a:ext cx="18928080" cy="13693138"/>
          </a:xfrm>
        </p:spPr>
        <p:txBody>
          <a:bodyPr anchor="b"/>
          <a:lstStyle>
            <a:lvl1pPr>
              <a:defRPr sz="14400"/>
            </a:lvl1pPr>
          </a:lstStyle>
          <a:p>
            <a:r>
              <a:rPr lang="en-US"/>
              <a:t>Click to edit Master title style</a:t>
            </a:r>
            <a:endParaRPr lang="en-US" dirty="0"/>
          </a:p>
        </p:txBody>
      </p:sp>
      <p:sp>
        <p:nvSpPr>
          <p:cNvPr id="3" name="Text Placeholder 2"/>
          <p:cNvSpPr>
            <a:spLocks noGrp="1"/>
          </p:cNvSpPr>
          <p:nvPr>
            <p:ph type="body" idx="1"/>
          </p:nvPr>
        </p:nvSpPr>
        <p:spPr>
          <a:xfrm>
            <a:off x="1497331" y="22029429"/>
            <a:ext cx="18928080" cy="7200898"/>
          </a:xfrm>
        </p:spPr>
        <p:txBody>
          <a:bodyPr/>
          <a:lstStyle>
            <a:lvl1pPr marL="0" indent="0">
              <a:buNone/>
              <a:defRPr sz="5760">
                <a:solidFill>
                  <a:schemeClr val="tx1"/>
                </a:solidFill>
              </a:defRPr>
            </a:lvl1pPr>
            <a:lvl2pPr marL="1097280" indent="0">
              <a:buNone/>
              <a:defRPr sz="4800">
                <a:solidFill>
                  <a:schemeClr val="tx1">
                    <a:tint val="75000"/>
                  </a:schemeClr>
                </a:solidFill>
              </a:defRPr>
            </a:lvl2pPr>
            <a:lvl3pPr marL="2194560" indent="0">
              <a:buNone/>
              <a:defRPr sz="4320">
                <a:solidFill>
                  <a:schemeClr val="tx1">
                    <a:tint val="75000"/>
                  </a:schemeClr>
                </a:solidFill>
              </a:defRPr>
            </a:lvl3pPr>
            <a:lvl4pPr marL="3291840" indent="0">
              <a:buNone/>
              <a:defRPr sz="3840">
                <a:solidFill>
                  <a:schemeClr val="tx1">
                    <a:tint val="75000"/>
                  </a:schemeClr>
                </a:solidFill>
              </a:defRPr>
            </a:lvl4pPr>
            <a:lvl5pPr marL="4389120" indent="0">
              <a:buNone/>
              <a:defRPr sz="3840">
                <a:solidFill>
                  <a:schemeClr val="tx1">
                    <a:tint val="75000"/>
                  </a:schemeClr>
                </a:solidFill>
              </a:defRPr>
            </a:lvl5pPr>
            <a:lvl6pPr marL="5486400" indent="0">
              <a:buNone/>
              <a:defRPr sz="3840">
                <a:solidFill>
                  <a:schemeClr val="tx1">
                    <a:tint val="75000"/>
                  </a:schemeClr>
                </a:solidFill>
              </a:defRPr>
            </a:lvl6pPr>
            <a:lvl7pPr marL="6583680" indent="0">
              <a:buNone/>
              <a:defRPr sz="3840">
                <a:solidFill>
                  <a:schemeClr val="tx1">
                    <a:tint val="75000"/>
                  </a:schemeClr>
                </a:solidFill>
              </a:defRPr>
            </a:lvl7pPr>
            <a:lvl8pPr marL="7680960" indent="0">
              <a:buNone/>
              <a:defRPr sz="3840">
                <a:solidFill>
                  <a:schemeClr val="tx1">
                    <a:tint val="75000"/>
                  </a:schemeClr>
                </a:solidFill>
              </a:defRPr>
            </a:lvl8pPr>
            <a:lvl9pPr marL="8778240" indent="0">
              <a:buNone/>
              <a:defRPr sz="384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20B0DA-C2C5-4C5B-9235-D8B5D520E0B9}" type="datetimeFigureOut">
              <a:rPr lang="en-US" smtClean="0"/>
              <a:t>1/14/2020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6ACF9C-ED6D-4070-A6B3-257A61F16B04}" type="slidenum">
              <a:rPr lang="en-US" smtClean="0"/>
              <a:t>‹#›</a:t>
            </a:fld>
            <a:endParaRPr lang="en-US"/>
          </a:p>
        </p:txBody>
      </p:sp>
    </p:spTree>
    <p:extLst>
      <p:ext uri="{BB962C8B-B14F-4D97-AF65-F5344CB8AC3E}">
        <p14:creationId xmlns:p14="http://schemas.microsoft.com/office/powerpoint/2010/main" val="3901765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08760" y="8763000"/>
            <a:ext cx="932688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1109960" y="8763000"/>
            <a:ext cx="932688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120B0DA-C2C5-4C5B-9235-D8B5D520E0B9}" type="datetimeFigureOut">
              <a:rPr lang="en-US" smtClean="0"/>
              <a:t>1/14/2020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6ACF9C-ED6D-4070-A6B3-257A61F16B04}" type="slidenum">
              <a:rPr lang="en-US" smtClean="0"/>
              <a:t>‹#›</a:t>
            </a:fld>
            <a:endParaRPr lang="en-US"/>
          </a:p>
        </p:txBody>
      </p:sp>
    </p:spTree>
    <p:extLst>
      <p:ext uri="{BB962C8B-B14F-4D97-AF65-F5344CB8AC3E}">
        <p14:creationId xmlns:p14="http://schemas.microsoft.com/office/powerpoint/2010/main" val="40549344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11618" y="1752607"/>
            <a:ext cx="18928080" cy="6362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1511621" y="8069582"/>
            <a:ext cx="9284016" cy="3954778"/>
          </a:xfrm>
        </p:spPr>
        <p:txBody>
          <a:bodyPr anchor="b"/>
          <a:lstStyle>
            <a:lvl1pPr marL="0" indent="0">
              <a:buNone/>
              <a:defRPr sz="5760" b="1"/>
            </a:lvl1pPr>
            <a:lvl2pPr marL="1097280" indent="0">
              <a:buNone/>
              <a:defRPr sz="4800" b="1"/>
            </a:lvl2pPr>
            <a:lvl3pPr marL="2194560" indent="0">
              <a:buNone/>
              <a:defRPr sz="4320" b="1"/>
            </a:lvl3pPr>
            <a:lvl4pPr marL="3291840" indent="0">
              <a:buNone/>
              <a:defRPr sz="3840" b="1"/>
            </a:lvl4pPr>
            <a:lvl5pPr marL="4389120" indent="0">
              <a:buNone/>
              <a:defRPr sz="3840" b="1"/>
            </a:lvl5pPr>
            <a:lvl6pPr marL="5486400" indent="0">
              <a:buNone/>
              <a:defRPr sz="3840" b="1"/>
            </a:lvl6pPr>
            <a:lvl7pPr marL="6583680" indent="0">
              <a:buNone/>
              <a:defRPr sz="3840" b="1"/>
            </a:lvl7pPr>
            <a:lvl8pPr marL="7680960" indent="0">
              <a:buNone/>
              <a:defRPr sz="3840" b="1"/>
            </a:lvl8pPr>
            <a:lvl9pPr marL="8778240" indent="0">
              <a:buNone/>
              <a:defRPr sz="3840" b="1"/>
            </a:lvl9pPr>
          </a:lstStyle>
          <a:p>
            <a:pPr lvl="0"/>
            <a:r>
              <a:rPr lang="en-US"/>
              <a:t>Click to edit Master text styles</a:t>
            </a:r>
          </a:p>
        </p:txBody>
      </p:sp>
      <p:sp>
        <p:nvSpPr>
          <p:cNvPr id="4" name="Content Placeholder 3"/>
          <p:cNvSpPr>
            <a:spLocks noGrp="1"/>
          </p:cNvSpPr>
          <p:nvPr>
            <p:ph sz="half" idx="2"/>
          </p:nvPr>
        </p:nvSpPr>
        <p:spPr>
          <a:xfrm>
            <a:off x="1511621" y="12024360"/>
            <a:ext cx="9284016"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1109961" y="8069582"/>
            <a:ext cx="9329738" cy="3954778"/>
          </a:xfrm>
        </p:spPr>
        <p:txBody>
          <a:bodyPr anchor="b"/>
          <a:lstStyle>
            <a:lvl1pPr marL="0" indent="0">
              <a:buNone/>
              <a:defRPr sz="5760" b="1"/>
            </a:lvl1pPr>
            <a:lvl2pPr marL="1097280" indent="0">
              <a:buNone/>
              <a:defRPr sz="4800" b="1"/>
            </a:lvl2pPr>
            <a:lvl3pPr marL="2194560" indent="0">
              <a:buNone/>
              <a:defRPr sz="4320" b="1"/>
            </a:lvl3pPr>
            <a:lvl4pPr marL="3291840" indent="0">
              <a:buNone/>
              <a:defRPr sz="3840" b="1"/>
            </a:lvl4pPr>
            <a:lvl5pPr marL="4389120" indent="0">
              <a:buNone/>
              <a:defRPr sz="3840" b="1"/>
            </a:lvl5pPr>
            <a:lvl6pPr marL="5486400" indent="0">
              <a:buNone/>
              <a:defRPr sz="3840" b="1"/>
            </a:lvl6pPr>
            <a:lvl7pPr marL="6583680" indent="0">
              <a:buNone/>
              <a:defRPr sz="3840" b="1"/>
            </a:lvl7pPr>
            <a:lvl8pPr marL="7680960" indent="0">
              <a:buNone/>
              <a:defRPr sz="3840" b="1"/>
            </a:lvl8pPr>
            <a:lvl9pPr marL="8778240" indent="0">
              <a:buNone/>
              <a:defRPr sz="3840" b="1"/>
            </a:lvl9pPr>
          </a:lstStyle>
          <a:p>
            <a:pPr lvl="0"/>
            <a:r>
              <a:rPr lang="en-US"/>
              <a:t>Click to edit Master text styles</a:t>
            </a:r>
          </a:p>
        </p:txBody>
      </p:sp>
      <p:sp>
        <p:nvSpPr>
          <p:cNvPr id="6" name="Content Placeholder 5"/>
          <p:cNvSpPr>
            <a:spLocks noGrp="1"/>
          </p:cNvSpPr>
          <p:nvPr>
            <p:ph sz="quarter" idx="4"/>
          </p:nvPr>
        </p:nvSpPr>
        <p:spPr>
          <a:xfrm>
            <a:off x="11109961" y="12024360"/>
            <a:ext cx="9329738"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120B0DA-C2C5-4C5B-9235-D8B5D520E0B9}" type="datetimeFigureOut">
              <a:rPr lang="en-US" smtClean="0"/>
              <a:t>1/14/2020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06ACF9C-ED6D-4070-A6B3-257A61F16B04}" type="slidenum">
              <a:rPr lang="en-US" smtClean="0"/>
              <a:t>‹#›</a:t>
            </a:fld>
            <a:endParaRPr lang="en-US"/>
          </a:p>
        </p:txBody>
      </p:sp>
    </p:spTree>
    <p:extLst>
      <p:ext uri="{BB962C8B-B14F-4D97-AF65-F5344CB8AC3E}">
        <p14:creationId xmlns:p14="http://schemas.microsoft.com/office/powerpoint/2010/main" val="37580020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120B0DA-C2C5-4C5B-9235-D8B5D520E0B9}" type="datetimeFigureOut">
              <a:rPr lang="en-US" smtClean="0"/>
              <a:t>1/14/2020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06ACF9C-ED6D-4070-A6B3-257A61F16B04}" type="slidenum">
              <a:rPr lang="en-US" smtClean="0"/>
              <a:t>‹#›</a:t>
            </a:fld>
            <a:endParaRPr lang="en-US"/>
          </a:p>
        </p:txBody>
      </p:sp>
    </p:spTree>
    <p:extLst>
      <p:ext uri="{BB962C8B-B14F-4D97-AF65-F5344CB8AC3E}">
        <p14:creationId xmlns:p14="http://schemas.microsoft.com/office/powerpoint/2010/main" val="2811496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20B0DA-C2C5-4C5B-9235-D8B5D520E0B9}" type="datetimeFigureOut">
              <a:rPr lang="en-US" smtClean="0"/>
              <a:t>1/14/2020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06ACF9C-ED6D-4070-A6B3-257A61F16B04}" type="slidenum">
              <a:rPr lang="en-US" smtClean="0"/>
              <a:t>‹#›</a:t>
            </a:fld>
            <a:endParaRPr lang="en-US"/>
          </a:p>
        </p:txBody>
      </p:sp>
    </p:spTree>
    <p:extLst>
      <p:ext uri="{BB962C8B-B14F-4D97-AF65-F5344CB8AC3E}">
        <p14:creationId xmlns:p14="http://schemas.microsoft.com/office/powerpoint/2010/main" val="26078278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11619" y="2194560"/>
            <a:ext cx="7078027" cy="7680960"/>
          </a:xfrm>
        </p:spPr>
        <p:txBody>
          <a:bodyPr anchor="b"/>
          <a:lstStyle>
            <a:lvl1pPr>
              <a:defRPr sz="7680"/>
            </a:lvl1pPr>
          </a:lstStyle>
          <a:p>
            <a:r>
              <a:rPr lang="en-US"/>
              <a:t>Click to edit Master title style</a:t>
            </a:r>
            <a:endParaRPr lang="en-US" dirty="0"/>
          </a:p>
        </p:txBody>
      </p:sp>
      <p:sp>
        <p:nvSpPr>
          <p:cNvPr id="3" name="Content Placeholder 2"/>
          <p:cNvSpPr>
            <a:spLocks noGrp="1"/>
          </p:cNvSpPr>
          <p:nvPr>
            <p:ph idx="1"/>
          </p:nvPr>
        </p:nvSpPr>
        <p:spPr>
          <a:xfrm>
            <a:off x="9329738" y="4739647"/>
            <a:ext cx="11109960" cy="23393400"/>
          </a:xfrm>
        </p:spPr>
        <p:txBody>
          <a:bodyPr/>
          <a:lstStyle>
            <a:lvl1pPr>
              <a:defRPr sz="7680"/>
            </a:lvl1pPr>
            <a:lvl2pPr>
              <a:defRPr sz="6720"/>
            </a:lvl2pPr>
            <a:lvl3pPr>
              <a:defRPr sz="5760"/>
            </a:lvl3pPr>
            <a:lvl4pPr>
              <a:defRPr sz="4800"/>
            </a:lvl4pPr>
            <a:lvl5pPr>
              <a:defRPr sz="4800"/>
            </a:lvl5pPr>
            <a:lvl6pPr>
              <a:defRPr sz="4800"/>
            </a:lvl6pPr>
            <a:lvl7pPr>
              <a:defRPr sz="4800"/>
            </a:lvl7pPr>
            <a:lvl8pPr>
              <a:defRPr sz="4800"/>
            </a:lvl8pPr>
            <a:lvl9pPr>
              <a:defRPr sz="4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511619" y="9875520"/>
            <a:ext cx="7078027" cy="18295622"/>
          </a:xfrm>
        </p:spPr>
        <p:txBody>
          <a:bodyPr/>
          <a:lstStyle>
            <a:lvl1pPr marL="0" indent="0">
              <a:buNone/>
              <a:defRPr sz="3840"/>
            </a:lvl1pPr>
            <a:lvl2pPr marL="1097280" indent="0">
              <a:buNone/>
              <a:defRPr sz="3360"/>
            </a:lvl2pPr>
            <a:lvl3pPr marL="2194560" indent="0">
              <a:buNone/>
              <a:defRPr sz="2880"/>
            </a:lvl3pPr>
            <a:lvl4pPr marL="3291840" indent="0">
              <a:buNone/>
              <a:defRPr sz="2400"/>
            </a:lvl4pPr>
            <a:lvl5pPr marL="4389120" indent="0">
              <a:buNone/>
              <a:defRPr sz="2400"/>
            </a:lvl5pPr>
            <a:lvl6pPr marL="5486400" indent="0">
              <a:buNone/>
              <a:defRPr sz="2400"/>
            </a:lvl6pPr>
            <a:lvl7pPr marL="6583680" indent="0">
              <a:buNone/>
              <a:defRPr sz="2400"/>
            </a:lvl7pPr>
            <a:lvl8pPr marL="7680960" indent="0">
              <a:buNone/>
              <a:defRPr sz="2400"/>
            </a:lvl8pPr>
            <a:lvl9pPr marL="8778240" indent="0">
              <a:buNone/>
              <a:defRPr sz="2400"/>
            </a:lvl9pPr>
          </a:lstStyle>
          <a:p>
            <a:pPr lvl="0"/>
            <a:r>
              <a:rPr lang="en-US"/>
              <a:t>Click to edit Master text styles</a:t>
            </a:r>
          </a:p>
        </p:txBody>
      </p:sp>
      <p:sp>
        <p:nvSpPr>
          <p:cNvPr id="5" name="Date Placeholder 4"/>
          <p:cNvSpPr>
            <a:spLocks noGrp="1"/>
          </p:cNvSpPr>
          <p:nvPr>
            <p:ph type="dt" sz="half" idx="10"/>
          </p:nvPr>
        </p:nvSpPr>
        <p:spPr/>
        <p:txBody>
          <a:bodyPr/>
          <a:lstStyle/>
          <a:p>
            <a:fld id="{8120B0DA-C2C5-4C5B-9235-D8B5D520E0B9}" type="datetimeFigureOut">
              <a:rPr lang="en-US" smtClean="0"/>
              <a:t>1/14/2020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6ACF9C-ED6D-4070-A6B3-257A61F16B04}" type="slidenum">
              <a:rPr lang="en-US" smtClean="0"/>
              <a:t>‹#›</a:t>
            </a:fld>
            <a:endParaRPr lang="en-US"/>
          </a:p>
        </p:txBody>
      </p:sp>
    </p:spTree>
    <p:extLst>
      <p:ext uri="{BB962C8B-B14F-4D97-AF65-F5344CB8AC3E}">
        <p14:creationId xmlns:p14="http://schemas.microsoft.com/office/powerpoint/2010/main" val="3591760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11619" y="2194560"/>
            <a:ext cx="7078027" cy="7680960"/>
          </a:xfrm>
        </p:spPr>
        <p:txBody>
          <a:bodyPr anchor="b"/>
          <a:lstStyle>
            <a:lvl1pPr>
              <a:defRPr sz="7680"/>
            </a:lvl1pPr>
          </a:lstStyle>
          <a:p>
            <a:r>
              <a:rPr lang="en-US"/>
              <a:t>Click to edit Master title style</a:t>
            </a:r>
            <a:endParaRPr lang="en-US" dirty="0"/>
          </a:p>
        </p:txBody>
      </p:sp>
      <p:sp>
        <p:nvSpPr>
          <p:cNvPr id="3" name="Picture Placeholder 2"/>
          <p:cNvSpPr>
            <a:spLocks noGrp="1" noChangeAspect="1"/>
          </p:cNvSpPr>
          <p:nvPr>
            <p:ph type="pic" idx="1"/>
          </p:nvPr>
        </p:nvSpPr>
        <p:spPr>
          <a:xfrm>
            <a:off x="9329738" y="4739647"/>
            <a:ext cx="11109960" cy="23393400"/>
          </a:xfrm>
        </p:spPr>
        <p:txBody>
          <a:bodyPr anchor="t"/>
          <a:lstStyle>
            <a:lvl1pPr marL="0" indent="0">
              <a:buNone/>
              <a:defRPr sz="7680"/>
            </a:lvl1pPr>
            <a:lvl2pPr marL="1097280" indent="0">
              <a:buNone/>
              <a:defRPr sz="6720"/>
            </a:lvl2pPr>
            <a:lvl3pPr marL="2194560" indent="0">
              <a:buNone/>
              <a:defRPr sz="5760"/>
            </a:lvl3pPr>
            <a:lvl4pPr marL="3291840" indent="0">
              <a:buNone/>
              <a:defRPr sz="4800"/>
            </a:lvl4pPr>
            <a:lvl5pPr marL="4389120" indent="0">
              <a:buNone/>
              <a:defRPr sz="4800"/>
            </a:lvl5pPr>
            <a:lvl6pPr marL="5486400" indent="0">
              <a:buNone/>
              <a:defRPr sz="4800"/>
            </a:lvl6pPr>
            <a:lvl7pPr marL="6583680" indent="0">
              <a:buNone/>
              <a:defRPr sz="4800"/>
            </a:lvl7pPr>
            <a:lvl8pPr marL="7680960" indent="0">
              <a:buNone/>
              <a:defRPr sz="4800"/>
            </a:lvl8pPr>
            <a:lvl9pPr marL="8778240" indent="0">
              <a:buNone/>
              <a:defRPr sz="4800"/>
            </a:lvl9pPr>
          </a:lstStyle>
          <a:p>
            <a:r>
              <a:rPr lang="en-US"/>
              <a:t>Click icon to add picture</a:t>
            </a:r>
            <a:endParaRPr lang="en-US" dirty="0"/>
          </a:p>
        </p:txBody>
      </p:sp>
      <p:sp>
        <p:nvSpPr>
          <p:cNvPr id="4" name="Text Placeholder 3"/>
          <p:cNvSpPr>
            <a:spLocks noGrp="1"/>
          </p:cNvSpPr>
          <p:nvPr>
            <p:ph type="body" sz="half" idx="2"/>
          </p:nvPr>
        </p:nvSpPr>
        <p:spPr>
          <a:xfrm>
            <a:off x="1511619" y="9875520"/>
            <a:ext cx="7078027" cy="18295622"/>
          </a:xfrm>
        </p:spPr>
        <p:txBody>
          <a:bodyPr/>
          <a:lstStyle>
            <a:lvl1pPr marL="0" indent="0">
              <a:buNone/>
              <a:defRPr sz="3840"/>
            </a:lvl1pPr>
            <a:lvl2pPr marL="1097280" indent="0">
              <a:buNone/>
              <a:defRPr sz="3360"/>
            </a:lvl2pPr>
            <a:lvl3pPr marL="2194560" indent="0">
              <a:buNone/>
              <a:defRPr sz="2880"/>
            </a:lvl3pPr>
            <a:lvl4pPr marL="3291840" indent="0">
              <a:buNone/>
              <a:defRPr sz="2400"/>
            </a:lvl4pPr>
            <a:lvl5pPr marL="4389120" indent="0">
              <a:buNone/>
              <a:defRPr sz="2400"/>
            </a:lvl5pPr>
            <a:lvl6pPr marL="5486400" indent="0">
              <a:buNone/>
              <a:defRPr sz="2400"/>
            </a:lvl6pPr>
            <a:lvl7pPr marL="6583680" indent="0">
              <a:buNone/>
              <a:defRPr sz="2400"/>
            </a:lvl7pPr>
            <a:lvl8pPr marL="7680960" indent="0">
              <a:buNone/>
              <a:defRPr sz="2400"/>
            </a:lvl8pPr>
            <a:lvl9pPr marL="8778240" indent="0">
              <a:buNone/>
              <a:defRPr sz="2400"/>
            </a:lvl9pPr>
          </a:lstStyle>
          <a:p>
            <a:pPr lvl="0"/>
            <a:r>
              <a:rPr lang="en-US"/>
              <a:t>Click to edit Master text styles</a:t>
            </a:r>
          </a:p>
        </p:txBody>
      </p:sp>
      <p:sp>
        <p:nvSpPr>
          <p:cNvPr id="5" name="Date Placeholder 4"/>
          <p:cNvSpPr>
            <a:spLocks noGrp="1"/>
          </p:cNvSpPr>
          <p:nvPr>
            <p:ph type="dt" sz="half" idx="10"/>
          </p:nvPr>
        </p:nvSpPr>
        <p:spPr/>
        <p:txBody>
          <a:bodyPr/>
          <a:lstStyle/>
          <a:p>
            <a:fld id="{8120B0DA-C2C5-4C5B-9235-D8B5D520E0B9}" type="datetimeFigureOut">
              <a:rPr lang="en-US" smtClean="0"/>
              <a:t>1/14/2020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6ACF9C-ED6D-4070-A6B3-257A61F16B04}" type="slidenum">
              <a:rPr lang="en-US" smtClean="0"/>
              <a:t>‹#›</a:t>
            </a:fld>
            <a:endParaRPr lang="en-US"/>
          </a:p>
        </p:txBody>
      </p:sp>
    </p:spTree>
    <p:extLst>
      <p:ext uri="{BB962C8B-B14F-4D97-AF65-F5344CB8AC3E}">
        <p14:creationId xmlns:p14="http://schemas.microsoft.com/office/powerpoint/2010/main" val="40754829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20B0DA-C2C5-4C5B-9235-D8B5D520E0B9}" type="datetimeFigureOut">
              <a:rPr lang="en-US" smtClean="0"/>
              <a:t>1/14/2020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6ACF9C-ED6D-4070-A6B3-257A61F16B04}" type="slidenum">
              <a:rPr lang="en-US" smtClean="0"/>
              <a:t>‹#›</a:t>
            </a:fld>
            <a:endParaRPr lang="en-US"/>
          </a:p>
        </p:txBody>
      </p:sp>
    </p:spTree>
    <p:extLst>
      <p:ext uri="{BB962C8B-B14F-4D97-AF65-F5344CB8AC3E}">
        <p14:creationId xmlns:p14="http://schemas.microsoft.com/office/powerpoint/2010/main" val="24885407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704821" y="1752600"/>
            <a:ext cx="4732020" cy="2789682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508761" y="1752600"/>
            <a:ext cx="13921740" cy="278968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20B0DA-C2C5-4C5B-9235-D8B5D520E0B9}" type="datetimeFigureOut">
              <a:rPr lang="en-US" smtClean="0"/>
              <a:t>1/14/2020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6ACF9C-ED6D-4070-A6B3-257A61F16B04}" type="slidenum">
              <a:rPr lang="en-US" smtClean="0"/>
              <a:t>‹#›</a:t>
            </a:fld>
            <a:endParaRPr lang="en-US"/>
          </a:p>
        </p:txBody>
      </p:sp>
    </p:spTree>
    <p:extLst>
      <p:ext uri="{BB962C8B-B14F-4D97-AF65-F5344CB8AC3E}">
        <p14:creationId xmlns:p14="http://schemas.microsoft.com/office/powerpoint/2010/main" val="7320288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08760" y="1752607"/>
            <a:ext cx="18928080" cy="6362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508760" y="8763000"/>
            <a:ext cx="18928080" cy="208864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508760" y="30510487"/>
            <a:ext cx="4937760" cy="1752600"/>
          </a:xfrm>
          <a:prstGeom prst="rect">
            <a:avLst/>
          </a:prstGeom>
        </p:spPr>
        <p:txBody>
          <a:bodyPr vert="horz" lIns="91440" tIns="45720" rIns="91440" bIns="45720" rtlCol="0" anchor="ctr"/>
          <a:lstStyle>
            <a:lvl1pPr algn="l">
              <a:defRPr sz="2880">
                <a:solidFill>
                  <a:schemeClr val="tx1">
                    <a:tint val="75000"/>
                  </a:schemeClr>
                </a:solidFill>
              </a:defRPr>
            </a:lvl1pPr>
          </a:lstStyle>
          <a:p>
            <a:fld id="{8120B0DA-C2C5-4C5B-9235-D8B5D520E0B9}" type="datetimeFigureOut">
              <a:rPr lang="en-US" smtClean="0"/>
              <a:t>1/14/2020</a:t>
            </a:fld>
            <a:endParaRPr lang="en-US"/>
          </a:p>
        </p:txBody>
      </p:sp>
      <p:sp>
        <p:nvSpPr>
          <p:cNvPr id="5" name="Footer Placeholder 4"/>
          <p:cNvSpPr>
            <a:spLocks noGrp="1"/>
          </p:cNvSpPr>
          <p:nvPr>
            <p:ph type="ftr" sz="quarter" idx="3"/>
          </p:nvPr>
        </p:nvSpPr>
        <p:spPr>
          <a:xfrm>
            <a:off x="7269480" y="30510487"/>
            <a:ext cx="7406640" cy="1752600"/>
          </a:xfrm>
          <a:prstGeom prst="rect">
            <a:avLst/>
          </a:prstGeom>
        </p:spPr>
        <p:txBody>
          <a:bodyPr vert="horz" lIns="91440" tIns="45720" rIns="91440" bIns="45720" rtlCol="0" anchor="ctr"/>
          <a:lstStyle>
            <a:lvl1pPr algn="ctr">
              <a:defRPr sz="288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5499080" y="30510487"/>
            <a:ext cx="4937760" cy="1752600"/>
          </a:xfrm>
          <a:prstGeom prst="rect">
            <a:avLst/>
          </a:prstGeom>
        </p:spPr>
        <p:txBody>
          <a:bodyPr vert="horz" lIns="91440" tIns="45720" rIns="91440" bIns="45720" rtlCol="0" anchor="ctr"/>
          <a:lstStyle>
            <a:lvl1pPr algn="r">
              <a:defRPr sz="2880">
                <a:solidFill>
                  <a:schemeClr val="tx1">
                    <a:tint val="75000"/>
                  </a:schemeClr>
                </a:solidFill>
              </a:defRPr>
            </a:lvl1pPr>
          </a:lstStyle>
          <a:p>
            <a:fld id="{A06ACF9C-ED6D-4070-A6B3-257A61F16B04}" type="slidenum">
              <a:rPr lang="en-US" smtClean="0"/>
              <a:t>‹#›</a:t>
            </a:fld>
            <a:endParaRPr lang="en-US"/>
          </a:p>
        </p:txBody>
      </p:sp>
    </p:spTree>
    <p:extLst>
      <p:ext uri="{BB962C8B-B14F-4D97-AF65-F5344CB8AC3E}">
        <p14:creationId xmlns:p14="http://schemas.microsoft.com/office/powerpoint/2010/main" val="32935886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2194560" rtl="0" eaLnBrk="1" latinLnBrk="0" hangingPunct="1">
        <a:lnSpc>
          <a:spcPct val="90000"/>
        </a:lnSpc>
        <a:spcBef>
          <a:spcPct val="0"/>
        </a:spcBef>
        <a:buNone/>
        <a:defRPr sz="10560" kern="1200">
          <a:solidFill>
            <a:schemeClr val="tx1"/>
          </a:solidFill>
          <a:latin typeface="+mj-lt"/>
          <a:ea typeface="+mj-ea"/>
          <a:cs typeface="+mj-cs"/>
        </a:defRPr>
      </a:lvl1pPr>
    </p:titleStyle>
    <p:bodyStyle>
      <a:lvl1pPr marL="548640" indent="-548640" algn="l" defTabSz="2194560" rtl="0" eaLnBrk="1" latinLnBrk="0" hangingPunct="1">
        <a:lnSpc>
          <a:spcPct val="90000"/>
        </a:lnSpc>
        <a:spcBef>
          <a:spcPts val="2400"/>
        </a:spcBef>
        <a:buFont typeface="Arial" panose="020B0604020202020204" pitchFamily="34" charset="0"/>
        <a:buChar char="•"/>
        <a:defRPr sz="6720" kern="1200">
          <a:solidFill>
            <a:schemeClr val="tx1"/>
          </a:solidFill>
          <a:latin typeface="+mn-lt"/>
          <a:ea typeface="+mn-ea"/>
          <a:cs typeface="+mn-cs"/>
        </a:defRPr>
      </a:lvl1pPr>
      <a:lvl2pPr marL="1645920" indent="-548640" algn="l" defTabSz="2194560" rtl="0" eaLnBrk="1" latinLnBrk="0" hangingPunct="1">
        <a:lnSpc>
          <a:spcPct val="90000"/>
        </a:lnSpc>
        <a:spcBef>
          <a:spcPts val="1200"/>
        </a:spcBef>
        <a:buFont typeface="Arial" panose="020B0604020202020204" pitchFamily="34" charset="0"/>
        <a:buChar char="•"/>
        <a:defRPr sz="5760" kern="1200">
          <a:solidFill>
            <a:schemeClr val="tx1"/>
          </a:solidFill>
          <a:latin typeface="+mn-lt"/>
          <a:ea typeface="+mn-ea"/>
          <a:cs typeface="+mn-cs"/>
        </a:defRPr>
      </a:lvl2pPr>
      <a:lvl3pPr marL="2743200" indent="-548640" algn="l" defTabSz="2194560" rtl="0" eaLnBrk="1" latinLnBrk="0" hangingPunct="1">
        <a:lnSpc>
          <a:spcPct val="90000"/>
        </a:lnSpc>
        <a:spcBef>
          <a:spcPts val="1200"/>
        </a:spcBef>
        <a:buFont typeface="Arial" panose="020B0604020202020204" pitchFamily="34" charset="0"/>
        <a:buChar char="•"/>
        <a:defRPr sz="4800" kern="1200">
          <a:solidFill>
            <a:schemeClr val="tx1"/>
          </a:solidFill>
          <a:latin typeface="+mn-lt"/>
          <a:ea typeface="+mn-ea"/>
          <a:cs typeface="+mn-cs"/>
        </a:defRPr>
      </a:lvl3pPr>
      <a:lvl4pPr marL="384048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4pPr>
      <a:lvl5pPr marL="493776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5pPr>
      <a:lvl6pPr marL="603504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6pPr>
      <a:lvl7pPr marL="713232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7pPr>
      <a:lvl8pPr marL="822960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8pPr>
      <a:lvl9pPr marL="932688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9pPr>
    </p:bodyStyle>
    <p:otherStyle>
      <a:defPPr>
        <a:defRPr lang="en-US"/>
      </a:defPPr>
      <a:lvl1pPr marL="0" algn="l" defTabSz="2194560" rtl="0" eaLnBrk="1" latinLnBrk="0" hangingPunct="1">
        <a:defRPr sz="4320" kern="1200">
          <a:solidFill>
            <a:schemeClr val="tx1"/>
          </a:solidFill>
          <a:latin typeface="+mn-lt"/>
          <a:ea typeface="+mn-ea"/>
          <a:cs typeface="+mn-cs"/>
        </a:defRPr>
      </a:lvl1pPr>
      <a:lvl2pPr marL="1097280" algn="l" defTabSz="2194560" rtl="0" eaLnBrk="1" latinLnBrk="0" hangingPunct="1">
        <a:defRPr sz="4320" kern="1200">
          <a:solidFill>
            <a:schemeClr val="tx1"/>
          </a:solidFill>
          <a:latin typeface="+mn-lt"/>
          <a:ea typeface="+mn-ea"/>
          <a:cs typeface="+mn-cs"/>
        </a:defRPr>
      </a:lvl2pPr>
      <a:lvl3pPr marL="2194560" algn="l" defTabSz="2194560" rtl="0" eaLnBrk="1" latinLnBrk="0" hangingPunct="1">
        <a:defRPr sz="4320" kern="1200">
          <a:solidFill>
            <a:schemeClr val="tx1"/>
          </a:solidFill>
          <a:latin typeface="+mn-lt"/>
          <a:ea typeface="+mn-ea"/>
          <a:cs typeface="+mn-cs"/>
        </a:defRPr>
      </a:lvl3pPr>
      <a:lvl4pPr marL="3291840" algn="l" defTabSz="2194560" rtl="0" eaLnBrk="1" latinLnBrk="0" hangingPunct="1">
        <a:defRPr sz="4320" kern="1200">
          <a:solidFill>
            <a:schemeClr val="tx1"/>
          </a:solidFill>
          <a:latin typeface="+mn-lt"/>
          <a:ea typeface="+mn-ea"/>
          <a:cs typeface="+mn-cs"/>
        </a:defRPr>
      </a:lvl4pPr>
      <a:lvl5pPr marL="4389120" algn="l" defTabSz="2194560" rtl="0" eaLnBrk="1" latinLnBrk="0" hangingPunct="1">
        <a:defRPr sz="4320" kern="1200">
          <a:solidFill>
            <a:schemeClr val="tx1"/>
          </a:solidFill>
          <a:latin typeface="+mn-lt"/>
          <a:ea typeface="+mn-ea"/>
          <a:cs typeface="+mn-cs"/>
        </a:defRPr>
      </a:lvl5pPr>
      <a:lvl6pPr marL="5486400" algn="l" defTabSz="2194560" rtl="0" eaLnBrk="1" latinLnBrk="0" hangingPunct="1">
        <a:defRPr sz="4320" kern="1200">
          <a:solidFill>
            <a:schemeClr val="tx1"/>
          </a:solidFill>
          <a:latin typeface="+mn-lt"/>
          <a:ea typeface="+mn-ea"/>
          <a:cs typeface="+mn-cs"/>
        </a:defRPr>
      </a:lvl6pPr>
      <a:lvl7pPr marL="6583680" algn="l" defTabSz="2194560" rtl="0" eaLnBrk="1" latinLnBrk="0" hangingPunct="1">
        <a:defRPr sz="4320" kern="1200">
          <a:solidFill>
            <a:schemeClr val="tx1"/>
          </a:solidFill>
          <a:latin typeface="+mn-lt"/>
          <a:ea typeface="+mn-ea"/>
          <a:cs typeface="+mn-cs"/>
        </a:defRPr>
      </a:lvl7pPr>
      <a:lvl8pPr marL="7680960" algn="l" defTabSz="2194560" rtl="0" eaLnBrk="1" latinLnBrk="0" hangingPunct="1">
        <a:defRPr sz="4320" kern="1200">
          <a:solidFill>
            <a:schemeClr val="tx1"/>
          </a:solidFill>
          <a:latin typeface="+mn-lt"/>
          <a:ea typeface="+mn-ea"/>
          <a:cs typeface="+mn-cs"/>
        </a:defRPr>
      </a:lvl8pPr>
      <a:lvl9pPr marL="8778240" algn="l" defTabSz="2194560" rtl="0" eaLnBrk="1" latinLnBrk="0" hangingPunct="1">
        <a:defRPr sz="43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chart" Target="../charts/chart2.xml"/><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chart" Target="../charts/chart1.xml"/><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5.jpeg"/><Relationship Id="rId11" Type="http://schemas.openxmlformats.org/officeDocument/2006/relationships/image" Target="../media/image10.png"/><Relationship Id="rId5" Type="http://schemas.openxmlformats.org/officeDocument/2006/relationships/image" Target="../media/image4.jpe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chart" Target="../charts/char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Rounded Rectangle 134"/>
          <p:cNvSpPr/>
          <p:nvPr/>
        </p:nvSpPr>
        <p:spPr>
          <a:xfrm>
            <a:off x="9523289" y="16460720"/>
            <a:ext cx="10299597" cy="5109262"/>
          </a:xfrm>
          <a:prstGeom prst="roundRect">
            <a:avLst/>
          </a:prstGeom>
          <a:solidFill>
            <a:schemeClr val="accent2">
              <a:alpha val="10196"/>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63" name="Rounded Rectangle 62"/>
          <p:cNvSpPr/>
          <p:nvPr/>
        </p:nvSpPr>
        <p:spPr>
          <a:xfrm>
            <a:off x="9514102" y="6469593"/>
            <a:ext cx="11071932" cy="6170437"/>
          </a:xfrm>
          <a:prstGeom prst="roundRect">
            <a:avLst/>
          </a:prstGeom>
          <a:solidFill>
            <a:srgbClr val="4472C4">
              <a:alpha val="10196"/>
            </a:srgb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pic>
        <p:nvPicPr>
          <p:cNvPr id="4" name="Picture 3"/>
          <p:cNvPicPr>
            <a:picLocks noChangeAspect="1"/>
          </p:cNvPicPr>
          <p:nvPr/>
        </p:nvPicPr>
        <p:blipFill rotWithShape="1">
          <a:blip r:embed="rId2" cstate="print">
            <a:extLst>
              <a:ext uri="{28A0092B-C50C-407E-A947-70E740481C1C}">
                <a14:useLocalDpi xmlns:a14="http://schemas.microsoft.com/office/drawing/2010/main" val="0"/>
              </a:ext>
            </a:extLst>
          </a:blip>
          <a:srcRect l="14511"/>
          <a:stretch/>
        </p:blipFill>
        <p:spPr>
          <a:xfrm>
            <a:off x="46892" y="0"/>
            <a:ext cx="21898708" cy="5218470"/>
          </a:xfrm>
          <a:prstGeom prst="rect">
            <a:avLst/>
          </a:prstGeom>
        </p:spPr>
      </p:pic>
      <p:sp>
        <p:nvSpPr>
          <p:cNvPr id="5" name="Title 1"/>
          <p:cNvSpPr txBox="1">
            <a:spLocks/>
          </p:cNvSpPr>
          <p:nvPr/>
        </p:nvSpPr>
        <p:spPr bwMode="auto">
          <a:xfrm>
            <a:off x="18817389" y="3991156"/>
            <a:ext cx="3128212" cy="122731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l" defTabSz="3292475" rtl="0" eaLnBrk="0" fontAlgn="base" hangingPunct="0">
              <a:spcBef>
                <a:spcPct val="0"/>
              </a:spcBef>
              <a:spcAft>
                <a:spcPct val="100000"/>
              </a:spcAft>
              <a:defRPr sz="4800">
                <a:solidFill>
                  <a:schemeClr val="bg1"/>
                </a:solidFill>
                <a:latin typeface="+mj-lt"/>
                <a:ea typeface="+mj-ea"/>
                <a:cs typeface="+mj-cs"/>
              </a:defRPr>
            </a:lvl1pPr>
            <a:lvl2pPr algn="l" defTabSz="3292475" rtl="0" eaLnBrk="0" fontAlgn="base" hangingPunct="0">
              <a:spcBef>
                <a:spcPct val="0"/>
              </a:spcBef>
              <a:spcAft>
                <a:spcPct val="100000"/>
              </a:spcAft>
              <a:defRPr sz="4800">
                <a:solidFill>
                  <a:schemeClr val="bg1"/>
                </a:solidFill>
                <a:latin typeface="Arial" charset="0"/>
                <a:cs typeface="Arial" charset="0"/>
              </a:defRPr>
            </a:lvl2pPr>
            <a:lvl3pPr algn="l" defTabSz="3292475" rtl="0" eaLnBrk="0" fontAlgn="base" hangingPunct="0">
              <a:spcBef>
                <a:spcPct val="0"/>
              </a:spcBef>
              <a:spcAft>
                <a:spcPct val="100000"/>
              </a:spcAft>
              <a:defRPr sz="4800">
                <a:solidFill>
                  <a:schemeClr val="bg1"/>
                </a:solidFill>
                <a:latin typeface="Arial" charset="0"/>
                <a:cs typeface="Arial" charset="0"/>
              </a:defRPr>
            </a:lvl3pPr>
            <a:lvl4pPr algn="l" defTabSz="3292475" rtl="0" eaLnBrk="0" fontAlgn="base" hangingPunct="0">
              <a:spcBef>
                <a:spcPct val="0"/>
              </a:spcBef>
              <a:spcAft>
                <a:spcPct val="100000"/>
              </a:spcAft>
              <a:defRPr sz="4800">
                <a:solidFill>
                  <a:schemeClr val="bg1"/>
                </a:solidFill>
                <a:latin typeface="Arial" charset="0"/>
                <a:cs typeface="Arial" charset="0"/>
              </a:defRPr>
            </a:lvl4pPr>
            <a:lvl5pPr algn="l" defTabSz="3292475" rtl="0" eaLnBrk="0" fontAlgn="base" hangingPunct="0">
              <a:spcBef>
                <a:spcPct val="0"/>
              </a:spcBef>
              <a:spcAft>
                <a:spcPct val="100000"/>
              </a:spcAft>
              <a:defRPr sz="4800">
                <a:solidFill>
                  <a:schemeClr val="bg1"/>
                </a:solidFill>
                <a:latin typeface="Arial" charset="0"/>
                <a:cs typeface="Arial" charset="0"/>
              </a:defRPr>
            </a:lvl5pPr>
            <a:lvl6pPr marL="457200" algn="l" defTabSz="3292475" rtl="0" fontAlgn="base">
              <a:spcBef>
                <a:spcPct val="0"/>
              </a:spcBef>
              <a:spcAft>
                <a:spcPct val="100000"/>
              </a:spcAft>
              <a:defRPr sz="4800">
                <a:solidFill>
                  <a:schemeClr val="bg1"/>
                </a:solidFill>
                <a:latin typeface="Arial" charset="0"/>
                <a:cs typeface="Arial" charset="0"/>
              </a:defRPr>
            </a:lvl6pPr>
            <a:lvl7pPr marL="914400" algn="l" defTabSz="3292475" rtl="0" fontAlgn="base">
              <a:spcBef>
                <a:spcPct val="0"/>
              </a:spcBef>
              <a:spcAft>
                <a:spcPct val="100000"/>
              </a:spcAft>
              <a:defRPr sz="4800">
                <a:solidFill>
                  <a:schemeClr val="bg1"/>
                </a:solidFill>
                <a:latin typeface="Arial" charset="0"/>
                <a:cs typeface="Arial" charset="0"/>
              </a:defRPr>
            </a:lvl7pPr>
            <a:lvl8pPr marL="1371600" algn="l" defTabSz="3292475" rtl="0" fontAlgn="base">
              <a:spcBef>
                <a:spcPct val="0"/>
              </a:spcBef>
              <a:spcAft>
                <a:spcPct val="100000"/>
              </a:spcAft>
              <a:defRPr sz="4800">
                <a:solidFill>
                  <a:schemeClr val="bg1"/>
                </a:solidFill>
                <a:latin typeface="Arial" charset="0"/>
                <a:cs typeface="Arial" charset="0"/>
              </a:defRPr>
            </a:lvl8pPr>
            <a:lvl9pPr marL="1828800" algn="l" defTabSz="3292475" rtl="0" fontAlgn="base">
              <a:spcBef>
                <a:spcPct val="0"/>
              </a:spcBef>
              <a:spcAft>
                <a:spcPct val="100000"/>
              </a:spcAft>
              <a:defRPr sz="4800">
                <a:solidFill>
                  <a:schemeClr val="bg1"/>
                </a:solidFill>
                <a:latin typeface="Arial" charset="0"/>
                <a:cs typeface="Arial" charset="0"/>
              </a:defRPr>
            </a:lvl9pPr>
          </a:lstStyle>
          <a:p>
            <a:pPr algn="ctr"/>
            <a:r>
              <a:rPr lang="en-US" sz="6000" b="1" kern="0">
                <a:solidFill>
                  <a:srgbClr val="003865"/>
                </a:solidFill>
              </a:rPr>
              <a:t>#009</a:t>
            </a:r>
            <a:endParaRPr lang="en-US" sz="4000" kern="0" dirty="0">
              <a:solidFill>
                <a:srgbClr val="003865"/>
              </a:solidFill>
            </a:endParaRPr>
          </a:p>
        </p:txBody>
      </p:sp>
      <p:sp>
        <p:nvSpPr>
          <p:cNvPr id="6" name="Rectangle 2"/>
          <p:cNvSpPr txBox="1">
            <a:spLocks noChangeArrowheads="1"/>
          </p:cNvSpPr>
          <p:nvPr/>
        </p:nvSpPr>
        <p:spPr bwMode="auto">
          <a:xfrm>
            <a:off x="303702" y="267673"/>
            <a:ext cx="18513687" cy="4348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lgn="l" defTabSz="3292475" rtl="0" eaLnBrk="0" fontAlgn="base" hangingPunct="0">
              <a:spcBef>
                <a:spcPct val="0"/>
              </a:spcBef>
              <a:spcAft>
                <a:spcPct val="100000"/>
              </a:spcAft>
              <a:defRPr sz="4800">
                <a:solidFill>
                  <a:schemeClr val="bg1"/>
                </a:solidFill>
                <a:latin typeface="+mj-lt"/>
                <a:ea typeface="+mj-ea"/>
                <a:cs typeface="+mj-cs"/>
              </a:defRPr>
            </a:lvl1pPr>
            <a:lvl2pPr algn="l" defTabSz="3292475" rtl="0" eaLnBrk="0" fontAlgn="base" hangingPunct="0">
              <a:spcBef>
                <a:spcPct val="0"/>
              </a:spcBef>
              <a:spcAft>
                <a:spcPct val="100000"/>
              </a:spcAft>
              <a:defRPr sz="4800">
                <a:solidFill>
                  <a:schemeClr val="bg1"/>
                </a:solidFill>
                <a:latin typeface="Arial" charset="0"/>
                <a:cs typeface="Arial" charset="0"/>
              </a:defRPr>
            </a:lvl2pPr>
            <a:lvl3pPr algn="l" defTabSz="3292475" rtl="0" eaLnBrk="0" fontAlgn="base" hangingPunct="0">
              <a:spcBef>
                <a:spcPct val="0"/>
              </a:spcBef>
              <a:spcAft>
                <a:spcPct val="100000"/>
              </a:spcAft>
              <a:defRPr sz="4800">
                <a:solidFill>
                  <a:schemeClr val="bg1"/>
                </a:solidFill>
                <a:latin typeface="Arial" charset="0"/>
                <a:cs typeface="Arial" charset="0"/>
              </a:defRPr>
            </a:lvl3pPr>
            <a:lvl4pPr algn="l" defTabSz="3292475" rtl="0" eaLnBrk="0" fontAlgn="base" hangingPunct="0">
              <a:spcBef>
                <a:spcPct val="0"/>
              </a:spcBef>
              <a:spcAft>
                <a:spcPct val="100000"/>
              </a:spcAft>
              <a:defRPr sz="4800">
                <a:solidFill>
                  <a:schemeClr val="bg1"/>
                </a:solidFill>
                <a:latin typeface="Arial" charset="0"/>
                <a:cs typeface="Arial" charset="0"/>
              </a:defRPr>
            </a:lvl4pPr>
            <a:lvl5pPr algn="l" defTabSz="3292475" rtl="0" eaLnBrk="0" fontAlgn="base" hangingPunct="0">
              <a:spcBef>
                <a:spcPct val="0"/>
              </a:spcBef>
              <a:spcAft>
                <a:spcPct val="100000"/>
              </a:spcAft>
              <a:defRPr sz="4800">
                <a:solidFill>
                  <a:schemeClr val="bg1"/>
                </a:solidFill>
                <a:latin typeface="Arial" charset="0"/>
                <a:cs typeface="Arial" charset="0"/>
              </a:defRPr>
            </a:lvl5pPr>
            <a:lvl6pPr marL="457200" algn="l" defTabSz="3292475" rtl="0" fontAlgn="base">
              <a:spcBef>
                <a:spcPct val="0"/>
              </a:spcBef>
              <a:spcAft>
                <a:spcPct val="100000"/>
              </a:spcAft>
              <a:defRPr sz="4800">
                <a:solidFill>
                  <a:schemeClr val="bg1"/>
                </a:solidFill>
                <a:latin typeface="Arial" charset="0"/>
                <a:cs typeface="Arial" charset="0"/>
              </a:defRPr>
            </a:lvl6pPr>
            <a:lvl7pPr marL="914400" algn="l" defTabSz="3292475" rtl="0" fontAlgn="base">
              <a:spcBef>
                <a:spcPct val="0"/>
              </a:spcBef>
              <a:spcAft>
                <a:spcPct val="100000"/>
              </a:spcAft>
              <a:defRPr sz="4800">
                <a:solidFill>
                  <a:schemeClr val="bg1"/>
                </a:solidFill>
                <a:latin typeface="Arial" charset="0"/>
                <a:cs typeface="Arial" charset="0"/>
              </a:defRPr>
            </a:lvl7pPr>
            <a:lvl8pPr marL="1371600" algn="l" defTabSz="3292475" rtl="0" fontAlgn="base">
              <a:spcBef>
                <a:spcPct val="0"/>
              </a:spcBef>
              <a:spcAft>
                <a:spcPct val="100000"/>
              </a:spcAft>
              <a:defRPr sz="4800">
                <a:solidFill>
                  <a:schemeClr val="bg1"/>
                </a:solidFill>
                <a:latin typeface="Arial" charset="0"/>
                <a:cs typeface="Arial" charset="0"/>
              </a:defRPr>
            </a:lvl8pPr>
            <a:lvl9pPr marL="1828800" algn="l" defTabSz="3292475" rtl="0" fontAlgn="base">
              <a:spcBef>
                <a:spcPct val="0"/>
              </a:spcBef>
              <a:spcAft>
                <a:spcPct val="100000"/>
              </a:spcAft>
              <a:defRPr sz="4800">
                <a:solidFill>
                  <a:schemeClr val="bg1"/>
                </a:solidFill>
                <a:latin typeface="Arial" charset="0"/>
                <a:cs typeface="Arial" charset="0"/>
              </a:defRPr>
            </a:lvl9pPr>
          </a:lstStyle>
          <a:p>
            <a:pPr eaLnBrk="1" hangingPunct="1">
              <a:defRPr/>
            </a:pPr>
            <a:r>
              <a:rPr lang="en-US" altLang="en-US" sz="5400" b="1" dirty="0">
                <a:latin typeface="Arial" panose="020B0604020202020204" pitchFamily="34" charset="0"/>
                <a:cs typeface="Arial" panose="020B0604020202020204" pitchFamily="34" charset="0"/>
              </a:rPr>
              <a:t>Development of an Integrated, Continuous Manufacturing Process for Monoclonal Antibodies</a:t>
            </a:r>
          </a:p>
          <a:p>
            <a:pPr eaLnBrk="1" hangingPunct="1">
              <a:spcAft>
                <a:spcPts val="0"/>
              </a:spcAft>
              <a:defRPr/>
            </a:pPr>
            <a:r>
              <a:rPr lang="en-US" altLang="en-US" sz="3600" b="1" dirty="0">
                <a:latin typeface="Arial" panose="020B0604020202020204" pitchFamily="34" charset="0"/>
                <a:cs typeface="Arial" panose="020B0604020202020204" pitchFamily="34" charset="0"/>
              </a:rPr>
              <a:t>Lindsay Arnold</a:t>
            </a:r>
            <a:r>
              <a:rPr lang="en-US" altLang="en-US" sz="3600" b="1" baseline="30000" dirty="0">
                <a:latin typeface="Arial" panose="020B0604020202020204" pitchFamily="34" charset="0"/>
                <a:cs typeface="Arial" panose="020B0604020202020204" pitchFamily="34" charset="0"/>
              </a:rPr>
              <a:t>1</a:t>
            </a:r>
            <a:r>
              <a:rPr lang="en-US" altLang="en-US" sz="3600" b="1" dirty="0">
                <a:latin typeface="Arial" panose="020B0604020202020204" pitchFamily="34" charset="0"/>
                <a:cs typeface="Arial" panose="020B0604020202020204" pitchFamily="34" charset="0"/>
              </a:rPr>
              <a:t>, Joanna Pezzini</a:t>
            </a:r>
            <a:r>
              <a:rPr lang="en-US" altLang="en-US" sz="3600" b="1" baseline="30000" dirty="0">
                <a:latin typeface="Arial" panose="020B0604020202020204" pitchFamily="34" charset="0"/>
                <a:cs typeface="Arial" panose="020B0604020202020204" pitchFamily="34" charset="0"/>
              </a:rPr>
              <a:t>1</a:t>
            </a:r>
            <a:r>
              <a:rPr lang="en-US" altLang="en-US" sz="3600" b="1" dirty="0">
                <a:latin typeface="Arial" panose="020B0604020202020204" pitchFamily="34" charset="0"/>
                <a:cs typeface="Arial" panose="020B0604020202020204" pitchFamily="34" charset="0"/>
              </a:rPr>
              <a:t>, Ken Lee</a:t>
            </a:r>
            <a:r>
              <a:rPr lang="en-US" altLang="en-US" sz="3600" b="1" baseline="30000" dirty="0">
                <a:latin typeface="Arial" panose="020B0604020202020204" pitchFamily="34" charset="0"/>
                <a:cs typeface="Arial" panose="020B0604020202020204" pitchFamily="34" charset="0"/>
              </a:rPr>
              <a:t>2</a:t>
            </a:r>
            <a:r>
              <a:rPr lang="en-US" altLang="en-US" sz="3600" b="1" dirty="0">
                <a:latin typeface="Arial" panose="020B0604020202020204" pitchFamily="34" charset="0"/>
                <a:cs typeface="Arial" panose="020B0604020202020204" pitchFamily="34" charset="0"/>
              </a:rPr>
              <a:t>, Jeong Lee</a:t>
            </a:r>
            <a:r>
              <a:rPr lang="en-US" altLang="en-US" sz="3600" b="1" baseline="30000" dirty="0">
                <a:latin typeface="Arial" panose="020B0604020202020204" pitchFamily="34" charset="0"/>
                <a:cs typeface="Arial" panose="020B0604020202020204" pitchFamily="34" charset="0"/>
              </a:rPr>
              <a:t>2</a:t>
            </a:r>
            <a:endParaRPr lang="en-US" altLang="en-US" sz="3600" b="1" dirty="0">
              <a:latin typeface="Arial" panose="020B0604020202020204" pitchFamily="34" charset="0"/>
              <a:cs typeface="Arial" panose="020B0604020202020204" pitchFamily="34" charset="0"/>
            </a:endParaRPr>
          </a:p>
          <a:p>
            <a:pPr eaLnBrk="1" hangingPunct="1">
              <a:spcAft>
                <a:spcPts val="0"/>
              </a:spcAft>
              <a:defRPr/>
            </a:pPr>
            <a:r>
              <a:rPr lang="en-US" altLang="en-US" sz="3600" b="1" dirty="0">
                <a:latin typeface="Arial" panose="020B0604020202020204" pitchFamily="34" charset="0"/>
                <a:cs typeface="Arial" panose="020B0604020202020204" pitchFamily="34" charset="0"/>
              </a:rPr>
              <a:t>Jim Dyer</a:t>
            </a:r>
            <a:r>
              <a:rPr lang="en-US" altLang="en-US" sz="3600" b="1" baseline="30000" dirty="0">
                <a:latin typeface="Arial" panose="020B0604020202020204" pitchFamily="34" charset="0"/>
                <a:cs typeface="Arial" panose="020B0604020202020204" pitchFamily="34" charset="0"/>
              </a:rPr>
              <a:t>1</a:t>
            </a:r>
            <a:r>
              <a:rPr lang="en-US" altLang="en-US" sz="3600" b="1" dirty="0">
                <a:latin typeface="Arial" panose="020B0604020202020204" pitchFamily="34" charset="0"/>
                <a:cs typeface="Arial" panose="020B0604020202020204" pitchFamily="34" charset="0"/>
              </a:rPr>
              <a:t>, Antonio Martinez</a:t>
            </a:r>
            <a:r>
              <a:rPr lang="en-US" altLang="en-US" sz="3600" b="1" baseline="30000" dirty="0">
                <a:latin typeface="Arial" panose="020B0604020202020204" pitchFamily="34" charset="0"/>
                <a:cs typeface="Arial" panose="020B0604020202020204" pitchFamily="34" charset="0"/>
              </a:rPr>
              <a:t>1</a:t>
            </a:r>
          </a:p>
          <a:p>
            <a:pPr eaLnBrk="1" hangingPunct="1">
              <a:spcAft>
                <a:spcPts val="0"/>
              </a:spcAft>
              <a:defRPr/>
            </a:pPr>
            <a:br>
              <a:rPr lang="en-US" altLang="en-US" sz="2000" b="1" dirty="0">
                <a:latin typeface="Arial" panose="020B0604020202020204" pitchFamily="34" charset="0"/>
                <a:cs typeface="Arial" panose="020B0604020202020204" pitchFamily="34" charset="0"/>
              </a:rPr>
            </a:br>
            <a:r>
              <a:rPr lang="en-US" altLang="en-US" sz="2800" b="1" dirty="0">
                <a:latin typeface="Arial" panose="020B0604020202020204" pitchFamily="34" charset="0"/>
                <a:cs typeface="Arial" panose="020B0604020202020204" pitchFamily="34" charset="0"/>
              </a:rPr>
              <a:t>1. </a:t>
            </a:r>
            <a:r>
              <a:rPr lang="en-US" altLang="en-US" sz="2800" b="1" dirty="0" err="1">
                <a:latin typeface="Arial" panose="020B0604020202020204" pitchFamily="34" charset="0"/>
                <a:cs typeface="Arial" panose="020B0604020202020204" pitchFamily="34" charset="0"/>
              </a:rPr>
              <a:t>BioProcess</a:t>
            </a:r>
            <a:r>
              <a:rPr lang="en-US" altLang="en-US" sz="2800" b="1" dirty="0">
                <a:latin typeface="Arial" panose="020B0604020202020204" pitchFamily="34" charset="0"/>
                <a:cs typeface="Arial" panose="020B0604020202020204" pitchFamily="34" charset="0"/>
              </a:rPr>
              <a:t> Engineering, AstraZeneca, One MedImmune Way, Gaithersburg, MD 20878</a:t>
            </a:r>
          </a:p>
          <a:p>
            <a:pPr eaLnBrk="1" hangingPunct="1">
              <a:spcAft>
                <a:spcPts val="0"/>
              </a:spcAft>
              <a:defRPr/>
            </a:pPr>
            <a:r>
              <a:rPr lang="en-US" altLang="en-US" sz="2800" b="1" dirty="0">
                <a:latin typeface="Arial" panose="020B0604020202020204" pitchFamily="34" charset="0"/>
                <a:cs typeface="Arial" panose="020B0604020202020204" pitchFamily="34" charset="0"/>
              </a:rPr>
              <a:t>2. Cell Culture and Fermentation Sciences</a:t>
            </a:r>
            <a:r>
              <a:rPr lang="en-US" altLang="en-US" sz="2800" b="1">
                <a:latin typeface="Arial" panose="020B0604020202020204" pitchFamily="34" charset="0"/>
                <a:cs typeface="Arial" panose="020B0604020202020204" pitchFamily="34" charset="0"/>
              </a:rPr>
              <a:t>, AstraZeneca, </a:t>
            </a:r>
            <a:r>
              <a:rPr lang="en-US" altLang="en-US" sz="2800" b="1" dirty="0">
                <a:latin typeface="Arial" panose="020B0604020202020204" pitchFamily="34" charset="0"/>
                <a:cs typeface="Arial" panose="020B0604020202020204" pitchFamily="34" charset="0"/>
              </a:rPr>
              <a:t>One MedImmune Way, Gaithersburg, MD 20878</a:t>
            </a:r>
            <a:endParaRPr lang="en-US" altLang="en-US" sz="2800" b="1" kern="0" dirty="0">
              <a:latin typeface="Arial" panose="020B0604020202020204" pitchFamily="34" charset="0"/>
              <a:cs typeface="Arial" panose="020B0604020202020204" pitchFamily="34" charset="0"/>
            </a:endParaRPr>
          </a:p>
        </p:txBody>
      </p:sp>
      <p:pic>
        <p:nvPicPr>
          <p:cNvPr id="8" name="Picture 9" descr="Picture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0078" y="6061432"/>
            <a:ext cx="664527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0" descr="Picture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0078" y="11450420"/>
            <a:ext cx="664527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420078" y="6569676"/>
            <a:ext cx="8831484" cy="4093428"/>
          </a:xfrm>
          <a:prstGeom prst="rect">
            <a:avLst/>
          </a:prstGeom>
          <a:noFill/>
        </p:spPr>
        <p:txBody>
          <a:bodyPr wrap="square" rtlCol="0">
            <a:spAutoFit/>
          </a:bodyPr>
          <a:lstStyle/>
          <a:p>
            <a:r>
              <a:rPr lang="en-US" sz="2000" dirty="0"/>
              <a:t>With a significant increase in the number of products in our pipeline entering late phase clinical development, meeting the projected production demand has been </a:t>
            </a:r>
            <a:r>
              <a:rPr lang="en-US" sz="2000"/>
              <a:t>identified as </a:t>
            </a:r>
            <a:r>
              <a:rPr lang="en-US" sz="2000" dirty="0"/>
              <a:t>one of the key future challenges for MedImmune.  In order to meet this challenge, an integrated continuous manufacturing process, from bioreactor through formulation, was developed for monoclonal antibodies.  Although continuous manufacturing has been established effectively in a range of industries from petrochemical to food production, it is relatively new to the biopharmaceutical industry.</a:t>
            </a:r>
          </a:p>
          <a:p>
            <a:r>
              <a:rPr lang="en-US" sz="2000" dirty="0"/>
              <a:t>Here is described the new technology, engineering solutions, and encouraging results from a successful November demonstration of a fully integrated continuous process for MEDI4166.  The work demonstrated the improved productivity, decreased equipment size, and reduced cost of goods that can be achieved with a continuous process.</a:t>
            </a:r>
          </a:p>
        </p:txBody>
      </p:sp>
      <p:sp>
        <p:nvSpPr>
          <p:cNvPr id="3" name="TextBox 2"/>
          <p:cNvSpPr txBox="1"/>
          <p:nvPr/>
        </p:nvSpPr>
        <p:spPr>
          <a:xfrm>
            <a:off x="420077" y="10909953"/>
            <a:ext cx="3809023" cy="1382558"/>
          </a:xfrm>
          <a:prstGeom prst="rect">
            <a:avLst/>
          </a:prstGeom>
          <a:noFill/>
        </p:spPr>
        <p:txBody>
          <a:bodyPr wrap="square" rtlCol="0">
            <a:spAutoFit/>
          </a:bodyPr>
          <a:lstStyle/>
          <a:p>
            <a:r>
              <a:rPr lang="en-US" altLang="en-US" sz="3200" b="1" dirty="0">
                <a:solidFill>
                  <a:srgbClr val="00539B"/>
                </a:solidFill>
                <a:latin typeface="Arial" panose="020B0604020202020204" pitchFamily="34" charset="0"/>
                <a:cs typeface="Arial" panose="020B0604020202020204" pitchFamily="34" charset="0"/>
              </a:rPr>
              <a:t>Introduction</a:t>
            </a:r>
          </a:p>
          <a:p>
            <a:endParaRPr lang="en-US" dirty="0"/>
          </a:p>
        </p:txBody>
      </p:sp>
      <p:sp>
        <p:nvSpPr>
          <p:cNvPr id="11" name="TextBox 10"/>
          <p:cNvSpPr txBox="1"/>
          <p:nvPr/>
        </p:nvSpPr>
        <p:spPr>
          <a:xfrm>
            <a:off x="420077" y="11953051"/>
            <a:ext cx="8831485" cy="2554545"/>
          </a:xfrm>
          <a:prstGeom prst="rect">
            <a:avLst/>
          </a:prstGeom>
          <a:noFill/>
        </p:spPr>
        <p:txBody>
          <a:bodyPr wrap="square" rtlCol="0">
            <a:spAutoFit/>
          </a:bodyPr>
          <a:lstStyle/>
          <a:p>
            <a:r>
              <a:rPr lang="en-US" sz="2000" dirty="0"/>
              <a:t>Continuous manufacturing traces its history back to the Ford assembly line, a time-honored and established method of efficient manufacturing.  Benefits include enhanced productivity, quality consistency, steady state operation, and streamlined process flow, which all translate to reduced cost of goods and reduced time in plant.  Continuous processing is achieved  when all unit operations are operating sequentially and simultaneously, distributing a batch across the entire purification platform.  Figure 1 below illustrates the potential benefits of simultaneous unit operation.</a:t>
            </a:r>
          </a:p>
        </p:txBody>
      </p:sp>
      <p:pic>
        <p:nvPicPr>
          <p:cNvPr id="16" name="Picture 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25829" y="14642144"/>
            <a:ext cx="6038420" cy="2182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TextBox 16"/>
          <p:cNvSpPr txBox="1"/>
          <p:nvPr/>
        </p:nvSpPr>
        <p:spPr>
          <a:xfrm rot="16200000">
            <a:off x="403929" y="15441133"/>
            <a:ext cx="1459023" cy="584775"/>
          </a:xfrm>
          <a:prstGeom prst="rect">
            <a:avLst/>
          </a:prstGeom>
          <a:noFill/>
        </p:spPr>
        <p:txBody>
          <a:bodyPr wrap="square" rtlCol="0">
            <a:spAutoFit/>
          </a:bodyPr>
          <a:lstStyle/>
          <a:p>
            <a:pPr algn="ctr"/>
            <a:r>
              <a:rPr lang="en-US" sz="3200" dirty="0"/>
              <a:t>Batch</a:t>
            </a:r>
          </a:p>
        </p:txBody>
      </p:sp>
      <p:pic>
        <p:nvPicPr>
          <p:cNvPr id="18" name="Picture 17"/>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r="2154"/>
          <a:stretch/>
        </p:blipFill>
        <p:spPr bwMode="auto">
          <a:xfrm>
            <a:off x="1425828" y="16957638"/>
            <a:ext cx="6038421" cy="2175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 name="TextBox 18"/>
          <p:cNvSpPr txBox="1"/>
          <p:nvPr/>
        </p:nvSpPr>
        <p:spPr>
          <a:xfrm rot="16200000">
            <a:off x="28792" y="17752910"/>
            <a:ext cx="2209300" cy="584775"/>
          </a:xfrm>
          <a:prstGeom prst="rect">
            <a:avLst/>
          </a:prstGeom>
          <a:noFill/>
        </p:spPr>
        <p:txBody>
          <a:bodyPr wrap="square" rtlCol="0">
            <a:spAutoFit/>
          </a:bodyPr>
          <a:lstStyle/>
          <a:p>
            <a:pPr algn="ctr"/>
            <a:r>
              <a:rPr lang="en-US" sz="3200" dirty="0"/>
              <a:t>Continuous</a:t>
            </a:r>
          </a:p>
        </p:txBody>
      </p:sp>
      <p:sp>
        <p:nvSpPr>
          <p:cNvPr id="21" name="TextBox 20"/>
          <p:cNvSpPr txBox="1"/>
          <p:nvPr/>
        </p:nvSpPr>
        <p:spPr>
          <a:xfrm>
            <a:off x="490755" y="19993926"/>
            <a:ext cx="8760808" cy="1323439"/>
          </a:xfrm>
          <a:prstGeom prst="rect">
            <a:avLst/>
          </a:prstGeom>
          <a:noFill/>
        </p:spPr>
        <p:txBody>
          <a:bodyPr wrap="square" rtlCol="0">
            <a:spAutoFit/>
          </a:bodyPr>
          <a:lstStyle/>
          <a:p>
            <a:r>
              <a:rPr lang="en-US" sz="2000" dirty="0"/>
              <a:t>However, the biopharmaceutical industry has been slow to adopt continuous processing.  This work summarizes </a:t>
            </a:r>
            <a:r>
              <a:rPr lang="en-US" sz="2000" dirty="0" err="1"/>
              <a:t>MedImmune’s</a:t>
            </a:r>
            <a:r>
              <a:rPr lang="en-US" sz="2000" dirty="0"/>
              <a:t> first fully continuous antibody production and purification process, demonstrating feasibility of the concept as well as the potential benefits associated with continuous processing. </a:t>
            </a:r>
          </a:p>
        </p:txBody>
      </p:sp>
      <p:sp>
        <p:nvSpPr>
          <p:cNvPr id="23" name="TextBox 22"/>
          <p:cNvSpPr txBox="1"/>
          <p:nvPr/>
        </p:nvSpPr>
        <p:spPr>
          <a:xfrm>
            <a:off x="983849" y="19118813"/>
            <a:ext cx="7068917" cy="707886"/>
          </a:xfrm>
          <a:prstGeom prst="rect">
            <a:avLst/>
          </a:prstGeom>
          <a:noFill/>
        </p:spPr>
        <p:txBody>
          <a:bodyPr wrap="square" rtlCol="0">
            <a:spAutoFit/>
          </a:bodyPr>
          <a:lstStyle/>
          <a:p>
            <a:pPr algn="ctr"/>
            <a:r>
              <a:rPr lang="en-US" sz="2000" b="1" dirty="0">
                <a:solidFill>
                  <a:srgbClr val="00539B"/>
                </a:solidFill>
                <a:latin typeface="+mj-lt"/>
                <a:cs typeface="Arial" panose="020B0604020202020204" pitchFamily="34" charset="0"/>
              </a:rPr>
              <a:t>Figure 1. Schematic of potential time savings gained by continuous processing as compared to traditional batch processing. </a:t>
            </a:r>
          </a:p>
        </p:txBody>
      </p:sp>
      <p:pic>
        <p:nvPicPr>
          <p:cNvPr id="24" name="Picture 10" descr="Picture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0078" y="22218710"/>
            <a:ext cx="664527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TextBox 24"/>
          <p:cNvSpPr txBox="1"/>
          <p:nvPr/>
        </p:nvSpPr>
        <p:spPr>
          <a:xfrm>
            <a:off x="420077" y="21678243"/>
            <a:ext cx="3809023" cy="1382558"/>
          </a:xfrm>
          <a:prstGeom prst="rect">
            <a:avLst/>
          </a:prstGeom>
          <a:noFill/>
        </p:spPr>
        <p:txBody>
          <a:bodyPr wrap="square" rtlCol="0">
            <a:spAutoFit/>
          </a:bodyPr>
          <a:lstStyle/>
          <a:p>
            <a:r>
              <a:rPr lang="en-US" altLang="en-US" sz="3200" b="1" dirty="0">
                <a:solidFill>
                  <a:srgbClr val="00539B"/>
                </a:solidFill>
                <a:latin typeface="Arial" panose="020B0604020202020204" pitchFamily="34" charset="0"/>
                <a:cs typeface="Arial" panose="020B0604020202020204" pitchFamily="34" charset="0"/>
              </a:rPr>
              <a:t>Process Design</a:t>
            </a:r>
          </a:p>
          <a:p>
            <a:endParaRPr lang="en-US" dirty="0"/>
          </a:p>
        </p:txBody>
      </p:sp>
      <p:grpSp>
        <p:nvGrpSpPr>
          <p:cNvPr id="60" name="Group 59"/>
          <p:cNvGrpSpPr/>
          <p:nvPr/>
        </p:nvGrpSpPr>
        <p:grpSpPr>
          <a:xfrm>
            <a:off x="420075" y="23838418"/>
            <a:ext cx="9399082" cy="2799605"/>
            <a:chOff x="546114" y="26286746"/>
            <a:chExt cx="9399082" cy="2701381"/>
          </a:xfrm>
        </p:grpSpPr>
        <p:grpSp>
          <p:nvGrpSpPr>
            <p:cNvPr id="26" name="Group 25"/>
            <p:cNvGrpSpPr/>
            <p:nvPr/>
          </p:nvGrpSpPr>
          <p:grpSpPr>
            <a:xfrm>
              <a:off x="546114" y="26286746"/>
              <a:ext cx="9399082" cy="2701381"/>
              <a:chOff x="538522" y="1119285"/>
              <a:chExt cx="9399082" cy="2701381"/>
            </a:xfrm>
          </p:grpSpPr>
          <p:grpSp>
            <p:nvGrpSpPr>
              <p:cNvPr id="27" name="Group 26"/>
              <p:cNvGrpSpPr/>
              <p:nvPr/>
            </p:nvGrpSpPr>
            <p:grpSpPr>
              <a:xfrm>
                <a:off x="538522" y="1119285"/>
                <a:ext cx="9399082" cy="2701381"/>
                <a:chOff x="538522" y="1119285"/>
                <a:chExt cx="9399082" cy="2701381"/>
              </a:xfrm>
            </p:grpSpPr>
            <p:grpSp>
              <p:nvGrpSpPr>
                <p:cNvPr id="29" name="Group 28"/>
                <p:cNvGrpSpPr/>
                <p:nvPr/>
              </p:nvGrpSpPr>
              <p:grpSpPr>
                <a:xfrm>
                  <a:off x="538522" y="1119285"/>
                  <a:ext cx="9399082" cy="2701381"/>
                  <a:chOff x="538522" y="1119285"/>
                  <a:chExt cx="9399082" cy="2701381"/>
                </a:xfrm>
              </p:grpSpPr>
              <p:grpSp>
                <p:nvGrpSpPr>
                  <p:cNvPr id="32" name="Group 31"/>
                  <p:cNvGrpSpPr/>
                  <p:nvPr/>
                </p:nvGrpSpPr>
                <p:grpSpPr>
                  <a:xfrm>
                    <a:off x="538522" y="1119285"/>
                    <a:ext cx="9399082" cy="2701381"/>
                    <a:chOff x="538522" y="1119285"/>
                    <a:chExt cx="9399082" cy="2701381"/>
                  </a:xfrm>
                </p:grpSpPr>
                <p:grpSp>
                  <p:nvGrpSpPr>
                    <p:cNvPr id="35" name="Group 34"/>
                    <p:cNvGrpSpPr/>
                    <p:nvPr/>
                  </p:nvGrpSpPr>
                  <p:grpSpPr>
                    <a:xfrm>
                      <a:off x="650538" y="1119285"/>
                      <a:ext cx="9124204" cy="2314083"/>
                      <a:chOff x="338685" y="2893001"/>
                      <a:chExt cx="9124204" cy="2314083"/>
                    </a:xfrm>
                  </p:grpSpPr>
                  <p:pic>
                    <p:nvPicPr>
                      <p:cNvPr id="41" name="Picture 40"/>
                      <p:cNvPicPr>
                        <a:picLocks noChangeAspect="1"/>
                      </p:cNvPicPr>
                      <p:nvPr/>
                    </p:nvPicPr>
                    <p:blipFill>
                      <a:blip r:embed="rId7"/>
                      <a:stretch>
                        <a:fillRect/>
                      </a:stretch>
                    </p:blipFill>
                    <p:spPr>
                      <a:xfrm>
                        <a:off x="338685" y="3192750"/>
                        <a:ext cx="1363872" cy="2014334"/>
                      </a:xfrm>
                      <a:prstGeom prst="rect">
                        <a:avLst/>
                      </a:prstGeom>
                    </p:spPr>
                  </p:pic>
                  <p:pic>
                    <p:nvPicPr>
                      <p:cNvPr id="42" name="Picture 41"/>
                      <p:cNvPicPr>
                        <a:picLocks noChangeAspect="1"/>
                      </p:cNvPicPr>
                      <p:nvPr/>
                    </p:nvPicPr>
                    <p:blipFill>
                      <a:blip r:embed="rId8"/>
                      <a:stretch>
                        <a:fillRect/>
                      </a:stretch>
                    </p:blipFill>
                    <p:spPr>
                      <a:xfrm>
                        <a:off x="6197984" y="3157073"/>
                        <a:ext cx="1327511" cy="1694695"/>
                      </a:xfrm>
                      <a:prstGeom prst="rect">
                        <a:avLst/>
                      </a:prstGeom>
                    </p:spPr>
                  </p:pic>
                  <p:pic>
                    <p:nvPicPr>
                      <p:cNvPr id="43" name="Picture 42"/>
                      <p:cNvPicPr>
                        <a:picLocks noChangeAspect="1"/>
                      </p:cNvPicPr>
                      <p:nvPr/>
                    </p:nvPicPr>
                    <p:blipFill>
                      <a:blip r:embed="rId9"/>
                      <a:stretch>
                        <a:fillRect/>
                      </a:stretch>
                    </p:blipFill>
                    <p:spPr>
                      <a:xfrm>
                        <a:off x="2325517" y="3192750"/>
                        <a:ext cx="398284" cy="1623342"/>
                      </a:xfrm>
                      <a:prstGeom prst="rect">
                        <a:avLst/>
                      </a:prstGeom>
                    </p:spPr>
                  </p:pic>
                  <p:pic>
                    <p:nvPicPr>
                      <p:cNvPr id="44" name="Picture 43"/>
                      <p:cNvPicPr>
                        <a:picLocks noChangeAspect="1"/>
                      </p:cNvPicPr>
                      <p:nvPr/>
                    </p:nvPicPr>
                    <p:blipFill>
                      <a:blip r:embed="rId10"/>
                      <a:stretch>
                        <a:fillRect/>
                      </a:stretch>
                    </p:blipFill>
                    <p:spPr>
                      <a:xfrm>
                        <a:off x="4043715" y="2893001"/>
                        <a:ext cx="1985779" cy="2055050"/>
                      </a:xfrm>
                      <a:prstGeom prst="rect">
                        <a:avLst/>
                      </a:prstGeom>
                    </p:spPr>
                  </p:pic>
                  <p:grpSp>
                    <p:nvGrpSpPr>
                      <p:cNvPr id="45" name="Group 44"/>
                      <p:cNvGrpSpPr/>
                      <p:nvPr/>
                    </p:nvGrpSpPr>
                    <p:grpSpPr>
                      <a:xfrm>
                        <a:off x="8346393" y="3157073"/>
                        <a:ext cx="1116496" cy="1778483"/>
                        <a:chOff x="7981942" y="2992525"/>
                        <a:chExt cx="1319134" cy="2214559"/>
                      </a:xfrm>
                    </p:grpSpPr>
                    <p:sp>
                      <p:nvSpPr>
                        <p:cNvPr id="50" name="Oval 49"/>
                        <p:cNvSpPr/>
                        <p:nvPr/>
                      </p:nvSpPr>
                      <p:spPr>
                        <a:xfrm>
                          <a:off x="7981942" y="3346759"/>
                          <a:ext cx="1319134" cy="1360151"/>
                        </a:xfrm>
                        <a:prstGeom prst="ellipse">
                          <a:avLst/>
                        </a:prstGeom>
                        <a:solidFill>
                          <a:schemeClr val="bg2">
                            <a:lumMod val="90000"/>
                          </a:schemeClr>
                        </a:solidFill>
                        <a:ln w="381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53" name="Straight Connector 52"/>
                        <p:cNvCxnSpPr/>
                        <p:nvPr/>
                      </p:nvCxnSpPr>
                      <p:spPr>
                        <a:xfrm>
                          <a:off x="8622545" y="2992525"/>
                          <a:ext cx="0" cy="354234"/>
                        </a:xfrm>
                        <a:prstGeom prst="line">
                          <a:avLst/>
                        </a:prstGeom>
                        <a:ln w="381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4" name="Straight Connector 53"/>
                        <p:cNvCxnSpPr>
                          <a:stCxn id="50" idx="0"/>
                        </p:cNvCxnSpPr>
                        <p:nvPr/>
                      </p:nvCxnSpPr>
                      <p:spPr>
                        <a:xfrm flipH="1">
                          <a:off x="8416660" y="3346759"/>
                          <a:ext cx="224851" cy="657660"/>
                        </a:xfrm>
                        <a:prstGeom prst="line">
                          <a:avLst/>
                        </a:prstGeom>
                        <a:ln w="38100"/>
                      </p:spPr>
                      <p:style>
                        <a:lnRef idx="1">
                          <a:schemeClr val="dk1"/>
                        </a:lnRef>
                        <a:fillRef idx="0">
                          <a:schemeClr val="dk1"/>
                        </a:fillRef>
                        <a:effectRef idx="0">
                          <a:schemeClr val="dk1"/>
                        </a:effectRef>
                        <a:fontRef idx="minor">
                          <a:schemeClr val="tx1"/>
                        </a:fontRef>
                      </p:style>
                    </p:cxnSp>
                    <p:cxnSp>
                      <p:nvCxnSpPr>
                        <p:cNvPr id="55" name="Straight Connector 54"/>
                        <p:cNvCxnSpPr/>
                        <p:nvPr/>
                      </p:nvCxnSpPr>
                      <p:spPr>
                        <a:xfrm>
                          <a:off x="8419185" y="4004419"/>
                          <a:ext cx="577089" cy="195497"/>
                        </a:xfrm>
                        <a:prstGeom prst="line">
                          <a:avLst/>
                        </a:prstGeom>
                        <a:ln w="38100"/>
                      </p:spPr>
                      <p:style>
                        <a:lnRef idx="1">
                          <a:schemeClr val="dk1"/>
                        </a:lnRef>
                        <a:fillRef idx="0">
                          <a:schemeClr val="dk1"/>
                        </a:fillRef>
                        <a:effectRef idx="0">
                          <a:schemeClr val="dk1"/>
                        </a:effectRef>
                        <a:fontRef idx="minor">
                          <a:schemeClr val="tx1"/>
                        </a:fontRef>
                      </p:style>
                    </p:cxnSp>
                    <p:cxnSp>
                      <p:nvCxnSpPr>
                        <p:cNvPr id="56" name="Straight Connector 55"/>
                        <p:cNvCxnSpPr>
                          <a:endCxn id="50" idx="4"/>
                        </p:cNvCxnSpPr>
                        <p:nvPr/>
                      </p:nvCxnSpPr>
                      <p:spPr>
                        <a:xfrm flipH="1">
                          <a:off x="8641509" y="4199918"/>
                          <a:ext cx="354765" cy="506994"/>
                        </a:xfrm>
                        <a:prstGeom prst="line">
                          <a:avLst/>
                        </a:prstGeom>
                        <a:ln w="38100"/>
                      </p:spPr>
                      <p:style>
                        <a:lnRef idx="1">
                          <a:schemeClr val="dk1"/>
                        </a:lnRef>
                        <a:fillRef idx="0">
                          <a:schemeClr val="dk1"/>
                        </a:fillRef>
                        <a:effectRef idx="0">
                          <a:schemeClr val="dk1"/>
                        </a:effectRef>
                        <a:fontRef idx="minor">
                          <a:schemeClr val="tx1"/>
                        </a:fontRef>
                      </p:style>
                    </p:cxnSp>
                    <p:cxnSp>
                      <p:nvCxnSpPr>
                        <p:cNvPr id="57" name="Straight Arrow Connector 56"/>
                        <p:cNvCxnSpPr>
                          <a:stCxn id="50" idx="4"/>
                        </p:cNvCxnSpPr>
                        <p:nvPr/>
                      </p:nvCxnSpPr>
                      <p:spPr>
                        <a:xfrm>
                          <a:off x="8641509" y="4706911"/>
                          <a:ext cx="0" cy="500173"/>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grpSp>
                  <p:sp>
                    <p:nvSpPr>
                      <p:cNvPr id="47" name="Right Arrow 46"/>
                      <p:cNvSpPr/>
                      <p:nvPr/>
                    </p:nvSpPr>
                    <p:spPr>
                      <a:xfrm>
                        <a:off x="3703093" y="3921518"/>
                        <a:ext cx="479745" cy="205195"/>
                      </a:xfrm>
                      <a:prstGeom prst="rightArrow">
                        <a:avLst/>
                      </a:prstGeom>
                      <a:solidFill>
                        <a:srgbClr val="003865"/>
                      </a:solidFill>
                      <a:ln w="381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 name="Right Arrow 47"/>
                      <p:cNvSpPr/>
                      <p:nvPr/>
                    </p:nvSpPr>
                    <p:spPr>
                      <a:xfrm>
                        <a:off x="5716077" y="3921517"/>
                        <a:ext cx="479745" cy="205195"/>
                      </a:xfrm>
                      <a:prstGeom prst="rightArrow">
                        <a:avLst/>
                      </a:prstGeom>
                      <a:solidFill>
                        <a:srgbClr val="003865"/>
                      </a:solidFill>
                      <a:ln w="381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 name="Right Arrow 48"/>
                      <p:cNvSpPr/>
                      <p:nvPr/>
                    </p:nvSpPr>
                    <p:spPr>
                      <a:xfrm>
                        <a:off x="7591679" y="3921517"/>
                        <a:ext cx="479745" cy="205195"/>
                      </a:xfrm>
                      <a:prstGeom prst="rightArrow">
                        <a:avLst/>
                      </a:prstGeom>
                      <a:solidFill>
                        <a:srgbClr val="003865"/>
                      </a:solidFill>
                      <a:ln w="381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 name="Right Arrow 45"/>
                      <p:cNvSpPr/>
                      <p:nvPr/>
                    </p:nvSpPr>
                    <p:spPr>
                      <a:xfrm>
                        <a:off x="1702557" y="3921518"/>
                        <a:ext cx="507499" cy="205194"/>
                      </a:xfrm>
                      <a:prstGeom prst="rightArrow">
                        <a:avLst/>
                      </a:prstGeom>
                      <a:solidFill>
                        <a:srgbClr val="003865"/>
                      </a:solidFill>
                      <a:ln w="381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36" name="TextBox 35"/>
                    <p:cNvSpPr txBox="1"/>
                    <p:nvPr/>
                  </p:nvSpPr>
                  <p:spPr>
                    <a:xfrm>
                      <a:off x="538522" y="3305863"/>
                      <a:ext cx="1540804" cy="369332"/>
                    </a:xfrm>
                    <a:prstGeom prst="rect">
                      <a:avLst/>
                    </a:prstGeom>
                    <a:noFill/>
                  </p:spPr>
                  <p:txBody>
                    <a:bodyPr wrap="square" rtlCol="0">
                      <a:spAutoFit/>
                    </a:bodyPr>
                    <a:lstStyle/>
                    <a:p>
                      <a:pPr algn="ctr"/>
                      <a:r>
                        <a:rPr lang="en-US" sz="1800" dirty="0"/>
                        <a:t>Bioreactor</a:t>
                      </a:r>
                    </a:p>
                  </p:txBody>
                </p:sp>
                <p:sp>
                  <p:nvSpPr>
                    <p:cNvPr id="37" name="TextBox 36"/>
                    <p:cNvSpPr txBox="1"/>
                    <p:nvPr/>
                  </p:nvSpPr>
                  <p:spPr>
                    <a:xfrm>
                      <a:off x="2079326" y="3142652"/>
                      <a:ext cx="1996442" cy="646331"/>
                    </a:xfrm>
                    <a:prstGeom prst="rect">
                      <a:avLst/>
                    </a:prstGeom>
                    <a:noFill/>
                  </p:spPr>
                  <p:txBody>
                    <a:bodyPr wrap="square" rtlCol="0">
                      <a:spAutoFit/>
                    </a:bodyPr>
                    <a:lstStyle/>
                    <a:p>
                      <a:pPr algn="ctr"/>
                      <a:r>
                        <a:rPr lang="en-US" sz="1800" dirty="0"/>
                        <a:t>Multicolumn</a:t>
                      </a:r>
                    </a:p>
                    <a:p>
                      <a:pPr algn="ctr"/>
                      <a:r>
                        <a:rPr lang="en-US" sz="1800" dirty="0"/>
                        <a:t>Chromatography</a:t>
                      </a:r>
                    </a:p>
                  </p:txBody>
                </p:sp>
                <p:sp>
                  <p:nvSpPr>
                    <p:cNvPr id="38" name="TextBox 37"/>
                    <p:cNvSpPr txBox="1"/>
                    <p:nvPr/>
                  </p:nvSpPr>
                  <p:spPr>
                    <a:xfrm>
                      <a:off x="4553440" y="3174335"/>
                      <a:ext cx="1442224" cy="646331"/>
                    </a:xfrm>
                    <a:prstGeom prst="rect">
                      <a:avLst/>
                    </a:prstGeom>
                    <a:noFill/>
                  </p:spPr>
                  <p:txBody>
                    <a:bodyPr wrap="square" rtlCol="0">
                      <a:spAutoFit/>
                    </a:bodyPr>
                    <a:lstStyle/>
                    <a:p>
                      <a:pPr algn="ctr"/>
                      <a:r>
                        <a:rPr lang="en-US" sz="1800" dirty="0"/>
                        <a:t>Viral Inactivation</a:t>
                      </a:r>
                    </a:p>
                  </p:txBody>
                </p:sp>
                <p:sp>
                  <p:nvSpPr>
                    <p:cNvPr id="39" name="TextBox 38"/>
                    <p:cNvSpPr txBox="1"/>
                    <p:nvPr/>
                  </p:nvSpPr>
                  <p:spPr>
                    <a:xfrm>
                      <a:off x="6446337" y="3255914"/>
                      <a:ext cx="1442224" cy="369332"/>
                    </a:xfrm>
                    <a:prstGeom prst="rect">
                      <a:avLst/>
                    </a:prstGeom>
                    <a:noFill/>
                  </p:spPr>
                  <p:txBody>
                    <a:bodyPr wrap="square" rtlCol="0">
                      <a:spAutoFit/>
                    </a:bodyPr>
                    <a:lstStyle/>
                    <a:p>
                      <a:pPr algn="ctr"/>
                      <a:r>
                        <a:rPr lang="en-US" sz="1800" dirty="0"/>
                        <a:t>Filter Train</a:t>
                      </a:r>
                    </a:p>
                  </p:txBody>
                </p:sp>
                <p:sp>
                  <p:nvSpPr>
                    <p:cNvPr id="40" name="TextBox 39"/>
                    <p:cNvSpPr txBox="1"/>
                    <p:nvPr/>
                  </p:nvSpPr>
                  <p:spPr>
                    <a:xfrm>
                      <a:off x="8495380" y="3146714"/>
                      <a:ext cx="1442224" cy="646331"/>
                    </a:xfrm>
                    <a:prstGeom prst="rect">
                      <a:avLst/>
                    </a:prstGeom>
                    <a:noFill/>
                  </p:spPr>
                  <p:txBody>
                    <a:bodyPr wrap="square" rtlCol="0">
                      <a:spAutoFit/>
                    </a:bodyPr>
                    <a:lstStyle/>
                    <a:p>
                      <a:pPr algn="ctr"/>
                      <a:r>
                        <a:rPr lang="en-US" sz="1800" dirty="0"/>
                        <a:t>Single-Pass </a:t>
                      </a:r>
                      <a:r>
                        <a:rPr lang="en-US" sz="1800" dirty="0" err="1"/>
                        <a:t>Diafiltration</a:t>
                      </a:r>
                      <a:endParaRPr lang="en-US" sz="1800" dirty="0"/>
                    </a:p>
                  </p:txBody>
                </p:sp>
              </p:grpSp>
              <p:sp>
                <p:nvSpPr>
                  <p:cNvPr id="33" name="Oval 32"/>
                  <p:cNvSpPr/>
                  <p:nvPr/>
                </p:nvSpPr>
                <p:spPr>
                  <a:xfrm>
                    <a:off x="3476865" y="1943732"/>
                    <a:ext cx="130434" cy="549821"/>
                  </a:xfrm>
                  <a:prstGeom prst="ellipse">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Oval 33"/>
                  <p:cNvSpPr/>
                  <p:nvPr/>
                </p:nvSpPr>
                <p:spPr>
                  <a:xfrm>
                    <a:off x="5861602" y="1920912"/>
                    <a:ext cx="130434" cy="549821"/>
                  </a:xfrm>
                  <a:prstGeom prst="ellipse">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31" name="Oval 30"/>
                <p:cNvSpPr/>
                <p:nvPr/>
              </p:nvSpPr>
              <p:spPr>
                <a:xfrm>
                  <a:off x="605873" y="2028795"/>
                  <a:ext cx="87190" cy="549821"/>
                </a:xfrm>
                <a:prstGeom prst="ellipse">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8" name="Oval 27"/>
              <p:cNvSpPr/>
              <p:nvPr/>
            </p:nvSpPr>
            <p:spPr>
              <a:xfrm flipH="1">
                <a:off x="4667856" y="3137259"/>
                <a:ext cx="1288105" cy="50263"/>
              </a:xfrm>
              <a:prstGeom prst="ellipse">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58" name="Picture 57"/>
            <p:cNvPicPr>
              <a:picLocks noChangeAspect="1"/>
            </p:cNvPicPr>
            <p:nvPr/>
          </p:nvPicPr>
          <p:blipFill>
            <a:blip r:embed="rId9"/>
            <a:stretch>
              <a:fillRect/>
            </a:stretch>
          </p:blipFill>
          <p:spPr>
            <a:xfrm>
              <a:off x="3045914" y="26590380"/>
              <a:ext cx="398284" cy="1623342"/>
            </a:xfrm>
            <a:prstGeom prst="rect">
              <a:avLst/>
            </a:prstGeom>
          </p:spPr>
        </p:pic>
        <p:pic>
          <p:nvPicPr>
            <p:cNvPr id="59" name="Picture 58"/>
            <p:cNvPicPr>
              <a:picLocks noChangeAspect="1"/>
            </p:cNvPicPr>
            <p:nvPr/>
          </p:nvPicPr>
          <p:blipFill>
            <a:blip r:embed="rId9"/>
            <a:stretch>
              <a:fillRect/>
            </a:stretch>
          </p:blipFill>
          <p:spPr>
            <a:xfrm>
              <a:off x="3471050" y="26586495"/>
              <a:ext cx="398284" cy="1623342"/>
            </a:xfrm>
            <a:prstGeom prst="rect">
              <a:avLst/>
            </a:prstGeom>
          </p:spPr>
        </p:pic>
      </p:grpSp>
      <p:sp>
        <p:nvSpPr>
          <p:cNvPr id="61" name="TextBox 60"/>
          <p:cNvSpPr txBox="1"/>
          <p:nvPr/>
        </p:nvSpPr>
        <p:spPr>
          <a:xfrm>
            <a:off x="487426" y="22698804"/>
            <a:ext cx="8831487" cy="1323439"/>
          </a:xfrm>
          <a:prstGeom prst="rect">
            <a:avLst/>
          </a:prstGeom>
          <a:noFill/>
        </p:spPr>
        <p:txBody>
          <a:bodyPr wrap="square" rtlCol="0">
            <a:spAutoFit/>
          </a:bodyPr>
          <a:lstStyle/>
          <a:p>
            <a:r>
              <a:rPr lang="en-US" sz="2000" dirty="0"/>
              <a:t>The fully continuous train design (</a:t>
            </a:r>
            <a:r>
              <a:rPr lang="en-US" sz="2000" dirty="0">
                <a:solidFill>
                  <a:schemeClr val="accent1">
                    <a:lumMod val="75000"/>
                    <a:lumOff val="25000"/>
                  </a:schemeClr>
                </a:solidFill>
              </a:rPr>
              <a:t>Figure 2</a:t>
            </a:r>
            <a:r>
              <a:rPr lang="en-US" sz="2000" dirty="0"/>
              <a:t>) demonstrates a lean platform process used to purify monoclonal antibodies.  While the process description is loosely based on a platform process, equipment availability limited the full implementation of a platform process. </a:t>
            </a:r>
          </a:p>
        </p:txBody>
      </p:sp>
      <p:sp>
        <p:nvSpPr>
          <p:cNvPr id="62" name="TextBox 61"/>
          <p:cNvSpPr txBox="1"/>
          <p:nvPr/>
        </p:nvSpPr>
        <p:spPr>
          <a:xfrm>
            <a:off x="420075" y="26614325"/>
            <a:ext cx="9236219" cy="400110"/>
          </a:xfrm>
          <a:prstGeom prst="rect">
            <a:avLst/>
          </a:prstGeom>
          <a:noFill/>
        </p:spPr>
        <p:txBody>
          <a:bodyPr wrap="square" rtlCol="0">
            <a:spAutoFit/>
          </a:bodyPr>
          <a:lstStyle/>
          <a:p>
            <a:pPr algn="ctr"/>
            <a:r>
              <a:rPr lang="en-US" sz="2000" b="1" dirty="0">
                <a:solidFill>
                  <a:srgbClr val="00539B"/>
                </a:solidFill>
                <a:latin typeface="+mj-lt"/>
                <a:cs typeface="Arial" panose="020B0604020202020204" pitchFamily="34" charset="0"/>
              </a:rPr>
              <a:t>Figure 2. Process flow of combined unit operations in the continuous process design. </a:t>
            </a:r>
          </a:p>
        </p:txBody>
      </p:sp>
      <p:sp>
        <p:nvSpPr>
          <p:cNvPr id="64" name="TextBox 63"/>
          <p:cNvSpPr txBox="1"/>
          <p:nvPr/>
        </p:nvSpPr>
        <p:spPr>
          <a:xfrm>
            <a:off x="10004759" y="6522321"/>
            <a:ext cx="4501859" cy="1382558"/>
          </a:xfrm>
          <a:prstGeom prst="rect">
            <a:avLst/>
          </a:prstGeom>
          <a:noFill/>
        </p:spPr>
        <p:txBody>
          <a:bodyPr wrap="square" rtlCol="0">
            <a:spAutoFit/>
          </a:bodyPr>
          <a:lstStyle/>
          <a:p>
            <a:r>
              <a:rPr lang="en-US" altLang="en-US" sz="3200" b="1" dirty="0">
                <a:latin typeface="Arial" panose="020B0604020202020204" pitchFamily="34" charset="0"/>
                <a:cs typeface="Arial" panose="020B0604020202020204" pitchFamily="34" charset="0"/>
              </a:rPr>
              <a:t>Perfusion Bioreactor</a:t>
            </a:r>
          </a:p>
          <a:p>
            <a:endParaRPr lang="en-US" dirty="0"/>
          </a:p>
        </p:txBody>
      </p:sp>
      <p:sp>
        <p:nvSpPr>
          <p:cNvPr id="65" name="Rounded Rectangle 64"/>
          <p:cNvSpPr/>
          <p:nvPr/>
        </p:nvSpPr>
        <p:spPr>
          <a:xfrm>
            <a:off x="11262456" y="11502468"/>
            <a:ext cx="10406412" cy="5467067"/>
          </a:xfrm>
          <a:prstGeom prst="roundRect">
            <a:avLst/>
          </a:prstGeom>
          <a:solidFill>
            <a:schemeClr val="accent4">
              <a:alpha val="10196"/>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grpSp>
        <p:nvGrpSpPr>
          <p:cNvPr id="66" name="Group 65"/>
          <p:cNvGrpSpPr/>
          <p:nvPr/>
        </p:nvGrpSpPr>
        <p:grpSpPr>
          <a:xfrm>
            <a:off x="11848702" y="13370087"/>
            <a:ext cx="2794215" cy="2118639"/>
            <a:chOff x="3036630" y="2182646"/>
            <a:chExt cx="1821656" cy="1495425"/>
          </a:xfrm>
        </p:grpSpPr>
        <p:grpSp>
          <p:nvGrpSpPr>
            <p:cNvPr id="67" name="Group 66"/>
            <p:cNvGrpSpPr/>
            <p:nvPr/>
          </p:nvGrpSpPr>
          <p:grpSpPr>
            <a:xfrm>
              <a:off x="3036630" y="2182646"/>
              <a:ext cx="1821656" cy="1495425"/>
              <a:chOff x="0" y="0"/>
              <a:chExt cx="1828800" cy="1495425"/>
            </a:xfrm>
          </p:grpSpPr>
          <p:sp>
            <p:nvSpPr>
              <p:cNvPr id="72" name="Rounded Rectangle 71"/>
              <p:cNvSpPr/>
              <p:nvPr/>
            </p:nvSpPr>
            <p:spPr>
              <a:xfrm>
                <a:off x="0" y="0"/>
                <a:ext cx="1828800" cy="1352550"/>
              </a:xfrm>
              <a:prstGeom prst="roundRect">
                <a:avLst/>
              </a:prstGeom>
            </p:spPr>
            <p:style>
              <a:lnRef idx="2">
                <a:schemeClr val="dk1"/>
              </a:lnRef>
              <a:fillRef idx="1">
                <a:schemeClr val="lt1"/>
              </a:fillRef>
              <a:effectRef idx="0">
                <a:schemeClr val="dk1"/>
              </a:effectRef>
              <a:fontRef idx="minor">
                <a:schemeClr val="dk1"/>
              </a:fontRef>
            </p:style>
            <p:txBody>
              <a:bodyPr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endParaRPr lang="en-US" sz="1100"/>
              </a:p>
            </p:txBody>
          </p:sp>
          <p:sp>
            <p:nvSpPr>
              <p:cNvPr id="73" name="Rectangle 72"/>
              <p:cNvSpPr/>
              <p:nvPr/>
            </p:nvSpPr>
            <p:spPr>
              <a:xfrm>
                <a:off x="190500" y="1257300"/>
                <a:ext cx="209550" cy="219075"/>
              </a:xfrm>
              <a:prstGeom prst="rect">
                <a:avLst/>
              </a:prstGeom>
            </p:spPr>
            <p:style>
              <a:lnRef idx="2">
                <a:schemeClr val="dk1"/>
              </a:lnRef>
              <a:fillRef idx="1">
                <a:schemeClr val="lt1"/>
              </a:fillRef>
              <a:effectRef idx="0">
                <a:schemeClr val="dk1"/>
              </a:effectRef>
              <a:fontRef idx="minor">
                <a:schemeClr val="dk1"/>
              </a:fontRef>
            </p:style>
            <p:txBody>
              <a:bodyPr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endParaRPr lang="en-US" sz="1100"/>
              </a:p>
            </p:txBody>
          </p:sp>
          <p:sp>
            <p:nvSpPr>
              <p:cNvPr id="74" name="Rectangle 73"/>
              <p:cNvSpPr/>
              <p:nvPr/>
            </p:nvSpPr>
            <p:spPr>
              <a:xfrm>
                <a:off x="1419225" y="1276350"/>
                <a:ext cx="209550" cy="219075"/>
              </a:xfrm>
              <a:prstGeom prst="rect">
                <a:avLst/>
              </a:prstGeom>
            </p:spPr>
            <p:style>
              <a:lnRef idx="2">
                <a:schemeClr val="dk1"/>
              </a:lnRef>
              <a:fillRef idx="1">
                <a:schemeClr val="lt1"/>
              </a:fillRef>
              <a:effectRef idx="0">
                <a:schemeClr val="dk1"/>
              </a:effectRef>
              <a:fontRef idx="minor">
                <a:schemeClr val="dk1"/>
              </a:fontRef>
            </p:style>
            <p:txBody>
              <a:bodyPr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endParaRPr lang="en-US" sz="1100"/>
              </a:p>
            </p:txBody>
          </p:sp>
        </p:grpSp>
        <p:pic>
          <p:nvPicPr>
            <p:cNvPr id="68" name="Picture 67"/>
            <p:cNvPicPr>
              <a:picLocks noChangeAspect="1"/>
            </p:cNvPicPr>
            <p:nvPr/>
          </p:nvPicPr>
          <p:blipFill rotWithShape="1">
            <a:blip r:embed="rId11">
              <a:duotone>
                <a:schemeClr val="accent1">
                  <a:shade val="45000"/>
                  <a:satMod val="135000"/>
                </a:schemeClr>
                <a:prstClr val="white"/>
              </a:duotone>
            </a:blip>
            <a:srcRect l="25854" t="9630" r="27138"/>
            <a:stretch/>
          </p:blipFill>
          <p:spPr>
            <a:xfrm>
              <a:off x="3080690" y="2372294"/>
              <a:ext cx="361309" cy="1019175"/>
            </a:xfrm>
            <a:prstGeom prst="rect">
              <a:avLst/>
            </a:prstGeom>
          </p:spPr>
        </p:pic>
        <p:pic>
          <p:nvPicPr>
            <p:cNvPr id="69" name="Picture 68"/>
            <p:cNvPicPr>
              <a:picLocks noChangeAspect="1"/>
            </p:cNvPicPr>
            <p:nvPr/>
          </p:nvPicPr>
          <p:blipFill rotWithShape="1">
            <a:blip r:embed="rId11">
              <a:duotone>
                <a:schemeClr val="accent1">
                  <a:shade val="45000"/>
                  <a:satMod val="135000"/>
                </a:schemeClr>
                <a:prstClr val="white"/>
              </a:duotone>
            </a:blip>
            <a:srcRect l="25854" t="9630" r="27138"/>
            <a:stretch/>
          </p:blipFill>
          <p:spPr>
            <a:xfrm>
              <a:off x="3536104" y="2372294"/>
              <a:ext cx="361309" cy="1019175"/>
            </a:xfrm>
            <a:prstGeom prst="rect">
              <a:avLst/>
            </a:prstGeom>
          </p:spPr>
        </p:pic>
        <p:pic>
          <p:nvPicPr>
            <p:cNvPr id="70" name="Picture 69"/>
            <p:cNvPicPr>
              <a:picLocks noChangeAspect="1"/>
            </p:cNvPicPr>
            <p:nvPr/>
          </p:nvPicPr>
          <p:blipFill rotWithShape="1">
            <a:blip r:embed="rId11">
              <a:duotone>
                <a:schemeClr val="accent1">
                  <a:shade val="45000"/>
                  <a:satMod val="135000"/>
                </a:schemeClr>
                <a:prstClr val="white"/>
              </a:duotone>
            </a:blip>
            <a:srcRect l="25854" t="9630" r="27138"/>
            <a:stretch/>
          </p:blipFill>
          <p:spPr>
            <a:xfrm>
              <a:off x="3991518" y="2372294"/>
              <a:ext cx="361309" cy="1019175"/>
            </a:xfrm>
            <a:prstGeom prst="rect">
              <a:avLst/>
            </a:prstGeom>
          </p:spPr>
        </p:pic>
        <p:pic>
          <p:nvPicPr>
            <p:cNvPr id="71" name="Picture 70"/>
            <p:cNvPicPr>
              <a:picLocks noChangeAspect="1"/>
            </p:cNvPicPr>
            <p:nvPr/>
          </p:nvPicPr>
          <p:blipFill rotWithShape="1">
            <a:blip r:embed="rId11">
              <a:duotone>
                <a:schemeClr val="accent1">
                  <a:shade val="45000"/>
                  <a:satMod val="135000"/>
                </a:schemeClr>
                <a:prstClr val="white"/>
              </a:duotone>
            </a:blip>
            <a:srcRect l="25854" t="9630" r="27138"/>
            <a:stretch/>
          </p:blipFill>
          <p:spPr>
            <a:xfrm>
              <a:off x="4433659" y="2372294"/>
              <a:ext cx="361309" cy="1019175"/>
            </a:xfrm>
            <a:prstGeom prst="rect">
              <a:avLst/>
            </a:prstGeom>
          </p:spPr>
        </p:pic>
      </p:grpSp>
      <p:grpSp>
        <p:nvGrpSpPr>
          <p:cNvPr id="77" name="Group 76"/>
          <p:cNvGrpSpPr/>
          <p:nvPr/>
        </p:nvGrpSpPr>
        <p:grpSpPr>
          <a:xfrm>
            <a:off x="10414057" y="7819757"/>
            <a:ext cx="2102297" cy="2453301"/>
            <a:chOff x="971600" y="3861048"/>
            <a:chExt cx="1440160" cy="1944216"/>
          </a:xfrm>
        </p:grpSpPr>
        <p:sp>
          <p:nvSpPr>
            <p:cNvPr id="78" name="Rounded Rectangle 77"/>
            <p:cNvSpPr/>
            <p:nvPr/>
          </p:nvSpPr>
          <p:spPr>
            <a:xfrm>
              <a:off x="971600" y="4149080"/>
              <a:ext cx="1440160" cy="1656184"/>
            </a:xfrm>
            <a:prstGeom prst="round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0" name="Rounded Rectangle 79"/>
            <p:cNvSpPr/>
            <p:nvPr/>
          </p:nvSpPr>
          <p:spPr>
            <a:xfrm>
              <a:off x="971600" y="3861048"/>
              <a:ext cx="1440160" cy="194421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82" name="TextBox 81"/>
          <p:cNvSpPr txBox="1"/>
          <p:nvPr/>
        </p:nvSpPr>
        <p:spPr>
          <a:xfrm>
            <a:off x="9619269" y="7537985"/>
            <a:ext cx="1411861" cy="338554"/>
          </a:xfrm>
          <a:prstGeom prst="rect">
            <a:avLst/>
          </a:prstGeom>
          <a:noFill/>
        </p:spPr>
        <p:txBody>
          <a:bodyPr wrap="none" rtlCol="0">
            <a:spAutoFit/>
          </a:bodyPr>
          <a:lstStyle/>
          <a:p>
            <a:r>
              <a:rPr lang="en-GB" sz="1600" b="1" dirty="0">
                <a:solidFill>
                  <a:srgbClr val="00B050"/>
                </a:solidFill>
              </a:rPr>
              <a:t>Fresh Medium</a:t>
            </a:r>
          </a:p>
        </p:txBody>
      </p:sp>
      <p:sp>
        <p:nvSpPr>
          <p:cNvPr id="83" name="TextBox 82"/>
          <p:cNvSpPr txBox="1"/>
          <p:nvPr/>
        </p:nvSpPr>
        <p:spPr>
          <a:xfrm>
            <a:off x="11733616" y="11498348"/>
            <a:ext cx="2308713" cy="1200329"/>
          </a:xfrm>
          <a:prstGeom prst="rect">
            <a:avLst/>
          </a:prstGeom>
          <a:noFill/>
        </p:spPr>
        <p:txBody>
          <a:bodyPr wrap="square" rtlCol="0">
            <a:spAutoFit/>
          </a:bodyPr>
          <a:lstStyle/>
          <a:p>
            <a:r>
              <a:rPr lang="en-GB" sz="2400" b="1" dirty="0">
                <a:solidFill>
                  <a:schemeClr val="accent4">
                    <a:lumMod val="90000"/>
                    <a:lumOff val="10000"/>
                  </a:schemeClr>
                </a:solidFill>
              </a:rPr>
              <a:t>Spent Medium + Product</a:t>
            </a:r>
          </a:p>
          <a:p>
            <a:r>
              <a:rPr lang="en-GB" sz="2400" b="1" dirty="0">
                <a:solidFill>
                  <a:schemeClr val="accent4">
                    <a:lumMod val="90000"/>
                    <a:lumOff val="10000"/>
                  </a:schemeClr>
                </a:solidFill>
              </a:rPr>
              <a:t>45 L/day, 1.4 g/L</a:t>
            </a:r>
          </a:p>
        </p:txBody>
      </p:sp>
      <p:grpSp>
        <p:nvGrpSpPr>
          <p:cNvPr id="84" name="Group 83"/>
          <p:cNvGrpSpPr/>
          <p:nvPr/>
        </p:nvGrpSpPr>
        <p:grpSpPr>
          <a:xfrm>
            <a:off x="11217931" y="7597043"/>
            <a:ext cx="1634482" cy="866114"/>
            <a:chOff x="2375463" y="3500776"/>
            <a:chExt cx="1332441" cy="866114"/>
          </a:xfrm>
        </p:grpSpPr>
        <p:cxnSp>
          <p:nvCxnSpPr>
            <p:cNvPr id="85" name="Straight Connector 84"/>
            <p:cNvCxnSpPr/>
            <p:nvPr/>
          </p:nvCxnSpPr>
          <p:spPr>
            <a:xfrm flipH="1">
              <a:off x="3563888" y="3864455"/>
              <a:ext cx="144016" cy="0"/>
            </a:xfrm>
            <a:prstGeom prst="line">
              <a:avLst/>
            </a:prstGeom>
            <a:ln w="762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flipV="1">
              <a:off x="3563888" y="3500776"/>
              <a:ext cx="0" cy="398660"/>
            </a:xfrm>
            <a:prstGeom prst="line">
              <a:avLst/>
            </a:prstGeom>
            <a:ln w="762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flipH="1" flipV="1">
              <a:off x="2375463" y="3528952"/>
              <a:ext cx="1208897" cy="5444"/>
            </a:xfrm>
            <a:prstGeom prst="line">
              <a:avLst/>
            </a:prstGeom>
            <a:ln w="762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2411760" y="3534396"/>
              <a:ext cx="0" cy="832494"/>
            </a:xfrm>
            <a:prstGeom prst="line">
              <a:avLst/>
            </a:prstGeom>
            <a:ln w="762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96" name="Group 95"/>
          <p:cNvGrpSpPr/>
          <p:nvPr/>
        </p:nvGrpSpPr>
        <p:grpSpPr>
          <a:xfrm>
            <a:off x="12852413" y="7908804"/>
            <a:ext cx="432048" cy="1438374"/>
            <a:chOff x="3923928" y="3790826"/>
            <a:chExt cx="432048" cy="1438374"/>
          </a:xfrm>
        </p:grpSpPr>
        <p:sp>
          <p:nvSpPr>
            <p:cNvPr id="97" name="Rectangle 96"/>
            <p:cNvSpPr/>
            <p:nvPr/>
          </p:nvSpPr>
          <p:spPr>
            <a:xfrm>
              <a:off x="3923928" y="3790826"/>
              <a:ext cx="432048" cy="1438374"/>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a:p>
          </p:txBody>
        </p:sp>
        <p:sp>
          <p:nvSpPr>
            <p:cNvPr id="98" name="Isosceles Triangle 97"/>
            <p:cNvSpPr/>
            <p:nvPr/>
          </p:nvSpPr>
          <p:spPr>
            <a:xfrm>
              <a:off x="3923928" y="3790826"/>
              <a:ext cx="432048" cy="1438374"/>
            </a:xfrm>
            <a:prstGeom prst="triangle">
              <a:avLst>
                <a:gd name="adj" fmla="val 0"/>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dirty="0"/>
            </a:p>
          </p:txBody>
        </p:sp>
      </p:grpSp>
      <p:sp>
        <p:nvSpPr>
          <p:cNvPr id="99" name="TextBox 98"/>
          <p:cNvSpPr txBox="1"/>
          <p:nvPr/>
        </p:nvSpPr>
        <p:spPr>
          <a:xfrm>
            <a:off x="11349314" y="7283158"/>
            <a:ext cx="3023089" cy="338554"/>
          </a:xfrm>
          <a:prstGeom prst="rect">
            <a:avLst/>
          </a:prstGeom>
          <a:noFill/>
        </p:spPr>
        <p:txBody>
          <a:bodyPr wrap="square" rtlCol="0">
            <a:spAutoFit/>
          </a:bodyPr>
          <a:lstStyle/>
          <a:p>
            <a:pPr algn="r"/>
            <a:r>
              <a:rPr lang="en-GB" sz="1600" b="1" dirty="0">
                <a:solidFill>
                  <a:srgbClr val="002F5F"/>
                </a:solidFill>
              </a:rPr>
              <a:t>Alternating tangential flow (ATF)</a:t>
            </a:r>
          </a:p>
        </p:txBody>
      </p:sp>
      <p:cxnSp>
        <p:nvCxnSpPr>
          <p:cNvPr id="100" name="Straight Arrow Connector 99"/>
          <p:cNvCxnSpPr/>
          <p:nvPr/>
        </p:nvCxnSpPr>
        <p:spPr>
          <a:xfrm flipH="1">
            <a:off x="9595503" y="9501483"/>
            <a:ext cx="854935" cy="0"/>
          </a:xfrm>
          <a:prstGeom prst="straightConnector1">
            <a:avLst/>
          </a:prstGeom>
          <a:ln w="38100">
            <a:solidFill>
              <a:srgbClr val="002060"/>
            </a:solidFill>
            <a:tailEnd type="arrow"/>
          </a:ln>
        </p:spPr>
        <p:style>
          <a:lnRef idx="1">
            <a:schemeClr val="accent1"/>
          </a:lnRef>
          <a:fillRef idx="0">
            <a:schemeClr val="accent1"/>
          </a:fillRef>
          <a:effectRef idx="0">
            <a:schemeClr val="accent1"/>
          </a:effectRef>
          <a:fontRef idx="minor">
            <a:schemeClr val="tx1"/>
          </a:fontRef>
        </p:style>
      </p:cxnSp>
      <p:sp>
        <p:nvSpPr>
          <p:cNvPr id="104" name="TextBox 103"/>
          <p:cNvSpPr txBox="1"/>
          <p:nvPr/>
        </p:nvSpPr>
        <p:spPr>
          <a:xfrm>
            <a:off x="13274486" y="8036549"/>
            <a:ext cx="1232132" cy="338554"/>
          </a:xfrm>
          <a:prstGeom prst="rect">
            <a:avLst/>
          </a:prstGeom>
          <a:noFill/>
        </p:spPr>
        <p:txBody>
          <a:bodyPr wrap="none" rtlCol="0">
            <a:spAutoFit/>
          </a:bodyPr>
          <a:lstStyle/>
          <a:p>
            <a:r>
              <a:rPr lang="en-US" sz="1600" b="1" dirty="0">
                <a:solidFill>
                  <a:srgbClr val="002F5F"/>
                </a:solidFill>
              </a:rPr>
              <a:t>0.2 µm filter</a:t>
            </a:r>
          </a:p>
        </p:txBody>
      </p:sp>
      <p:sp>
        <p:nvSpPr>
          <p:cNvPr id="109" name="TextBox 108"/>
          <p:cNvSpPr txBox="1"/>
          <p:nvPr/>
        </p:nvSpPr>
        <p:spPr>
          <a:xfrm>
            <a:off x="10542664" y="10249715"/>
            <a:ext cx="2020408" cy="584775"/>
          </a:xfrm>
          <a:prstGeom prst="rect">
            <a:avLst/>
          </a:prstGeom>
          <a:noFill/>
        </p:spPr>
        <p:txBody>
          <a:bodyPr wrap="square" rtlCol="0">
            <a:spAutoFit/>
          </a:bodyPr>
          <a:lstStyle/>
          <a:p>
            <a:pPr algn="ctr"/>
            <a:r>
              <a:rPr lang="en-GB" sz="1600" b="1" dirty="0">
                <a:solidFill>
                  <a:srgbClr val="002F5F"/>
                </a:solidFill>
              </a:rPr>
              <a:t>50 L Single-Use</a:t>
            </a:r>
          </a:p>
          <a:p>
            <a:pPr algn="ctr"/>
            <a:r>
              <a:rPr lang="en-GB" sz="1600" b="1" dirty="0">
                <a:solidFill>
                  <a:srgbClr val="002F5F"/>
                </a:solidFill>
              </a:rPr>
              <a:t>Bioreactor</a:t>
            </a:r>
          </a:p>
        </p:txBody>
      </p:sp>
      <p:sp>
        <p:nvSpPr>
          <p:cNvPr id="110" name="TextBox 109"/>
          <p:cNvSpPr txBox="1"/>
          <p:nvPr/>
        </p:nvSpPr>
        <p:spPr>
          <a:xfrm>
            <a:off x="9540414" y="9488539"/>
            <a:ext cx="928689" cy="523220"/>
          </a:xfrm>
          <a:prstGeom prst="rect">
            <a:avLst/>
          </a:prstGeom>
          <a:noFill/>
        </p:spPr>
        <p:txBody>
          <a:bodyPr wrap="square" rtlCol="0">
            <a:spAutoFit/>
          </a:bodyPr>
          <a:lstStyle/>
          <a:p>
            <a:pPr algn="ctr"/>
            <a:r>
              <a:rPr lang="en-GB" sz="1400" b="1" dirty="0">
                <a:solidFill>
                  <a:srgbClr val="002F5F"/>
                </a:solidFill>
              </a:rPr>
              <a:t>Dead Cell Removal</a:t>
            </a:r>
          </a:p>
        </p:txBody>
      </p:sp>
      <p:cxnSp>
        <p:nvCxnSpPr>
          <p:cNvPr id="111" name="Straight Arrow Connector 110"/>
          <p:cNvCxnSpPr/>
          <p:nvPr/>
        </p:nvCxnSpPr>
        <p:spPr>
          <a:xfrm>
            <a:off x="9652917" y="7855250"/>
            <a:ext cx="870785" cy="0"/>
          </a:xfrm>
          <a:prstGeom prst="straightConnector1">
            <a:avLst/>
          </a:prstGeom>
          <a:ln w="38100">
            <a:solidFill>
              <a:schemeClr val="accent5"/>
            </a:solidFill>
            <a:tailEnd type="arrow"/>
          </a:ln>
        </p:spPr>
        <p:style>
          <a:lnRef idx="1">
            <a:schemeClr val="accent1"/>
          </a:lnRef>
          <a:fillRef idx="0">
            <a:schemeClr val="accent1"/>
          </a:fillRef>
          <a:effectRef idx="0">
            <a:schemeClr val="accent1"/>
          </a:effectRef>
          <a:fontRef idx="minor">
            <a:schemeClr val="tx1"/>
          </a:fontRef>
        </p:style>
      </p:cxnSp>
      <p:cxnSp>
        <p:nvCxnSpPr>
          <p:cNvPr id="114" name="Straight Arrow Connector 113"/>
          <p:cNvCxnSpPr/>
          <p:nvPr/>
        </p:nvCxnSpPr>
        <p:spPr>
          <a:xfrm>
            <a:off x="13956071" y="9138840"/>
            <a:ext cx="24531" cy="4117775"/>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8" name="Straight Connector 117"/>
          <p:cNvCxnSpPr/>
          <p:nvPr/>
        </p:nvCxnSpPr>
        <p:spPr>
          <a:xfrm flipH="1">
            <a:off x="13284461" y="9141199"/>
            <a:ext cx="67161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0" name="TextBox 119"/>
          <p:cNvSpPr txBox="1"/>
          <p:nvPr/>
        </p:nvSpPr>
        <p:spPr>
          <a:xfrm>
            <a:off x="487426" y="5548688"/>
            <a:ext cx="3809023" cy="1382558"/>
          </a:xfrm>
          <a:prstGeom prst="rect">
            <a:avLst/>
          </a:prstGeom>
          <a:noFill/>
        </p:spPr>
        <p:txBody>
          <a:bodyPr wrap="square" rtlCol="0">
            <a:spAutoFit/>
          </a:bodyPr>
          <a:lstStyle/>
          <a:p>
            <a:r>
              <a:rPr lang="en-US" altLang="en-US" sz="3200" b="1" dirty="0">
                <a:solidFill>
                  <a:srgbClr val="00539B"/>
                </a:solidFill>
                <a:latin typeface="Arial" panose="020B0604020202020204" pitchFamily="34" charset="0"/>
                <a:cs typeface="Arial" panose="020B0604020202020204" pitchFamily="34" charset="0"/>
              </a:rPr>
              <a:t>Abstract</a:t>
            </a:r>
          </a:p>
          <a:p>
            <a:endParaRPr lang="en-US" dirty="0"/>
          </a:p>
        </p:txBody>
      </p:sp>
      <p:pic>
        <p:nvPicPr>
          <p:cNvPr id="121" name="Picture 10" descr="Picture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23173" y="6091927"/>
            <a:ext cx="664527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 name="TextBox 121"/>
          <p:cNvSpPr txBox="1"/>
          <p:nvPr/>
        </p:nvSpPr>
        <p:spPr>
          <a:xfrm>
            <a:off x="9923172" y="5551460"/>
            <a:ext cx="3809023" cy="1382558"/>
          </a:xfrm>
          <a:prstGeom prst="rect">
            <a:avLst/>
          </a:prstGeom>
          <a:noFill/>
        </p:spPr>
        <p:txBody>
          <a:bodyPr wrap="square" rtlCol="0">
            <a:spAutoFit/>
          </a:bodyPr>
          <a:lstStyle/>
          <a:p>
            <a:r>
              <a:rPr lang="en-US" altLang="en-US" sz="3200" b="1" dirty="0">
                <a:solidFill>
                  <a:srgbClr val="00539B"/>
                </a:solidFill>
                <a:latin typeface="Arial" panose="020B0604020202020204" pitchFamily="34" charset="0"/>
                <a:cs typeface="Arial" panose="020B0604020202020204" pitchFamily="34" charset="0"/>
              </a:rPr>
              <a:t>Data and Results</a:t>
            </a:r>
          </a:p>
          <a:p>
            <a:endParaRPr lang="en-US" dirty="0"/>
          </a:p>
        </p:txBody>
      </p:sp>
      <p:sp>
        <p:nvSpPr>
          <p:cNvPr id="125" name="TextBox 124"/>
          <p:cNvSpPr txBox="1"/>
          <p:nvPr/>
        </p:nvSpPr>
        <p:spPr>
          <a:xfrm>
            <a:off x="14708876" y="6982880"/>
            <a:ext cx="5851205" cy="1200329"/>
          </a:xfrm>
          <a:prstGeom prst="rect">
            <a:avLst/>
          </a:prstGeom>
          <a:noFill/>
        </p:spPr>
        <p:txBody>
          <a:bodyPr wrap="square" rtlCol="0">
            <a:spAutoFit/>
          </a:bodyPr>
          <a:lstStyle/>
          <a:p>
            <a:r>
              <a:rPr lang="en-US" sz="1800" dirty="0"/>
              <a:t>Continuous upstream production was achieved with a perfusion bioreactor, </a:t>
            </a:r>
            <a:r>
              <a:rPr lang="en-US" sz="1800" dirty="0">
                <a:solidFill>
                  <a:schemeClr val="accent1">
                    <a:lumMod val="75000"/>
                    <a:lumOff val="25000"/>
                  </a:schemeClr>
                </a:solidFill>
              </a:rPr>
              <a:t>pictured left</a:t>
            </a:r>
            <a:r>
              <a:rPr lang="en-US" sz="1800" dirty="0"/>
              <a:t>.  Titer was monitored over the run and is </a:t>
            </a:r>
            <a:r>
              <a:rPr lang="en-US" sz="1800" dirty="0">
                <a:solidFill>
                  <a:schemeClr val="accent1">
                    <a:lumMod val="75000"/>
                    <a:lumOff val="25000"/>
                  </a:schemeClr>
                </a:solidFill>
              </a:rPr>
              <a:t>plotted below</a:t>
            </a:r>
            <a:r>
              <a:rPr lang="en-US" sz="1800" dirty="0"/>
              <a:t>.  Viable cell density averaged above 90 million cells per mL during the harvest phase.</a:t>
            </a:r>
          </a:p>
        </p:txBody>
      </p:sp>
      <p:grpSp>
        <p:nvGrpSpPr>
          <p:cNvPr id="129" name="Group 128"/>
          <p:cNvGrpSpPr/>
          <p:nvPr/>
        </p:nvGrpSpPr>
        <p:grpSpPr>
          <a:xfrm>
            <a:off x="14687297" y="8479190"/>
            <a:ext cx="5718003" cy="2772915"/>
            <a:chOff x="14506618" y="9112521"/>
            <a:chExt cx="5718003" cy="2772915"/>
          </a:xfrm>
        </p:grpSpPr>
        <p:graphicFrame>
          <p:nvGraphicFramePr>
            <p:cNvPr id="126" name="Chart 125"/>
            <p:cNvGraphicFramePr>
              <a:graphicFrameLocks/>
            </p:cNvGraphicFramePr>
            <p:nvPr>
              <p:extLst>
                <p:ext uri="{D42A27DB-BD31-4B8C-83A1-F6EECF244321}">
                  <p14:modId xmlns:p14="http://schemas.microsoft.com/office/powerpoint/2010/main" val="3463499804"/>
                </p:ext>
              </p:extLst>
            </p:nvPr>
          </p:nvGraphicFramePr>
          <p:xfrm>
            <a:off x="14506618" y="9112521"/>
            <a:ext cx="5718003" cy="2772915"/>
          </p:xfrm>
          <a:graphic>
            <a:graphicData uri="http://schemas.openxmlformats.org/drawingml/2006/chart">
              <c:chart xmlns:c="http://schemas.openxmlformats.org/drawingml/2006/chart" xmlns:r="http://schemas.openxmlformats.org/officeDocument/2006/relationships" r:id="rId12"/>
            </a:graphicData>
          </a:graphic>
        </p:graphicFrame>
        <p:sp>
          <p:nvSpPr>
            <p:cNvPr id="128" name="Rectangle 127"/>
            <p:cNvSpPr/>
            <p:nvPr/>
          </p:nvSpPr>
          <p:spPr>
            <a:xfrm>
              <a:off x="15498728" y="9258693"/>
              <a:ext cx="1343649" cy="1954929"/>
            </a:xfrm>
            <a:prstGeom prst="rect">
              <a:avLst/>
            </a:prstGeom>
            <a:pattFill prst="pct25">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7" name="TextBox 126"/>
            <p:cNvSpPr txBox="1"/>
            <p:nvPr/>
          </p:nvSpPr>
          <p:spPr>
            <a:xfrm>
              <a:off x="15542544" y="10023848"/>
              <a:ext cx="1256016" cy="584775"/>
            </a:xfrm>
            <a:prstGeom prst="rect">
              <a:avLst/>
            </a:prstGeom>
            <a:solidFill>
              <a:schemeClr val="bg2">
                <a:lumMod val="60000"/>
                <a:lumOff val="40000"/>
              </a:schemeClr>
            </a:solidFill>
          </p:spPr>
          <p:txBody>
            <a:bodyPr wrap="square" rtlCol="0">
              <a:spAutoFit/>
            </a:bodyPr>
            <a:lstStyle/>
            <a:p>
              <a:pPr algn="ctr"/>
              <a:r>
                <a:rPr lang="en-US" sz="1600" b="1" dirty="0">
                  <a:solidFill>
                    <a:srgbClr val="002F5F"/>
                  </a:solidFill>
                </a:rPr>
                <a:t>Growth Phase</a:t>
              </a:r>
            </a:p>
          </p:txBody>
        </p:sp>
      </p:grpSp>
      <p:sp>
        <p:nvSpPr>
          <p:cNvPr id="130" name="TextBox 129"/>
          <p:cNvSpPr txBox="1"/>
          <p:nvPr/>
        </p:nvSpPr>
        <p:spPr>
          <a:xfrm>
            <a:off x="14730682" y="11538643"/>
            <a:ext cx="6628333" cy="1875000"/>
          </a:xfrm>
          <a:prstGeom prst="rect">
            <a:avLst/>
          </a:prstGeom>
          <a:noFill/>
        </p:spPr>
        <p:txBody>
          <a:bodyPr wrap="square" rtlCol="0">
            <a:spAutoFit/>
          </a:bodyPr>
          <a:lstStyle/>
          <a:p>
            <a:pPr algn="r"/>
            <a:r>
              <a:rPr lang="en-US" altLang="en-US" sz="3200" b="1" dirty="0">
                <a:latin typeface="Arial" panose="020B0604020202020204" pitchFamily="34" charset="0"/>
                <a:cs typeface="Arial" panose="020B0604020202020204" pitchFamily="34" charset="0"/>
              </a:rPr>
              <a:t>Protein A Capture</a:t>
            </a:r>
          </a:p>
          <a:p>
            <a:pPr algn="r"/>
            <a:r>
              <a:rPr lang="en-US" altLang="en-US" sz="3200" b="1" dirty="0">
                <a:latin typeface="Arial" panose="020B0604020202020204" pitchFamily="34" charset="0"/>
                <a:cs typeface="Arial" panose="020B0604020202020204" pitchFamily="34" charset="0"/>
              </a:rPr>
              <a:t>Multicolumn Chromatography</a:t>
            </a:r>
          </a:p>
          <a:p>
            <a:pPr algn="r"/>
            <a:endParaRPr lang="en-US" dirty="0"/>
          </a:p>
        </p:txBody>
      </p:sp>
      <p:sp>
        <p:nvSpPr>
          <p:cNvPr id="131" name="TextBox 130"/>
          <p:cNvSpPr txBox="1"/>
          <p:nvPr/>
        </p:nvSpPr>
        <p:spPr>
          <a:xfrm>
            <a:off x="15314528" y="12698986"/>
            <a:ext cx="6000218" cy="1477328"/>
          </a:xfrm>
          <a:prstGeom prst="rect">
            <a:avLst/>
          </a:prstGeom>
          <a:noFill/>
        </p:spPr>
        <p:txBody>
          <a:bodyPr wrap="square" rtlCol="0">
            <a:spAutoFit/>
          </a:bodyPr>
          <a:lstStyle/>
          <a:p>
            <a:r>
              <a:rPr lang="en-US" sz="1800" dirty="0"/>
              <a:t>As the perfusion bioreactor continuously filtered spent medium and product, a multicolumn system was connected to continuously feed the product onto capture columns.  By using significantly smaller columns with more cycles, steady state operation was achieved with dramatic resin savings</a:t>
            </a:r>
          </a:p>
        </p:txBody>
      </p:sp>
      <p:graphicFrame>
        <p:nvGraphicFramePr>
          <p:cNvPr id="132" name="Table 131"/>
          <p:cNvGraphicFramePr>
            <a:graphicFrameLocks noGrp="1"/>
          </p:cNvGraphicFramePr>
          <p:nvPr>
            <p:extLst>
              <p:ext uri="{D42A27DB-BD31-4B8C-83A1-F6EECF244321}">
                <p14:modId xmlns:p14="http://schemas.microsoft.com/office/powerpoint/2010/main" val="626189320"/>
              </p:ext>
            </p:extLst>
          </p:nvPr>
        </p:nvGraphicFramePr>
        <p:xfrm>
          <a:off x="564453" y="28798534"/>
          <a:ext cx="9175428" cy="3657600"/>
        </p:xfrm>
        <a:graphic>
          <a:graphicData uri="http://schemas.openxmlformats.org/drawingml/2006/table">
            <a:tbl>
              <a:tblPr firstRow="1" firstCol="1" bandRow="1">
                <a:tableStyleId>{5C22544A-7EE6-4342-B048-85BDC9FD1C3A}</a:tableStyleId>
              </a:tblPr>
              <a:tblGrid>
                <a:gridCol w="2828451">
                  <a:extLst>
                    <a:ext uri="{9D8B030D-6E8A-4147-A177-3AD203B41FA5}">
                      <a16:colId xmlns:a16="http://schemas.microsoft.com/office/drawing/2014/main" val="20000"/>
                    </a:ext>
                  </a:extLst>
                </a:gridCol>
                <a:gridCol w="2115659">
                  <a:extLst>
                    <a:ext uri="{9D8B030D-6E8A-4147-A177-3AD203B41FA5}">
                      <a16:colId xmlns:a16="http://schemas.microsoft.com/office/drawing/2014/main" val="20001"/>
                    </a:ext>
                  </a:extLst>
                </a:gridCol>
                <a:gridCol w="2115659">
                  <a:extLst>
                    <a:ext uri="{9D8B030D-6E8A-4147-A177-3AD203B41FA5}">
                      <a16:colId xmlns:a16="http://schemas.microsoft.com/office/drawing/2014/main" val="20002"/>
                    </a:ext>
                  </a:extLst>
                </a:gridCol>
                <a:gridCol w="2115659">
                  <a:extLst>
                    <a:ext uri="{9D8B030D-6E8A-4147-A177-3AD203B41FA5}">
                      <a16:colId xmlns:a16="http://schemas.microsoft.com/office/drawing/2014/main" val="20003"/>
                    </a:ext>
                  </a:extLst>
                </a:gridCol>
              </a:tblGrid>
              <a:tr h="555406">
                <a:tc>
                  <a:txBody>
                    <a:bodyPr/>
                    <a:lstStyle/>
                    <a:p>
                      <a:pPr marL="0" marR="0" algn="ctr">
                        <a:spcBef>
                          <a:spcPts val="0"/>
                        </a:spcBef>
                        <a:spcAft>
                          <a:spcPts val="0"/>
                        </a:spcAft>
                      </a:pPr>
                      <a:r>
                        <a:rPr lang="en-US" sz="2400" dirty="0">
                          <a:effectLst/>
                        </a:rPr>
                        <a:t>Process Stream</a:t>
                      </a:r>
                      <a:endParaRPr lang="en-US" sz="24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2400" dirty="0">
                          <a:effectLst/>
                        </a:rPr>
                        <a:t>Flow Rate</a:t>
                      </a:r>
                    </a:p>
                    <a:p>
                      <a:pPr marL="0" marR="0" algn="ctr">
                        <a:spcBef>
                          <a:spcPts val="0"/>
                        </a:spcBef>
                        <a:spcAft>
                          <a:spcPts val="0"/>
                        </a:spcAft>
                      </a:pPr>
                      <a:r>
                        <a:rPr lang="en-US" sz="2400" dirty="0">
                          <a:effectLst/>
                        </a:rPr>
                        <a:t>(mL/min)</a:t>
                      </a:r>
                      <a:endParaRPr lang="en-US" sz="24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2400" dirty="0">
                          <a:effectLst/>
                        </a:rPr>
                        <a:t>Concentration</a:t>
                      </a:r>
                    </a:p>
                    <a:p>
                      <a:pPr marL="0" marR="0" algn="ctr">
                        <a:spcBef>
                          <a:spcPts val="0"/>
                        </a:spcBef>
                        <a:spcAft>
                          <a:spcPts val="0"/>
                        </a:spcAft>
                      </a:pPr>
                      <a:r>
                        <a:rPr lang="en-US" sz="2400" dirty="0">
                          <a:effectLst/>
                        </a:rPr>
                        <a:t>(g/L)</a:t>
                      </a:r>
                      <a:endParaRPr lang="en-US" sz="24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2400" dirty="0">
                          <a:effectLst/>
                        </a:rPr>
                        <a:t>Mass Flow Rate (g/hour)</a:t>
                      </a:r>
                      <a:endParaRPr lang="en-US" sz="24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277703">
                <a:tc>
                  <a:txBody>
                    <a:bodyPr/>
                    <a:lstStyle/>
                    <a:p>
                      <a:pPr marL="0" marR="0" algn="ctr">
                        <a:spcBef>
                          <a:spcPts val="0"/>
                        </a:spcBef>
                        <a:spcAft>
                          <a:spcPts val="0"/>
                        </a:spcAft>
                      </a:pPr>
                      <a:r>
                        <a:rPr lang="en-US" sz="2400" dirty="0">
                          <a:effectLst/>
                          <a:latin typeface="+mn-lt"/>
                          <a:ea typeface="+mn-ea"/>
                        </a:rPr>
                        <a:t>Outlet</a:t>
                      </a:r>
                      <a:r>
                        <a:rPr lang="en-US" sz="2400" baseline="0" dirty="0">
                          <a:effectLst/>
                          <a:latin typeface="+mn-lt"/>
                          <a:ea typeface="+mn-ea"/>
                        </a:rPr>
                        <a:t> of </a:t>
                      </a:r>
                      <a:r>
                        <a:rPr lang="en-US" sz="2400" baseline="0" dirty="0" err="1">
                          <a:effectLst/>
                          <a:latin typeface="+mn-lt"/>
                          <a:ea typeface="+mn-ea"/>
                        </a:rPr>
                        <a:t>Brx</a:t>
                      </a:r>
                      <a:endParaRPr lang="en-US" sz="24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2400" dirty="0">
                          <a:effectLst/>
                        </a:rPr>
                        <a:t>31.3</a:t>
                      </a:r>
                      <a:endParaRPr lang="en-US" sz="24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2400" dirty="0">
                          <a:effectLst/>
                        </a:rPr>
                        <a:t>1.4</a:t>
                      </a:r>
                      <a:endParaRPr lang="en-US" sz="24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2400">
                          <a:effectLst/>
                        </a:rPr>
                        <a:t>2.6</a:t>
                      </a:r>
                      <a:endParaRPr lang="en-US" sz="24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277703">
                <a:tc>
                  <a:txBody>
                    <a:bodyPr/>
                    <a:lstStyle/>
                    <a:p>
                      <a:pPr marL="0" marR="0" algn="ctr">
                        <a:spcBef>
                          <a:spcPts val="0"/>
                        </a:spcBef>
                        <a:spcAft>
                          <a:spcPts val="0"/>
                        </a:spcAft>
                      </a:pPr>
                      <a:r>
                        <a:rPr lang="en-US" sz="2400" dirty="0">
                          <a:effectLst/>
                        </a:rPr>
                        <a:t>Inlet to </a:t>
                      </a:r>
                      <a:r>
                        <a:rPr lang="en-US" sz="2400" dirty="0" err="1">
                          <a:effectLst/>
                        </a:rPr>
                        <a:t>ProA</a:t>
                      </a:r>
                      <a:endParaRPr lang="en-US" sz="24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2400" dirty="0">
                          <a:effectLst/>
                        </a:rPr>
                        <a:t>21</a:t>
                      </a:r>
                      <a:endParaRPr lang="en-US" sz="24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2400" dirty="0">
                          <a:effectLst/>
                        </a:rPr>
                        <a:t>1.4</a:t>
                      </a:r>
                      <a:endParaRPr lang="en-US" sz="24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2400" dirty="0">
                          <a:effectLst/>
                        </a:rPr>
                        <a:t>1.7</a:t>
                      </a:r>
                      <a:endParaRPr lang="en-US" sz="24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r h="277703">
                <a:tc>
                  <a:txBody>
                    <a:bodyPr/>
                    <a:lstStyle/>
                    <a:p>
                      <a:pPr marL="0" marR="0" algn="ctr">
                        <a:spcBef>
                          <a:spcPts val="0"/>
                        </a:spcBef>
                        <a:spcAft>
                          <a:spcPts val="0"/>
                        </a:spcAft>
                      </a:pPr>
                      <a:r>
                        <a:rPr lang="en-US" sz="2400" dirty="0">
                          <a:effectLst/>
                        </a:rPr>
                        <a:t>Outlet of </a:t>
                      </a:r>
                      <a:r>
                        <a:rPr lang="en-US" sz="2400" dirty="0" err="1">
                          <a:effectLst/>
                        </a:rPr>
                        <a:t>ProA</a:t>
                      </a:r>
                      <a:endParaRPr lang="en-US" sz="24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2400" dirty="0">
                          <a:effectLst/>
                        </a:rPr>
                        <a:t>2.3</a:t>
                      </a:r>
                      <a:endParaRPr lang="en-US" sz="24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2400" dirty="0">
                          <a:effectLst/>
                        </a:rPr>
                        <a:t>12.9</a:t>
                      </a:r>
                      <a:endParaRPr lang="en-US" sz="24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2400" dirty="0">
                          <a:effectLst/>
                        </a:rPr>
                        <a:t>1.7</a:t>
                      </a:r>
                      <a:endParaRPr lang="en-US" sz="24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r h="277703">
                <a:tc>
                  <a:txBody>
                    <a:bodyPr/>
                    <a:lstStyle/>
                    <a:p>
                      <a:pPr marL="0" marR="0" algn="ctr">
                        <a:spcBef>
                          <a:spcPts val="0"/>
                        </a:spcBef>
                        <a:spcAft>
                          <a:spcPts val="0"/>
                        </a:spcAft>
                      </a:pPr>
                      <a:r>
                        <a:rPr lang="en-US" sz="2400" dirty="0">
                          <a:effectLst/>
                          <a:latin typeface="+mn-lt"/>
                          <a:ea typeface="+mn-ea"/>
                        </a:rPr>
                        <a:t>Inlet</a:t>
                      </a:r>
                      <a:r>
                        <a:rPr lang="en-US" sz="2400" baseline="0" dirty="0">
                          <a:effectLst/>
                          <a:latin typeface="+mn-lt"/>
                          <a:ea typeface="+mn-ea"/>
                        </a:rPr>
                        <a:t> to VI</a:t>
                      </a:r>
                      <a:endParaRPr lang="en-US" sz="24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2400" dirty="0">
                          <a:effectLst/>
                        </a:rPr>
                        <a:t>15</a:t>
                      </a:r>
                      <a:endParaRPr lang="en-US" sz="24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2400" dirty="0">
                          <a:effectLst/>
                        </a:rPr>
                        <a:t>11</a:t>
                      </a:r>
                      <a:endParaRPr lang="en-US" sz="24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2400" dirty="0">
                          <a:effectLst/>
                        </a:rPr>
                        <a:t>11.7</a:t>
                      </a:r>
                      <a:endParaRPr lang="en-US" sz="24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10004"/>
                  </a:ext>
                </a:extLst>
              </a:tr>
              <a:tr h="277703">
                <a:tc>
                  <a:txBody>
                    <a:bodyPr/>
                    <a:lstStyle/>
                    <a:p>
                      <a:pPr marL="0" marR="0" algn="ctr">
                        <a:spcBef>
                          <a:spcPts val="0"/>
                        </a:spcBef>
                        <a:spcAft>
                          <a:spcPts val="0"/>
                        </a:spcAft>
                      </a:pPr>
                      <a:r>
                        <a:rPr lang="en-US" sz="2400" dirty="0">
                          <a:effectLst/>
                          <a:latin typeface="+mn-lt"/>
                          <a:ea typeface="+mn-ea"/>
                        </a:rPr>
                        <a:t>Outlet</a:t>
                      </a:r>
                      <a:r>
                        <a:rPr lang="en-US" sz="2400" baseline="0" dirty="0">
                          <a:effectLst/>
                          <a:latin typeface="+mn-lt"/>
                          <a:ea typeface="+mn-ea"/>
                        </a:rPr>
                        <a:t> of VI</a:t>
                      </a:r>
                      <a:endParaRPr lang="en-US" sz="24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2400" dirty="0">
                          <a:effectLst/>
                        </a:rPr>
                        <a:t>22</a:t>
                      </a:r>
                      <a:endParaRPr lang="en-US" sz="24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2400" dirty="0">
                          <a:effectLst/>
                        </a:rPr>
                        <a:t>8.9</a:t>
                      </a:r>
                      <a:endParaRPr lang="en-US" sz="24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2400" dirty="0">
                          <a:effectLst/>
                        </a:rPr>
                        <a:t>11.7</a:t>
                      </a:r>
                      <a:endParaRPr lang="en-US" sz="24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10005"/>
                  </a:ext>
                </a:extLst>
              </a:tr>
              <a:tr h="277703">
                <a:tc>
                  <a:txBody>
                    <a:bodyPr/>
                    <a:lstStyle/>
                    <a:p>
                      <a:pPr marL="0" marR="0" algn="ctr">
                        <a:spcBef>
                          <a:spcPts val="0"/>
                        </a:spcBef>
                        <a:spcAft>
                          <a:spcPts val="0"/>
                        </a:spcAft>
                      </a:pPr>
                      <a:r>
                        <a:rPr lang="en-US" sz="2400" dirty="0">
                          <a:effectLst/>
                          <a:latin typeface="+mn-lt"/>
                          <a:ea typeface="+mn-ea"/>
                        </a:rPr>
                        <a:t>Outlet</a:t>
                      </a:r>
                      <a:r>
                        <a:rPr lang="en-US" sz="2400" baseline="0" dirty="0">
                          <a:effectLst/>
                          <a:latin typeface="+mn-lt"/>
                          <a:ea typeface="+mn-ea"/>
                        </a:rPr>
                        <a:t> of UF1</a:t>
                      </a:r>
                      <a:endParaRPr lang="en-US" sz="24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2400" dirty="0">
                          <a:effectLst/>
                          <a:latin typeface="Calibri" panose="020F0502020204030204" pitchFamily="34" charset="0"/>
                        </a:rPr>
                        <a:t>10.4</a:t>
                      </a:r>
                      <a:endParaRPr lang="en-US" sz="2400" dirty="0">
                        <a:effectLst/>
                        <a:latin typeface="Calibri" panose="020F0502020204030204" pitchFamily="34" charset="0"/>
                        <a:ea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2400" dirty="0">
                          <a:effectLst/>
                          <a:latin typeface="Calibri" panose="020F0502020204030204" pitchFamily="34" charset="0"/>
                        </a:rPr>
                        <a:t>18</a:t>
                      </a:r>
                      <a:endParaRPr lang="en-US" sz="2400" dirty="0">
                        <a:effectLst/>
                        <a:latin typeface="Calibri" panose="020F0502020204030204" pitchFamily="34" charset="0"/>
                        <a:ea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2400" dirty="0">
                          <a:effectLst/>
                          <a:latin typeface="Calibri" panose="020F0502020204030204" pitchFamily="34" charset="0"/>
                        </a:rPr>
                        <a:t>11.7</a:t>
                      </a:r>
                      <a:endParaRPr lang="en-US" sz="2400" dirty="0">
                        <a:effectLst/>
                        <a:latin typeface="Calibri" panose="020F0502020204030204" pitchFamily="34" charset="0"/>
                        <a:ea typeface="Times New Roman" panose="02020603050405020304" pitchFamily="18" charset="0"/>
                      </a:endParaRPr>
                    </a:p>
                  </a:txBody>
                  <a:tcPr marL="68580" marR="68580" marT="0" marB="0" anchor="ctr"/>
                </a:tc>
                <a:extLst>
                  <a:ext uri="{0D108BD9-81ED-4DB2-BD59-A6C34878D82A}">
                    <a16:rowId xmlns:a16="http://schemas.microsoft.com/office/drawing/2014/main" val="10006"/>
                  </a:ext>
                </a:extLst>
              </a:tr>
              <a:tr h="277703">
                <a:tc>
                  <a:txBody>
                    <a:bodyPr/>
                    <a:lstStyle/>
                    <a:p>
                      <a:pPr marL="0" marR="0" algn="ctr">
                        <a:spcBef>
                          <a:spcPts val="0"/>
                        </a:spcBef>
                        <a:spcAft>
                          <a:spcPts val="0"/>
                        </a:spcAft>
                      </a:pPr>
                      <a:r>
                        <a:rPr lang="en-US" sz="2400" dirty="0">
                          <a:effectLst/>
                          <a:latin typeface="+mn-lt"/>
                          <a:ea typeface="+mn-ea"/>
                        </a:rPr>
                        <a:t>Inlet</a:t>
                      </a:r>
                      <a:r>
                        <a:rPr lang="en-US" sz="2400" baseline="0" dirty="0">
                          <a:effectLst/>
                          <a:latin typeface="+mn-lt"/>
                          <a:ea typeface="+mn-ea"/>
                        </a:rPr>
                        <a:t> to DF</a:t>
                      </a:r>
                    </a:p>
                  </a:txBody>
                  <a:tcPr marL="68580" marR="68580" marT="0" marB="0"/>
                </a:tc>
                <a:tc>
                  <a:txBody>
                    <a:bodyPr/>
                    <a:lstStyle/>
                    <a:p>
                      <a:pPr marL="0" marR="0" algn="ctr">
                        <a:spcBef>
                          <a:spcPts val="0"/>
                        </a:spcBef>
                        <a:spcAft>
                          <a:spcPts val="0"/>
                        </a:spcAft>
                      </a:pPr>
                      <a:r>
                        <a:rPr lang="en-US" sz="2400" dirty="0">
                          <a:effectLst/>
                          <a:latin typeface="Calibri" panose="020F0502020204030204" pitchFamily="34" charset="0"/>
                        </a:rPr>
                        <a:t>13</a:t>
                      </a:r>
                      <a:endParaRPr lang="en-US" sz="2400" dirty="0">
                        <a:effectLst/>
                        <a:latin typeface="Calibri" panose="020F0502020204030204" pitchFamily="34" charset="0"/>
                        <a:ea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2400" dirty="0">
                          <a:effectLst/>
                          <a:latin typeface="Calibri" panose="020F0502020204030204" pitchFamily="34" charset="0"/>
                        </a:rPr>
                        <a:t>16</a:t>
                      </a:r>
                      <a:endParaRPr lang="en-US" sz="2400" dirty="0">
                        <a:effectLst/>
                        <a:latin typeface="Calibri" panose="020F0502020204030204" pitchFamily="34" charset="0"/>
                        <a:ea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2400" dirty="0">
                          <a:effectLst/>
                          <a:latin typeface="Calibri" panose="020F0502020204030204" pitchFamily="34" charset="0"/>
                        </a:rPr>
                        <a:t>11.7</a:t>
                      </a:r>
                      <a:endParaRPr lang="en-US" sz="2400" dirty="0">
                        <a:effectLst/>
                        <a:latin typeface="Calibri" panose="020F0502020204030204" pitchFamily="34" charset="0"/>
                        <a:ea typeface="Times New Roman" panose="02020603050405020304" pitchFamily="18" charset="0"/>
                      </a:endParaRPr>
                    </a:p>
                  </a:txBody>
                  <a:tcPr marL="68580" marR="68580" marT="0" marB="0" anchor="ctr"/>
                </a:tc>
                <a:extLst>
                  <a:ext uri="{0D108BD9-81ED-4DB2-BD59-A6C34878D82A}">
                    <a16:rowId xmlns:a16="http://schemas.microsoft.com/office/drawing/2014/main" val="10007"/>
                  </a:ext>
                </a:extLst>
              </a:tr>
              <a:tr h="277703">
                <a:tc>
                  <a:txBody>
                    <a:bodyPr/>
                    <a:lstStyle/>
                    <a:p>
                      <a:pPr marL="0" marR="0" algn="ctr">
                        <a:spcBef>
                          <a:spcPts val="0"/>
                        </a:spcBef>
                        <a:spcAft>
                          <a:spcPts val="0"/>
                        </a:spcAft>
                      </a:pPr>
                      <a:r>
                        <a:rPr lang="en-US" sz="2400" baseline="0" dirty="0">
                          <a:effectLst/>
                          <a:latin typeface="+mn-lt"/>
                          <a:ea typeface="+mn-ea"/>
                        </a:rPr>
                        <a:t>Outlet of UF2</a:t>
                      </a:r>
                    </a:p>
                  </a:txBody>
                  <a:tcPr marL="68580" marR="68580" marT="0" marB="0"/>
                </a:tc>
                <a:tc>
                  <a:txBody>
                    <a:bodyPr/>
                    <a:lstStyle/>
                    <a:p>
                      <a:pPr marL="0" marR="0" algn="ctr">
                        <a:spcBef>
                          <a:spcPts val="0"/>
                        </a:spcBef>
                        <a:spcAft>
                          <a:spcPts val="0"/>
                        </a:spcAft>
                      </a:pPr>
                      <a:r>
                        <a:rPr lang="en-US" sz="2400" dirty="0">
                          <a:effectLst/>
                          <a:latin typeface="Calibri" panose="020F0502020204030204" pitchFamily="34" charset="0"/>
                          <a:ea typeface="Times New Roman" panose="02020603050405020304" pitchFamily="18" charset="0"/>
                        </a:rPr>
                        <a:t>2</a:t>
                      </a:r>
                    </a:p>
                  </a:txBody>
                  <a:tcPr marL="68580" marR="68580" marT="0" marB="0" anchor="ctr"/>
                </a:tc>
                <a:tc>
                  <a:txBody>
                    <a:bodyPr/>
                    <a:lstStyle/>
                    <a:p>
                      <a:pPr marL="0" marR="0" algn="ctr">
                        <a:spcBef>
                          <a:spcPts val="0"/>
                        </a:spcBef>
                        <a:spcAft>
                          <a:spcPts val="0"/>
                        </a:spcAft>
                      </a:pPr>
                      <a:r>
                        <a:rPr lang="en-US" sz="2400" dirty="0">
                          <a:effectLst/>
                          <a:latin typeface="Calibri" panose="020F0502020204030204" pitchFamily="34" charset="0"/>
                        </a:rPr>
                        <a:t>110</a:t>
                      </a:r>
                      <a:endParaRPr lang="en-US" sz="2400" dirty="0">
                        <a:effectLst/>
                        <a:latin typeface="Calibri" panose="020F0502020204030204" pitchFamily="34" charset="0"/>
                        <a:ea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2400" dirty="0">
                          <a:effectLst/>
                          <a:latin typeface="Calibri" panose="020F0502020204030204" pitchFamily="34" charset="0"/>
                        </a:rPr>
                        <a:t>11.7</a:t>
                      </a:r>
                      <a:endParaRPr lang="en-US" sz="2400" dirty="0">
                        <a:effectLst/>
                        <a:latin typeface="Calibri" panose="020F0502020204030204" pitchFamily="34" charset="0"/>
                        <a:ea typeface="Times New Roman" panose="02020603050405020304" pitchFamily="18" charset="0"/>
                      </a:endParaRPr>
                    </a:p>
                  </a:txBody>
                  <a:tcPr marL="68580" marR="68580" marT="0" marB="0" anchor="ctr"/>
                </a:tc>
                <a:extLst>
                  <a:ext uri="{0D108BD9-81ED-4DB2-BD59-A6C34878D82A}">
                    <a16:rowId xmlns:a16="http://schemas.microsoft.com/office/drawing/2014/main" val="10008"/>
                  </a:ext>
                </a:extLst>
              </a:tr>
            </a:tbl>
          </a:graphicData>
        </a:graphic>
      </p:graphicFrame>
      <p:sp>
        <p:nvSpPr>
          <p:cNvPr id="133" name="TextBox 132"/>
          <p:cNvSpPr txBox="1"/>
          <p:nvPr/>
        </p:nvSpPr>
        <p:spPr>
          <a:xfrm>
            <a:off x="487426" y="27040379"/>
            <a:ext cx="8831487" cy="1323439"/>
          </a:xfrm>
          <a:prstGeom prst="rect">
            <a:avLst/>
          </a:prstGeom>
          <a:noFill/>
        </p:spPr>
        <p:txBody>
          <a:bodyPr wrap="square" rtlCol="0">
            <a:spAutoFit/>
          </a:bodyPr>
          <a:lstStyle/>
          <a:p>
            <a:r>
              <a:rPr lang="en-US" sz="2000" dirty="0"/>
              <a:t>This process was assembled at pilot scale, using a bioreactor with a 30 L working volume.  However, the required flow rates compared to that of batch are drastically lower and are outlined below in Table 1.  The mismatched mass flow rates of the unit operations indicate the downstream could handle a bioreactor 5 times the size.</a:t>
            </a:r>
          </a:p>
        </p:txBody>
      </p:sp>
      <p:sp>
        <p:nvSpPr>
          <p:cNvPr id="134" name="TextBox 133"/>
          <p:cNvSpPr txBox="1"/>
          <p:nvPr/>
        </p:nvSpPr>
        <p:spPr>
          <a:xfrm>
            <a:off x="445482" y="28465146"/>
            <a:ext cx="9236219" cy="400110"/>
          </a:xfrm>
          <a:prstGeom prst="rect">
            <a:avLst/>
          </a:prstGeom>
          <a:noFill/>
        </p:spPr>
        <p:txBody>
          <a:bodyPr wrap="square" rtlCol="0">
            <a:spAutoFit/>
          </a:bodyPr>
          <a:lstStyle/>
          <a:p>
            <a:r>
              <a:rPr lang="en-US" sz="2000" dirty="0">
                <a:solidFill>
                  <a:srgbClr val="00539B"/>
                </a:solidFill>
                <a:latin typeface="+mj-lt"/>
                <a:cs typeface="Arial" panose="020B0604020202020204" pitchFamily="34" charset="0"/>
              </a:rPr>
              <a:t>Table 1. Mass balance of the process streams, including flow rates and concentrations.</a:t>
            </a:r>
          </a:p>
        </p:txBody>
      </p:sp>
      <p:cxnSp>
        <p:nvCxnSpPr>
          <p:cNvPr id="136" name="Straight Arrow Connector 135"/>
          <p:cNvCxnSpPr/>
          <p:nvPr/>
        </p:nvCxnSpPr>
        <p:spPr>
          <a:xfrm>
            <a:off x="10037361" y="17229632"/>
            <a:ext cx="21080" cy="3196575"/>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flipH="1">
            <a:off x="10042019" y="17214884"/>
            <a:ext cx="1954640" cy="1474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p:cNvCxnSpPr/>
          <p:nvPr/>
        </p:nvCxnSpPr>
        <p:spPr>
          <a:xfrm flipV="1">
            <a:off x="11973045" y="15203871"/>
            <a:ext cx="0" cy="201101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42" name="TextBox 141"/>
          <p:cNvSpPr txBox="1"/>
          <p:nvPr/>
        </p:nvSpPr>
        <p:spPr>
          <a:xfrm>
            <a:off x="11939050" y="15728584"/>
            <a:ext cx="2308713" cy="461665"/>
          </a:xfrm>
          <a:prstGeom prst="rect">
            <a:avLst/>
          </a:prstGeom>
          <a:noFill/>
        </p:spPr>
        <p:txBody>
          <a:bodyPr wrap="square" rtlCol="0">
            <a:spAutoFit/>
          </a:bodyPr>
          <a:lstStyle/>
          <a:p>
            <a:r>
              <a:rPr lang="en-GB" sz="2400" b="1" dirty="0">
                <a:solidFill>
                  <a:schemeClr val="accent4">
                    <a:lumMod val="90000"/>
                    <a:lumOff val="10000"/>
                  </a:schemeClr>
                </a:solidFill>
              </a:rPr>
              <a:t>Protein A Eluate</a:t>
            </a:r>
          </a:p>
        </p:txBody>
      </p:sp>
      <p:graphicFrame>
        <p:nvGraphicFramePr>
          <p:cNvPr id="143" name="Chart 142"/>
          <p:cNvGraphicFramePr/>
          <p:nvPr>
            <p:extLst>
              <p:ext uri="{D42A27DB-BD31-4B8C-83A1-F6EECF244321}">
                <p14:modId xmlns:p14="http://schemas.microsoft.com/office/powerpoint/2010/main" val="3506627939"/>
              </p:ext>
            </p:extLst>
          </p:nvPr>
        </p:nvGraphicFramePr>
        <p:xfrm>
          <a:off x="16599369" y="14106594"/>
          <a:ext cx="3521550" cy="2425904"/>
        </p:xfrm>
        <a:graphic>
          <a:graphicData uri="http://schemas.openxmlformats.org/drawingml/2006/chart">
            <c:chart xmlns:c="http://schemas.openxmlformats.org/drawingml/2006/chart" xmlns:r="http://schemas.openxmlformats.org/officeDocument/2006/relationships" r:id="rId13"/>
          </a:graphicData>
        </a:graphic>
      </p:graphicFrame>
      <p:cxnSp>
        <p:nvCxnSpPr>
          <p:cNvPr id="147" name="Straight Arrow Connector 146" descr="61b90ca4-b908-47bb-93b5-3759b335bb1b"/>
          <p:cNvCxnSpPr/>
          <p:nvPr/>
        </p:nvCxnSpPr>
        <p:spPr>
          <a:xfrm>
            <a:off x="10040337" y="20409442"/>
            <a:ext cx="751612" cy="2552"/>
          </a:xfrm>
          <a:prstGeom prst="straightConnector1">
            <a:avLst/>
          </a:prstGeom>
          <a:ln w="38100">
            <a:solidFill>
              <a:sysClr val="windowText" lastClr="000000"/>
            </a:solidFill>
            <a:tailEnd type="triangle"/>
          </a:ln>
        </p:spPr>
        <p:style>
          <a:lnRef idx="1">
            <a:schemeClr val="accent1"/>
          </a:lnRef>
          <a:fillRef idx="0">
            <a:schemeClr val="accent1"/>
          </a:fillRef>
          <a:effectRef idx="0">
            <a:schemeClr val="accent1"/>
          </a:effectRef>
          <a:fontRef idx="minor">
            <a:schemeClr val="tx1"/>
          </a:fontRef>
        </p:style>
      </p:cxnSp>
      <p:cxnSp>
        <p:nvCxnSpPr>
          <p:cNvPr id="148" name="Straight Arrow Connector 147" descr="61b90ca4-b908-47bb-93b5-3759b335bb1b"/>
          <p:cNvCxnSpPr/>
          <p:nvPr/>
        </p:nvCxnSpPr>
        <p:spPr>
          <a:xfrm>
            <a:off x="10817461" y="20057239"/>
            <a:ext cx="0" cy="341754"/>
          </a:xfrm>
          <a:prstGeom prst="straightConnector1">
            <a:avLst/>
          </a:prstGeom>
          <a:ln w="38100">
            <a:solidFill>
              <a:sysClr val="windowText" lastClr="000000"/>
            </a:solidFill>
            <a:tailEnd type="triangle"/>
          </a:ln>
        </p:spPr>
        <p:style>
          <a:lnRef idx="1">
            <a:schemeClr val="accent1"/>
          </a:lnRef>
          <a:fillRef idx="0">
            <a:schemeClr val="accent1"/>
          </a:fillRef>
          <a:effectRef idx="0">
            <a:schemeClr val="accent1"/>
          </a:effectRef>
          <a:fontRef idx="minor">
            <a:schemeClr val="tx1"/>
          </a:fontRef>
        </p:style>
      </p:cxnSp>
      <p:sp>
        <p:nvSpPr>
          <p:cNvPr id="149" name="TextBox 148"/>
          <p:cNvSpPr txBox="1"/>
          <p:nvPr/>
        </p:nvSpPr>
        <p:spPr>
          <a:xfrm>
            <a:off x="9828390" y="20474288"/>
            <a:ext cx="1001828" cy="338554"/>
          </a:xfrm>
          <a:prstGeom prst="rect">
            <a:avLst/>
          </a:prstGeom>
          <a:noFill/>
        </p:spPr>
        <p:txBody>
          <a:bodyPr wrap="square" rtlCol="0">
            <a:spAutoFit/>
          </a:bodyPr>
          <a:lstStyle/>
          <a:p>
            <a:r>
              <a:rPr lang="en-US" sz="1600" b="1" dirty="0">
                <a:solidFill>
                  <a:srgbClr val="002060"/>
                </a:solidFill>
              </a:rPr>
              <a:t>Product</a:t>
            </a:r>
          </a:p>
        </p:txBody>
      </p:sp>
      <p:sp>
        <p:nvSpPr>
          <p:cNvPr id="150" name="TextBox 149"/>
          <p:cNvSpPr txBox="1"/>
          <p:nvPr/>
        </p:nvSpPr>
        <p:spPr>
          <a:xfrm>
            <a:off x="10478294" y="19675174"/>
            <a:ext cx="1001828" cy="338554"/>
          </a:xfrm>
          <a:prstGeom prst="rect">
            <a:avLst/>
          </a:prstGeom>
          <a:noFill/>
        </p:spPr>
        <p:txBody>
          <a:bodyPr wrap="square" rtlCol="0">
            <a:spAutoFit/>
          </a:bodyPr>
          <a:lstStyle/>
          <a:p>
            <a:r>
              <a:rPr lang="en-US" sz="1600" b="1" dirty="0">
                <a:solidFill>
                  <a:srgbClr val="002060"/>
                </a:solidFill>
              </a:rPr>
              <a:t>Acid</a:t>
            </a:r>
          </a:p>
        </p:txBody>
      </p:sp>
      <p:grpSp>
        <p:nvGrpSpPr>
          <p:cNvPr id="151" name="Group 150"/>
          <p:cNvGrpSpPr/>
          <p:nvPr/>
        </p:nvGrpSpPr>
        <p:grpSpPr>
          <a:xfrm>
            <a:off x="12277795" y="19408441"/>
            <a:ext cx="488160" cy="472544"/>
            <a:chOff x="1944815" y="801954"/>
            <a:chExt cx="488160" cy="472544"/>
          </a:xfrm>
        </p:grpSpPr>
        <p:sp>
          <p:nvSpPr>
            <p:cNvPr id="152" name="Oval 151"/>
            <p:cNvSpPr/>
            <p:nvPr/>
          </p:nvSpPr>
          <p:spPr>
            <a:xfrm>
              <a:off x="1944815" y="801954"/>
              <a:ext cx="485184" cy="472544"/>
            </a:xfrm>
            <a:prstGeom prst="ellipse">
              <a:avLst/>
            </a:prstGeom>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sp>
          <p:nvSpPr>
            <p:cNvPr id="153" name="Pie 152"/>
            <p:cNvSpPr/>
            <p:nvPr/>
          </p:nvSpPr>
          <p:spPr>
            <a:xfrm rot="16200000">
              <a:off x="1959882" y="801405"/>
              <a:ext cx="465190" cy="480996"/>
            </a:xfrm>
            <a:prstGeom prst="pie">
              <a:avLst>
                <a:gd name="adj1" fmla="val 0"/>
                <a:gd name="adj2" fmla="val 13489562"/>
              </a:avLst>
            </a:prstGeom>
            <a:solidFill>
              <a:schemeClr val="accent4"/>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a:solidFill>
                  <a:schemeClr val="tx1"/>
                </a:solidFill>
              </a:endParaRPr>
            </a:p>
          </p:txBody>
        </p:sp>
      </p:grpSp>
      <p:pic>
        <p:nvPicPr>
          <p:cNvPr id="167" name="Picture 166"/>
          <p:cNvPicPr>
            <a:picLocks noChangeAspect="1"/>
          </p:cNvPicPr>
          <p:nvPr/>
        </p:nvPicPr>
        <p:blipFill rotWithShape="1">
          <a:blip r:embed="rId11">
            <a:clrChange>
              <a:clrFrom>
                <a:srgbClr val="FFFFFF"/>
              </a:clrFrom>
              <a:clrTo>
                <a:srgbClr val="FFFFFF">
                  <a:alpha val="0"/>
                </a:srgbClr>
              </a:clrTo>
            </a:clrChange>
            <a:duotone>
              <a:prstClr val="black"/>
              <a:schemeClr val="accent4">
                <a:tint val="45000"/>
                <a:satMod val="400000"/>
              </a:schemeClr>
            </a:duotone>
          </a:blip>
          <a:srcRect l="25854" t="9630" r="27138"/>
          <a:stretch/>
        </p:blipFill>
        <p:spPr>
          <a:xfrm flipH="1">
            <a:off x="11714196" y="18537998"/>
            <a:ext cx="554207" cy="1955052"/>
          </a:xfrm>
          <a:prstGeom prst="rect">
            <a:avLst/>
          </a:prstGeom>
        </p:spPr>
      </p:pic>
      <p:cxnSp>
        <p:nvCxnSpPr>
          <p:cNvPr id="154" name="Straight Arrow Connector 153" descr="61b90ca4-b908-47bb-93b5-3759b335bb1b"/>
          <p:cNvCxnSpPr/>
          <p:nvPr/>
        </p:nvCxnSpPr>
        <p:spPr>
          <a:xfrm>
            <a:off x="11019339" y="20411994"/>
            <a:ext cx="957044" cy="1"/>
          </a:xfrm>
          <a:prstGeom prst="straightConnector1">
            <a:avLst/>
          </a:prstGeom>
          <a:ln w="28575">
            <a:solidFill>
              <a:sysClr val="windowText" lastClr="000000"/>
            </a:solidFill>
            <a:tailEnd type="triangle"/>
          </a:ln>
        </p:spPr>
        <p:style>
          <a:lnRef idx="1">
            <a:schemeClr val="accent1"/>
          </a:lnRef>
          <a:fillRef idx="0">
            <a:schemeClr val="accent1"/>
          </a:fillRef>
          <a:effectRef idx="0">
            <a:schemeClr val="accent1"/>
          </a:effectRef>
          <a:fontRef idx="minor">
            <a:schemeClr val="tx1"/>
          </a:fontRef>
        </p:style>
      </p:cxnSp>
      <p:cxnSp>
        <p:nvCxnSpPr>
          <p:cNvPr id="155" name="Straight Arrow Connector 154" descr="61b90ca4-b908-47bb-93b5-3759b335bb1b"/>
          <p:cNvCxnSpPr/>
          <p:nvPr/>
        </p:nvCxnSpPr>
        <p:spPr>
          <a:xfrm>
            <a:off x="12046415" y="18619182"/>
            <a:ext cx="939878" cy="0"/>
          </a:xfrm>
          <a:prstGeom prst="straightConnector1">
            <a:avLst/>
          </a:prstGeom>
          <a:ln w="38100">
            <a:solidFill>
              <a:sysClr val="windowText" lastClr="000000"/>
            </a:solidFill>
            <a:tailEnd type="triangle"/>
          </a:ln>
        </p:spPr>
        <p:style>
          <a:lnRef idx="1">
            <a:schemeClr val="accent1"/>
          </a:lnRef>
          <a:fillRef idx="0">
            <a:schemeClr val="accent1"/>
          </a:fillRef>
          <a:effectRef idx="0">
            <a:schemeClr val="accent1"/>
          </a:effectRef>
          <a:fontRef idx="minor">
            <a:schemeClr val="tx1"/>
          </a:fontRef>
        </p:style>
      </p:cxnSp>
      <p:sp>
        <p:nvSpPr>
          <p:cNvPr id="156" name="Rectangle 155"/>
          <p:cNvSpPr/>
          <p:nvPr/>
        </p:nvSpPr>
        <p:spPr>
          <a:xfrm>
            <a:off x="10865587" y="20330941"/>
            <a:ext cx="965752" cy="190532"/>
          </a:xfrm>
          <a:prstGeom prst="rect">
            <a:avLst/>
          </a:prstGeom>
          <a:pattFill prst="openDmnd">
            <a:fgClr>
              <a:schemeClr val="accent1"/>
            </a:fgClr>
            <a:bgClr>
              <a:schemeClr val="bg1"/>
            </a:bgClr>
          </a:patt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nvGrpSpPr>
          <p:cNvPr id="157" name="Group 156"/>
          <p:cNvGrpSpPr/>
          <p:nvPr/>
        </p:nvGrpSpPr>
        <p:grpSpPr>
          <a:xfrm>
            <a:off x="12694456" y="17839277"/>
            <a:ext cx="1037739" cy="1175990"/>
            <a:chOff x="7622143" y="-36784"/>
            <a:chExt cx="1037739" cy="1175990"/>
          </a:xfrm>
        </p:grpSpPr>
        <p:sp>
          <p:nvSpPr>
            <p:cNvPr id="158" name="TextBox 157"/>
            <p:cNvSpPr txBox="1"/>
            <p:nvPr/>
          </p:nvSpPr>
          <p:spPr>
            <a:xfrm>
              <a:off x="7622143" y="-29896"/>
              <a:ext cx="1001828" cy="338554"/>
            </a:xfrm>
            <a:prstGeom prst="rect">
              <a:avLst/>
            </a:prstGeom>
            <a:noFill/>
          </p:spPr>
          <p:txBody>
            <a:bodyPr wrap="square" rtlCol="0">
              <a:spAutoFit/>
            </a:bodyPr>
            <a:lstStyle/>
            <a:p>
              <a:r>
                <a:rPr lang="en-US" sz="1600" b="1" dirty="0">
                  <a:solidFill>
                    <a:srgbClr val="002060"/>
                  </a:solidFill>
                </a:rPr>
                <a:t>Base</a:t>
              </a:r>
            </a:p>
          </p:txBody>
        </p:sp>
        <p:sp>
          <p:nvSpPr>
            <p:cNvPr id="159" name="Rectangle 158"/>
            <p:cNvSpPr/>
            <p:nvPr/>
          </p:nvSpPr>
          <p:spPr>
            <a:xfrm>
              <a:off x="8570628" y="1055402"/>
              <a:ext cx="58685" cy="82483"/>
            </a:xfrm>
            <a:prstGeom prst="rect">
              <a:avLst/>
            </a:prstGeom>
          </p:spPr>
          <p:style>
            <a:lnRef idx="2">
              <a:schemeClr val="dk1"/>
            </a:lnRef>
            <a:fillRef idx="1">
              <a:schemeClr val="lt1"/>
            </a:fillRef>
            <a:effectRef idx="0">
              <a:schemeClr val="dk1"/>
            </a:effectRef>
            <a:fontRef idx="minor">
              <a:schemeClr val="dk1"/>
            </a:fontRef>
          </p:style>
          <p:txBody>
            <a:bodyPr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endParaRPr lang="en-US" sz="1600"/>
            </a:p>
          </p:txBody>
        </p:sp>
        <p:sp>
          <p:nvSpPr>
            <p:cNvPr id="160" name="Rectangle 159"/>
            <p:cNvSpPr/>
            <p:nvPr/>
          </p:nvSpPr>
          <p:spPr>
            <a:xfrm>
              <a:off x="7955110" y="1056723"/>
              <a:ext cx="58685" cy="82483"/>
            </a:xfrm>
            <a:prstGeom prst="rect">
              <a:avLst/>
            </a:prstGeom>
          </p:spPr>
          <p:style>
            <a:lnRef idx="2">
              <a:schemeClr val="dk1"/>
            </a:lnRef>
            <a:fillRef idx="1">
              <a:schemeClr val="lt1"/>
            </a:fillRef>
            <a:effectRef idx="0">
              <a:schemeClr val="dk1"/>
            </a:effectRef>
            <a:fontRef idx="minor">
              <a:schemeClr val="dk1"/>
            </a:fontRef>
          </p:style>
          <p:txBody>
            <a:bodyPr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endParaRPr lang="en-US" sz="1600"/>
            </a:p>
          </p:txBody>
        </p:sp>
        <p:sp>
          <p:nvSpPr>
            <p:cNvPr id="161" name="Flowchart: Magnetic Disk 160"/>
            <p:cNvSpPr/>
            <p:nvPr/>
          </p:nvSpPr>
          <p:spPr>
            <a:xfrm>
              <a:off x="7914217" y="661936"/>
              <a:ext cx="745665" cy="456329"/>
            </a:xfrm>
            <a:prstGeom prst="flowChartMagneticDisk">
              <a:avLst/>
            </a:prstGeom>
          </p:spPr>
          <p:style>
            <a:lnRef idx="2">
              <a:schemeClr val="dk1"/>
            </a:lnRef>
            <a:fillRef idx="1">
              <a:schemeClr val="lt1"/>
            </a:fillRef>
            <a:effectRef idx="0">
              <a:schemeClr val="dk1"/>
            </a:effectRef>
            <a:fontRef idx="minor">
              <a:schemeClr val="dk1"/>
            </a:fontRef>
          </p:style>
          <p:txBody>
            <a:bodyPr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endParaRPr lang="en-US" sz="1600"/>
            </a:p>
          </p:txBody>
        </p:sp>
        <p:cxnSp>
          <p:nvCxnSpPr>
            <p:cNvPr id="162" name="Straight Arrow Connector 161" descr="61b90ca4-b908-47bb-93b5-3759b335bb1b"/>
            <p:cNvCxnSpPr/>
            <p:nvPr/>
          </p:nvCxnSpPr>
          <p:spPr>
            <a:xfrm rot="120000">
              <a:off x="8253544" y="-36784"/>
              <a:ext cx="21041" cy="620618"/>
            </a:xfrm>
            <a:prstGeom prst="straightConnector1">
              <a:avLst/>
            </a:prstGeom>
            <a:ln w="28575">
              <a:solidFill>
                <a:sysClr val="windowText" lastClr="000000"/>
              </a:solidFill>
              <a:tailEnd type="triangle"/>
            </a:ln>
          </p:spPr>
          <p:style>
            <a:lnRef idx="1">
              <a:schemeClr val="accent1"/>
            </a:lnRef>
            <a:fillRef idx="0">
              <a:schemeClr val="accent1"/>
            </a:fillRef>
            <a:effectRef idx="0">
              <a:schemeClr val="accent1"/>
            </a:effectRef>
            <a:fontRef idx="minor">
              <a:schemeClr val="tx1"/>
            </a:fontRef>
          </p:style>
        </p:cxnSp>
      </p:grpSp>
      <p:sp>
        <p:nvSpPr>
          <p:cNvPr id="168" name="Rounded Rectangle 167"/>
          <p:cNvSpPr/>
          <p:nvPr/>
        </p:nvSpPr>
        <p:spPr>
          <a:xfrm>
            <a:off x="11348463" y="20869380"/>
            <a:ext cx="10052289" cy="4862937"/>
          </a:xfrm>
          <a:prstGeom prst="roundRect">
            <a:avLst/>
          </a:prstGeom>
          <a:solidFill>
            <a:schemeClr val="accent5">
              <a:alpha val="10196"/>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cxnSp>
        <p:nvCxnSpPr>
          <p:cNvPr id="171" name="Straight Arrow Connector 170"/>
          <p:cNvCxnSpPr/>
          <p:nvPr/>
        </p:nvCxnSpPr>
        <p:spPr>
          <a:xfrm>
            <a:off x="13073276" y="19125996"/>
            <a:ext cx="12832" cy="316808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flipH="1">
            <a:off x="13344938" y="17882855"/>
            <a:ext cx="464930" cy="962025"/>
          </a:xfrm>
          <a:prstGeom prst="line">
            <a:avLst/>
          </a:prstGeom>
          <a:ln w="28575">
            <a:solidFill>
              <a:sysClr val="windowText" lastClr="000000"/>
            </a:solidFill>
          </a:ln>
        </p:spPr>
        <p:style>
          <a:lnRef idx="1">
            <a:schemeClr val="accent1"/>
          </a:lnRef>
          <a:fillRef idx="0">
            <a:schemeClr val="accent1"/>
          </a:fillRef>
          <a:effectRef idx="0">
            <a:schemeClr val="accent1"/>
          </a:effectRef>
          <a:fontRef idx="minor">
            <a:schemeClr val="tx1"/>
          </a:fontRef>
        </p:style>
      </p:cxnSp>
      <p:sp>
        <p:nvSpPr>
          <p:cNvPr id="174" name="Teardrop 173"/>
          <p:cNvSpPr/>
          <p:nvPr/>
        </p:nvSpPr>
        <p:spPr>
          <a:xfrm flipH="1">
            <a:off x="13346702" y="18825323"/>
            <a:ext cx="151814" cy="133350"/>
          </a:xfrm>
          <a:prstGeom prst="teardrop">
            <a:avLst/>
          </a:prstGeom>
        </p:spPr>
        <p:style>
          <a:lnRef idx="2">
            <a:schemeClr val="dk1"/>
          </a:lnRef>
          <a:fillRef idx="1">
            <a:schemeClr val="lt1"/>
          </a:fillRef>
          <a:effectRef idx="0">
            <a:schemeClr val="dk1"/>
          </a:effectRef>
          <a:fontRef idx="minor">
            <a:schemeClr val="dk1"/>
          </a:fontRef>
        </p:style>
        <p:txBody>
          <a:bodyPr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endParaRPr lang="en-US" sz="1100"/>
          </a:p>
        </p:txBody>
      </p:sp>
      <p:sp>
        <p:nvSpPr>
          <p:cNvPr id="175" name="Teardrop 174"/>
          <p:cNvSpPr/>
          <p:nvPr/>
        </p:nvSpPr>
        <p:spPr>
          <a:xfrm rot="10800000" flipH="1">
            <a:off x="13184563" y="18711815"/>
            <a:ext cx="151814" cy="133350"/>
          </a:xfrm>
          <a:prstGeom prst="teardrop">
            <a:avLst/>
          </a:prstGeom>
        </p:spPr>
        <p:style>
          <a:lnRef idx="2">
            <a:schemeClr val="dk1"/>
          </a:lnRef>
          <a:fillRef idx="1">
            <a:schemeClr val="lt1"/>
          </a:fillRef>
          <a:effectRef idx="0">
            <a:schemeClr val="dk1"/>
          </a:effectRef>
          <a:fontRef idx="minor">
            <a:schemeClr val="dk1"/>
          </a:fontRef>
        </p:style>
        <p:txBody>
          <a:bodyPr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endParaRPr lang="en-US" sz="1100"/>
          </a:p>
        </p:txBody>
      </p:sp>
      <p:sp>
        <p:nvSpPr>
          <p:cNvPr id="176" name="TextBox 175"/>
          <p:cNvSpPr txBox="1"/>
          <p:nvPr/>
        </p:nvSpPr>
        <p:spPr>
          <a:xfrm>
            <a:off x="12398698" y="16435966"/>
            <a:ext cx="6628333" cy="1382558"/>
          </a:xfrm>
          <a:prstGeom prst="rect">
            <a:avLst/>
          </a:prstGeom>
          <a:noFill/>
        </p:spPr>
        <p:txBody>
          <a:bodyPr wrap="square" rtlCol="0">
            <a:spAutoFit/>
          </a:bodyPr>
          <a:lstStyle/>
          <a:p>
            <a:pPr algn="r"/>
            <a:r>
              <a:rPr lang="en-US" altLang="en-US" sz="3200" b="1" dirty="0">
                <a:latin typeface="Arial" panose="020B0604020202020204" pitchFamily="34" charset="0"/>
                <a:cs typeface="Arial" panose="020B0604020202020204" pitchFamily="34" charset="0"/>
              </a:rPr>
              <a:t>Viral Inactivation</a:t>
            </a:r>
          </a:p>
          <a:p>
            <a:pPr algn="r"/>
            <a:endParaRPr lang="en-US" dirty="0"/>
          </a:p>
        </p:txBody>
      </p:sp>
      <p:sp>
        <p:nvSpPr>
          <p:cNvPr id="177" name="TextBox 176"/>
          <p:cNvSpPr txBox="1"/>
          <p:nvPr/>
        </p:nvSpPr>
        <p:spPr>
          <a:xfrm>
            <a:off x="11416515" y="20911518"/>
            <a:ext cx="6628333" cy="1382558"/>
          </a:xfrm>
          <a:prstGeom prst="rect">
            <a:avLst/>
          </a:prstGeom>
          <a:noFill/>
        </p:spPr>
        <p:txBody>
          <a:bodyPr wrap="square" rtlCol="0">
            <a:spAutoFit/>
          </a:bodyPr>
          <a:lstStyle/>
          <a:p>
            <a:pPr algn="r"/>
            <a:r>
              <a:rPr lang="en-US" altLang="en-US" sz="3200" b="1" dirty="0">
                <a:latin typeface="Arial" panose="020B0604020202020204" pitchFamily="34" charset="0"/>
                <a:cs typeface="Arial" panose="020B0604020202020204" pitchFamily="34" charset="0"/>
              </a:rPr>
              <a:t>Filter Train (AEX and VF)</a:t>
            </a:r>
          </a:p>
          <a:p>
            <a:pPr algn="r"/>
            <a:endParaRPr lang="en-US" dirty="0"/>
          </a:p>
        </p:txBody>
      </p:sp>
      <p:sp>
        <p:nvSpPr>
          <p:cNvPr id="179" name="Rounded Rectangle 178"/>
          <p:cNvSpPr/>
          <p:nvPr/>
        </p:nvSpPr>
        <p:spPr>
          <a:xfrm>
            <a:off x="10279254" y="25035795"/>
            <a:ext cx="10052289" cy="4408269"/>
          </a:xfrm>
          <a:prstGeom prst="roundRect">
            <a:avLst/>
          </a:prstGeom>
          <a:solidFill>
            <a:schemeClr val="accent3">
              <a:alpha val="10196"/>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pic>
        <p:nvPicPr>
          <p:cNvPr id="182" name="Picture 10" descr="Picture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79254" y="29975843"/>
            <a:ext cx="664527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3" name="TextBox 182"/>
          <p:cNvSpPr txBox="1"/>
          <p:nvPr/>
        </p:nvSpPr>
        <p:spPr>
          <a:xfrm>
            <a:off x="10279253" y="29435376"/>
            <a:ext cx="6027821" cy="1382558"/>
          </a:xfrm>
          <a:prstGeom prst="rect">
            <a:avLst/>
          </a:prstGeom>
          <a:noFill/>
        </p:spPr>
        <p:txBody>
          <a:bodyPr wrap="square" rtlCol="0">
            <a:spAutoFit/>
          </a:bodyPr>
          <a:lstStyle/>
          <a:p>
            <a:r>
              <a:rPr lang="en-US" altLang="en-US" sz="3200" b="1" dirty="0">
                <a:solidFill>
                  <a:srgbClr val="00539B"/>
                </a:solidFill>
                <a:latin typeface="Arial" panose="020B0604020202020204" pitchFamily="34" charset="0"/>
                <a:cs typeface="Arial" panose="020B0604020202020204" pitchFamily="34" charset="0"/>
              </a:rPr>
              <a:t>Conclusion and Future Work</a:t>
            </a:r>
          </a:p>
          <a:p>
            <a:endParaRPr lang="en-US" dirty="0"/>
          </a:p>
        </p:txBody>
      </p:sp>
      <p:grpSp>
        <p:nvGrpSpPr>
          <p:cNvPr id="186" name="Group 185"/>
          <p:cNvGrpSpPr/>
          <p:nvPr/>
        </p:nvGrpSpPr>
        <p:grpSpPr>
          <a:xfrm>
            <a:off x="13199486" y="21718369"/>
            <a:ext cx="5160658" cy="952037"/>
            <a:chOff x="0" y="-239814"/>
            <a:chExt cx="5161181" cy="952868"/>
          </a:xfrm>
        </p:grpSpPr>
        <p:grpSp>
          <p:nvGrpSpPr>
            <p:cNvPr id="187" name="Group 186"/>
            <p:cNvGrpSpPr/>
            <p:nvPr/>
          </p:nvGrpSpPr>
          <p:grpSpPr>
            <a:xfrm>
              <a:off x="0" y="-239814"/>
              <a:ext cx="4270725" cy="952868"/>
              <a:chOff x="0" y="-239814"/>
              <a:chExt cx="4270725" cy="952868"/>
            </a:xfrm>
          </p:grpSpPr>
          <p:sp>
            <p:nvSpPr>
              <p:cNvPr id="190" name="Isosceles Triangle 189"/>
              <p:cNvSpPr/>
              <p:nvPr/>
            </p:nvSpPr>
            <p:spPr>
              <a:xfrm>
                <a:off x="174424" y="301276"/>
                <a:ext cx="201930" cy="180975"/>
              </a:xfrm>
              <a:prstGeom prst="triangle">
                <a:avLst/>
              </a:prstGeom>
              <a:solidFill>
                <a:schemeClr val="bg1"/>
              </a:solidFill>
              <a:ln>
                <a:solidFill>
                  <a:srgbClr val="002F5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sz="5400"/>
              </a:p>
            </p:txBody>
          </p:sp>
          <p:grpSp>
            <p:nvGrpSpPr>
              <p:cNvPr id="191" name="Group 190"/>
              <p:cNvGrpSpPr/>
              <p:nvPr/>
            </p:nvGrpSpPr>
            <p:grpSpPr>
              <a:xfrm>
                <a:off x="0" y="-239814"/>
                <a:ext cx="4270725" cy="952868"/>
                <a:chOff x="0" y="-239814"/>
                <a:chExt cx="4270725" cy="952868"/>
              </a:xfrm>
            </p:grpSpPr>
            <p:cxnSp>
              <p:nvCxnSpPr>
                <p:cNvPr id="192" name="Straight Arrow Connector 191"/>
                <p:cNvCxnSpPr/>
                <p:nvPr/>
              </p:nvCxnSpPr>
              <p:spPr>
                <a:xfrm>
                  <a:off x="0" y="332989"/>
                  <a:ext cx="4069873" cy="1057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93" name="Rectangle 192"/>
                <p:cNvSpPr/>
                <p:nvPr/>
              </p:nvSpPr>
              <p:spPr>
                <a:xfrm>
                  <a:off x="750548" y="232564"/>
                  <a:ext cx="586696" cy="315572"/>
                </a:xfrm>
                <a:prstGeom prst="rect">
                  <a:avLst/>
                </a:prstGeom>
                <a:pattFill prst="pct75">
                  <a:fgClr>
                    <a:schemeClr val="accent1"/>
                  </a:fgClr>
                  <a:bgClr>
                    <a:schemeClr val="bg1"/>
                  </a:bgClr>
                </a:pattFill>
                <a:ln>
                  <a:noFill/>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sz="5400"/>
                </a:p>
              </p:txBody>
            </p:sp>
            <p:sp>
              <p:nvSpPr>
                <p:cNvPr id="194" name="Oval 193"/>
                <p:cNvSpPr/>
                <p:nvPr/>
              </p:nvSpPr>
              <p:spPr>
                <a:xfrm>
                  <a:off x="174424" y="232564"/>
                  <a:ext cx="200660" cy="208915"/>
                </a:xfrm>
                <a:prstGeom prst="ellipse">
                  <a:avLst/>
                </a:prstGeom>
                <a:solidFill>
                  <a:schemeClr val="bg1"/>
                </a:solidFill>
                <a:ln>
                  <a:solidFill>
                    <a:srgbClr val="002F5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sz="5400"/>
                </a:p>
              </p:txBody>
            </p:sp>
            <p:sp>
              <p:nvSpPr>
                <p:cNvPr id="195" name="Rectangle 194"/>
                <p:cNvSpPr/>
                <p:nvPr/>
              </p:nvSpPr>
              <p:spPr>
                <a:xfrm>
                  <a:off x="1696662" y="232564"/>
                  <a:ext cx="623672" cy="315572"/>
                </a:xfrm>
                <a:prstGeom prst="rect">
                  <a:avLst/>
                </a:prstGeom>
                <a:solidFill>
                  <a:schemeClr val="bg1"/>
                </a:solidFill>
                <a:ln>
                  <a:solidFill>
                    <a:schemeClr val="accent1">
                      <a:shade val="50000"/>
                    </a:schemeClr>
                  </a:solidFill>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sz="5400"/>
                </a:p>
              </p:txBody>
            </p:sp>
            <p:cxnSp>
              <p:nvCxnSpPr>
                <p:cNvPr id="196" name="Straight Connector 195"/>
                <p:cNvCxnSpPr/>
                <p:nvPr/>
              </p:nvCxnSpPr>
              <p:spPr>
                <a:xfrm flipV="1">
                  <a:off x="1691376" y="270455"/>
                  <a:ext cx="600281" cy="267056"/>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97" name="Flowchart: Delay 196"/>
                <p:cNvSpPr/>
                <p:nvPr/>
              </p:nvSpPr>
              <p:spPr>
                <a:xfrm>
                  <a:off x="2717915" y="136859"/>
                  <a:ext cx="206137" cy="435302"/>
                </a:xfrm>
                <a:prstGeom prst="flowChartDelay">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sz="5400"/>
                </a:p>
              </p:txBody>
            </p:sp>
            <p:sp>
              <p:nvSpPr>
                <p:cNvPr id="198" name="Can 197"/>
                <p:cNvSpPr/>
                <p:nvPr/>
              </p:nvSpPr>
              <p:spPr>
                <a:xfrm rot="16200000">
                  <a:off x="3025143" y="178407"/>
                  <a:ext cx="820766" cy="189865"/>
                </a:xfrm>
                <a:prstGeom prst="can">
                  <a:avLst>
                    <a:gd name="adj" fmla="val 38919"/>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sz="5400"/>
                </a:p>
              </p:txBody>
            </p:sp>
            <p:sp>
              <p:nvSpPr>
                <p:cNvPr id="199" name="Can 198"/>
                <p:cNvSpPr/>
                <p:nvPr/>
              </p:nvSpPr>
              <p:spPr>
                <a:xfrm>
                  <a:off x="4101587" y="-239814"/>
                  <a:ext cx="169138" cy="952868"/>
                </a:xfrm>
                <a:prstGeom prst="can">
                  <a:avLst/>
                </a:prstGeom>
                <a:pattFill prst="narVert">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sz="5400"/>
                </a:p>
              </p:txBody>
            </p:sp>
            <p:grpSp>
              <p:nvGrpSpPr>
                <p:cNvPr id="200" name="Group 199"/>
                <p:cNvGrpSpPr/>
                <p:nvPr/>
              </p:nvGrpSpPr>
              <p:grpSpPr>
                <a:xfrm>
                  <a:off x="443987" y="36998"/>
                  <a:ext cx="317133" cy="293455"/>
                  <a:chOff x="0" y="0"/>
                  <a:chExt cx="317133" cy="293455"/>
                </a:xfrm>
              </p:grpSpPr>
              <p:grpSp>
                <p:nvGrpSpPr>
                  <p:cNvPr id="221" name="Group 220"/>
                  <p:cNvGrpSpPr/>
                  <p:nvPr/>
                </p:nvGrpSpPr>
                <p:grpSpPr>
                  <a:xfrm>
                    <a:off x="0" y="0"/>
                    <a:ext cx="317133" cy="280134"/>
                    <a:chOff x="-5286" y="-5286"/>
                    <a:chExt cx="317133" cy="280134"/>
                  </a:xfrm>
                </p:grpSpPr>
                <p:sp>
                  <p:nvSpPr>
                    <p:cNvPr id="223" name="Text Box 150"/>
                    <p:cNvSpPr txBox="1"/>
                    <p:nvPr/>
                  </p:nvSpPr>
                  <p:spPr>
                    <a:xfrm>
                      <a:off x="-5286" y="-5286"/>
                      <a:ext cx="317133" cy="280134"/>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spcBef>
                          <a:spcPts val="0"/>
                        </a:spcBef>
                        <a:spcAft>
                          <a:spcPts val="0"/>
                        </a:spcAft>
                      </a:pPr>
                      <a:r>
                        <a:rPr lang="en-US" sz="1400" dirty="0">
                          <a:effectLst/>
                          <a:ea typeface="Times New Roman" panose="02020603050405020304" pitchFamily="18" charset="0"/>
                        </a:rPr>
                        <a:t>P</a:t>
                      </a:r>
                      <a:endParaRPr lang="en-US" sz="1400" dirty="0">
                        <a:effectLst/>
                        <a:latin typeface="Times New Roman" panose="02020603050405020304" pitchFamily="18" charset="0"/>
                        <a:ea typeface="Times New Roman" panose="02020603050405020304" pitchFamily="18" charset="0"/>
                      </a:endParaRPr>
                    </a:p>
                  </p:txBody>
                </p:sp>
                <p:sp>
                  <p:nvSpPr>
                    <p:cNvPr id="224" name="Oval 223"/>
                    <p:cNvSpPr/>
                    <p:nvPr/>
                  </p:nvSpPr>
                  <p:spPr>
                    <a:xfrm>
                      <a:off x="26428" y="26428"/>
                      <a:ext cx="200489" cy="208757"/>
                    </a:xfrm>
                    <a:prstGeom prst="ellipse">
                      <a:avLst/>
                    </a:prstGeom>
                    <a:noFill/>
                    <a:ln>
                      <a:solidFill>
                        <a:srgbClr val="002F5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sz="5400"/>
                    </a:p>
                  </p:txBody>
                </p:sp>
              </p:grpSp>
              <p:cxnSp>
                <p:nvCxnSpPr>
                  <p:cNvPr id="222" name="Straight Connector 221"/>
                  <p:cNvCxnSpPr/>
                  <p:nvPr/>
                </p:nvCxnSpPr>
                <p:spPr>
                  <a:xfrm>
                    <a:off x="126853" y="237850"/>
                    <a:ext cx="0" cy="55605"/>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201" name="Group 200"/>
                <p:cNvGrpSpPr/>
                <p:nvPr/>
              </p:nvGrpSpPr>
              <p:grpSpPr>
                <a:xfrm>
                  <a:off x="1395385" y="36998"/>
                  <a:ext cx="317133" cy="293455"/>
                  <a:chOff x="0" y="0"/>
                  <a:chExt cx="317133" cy="293455"/>
                </a:xfrm>
              </p:grpSpPr>
              <p:grpSp>
                <p:nvGrpSpPr>
                  <p:cNvPr id="217" name="Group 216"/>
                  <p:cNvGrpSpPr/>
                  <p:nvPr/>
                </p:nvGrpSpPr>
                <p:grpSpPr>
                  <a:xfrm>
                    <a:off x="0" y="0"/>
                    <a:ext cx="317133" cy="280134"/>
                    <a:chOff x="-5286" y="-5286"/>
                    <a:chExt cx="317133" cy="280134"/>
                  </a:xfrm>
                </p:grpSpPr>
                <p:sp>
                  <p:nvSpPr>
                    <p:cNvPr id="219" name="Text Box 156"/>
                    <p:cNvSpPr txBox="1"/>
                    <p:nvPr/>
                  </p:nvSpPr>
                  <p:spPr>
                    <a:xfrm>
                      <a:off x="-5286" y="-5286"/>
                      <a:ext cx="317133" cy="280134"/>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spcBef>
                          <a:spcPts val="0"/>
                        </a:spcBef>
                        <a:spcAft>
                          <a:spcPts val="0"/>
                        </a:spcAft>
                      </a:pPr>
                      <a:r>
                        <a:rPr lang="en-US" sz="1400">
                          <a:effectLst/>
                          <a:ea typeface="Times New Roman" panose="02020603050405020304" pitchFamily="18" charset="0"/>
                        </a:rPr>
                        <a:t>P</a:t>
                      </a:r>
                      <a:endParaRPr lang="en-US" sz="1400">
                        <a:effectLst/>
                        <a:latin typeface="Times New Roman" panose="02020603050405020304" pitchFamily="18" charset="0"/>
                        <a:ea typeface="Times New Roman" panose="02020603050405020304" pitchFamily="18" charset="0"/>
                      </a:endParaRPr>
                    </a:p>
                  </p:txBody>
                </p:sp>
                <p:sp>
                  <p:nvSpPr>
                    <p:cNvPr id="220" name="Oval 219"/>
                    <p:cNvSpPr/>
                    <p:nvPr/>
                  </p:nvSpPr>
                  <p:spPr>
                    <a:xfrm>
                      <a:off x="26428" y="26428"/>
                      <a:ext cx="200489" cy="208757"/>
                    </a:xfrm>
                    <a:prstGeom prst="ellipse">
                      <a:avLst/>
                    </a:prstGeom>
                    <a:noFill/>
                    <a:ln>
                      <a:solidFill>
                        <a:srgbClr val="002F5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sz="5400"/>
                    </a:p>
                  </p:txBody>
                </p:sp>
              </p:grpSp>
              <p:cxnSp>
                <p:nvCxnSpPr>
                  <p:cNvPr id="218" name="Straight Connector 217"/>
                  <p:cNvCxnSpPr/>
                  <p:nvPr/>
                </p:nvCxnSpPr>
                <p:spPr>
                  <a:xfrm>
                    <a:off x="126853" y="237850"/>
                    <a:ext cx="0" cy="55605"/>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202" name="Group 201"/>
                <p:cNvGrpSpPr/>
                <p:nvPr/>
              </p:nvGrpSpPr>
              <p:grpSpPr>
                <a:xfrm>
                  <a:off x="2394354" y="47570"/>
                  <a:ext cx="317133" cy="293455"/>
                  <a:chOff x="0" y="0"/>
                  <a:chExt cx="317133" cy="293455"/>
                </a:xfrm>
              </p:grpSpPr>
              <p:grpSp>
                <p:nvGrpSpPr>
                  <p:cNvPr id="213" name="Group 212"/>
                  <p:cNvGrpSpPr/>
                  <p:nvPr/>
                </p:nvGrpSpPr>
                <p:grpSpPr>
                  <a:xfrm>
                    <a:off x="0" y="0"/>
                    <a:ext cx="317133" cy="280134"/>
                    <a:chOff x="-5286" y="-5286"/>
                    <a:chExt cx="317133" cy="280134"/>
                  </a:xfrm>
                </p:grpSpPr>
                <p:sp>
                  <p:nvSpPr>
                    <p:cNvPr id="215" name="Text Box 161"/>
                    <p:cNvSpPr txBox="1"/>
                    <p:nvPr/>
                  </p:nvSpPr>
                  <p:spPr>
                    <a:xfrm>
                      <a:off x="-5286" y="-5286"/>
                      <a:ext cx="317133" cy="280134"/>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spcBef>
                          <a:spcPts val="0"/>
                        </a:spcBef>
                        <a:spcAft>
                          <a:spcPts val="0"/>
                        </a:spcAft>
                      </a:pPr>
                      <a:r>
                        <a:rPr lang="en-US" sz="1400">
                          <a:effectLst/>
                          <a:ea typeface="Times New Roman" panose="02020603050405020304" pitchFamily="18" charset="0"/>
                        </a:rPr>
                        <a:t>P</a:t>
                      </a:r>
                      <a:endParaRPr lang="en-US" sz="1400">
                        <a:effectLst/>
                        <a:latin typeface="Times New Roman" panose="02020603050405020304" pitchFamily="18" charset="0"/>
                        <a:ea typeface="Times New Roman" panose="02020603050405020304" pitchFamily="18" charset="0"/>
                      </a:endParaRPr>
                    </a:p>
                  </p:txBody>
                </p:sp>
                <p:sp>
                  <p:nvSpPr>
                    <p:cNvPr id="216" name="Oval 215"/>
                    <p:cNvSpPr/>
                    <p:nvPr/>
                  </p:nvSpPr>
                  <p:spPr>
                    <a:xfrm>
                      <a:off x="26428" y="26428"/>
                      <a:ext cx="200489" cy="208757"/>
                    </a:xfrm>
                    <a:prstGeom prst="ellipse">
                      <a:avLst/>
                    </a:prstGeom>
                    <a:noFill/>
                    <a:ln>
                      <a:solidFill>
                        <a:srgbClr val="002F5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sz="5400"/>
                    </a:p>
                  </p:txBody>
                </p:sp>
              </p:grpSp>
              <p:cxnSp>
                <p:nvCxnSpPr>
                  <p:cNvPr id="214" name="Straight Connector 213"/>
                  <p:cNvCxnSpPr/>
                  <p:nvPr/>
                </p:nvCxnSpPr>
                <p:spPr>
                  <a:xfrm>
                    <a:off x="126853" y="237850"/>
                    <a:ext cx="0" cy="55605"/>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203" name="Group 202"/>
                <p:cNvGrpSpPr/>
                <p:nvPr/>
              </p:nvGrpSpPr>
              <p:grpSpPr>
                <a:xfrm>
                  <a:off x="2981050" y="47570"/>
                  <a:ext cx="317133" cy="293455"/>
                  <a:chOff x="0" y="0"/>
                  <a:chExt cx="317133" cy="293455"/>
                </a:xfrm>
              </p:grpSpPr>
              <p:grpSp>
                <p:nvGrpSpPr>
                  <p:cNvPr id="209" name="Group 208"/>
                  <p:cNvGrpSpPr/>
                  <p:nvPr/>
                </p:nvGrpSpPr>
                <p:grpSpPr>
                  <a:xfrm>
                    <a:off x="0" y="0"/>
                    <a:ext cx="317133" cy="280134"/>
                    <a:chOff x="-5286" y="-5286"/>
                    <a:chExt cx="317133" cy="280134"/>
                  </a:xfrm>
                </p:grpSpPr>
                <p:sp>
                  <p:nvSpPr>
                    <p:cNvPr id="211" name="Text Box 166"/>
                    <p:cNvSpPr txBox="1"/>
                    <p:nvPr/>
                  </p:nvSpPr>
                  <p:spPr>
                    <a:xfrm>
                      <a:off x="-5286" y="-5286"/>
                      <a:ext cx="317133" cy="280134"/>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spcBef>
                          <a:spcPts val="0"/>
                        </a:spcBef>
                        <a:spcAft>
                          <a:spcPts val="0"/>
                        </a:spcAft>
                      </a:pPr>
                      <a:r>
                        <a:rPr lang="en-US" sz="1400">
                          <a:effectLst/>
                          <a:ea typeface="Times New Roman" panose="02020603050405020304" pitchFamily="18" charset="0"/>
                        </a:rPr>
                        <a:t>P</a:t>
                      </a:r>
                      <a:endParaRPr lang="en-US" sz="1400">
                        <a:effectLst/>
                        <a:latin typeface="Times New Roman" panose="02020603050405020304" pitchFamily="18" charset="0"/>
                        <a:ea typeface="Times New Roman" panose="02020603050405020304" pitchFamily="18" charset="0"/>
                      </a:endParaRPr>
                    </a:p>
                  </p:txBody>
                </p:sp>
                <p:sp>
                  <p:nvSpPr>
                    <p:cNvPr id="212" name="Oval 211"/>
                    <p:cNvSpPr/>
                    <p:nvPr/>
                  </p:nvSpPr>
                  <p:spPr>
                    <a:xfrm>
                      <a:off x="26428" y="26428"/>
                      <a:ext cx="200489" cy="208757"/>
                    </a:xfrm>
                    <a:prstGeom prst="ellipse">
                      <a:avLst/>
                    </a:prstGeom>
                    <a:noFill/>
                    <a:ln>
                      <a:solidFill>
                        <a:srgbClr val="002F5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sz="5400"/>
                    </a:p>
                  </p:txBody>
                </p:sp>
              </p:grpSp>
              <p:cxnSp>
                <p:nvCxnSpPr>
                  <p:cNvPr id="210" name="Straight Connector 209"/>
                  <p:cNvCxnSpPr/>
                  <p:nvPr/>
                </p:nvCxnSpPr>
                <p:spPr>
                  <a:xfrm>
                    <a:off x="126853" y="237850"/>
                    <a:ext cx="0" cy="55605"/>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3652315" y="47570"/>
                  <a:ext cx="317133" cy="293455"/>
                  <a:chOff x="0" y="0"/>
                  <a:chExt cx="317133" cy="293455"/>
                </a:xfrm>
              </p:grpSpPr>
              <p:grpSp>
                <p:nvGrpSpPr>
                  <p:cNvPr id="205" name="Group 204"/>
                  <p:cNvGrpSpPr/>
                  <p:nvPr/>
                </p:nvGrpSpPr>
                <p:grpSpPr>
                  <a:xfrm>
                    <a:off x="0" y="0"/>
                    <a:ext cx="317133" cy="280134"/>
                    <a:chOff x="-5286" y="-5286"/>
                    <a:chExt cx="317133" cy="280134"/>
                  </a:xfrm>
                </p:grpSpPr>
                <p:sp>
                  <p:nvSpPr>
                    <p:cNvPr id="207" name="Text Box 171"/>
                    <p:cNvSpPr txBox="1"/>
                    <p:nvPr/>
                  </p:nvSpPr>
                  <p:spPr>
                    <a:xfrm>
                      <a:off x="-5286" y="-5286"/>
                      <a:ext cx="317133" cy="280134"/>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spcBef>
                          <a:spcPts val="0"/>
                        </a:spcBef>
                        <a:spcAft>
                          <a:spcPts val="0"/>
                        </a:spcAft>
                      </a:pPr>
                      <a:r>
                        <a:rPr lang="en-US" sz="1400">
                          <a:effectLst/>
                          <a:ea typeface="Times New Roman" panose="02020603050405020304" pitchFamily="18" charset="0"/>
                        </a:rPr>
                        <a:t>P</a:t>
                      </a:r>
                      <a:endParaRPr lang="en-US" sz="1400">
                        <a:effectLst/>
                        <a:latin typeface="Times New Roman" panose="02020603050405020304" pitchFamily="18" charset="0"/>
                        <a:ea typeface="Times New Roman" panose="02020603050405020304" pitchFamily="18" charset="0"/>
                      </a:endParaRPr>
                    </a:p>
                  </p:txBody>
                </p:sp>
                <p:sp>
                  <p:nvSpPr>
                    <p:cNvPr id="208" name="Oval 207"/>
                    <p:cNvSpPr/>
                    <p:nvPr/>
                  </p:nvSpPr>
                  <p:spPr>
                    <a:xfrm>
                      <a:off x="26428" y="26428"/>
                      <a:ext cx="200489" cy="208757"/>
                    </a:xfrm>
                    <a:prstGeom prst="ellipse">
                      <a:avLst/>
                    </a:prstGeom>
                    <a:noFill/>
                    <a:ln>
                      <a:solidFill>
                        <a:srgbClr val="002F5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sz="5400"/>
                    </a:p>
                  </p:txBody>
                </p:sp>
              </p:grpSp>
              <p:cxnSp>
                <p:nvCxnSpPr>
                  <p:cNvPr id="206" name="Straight Connector 205"/>
                  <p:cNvCxnSpPr/>
                  <p:nvPr/>
                </p:nvCxnSpPr>
                <p:spPr>
                  <a:xfrm>
                    <a:off x="126853" y="237850"/>
                    <a:ext cx="0" cy="55605"/>
                  </a:xfrm>
                  <a:prstGeom prst="line">
                    <a:avLst/>
                  </a:prstGeom>
                  <a:ln w="19050"/>
                </p:spPr>
                <p:style>
                  <a:lnRef idx="1">
                    <a:schemeClr val="accent1"/>
                  </a:lnRef>
                  <a:fillRef idx="0">
                    <a:schemeClr val="accent1"/>
                  </a:fillRef>
                  <a:effectRef idx="0">
                    <a:schemeClr val="accent1"/>
                  </a:effectRef>
                  <a:fontRef idx="minor">
                    <a:schemeClr val="tx1"/>
                  </a:fontRef>
                </p:style>
              </p:cxnSp>
            </p:grpSp>
          </p:grpSp>
        </p:grpSp>
        <p:cxnSp>
          <p:nvCxnSpPr>
            <p:cNvPr id="188" name="Straight Arrow Connector 187"/>
            <p:cNvCxnSpPr/>
            <p:nvPr/>
          </p:nvCxnSpPr>
          <p:spPr>
            <a:xfrm>
              <a:off x="4302437" y="343560"/>
              <a:ext cx="858744"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sp>
        <p:nvSpPr>
          <p:cNvPr id="225" name="TextBox 224"/>
          <p:cNvSpPr txBox="1"/>
          <p:nvPr/>
        </p:nvSpPr>
        <p:spPr>
          <a:xfrm>
            <a:off x="14010537" y="22610747"/>
            <a:ext cx="473775" cy="307777"/>
          </a:xfrm>
          <a:prstGeom prst="rect">
            <a:avLst/>
          </a:prstGeom>
          <a:noFill/>
        </p:spPr>
        <p:txBody>
          <a:bodyPr wrap="square" rtlCol="0">
            <a:spAutoFit/>
          </a:bodyPr>
          <a:lstStyle/>
          <a:p>
            <a:pPr algn="ctr"/>
            <a:r>
              <a:rPr lang="en-US" sz="1400" dirty="0"/>
              <a:t>(1)</a:t>
            </a:r>
          </a:p>
        </p:txBody>
      </p:sp>
      <p:sp>
        <p:nvSpPr>
          <p:cNvPr id="226" name="TextBox 225"/>
          <p:cNvSpPr txBox="1"/>
          <p:nvPr/>
        </p:nvSpPr>
        <p:spPr>
          <a:xfrm>
            <a:off x="14955484" y="22608014"/>
            <a:ext cx="473775" cy="307777"/>
          </a:xfrm>
          <a:prstGeom prst="rect">
            <a:avLst/>
          </a:prstGeom>
          <a:noFill/>
        </p:spPr>
        <p:txBody>
          <a:bodyPr wrap="square" rtlCol="0">
            <a:spAutoFit/>
          </a:bodyPr>
          <a:lstStyle/>
          <a:p>
            <a:pPr algn="ctr"/>
            <a:r>
              <a:rPr lang="en-US" sz="1400" dirty="0"/>
              <a:t>(2)</a:t>
            </a:r>
          </a:p>
        </p:txBody>
      </p:sp>
      <p:sp>
        <p:nvSpPr>
          <p:cNvPr id="227" name="TextBox 226"/>
          <p:cNvSpPr txBox="1"/>
          <p:nvPr/>
        </p:nvSpPr>
        <p:spPr>
          <a:xfrm>
            <a:off x="15747612" y="22606439"/>
            <a:ext cx="473775" cy="307777"/>
          </a:xfrm>
          <a:prstGeom prst="rect">
            <a:avLst/>
          </a:prstGeom>
          <a:noFill/>
        </p:spPr>
        <p:txBody>
          <a:bodyPr wrap="square" rtlCol="0">
            <a:spAutoFit/>
          </a:bodyPr>
          <a:lstStyle/>
          <a:p>
            <a:pPr algn="ctr"/>
            <a:r>
              <a:rPr lang="en-US" sz="1400" dirty="0"/>
              <a:t>(3)</a:t>
            </a:r>
          </a:p>
        </p:txBody>
      </p:sp>
      <p:sp>
        <p:nvSpPr>
          <p:cNvPr id="228" name="TextBox 227"/>
          <p:cNvSpPr txBox="1"/>
          <p:nvPr/>
        </p:nvSpPr>
        <p:spPr>
          <a:xfrm>
            <a:off x="16393641" y="22607738"/>
            <a:ext cx="473775" cy="307777"/>
          </a:xfrm>
          <a:prstGeom prst="rect">
            <a:avLst/>
          </a:prstGeom>
          <a:noFill/>
        </p:spPr>
        <p:txBody>
          <a:bodyPr wrap="square" rtlCol="0">
            <a:spAutoFit/>
          </a:bodyPr>
          <a:lstStyle/>
          <a:p>
            <a:pPr algn="ctr"/>
            <a:r>
              <a:rPr lang="en-US" sz="1400" dirty="0"/>
              <a:t>(4)</a:t>
            </a:r>
          </a:p>
        </p:txBody>
      </p:sp>
      <p:sp>
        <p:nvSpPr>
          <p:cNvPr id="229" name="TextBox 228"/>
          <p:cNvSpPr txBox="1"/>
          <p:nvPr/>
        </p:nvSpPr>
        <p:spPr>
          <a:xfrm>
            <a:off x="17153978" y="22605005"/>
            <a:ext cx="473775" cy="307777"/>
          </a:xfrm>
          <a:prstGeom prst="rect">
            <a:avLst/>
          </a:prstGeom>
          <a:noFill/>
        </p:spPr>
        <p:txBody>
          <a:bodyPr wrap="square" rtlCol="0">
            <a:spAutoFit/>
          </a:bodyPr>
          <a:lstStyle/>
          <a:p>
            <a:pPr algn="ctr"/>
            <a:r>
              <a:rPr lang="en-US" sz="1400" dirty="0"/>
              <a:t>(5)</a:t>
            </a:r>
          </a:p>
        </p:txBody>
      </p:sp>
      <p:graphicFrame>
        <p:nvGraphicFramePr>
          <p:cNvPr id="233" name="Content Placeholder 5"/>
          <p:cNvGraphicFramePr>
            <a:graphicFrameLocks/>
          </p:cNvGraphicFramePr>
          <p:nvPr>
            <p:extLst>
              <p:ext uri="{D42A27DB-BD31-4B8C-83A1-F6EECF244321}">
                <p14:modId xmlns:p14="http://schemas.microsoft.com/office/powerpoint/2010/main" val="3979207990"/>
              </p:ext>
            </p:extLst>
          </p:nvPr>
        </p:nvGraphicFramePr>
        <p:xfrm>
          <a:off x="11428839" y="22931033"/>
          <a:ext cx="6878289" cy="1896240"/>
        </p:xfrm>
        <a:graphic>
          <a:graphicData uri="http://schemas.openxmlformats.org/drawingml/2006/table">
            <a:tbl>
              <a:tblPr firstRow="1" firstCol="1" bandRow="1">
                <a:tableStyleId>{2A488322-F2BA-4B5B-9748-0D474271808F}</a:tableStyleId>
              </a:tblPr>
              <a:tblGrid>
                <a:gridCol w="2559877">
                  <a:extLst>
                    <a:ext uri="{9D8B030D-6E8A-4147-A177-3AD203B41FA5}">
                      <a16:colId xmlns:a16="http://schemas.microsoft.com/office/drawing/2014/main" val="20000"/>
                    </a:ext>
                  </a:extLst>
                </a:gridCol>
                <a:gridCol w="1455821">
                  <a:extLst>
                    <a:ext uri="{9D8B030D-6E8A-4147-A177-3AD203B41FA5}">
                      <a16:colId xmlns:a16="http://schemas.microsoft.com/office/drawing/2014/main" val="20001"/>
                    </a:ext>
                  </a:extLst>
                </a:gridCol>
                <a:gridCol w="1431758">
                  <a:extLst>
                    <a:ext uri="{9D8B030D-6E8A-4147-A177-3AD203B41FA5}">
                      <a16:colId xmlns:a16="http://schemas.microsoft.com/office/drawing/2014/main" val="20002"/>
                    </a:ext>
                  </a:extLst>
                </a:gridCol>
                <a:gridCol w="1430833">
                  <a:extLst>
                    <a:ext uri="{9D8B030D-6E8A-4147-A177-3AD203B41FA5}">
                      <a16:colId xmlns:a16="http://schemas.microsoft.com/office/drawing/2014/main" val="20003"/>
                    </a:ext>
                  </a:extLst>
                </a:gridCol>
              </a:tblGrid>
              <a:tr h="0">
                <a:tc>
                  <a:txBody>
                    <a:bodyPr/>
                    <a:lstStyle/>
                    <a:p>
                      <a:pPr marL="0" marR="0">
                        <a:lnSpc>
                          <a:spcPct val="125000"/>
                        </a:lnSpc>
                        <a:spcBef>
                          <a:spcPts val="0"/>
                        </a:spcBef>
                        <a:spcAft>
                          <a:spcPts val="0"/>
                        </a:spcAft>
                      </a:pPr>
                      <a:r>
                        <a:rPr lang="en-US" sz="1800" dirty="0">
                          <a:effectLst/>
                        </a:rPr>
                        <a:t> </a:t>
                      </a:r>
                      <a:endParaRPr lang="en-US" sz="1800" dirty="0">
                        <a:effectLst/>
                        <a:latin typeface="Times New Roman" panose="02020603050405020304" pitchFamily="18" charset="0"/>
                        <a:ea typeface="Times New Roman" panose="02020603050405020304" pitchFamily="18" charset="0"/>
                      </a:endParaRPr>
                    </a:p>
                  </a:txBody>
                  <a:tcPr marL="49035" marR="49035" marT="0" marB="0"/>
                </a:tc>
                <a:tc>
                  <a:txBody>
                    <a:bodyPr/>
                    <a:lstStyle/>
                    <a:p>
                      <a:pPr marL="0" marR="0" algn="ctr">
                        <a:lnSpc>
                          <a:spcPct val="125000"/>
                        </a:lnSpc>
                        <a:spcBef>
                          <a:spcPts val="0"/>
                        </a:spcBef>
                        <a:spcAft>
                          <a:spcPts val="0"/>
                        </a:spcAft>
                      </a:pPr>
                      <a:r>
                        <a:rPr lang="en-US" sz="1800" dirty="0">
                          <a:effectLst/>
                        </a:rPr>
                        <a:t>Size</a:t>
                      </a:r>
                      <a:endParaRPr lang="en-US" sz="1800" dirty="0">
                        <a:effectLst/>
                        <a:latin typeface="Times New Roman" panose="02020603050405020304" pitchFamily="18" charset="0"/>
                        <a:ea typeface="Times New Roman" panose="02020603050405020304" pitchFamily="18" charset="0"/>
                      </a:endParaRPr>
                    </a:p>
                  </a:txBody>
                  <a:tcPr marL="49035" marR="49035" marT="0" marB="0" anchor="ctr"/>
                </a:tc>
                <a:tc>
                  <a:txBody>
                    <a:bodyPr/>
                    <a:lstStyle/>
                    <a:p>
                      <a:pPr marL="0" marR="0" algn="ctr">
                        <a:lnSpc>
                          <a:spcPct val="125000"/>
                        </a:lnSpc>
                        <a:spcBef>
                          <a:spcPts val="0"/>
                        </a:spcBef>
                        <a:spcAft>
                          <a:spcPts val="0"/>
                        </a:spcAft>
                      </a:pPr>
                      <a:r>
                        <a:rPr lang="en-US" sz="1800" dirty="0">
                          <a:effectLst/>
                        </a:rPr>
                        <a:t>Capacity</a:t>
                      </a:r>
                      <a:endParaRPr lang="en-US" sz="1800" dirty="0">
                        <a:effectLst/>
                        <a:latin typeface="Times New Roman" panose="02020603050405020304" pitchFamily="18" charset="0"/>
                        <a:ea typeface="Times New Roman" panose="02020603050405020304" pitchFamily="18" charset="0"/>
                      </a:endParaRPr>
                    </a:p>
                  </a:txBody>
                  <a:tcPr marL="49035" marR="49035" marT="0" marB="0" anchor="ctr"/>
                </a:tc>
                <a:tc>
                  <a:txBody>
                    <a:bodyPr/>
                    <a:lstStyle/>
                    <a:p>
                      <a:pPr marL="0" marR="0" algn="ctr">
                        <a:lnSpc>
                          <a:spcPct val="125000"/>
                        </a:lnSpc>
                        <a:spcBef>
                          <a:spcPts val="0"/>
                        </a:spcBef>
                        <a:spcAft>
                          <a:spcPts val="0"/>
                        </a:spcAft>
                      </a:pPr>
                      <a:r>
                        <a:rPr lang="en-US" sz="1800" dirty="0">
                          <a:effectLst/>
                        </a:rPr>
                        <a:t>Life Time (</a:t>
                      </a:r>
                      <a:r>
                        <a:rPr lang="en-US" sz="1800" dirty="0" err="1">
                          <a:effectLst/>
                        </a:rPr>
                        <a:t>hr</a:t>
                      </a:r>
                      <a:r>
                        <a:rPr lang="en-US" sz="1800" dirty="0">
                          <a:effectLst/>
                        </a:rPr>
                        <a:t>)</a:t>
                      </a:r>
                      <a:endParaRPr lang="en-US" sz="1800" dirty="0">
                        <a:effectLst/>
                        <a:latin typeface="Times New Roman" panose="02020603050405020304" pitchFamily="18" charset="0"/>
                        <a:ea typeface="Times New Roman" panose="02020603050405020304" pitchFamily="18" charset="0"/>
                      </a:endParaRPr>
                    </a:p>
                  </a:txBody>
                  <a:tcPr marL="49035" marR="49035" marT="0" marB="0" anchor="ctr"/>
                </a:tc>
                <a:extLst>
                  <a:ext uri="{0D108BD9-81ED-4DB2-BD59-A6C34878D82A}">
                    <a16:rowId xmlns:a16="http://schemas.microsoft.com/office/drawing/2014/main" val="10000"/>
                  </a:ext>
                </a:extLst>
              </a:tr>
              <a:tr h="304400">
                <a:tc>
                  <a:txBody>
                    <a:bodyPr/>
                    <a:lstStyle/>
                    <a:p>
                      <a:pPr marL="0" marR="0">
                        <a:lnSpc>
                          <a:spcPct val="125000"/>
                        </a:lnSpc>
                        <a:spcBef>
                          <a:spcPts val="0"/>
                        </a:spcBef>
                        <a:spcAft>
                          <a:spcPts val="1200"/>
                        </a:spcAft>
                      </a:pPr>
                      <a:r>
                        <a:rPr lang="en-US" sz="1800" dirty="0">
                          <a:effectLst/>
                        </a:rPr>
                        <a:t>(1) Depth Filter</a:t>
                      </a:r>
                      <a:endParaRPr lang="en-US" sz="1800" dirty="0">
                        <a:effectLst/>
                        <a:latin typeface="Times New Roman" panose="02020603050405020304" pitchFamily="18" charset="0"/>
                        <a:ea typeface="Times New Roman" panose="02020603050405020304" pitchFamily="18" charset="0"/>
                      </a:endParaRPr>
                    </a:p>
                  </a:txBody>
                  <a:tcPr marL="49035" marR="49035" marT="0" marB="0"/>
                </a:tc>
                <a:tc>
                  <a:txBody>
                    <a:bodyPr/>
                    <a:lstStyle/>
                    <a:p>
                      <a:pPr marL="0" marR="0" algn="ctr">
                        <a:lnSpc>
                          <a:spcPct val="125000"/>
                        </a:lnSpc>
                        <a:spcBef>
                          <a:spcPts val="0"/>
                        </a:spcBef>
                        <a:spcAft>
                          <a:spcPts val="1200"/>
                        </a:spcAft>
                      </a:pPr>
                      <a:r>
                        <a:rPr lang="en-US" sz="1600" dirty="0">
                          <a:effectLst/>
                        </a:rPr>
                        <a:t>0.027 m</a:t>
                      </a:r>
                      <a:r>
                        <a:rPr lang="en-US" sz="1600" baseline="30000" dirty="0">
                          <a:effectLst/>
                        </a:rPr>
                        <a:t>2</a:t>
                      </a:r>
                      <a:endParaRPr lang="en-US" sz="1600" dirty="0">
                        <a:effectLst/>
                        <a:latin typeface="Times New Roman" panose="02020603050405020304" pitchFamily="18" charset="0"/>
                        <a:ea typeface="Times New Roman" panose="02020603050405020304" pitchFamily="18" charset="0"/>
                      </a:endParaRPr>
                    </a:p>
                  </a:txBody>
                  <a:tcPr marL="49035" marR="49035" marT="0" marB="0" anchor="ctr"/>
                </a:tc>
                <a:tc>
                  <a:txBody>
                    <a:bodyPr/>
                    <a:lstStyle/>
                    <a:p>
                      <a:pPr marL="0" marR="0" algn="ctr">
                        <a:lnSpc>
                          <a:spcPct val="125000"/>
                        </a:lnSpc>
                        <a:spcBef>
                          <a:spcPts val="0"/>
                        </a:spcBef>
                        <a:spcAft>
                          <a:spcPts val="1200"/>
                        </a:spcAft>
                      </a:pPr>
                      <a:r>
                        <a:rPr lang="en-US" sz="1600">
                          <a:effectLst/>
                        </a:rPr>
                        <a:t>500 L/m</a:t>
                      </a:r>
                      <a:r>
                        <a:rPr lang="en-US" sz="1600" baseline="30000">
                          <a:effectLst/>
                        </a:rPr>
                        <a:t>2</a:t>
                      </a:r>
                      <a:endParaRPr lang="en-US" sz="1600">
                        <a:effectLst/>
                        <a:latin typeface="Times New Roman" panose="02020603050405020304" pitchFamily="18" charset="0"/>
                        <a:ea typeface="Times New Roman" panose="02020603050405020304" pitchFamily="18" charset="0"/>
                      </a:endParaRPr>
                    </a:p>
                  </a:txBody>
                  <a:tcPr marL="49035" marR="49035" marT="0" marB="0" anchor="ctr"/>
                </a:tc>
                <a:tc>
                  <a:txBody>
                    <a:bodyPr/>
                    <a:lstStyle/>
                    <a:p>
                      <a:pPr marL="0" marR="0" algn="ctr">
                        <a:lnSpc>
                          <a:spcPct val="125000"/>
                        </a:lnSpc>
                        <a:spcBef>
                          <a:spcPts val="0"/>
                        </a:spcBef>
                        <a:spcAft>
                          <a:spcPts val="1200"/>
                        </a:spcAft>
                      </a:pPr>
                      <a:r>
                        <a:rPr lang="en-US" sz="1600" dirty="0">
                          <a:effectLst/>
                        </a:rPr>
                        <a:t>7.7 </a:t>
                      </a:r>
                      <a:endParaRPr lang="en-US" sz="1600" dirty="0">
                        <a:effectLst/>
                        <a:latin typeface="Times New Roman" panose="02020603050405020304" pitchFamily="18" charset="0"/>
                        <a:ea typeface="Times New Roman" panose="02020603050405020304" pitchFamily="18" charset="0"/>
                      </a:endParaRPr>
                    </a:p>
                  </a:txBody>
                  <a:tcPr marL="49035" marR="49035" marT="0" marB="0" anchor="ctr"/>
                </a:tc>
                <a:extLst>
                  <a:ext uri="{0D108BD9-81ED-4DB2-BD59-A6C34878D82A}">
                    <a16:rowId xmlns:a16="http://schemas.microsoft.com/office/drawing/2014/main" val="10001"/>
                  </a:ext>
                </a:extLst>
              </a:tr>
              <a:tr h="304400">
                <a:tc>
                  <a:txBody>
                    <a:bodyPr/>
                    <a:lstStyle/>
                    <a:p>
                      <a:pPr marL="0" marR="0">
                        <a:lnSpc>
                          <a:spcPct val="125000"/>
                        </a:lnSpc>
                        <a:spcBef>
                          <a:spcPts val="0"/>
                        </a:spcBef>
                        <a:spcAft>
                          <a:spcPts val="1200"/>
                        </a:spcAft>
                      </a:pPr>
                      <a:r>
                        <a:rPr lang="en-US" sz="1800" dirty="0">
                          <a:effectLst/>
                        </a:rPr>
                        <a:t>(2) Single-Pass</a:t>
                      </a:r>
                      <a:r>
                        <a:rPr lang="en-US" sz="1800" baseline="0" dirty="0">
                          <a:effectLst/>
                        </a:rPr>
                        <a:t> TFF</a:t>
                      </a:r>
                      <a:endParaRPr lang="en-US" sz="1800" dirty="0">
                        <a:effectLst/>
                        <a:latin typeface="Times New Roman" panose="02020603050405020304" pitchFamily="18" charset="0"/>
                        <a:ea typeface="Times New Roman" panose="02020603050405020304" pitchFamily="18" charset="0"/>
                      </a:endParaRPr>
                    </a:p>
                  </a:txBody>
                  <a:tcPr marL="49035" marR="49035" marT="0" marB="0"/>
                </a:tc>
                <a:tc>
                  <a:txBody>
                    <a:bodyPr/>
                    <a:lstStyle/>
                    <a:p>
                      <a:pPr marL="0" marR="0" algn="ctr">
                        <a:lnSpc>
                          <a:spcPct val="125000"/>
                        </a:lnSpc>
                        <a:spcBef>
                          <a:spcPts val="0"/>
                        </a:spcBef>
                        <a:spcAft>
                          <a:spcPts val="1200"/>
                        </a:spcAft>
                      </a:pPr>
                      <a:r>
                        <a:rPr lang="en-US" sz="1600" dirty="0">
                          <a:effectLst/>
                        </a:rPr>
                        <a:t>3 x 88 cm</a:t>
                      </a:r>
                      <a:r>
                        <a:rPr lang="en-US" sz="1600" baseline="30000" dirty="0">
                          <a:effectLst/>
                        </a:rPr>
                        <a:t>2</a:t>
                      </a:r>
                      <a:endParaRPr lang="en-US" sz="1600" dirty="0">
                        <a:effectLst/>
                        <a:latin typeface="Times New Roman" panose="02020603050405020304" pitchFamily="18" charset="0"/>
                        <a:ea typeface="Times New Roman" panose="02020603050405020304" pitchFamily="18" charset="0"/>
                      </a:endParaRPr>
                    </a:p>
                  </a:txBody>
                  <a:tcPr marL="49035" marR="49035" marT="0" marB="0" anchor="ctr"/>
                </a:tc>
                <a:tc>
                  <a:txBody>
                    <a:bodyPr/>
                    <a:lstStyle/>
                    <a:p>
                      <a:pPr marL="0" marR="0" algn="ctr">
                        <a:lnSpc>
                          <a:spcPct val="125000"/>
                        </a:lnSpc>
                        <a:spcBef>
                          <a:spcPts val="0"/>
                        </a:spcBef>
                        <a:spcAft>
                          <a:spcPts val="1200"/>
                        </a:spcAft>
                      </a:pPr>
                      <a:r>
                        <a:rPr lang="en-US" sz="1600" dirty="0">
                          <a:effectLst/>
                        </a:rPr>
                        <a:t>N/A</a:t>
                      </a:r>
                      <a:endParaRPr lang="en-US" sz="1600" dirty="0">
                        <a:effectLst/>
                        <a:latin typeface="Times New Roman" panose="02020603050405020304" pitchFamily="18" charset="0"/>
                        <a:ea typeface="Times New Roman" panose="02020603050405020304" pitchFamily="18" charset="0"/>
                      </a:endParaRPr>
                    </a:p>
                  </a:txBody>
                  <a:tcPr marL="49035" marR="49035" marT="0" marB="0" anchor="ctr"/>
                </a:tc>
                <a:tc>
                  <a:txBody>
                    <a:bodyPr/>
                    <a:lstStyle/>
                    <a:p>
                      <a:pPr marL="0" marR="0" algn="ctr">
                        <a:lnSpc>
                          <a:spcPct val="125000"/>
                        </a:lnSpc>
                        <a:spcBef>
                          <a:spcPts val="0"/>
                        </a:spcBef>
                        <a:spcAft>
                          <a:spcPts val="1200"/>
                        </a:spcAft>
                      </a:pPr>
                      <a:r>
                        <a:rPr lang="en-US" sz="1600">
                          <a:effectLst/>
                        </a:rPr>
                        <a:t>N/A</a:t>
                      </a:r>
                      <a:endParaRPr lang="en-US" sz="1600">
                        <a:effectLst/>
                        <a:latin typeface="Times New Roman" panose="02020603050405020304" pitchFamily="18" charset="0"/>
                        <a:ea typeface="Times New Roman" panose="02020603050405020304" pitchFamily="18" charset="0"/>
                      </a:endParaRPr>
                    </a:p>
                  </a:txBody>
                  <a:tcPr marL="49035" marR="49035" marT="0" marB="0" anchor="ctr"/>
                </a:tc>
                <a:extLst>
                  <a:ext uri="{0D108BD9-81ED-4DB2-BD59-A6C34878D82A}">
                    <a16:rowId xmlns:a16="http://schemas.microsoft.com/office/drawing/2014/main" val="10002"/>
                  </a:ext>
                </a:extLst>
              </a:tr>
              <a:tr h="304400">
                <a:tc>
                  <a:txBody>
                    <a:bodyPr/>
                    <a:lstStyle/>
                    <a:p>
                      <a:pPr marL="0" marR="0">
                        <a:lnSpc>
                          <a:spcPct val="125000"/>
                        </a:lnSpc>
                        <a:spcBef>
                          <a:spcPts val="0"/>
                        </a:spcBef>
                        <a:spcAft>
                          <a:spcPts val="1200"/>
                        </a:spcAft>
                      </a:pPr>
                      <a:r>
                        <a:rPr lang="en-US" sz="1800" dirty="0">
                          <a:effectLst/>
                        </a:rPr>
                        <a:t>(3) SHC Filter</a:t>
                      </a:r>
                      <a:endParaRPr lang="en-US" sz="1800" dirty="0">
                        <a:effectLst/>
                        <a:latin typeface="Times New Roman" panose="02020603050405020304" pitchFamily="18" charset="0"/>
                        <a:ea typeface="Times New Roman" panose="02020603050405020304" pitchFamily="18" charset="0"/>
                      </a:endParaRPr>
                    </a:p>
                  </a:txBody>
                  <a:tcPr marL="49035" marR="49035" marT="0" marB="0"/>
                </a:tc>
                <a:tc>
                  <a:txBody>
                    <a:bodyPr/>
                    <a:lstStyle/>
                    <a:p>
                      <a:pPr marL="0" marR="0" algn="ctr">
                        <a:lnSpc>
                          <a:spcPct val="125000"/>
                        </a:lnSpc>
                        <a:spcBef>
                          <a:spcPts val="0"/>
                        </a:spcBef>
                        <a:spcAft>
                          <a:spcPts val="1200"/>
                        </a:spcAft>
                      </a:pPr>
                      <a:r>
                        <a:rPr lang="en-US" sz="1600">
                          <a:effectLst/>
                        </a:rPr>
                        <a:t>0.014 m</a:t>
                      </a:r>
                      <a:r>
                        <a:rPr lang="en-US" sz="1600" baseline="30000">
                          <a:effectLst/>
                        </a:rPr>
                        <a:t>2</a:t>
                      </a:r>
                      <a:endParaRPr lang="en-US" sz="1600">
                        <a:effectLst/>
                        <a:latin typeface="Times New Roman" panose="02020603050405020304" pitchFamily="18" charset="0"/>
                        <a:ea typeface="Times New Roman" panose="02020603050405020304" pitchFamily="18" charset="0"/>
                      </a:endParaRPr>
                    </a:p>
                  </a:txBody>
                  <a:tcPr marL="49035" marR="49035" marT="0" marB="0" anchor="ctr"/>
                </a:tc>
                <a:tc>
                  <a:txBody>
                    <a:bodyPr/>
                    <a:lstStyle/>
                    <a:p>
                      <a:pPr marL="0" marR="0" algn="ctr">
                        <a:lnSpc>
                          <a:spcPct val="125000"/>
                        </a:lnSpc>
                        <a:spcBef>
                          <a:spcPts val="0"/>
                        </a:spcBef>
                        <a:spcAft>
                          <a:spcPts val="1200"/>
                        </a:spcAft>
                      </a:pPr>
                      <a:r>
                        <a:rPr lang="en-US" sz="1600" dirty="0">
                          <a:effectLst/>
                        </a:rPr>
                        <a:t>1400 L/m</a:t>
                      </a:r>
                      <a:r>
                        <a:rPr lang="en-US" sz="1600" baseline="30000" dirty="0">
                          <a:effectLst/>
                        </a:rPr>
                        <a:t>2</a:t>
                      </a:r>
                      <a:endParaRPr lang="en-US" sz="1600" dirty="0">
                        <a:effectLst/>
                        <a:latin typeface="Times New Roman" panose="02020603050405020304" pitchFamily="18" charset="0"/>
                        <a:ea typeface="Times New Roman" panose="02020603050405020304" pitchFamily="18" charset="0"/>
                      </a:endParaRPr>
                    </a:p>
                  </a:txBody>
                  <a:tcPr marL="49035" marR="49035" marT="0" marB="0" anchor="ctr"/>
                </a:tc>
                <a:tc>
                  <a:txBody>
                    <a:bodyPr/>
                    <a:lstStyle/>
                    <a:p>
                      <a:pPr marL="0" marR="0" algn="ctr">
                        <a:lnSpc>
                          <a:spcPct val="125000"/>
                        </a:lnSpc>
                        <a:spcBef>
                          <a:spcPts val="0"/>
                        </a:spcBef>
                        <a:spcAft>
                          <a:spcPts val="1200"/>
                        </a:spcAft>
                      </a:pPr>
                      <a:r>
                        <a:rPr lang="en-US" sz="1600" dirty="0">
                          <a:effectLst/>
                        </a:rPr>
                        <a:t>23.5</a:t>
                      </a:r>
                      <a:endParaRPr lang="en-US" sz="1600" dirty="0">
                        <a:effectLst/>
                        <a:latin typeface="Times New Roman" panose="02020603050405020304" pitchFamily="18" charset="0"/>
                        <a:ea typeface="Times New Roman" panose="02020603050405020304" pitchFamily="18" charset="0"/>
                      </a:endParaRPr>
                    </a:p>
                  </a:txBody>
                  <a:tcPr marL="49035" marR="49035" marT="0" marB="0" anchor="ctr"/>
                </a:tc>
                <a:extLst>
                  <a:ext uri="{0D108BD9-81ED-4DB2-BD59-A6C34878D82A}">
                    <a16:rowId xmlns:a16="http://schemas.microsoft.com/office/drawing/2014/main" val="10003"/>
                  </a:ext>
                </a:extLst>
              </a:tr>
              <a:tr h="304400">
                <a:tc>
                  <a:txBody>
                    <a:bodyPr/>
                    <a:lstStyle/>
                    <a:p>
                      <a:pPr marL="0" marR="0">
                        <a:lnSpc>
                          <a:spcPct val="125000"/>
                        </a:lnSpc>
                        <a:spcBef>
                          <a:spcPts val="0"/>
                        </a:spcBef>
                        <a:spcAft>
                          <a:spcPts val="1200"/>
                        </a:spcAft>
                      </a:pPr>
                      <a:r>
                        <a:rPr lang="en-US" sz="1800" dirty="0">
                          <a:effectLst/>
                        </a:rPr>
                        <a:t>(4) Mustang Q- AEX</a:t>
                      </a:r>
                      <a:endParaRPr lang="en-US" sz="1800" dirty="0">
                        <a:effectLst/>
                        <a:latin typeface="Times New Roman" panose="02020603050405020304" pitchFamily="18" charset="0"/>
                        <a:ea typeface="Times New Roman" panose="02020603050405020304" pitchFamily="18" charset="0"/>
                      </a:endParaRPr>
                    </a:p>
                  </a:txBody>
                  <a:tcPr marL="49035" marR="49035" marT="0" marB="0"/>
                </a:tc>
                <a:tc>
                  <a:txBody>
                    <a:bodyPr/>
                    <a:lstStyle/>
                    <a:p>
                      <a:pPr marL="0" marR="0" algn="ctr">
                        <a:lnSpc>
                          <a:spcPct val="125000"/>
                        </a:lnSpc>
                        <a:spcBef>
                          <a:spcPts val="0"/>
                        </a:spcBef>
                        <a:spcAft>
                          <a:spcPts val="1200"/>
                        </a:spcAft>
                      </a:pPr>
                      <a:r>
                        <a:rPr lang="en-US" sz="1600">
                          <a:effectLst/>
                        </a:rPr>
                        <a:t>44 cm</a:t>
                      </a:r>
                      <a:r>
                        <a:rPr lang="en-US" sz="1600" baseline="30000">
                          <a:effectLst/>
                        </a:rPr>
                        <a:t>2</a:t>
                      </a:r>
                      <a:endParaRPr lang="en-US" sz="1600">
                        <a:effectLst/>
                        <a:latin typeface="Times New Roman" panose="02020603050405020304" pitchFamily="18" charset="0"/>
                        <a:ea typeface="Times New Roman" panose="02020603050405020304" pitchFamily="18" charset="0"/>
                      </a:endParaRPr>
                    </a:p>
                  </a:txBody>
                  <a:tcPr marL="49035" marR="49035" marT="0" marB="0" anchor="ctr"/>
                </a:tc>
                <a:tc>
                  <a:txBody>
                    <a:bodyPr/>
                    <a:lstStyle/>
                    <a:p>
                      <a:pPr marL="0" marR="0" algn="ctr">
                        <a:lnSpc>
                          <a:spcPct val="125000"/>
                        </a:lnSpc>
                        <a:spcBef>
                          <a:spcPts val="0"/>
                        </a:spcBef>
                        <a:spcAft>
                          <a:spcPts val="1200"/>
                        </a:spcAft>
                      </a:pPr>
                      <a:r>
                        <a:rPr lang="en-US" sz="1600" dirty="0">
                          <a:effectLst/>
                        </a:rPr>
                        <a:t>5000 g/L</a:t>
                      </a:r>
                      <a:endParaRPr lang="en-US" sz="1600" dirty="0">
                        <a:effectLst/>
                        <a:latin typeface="Times New Roman" panose="02020603050405020304" pitchFamily="18" charset="0"/>
                        <a:ea typeface="Times New Roman" panose="02020603050405020304" pitchFamily="18" charset="0"/>
                      </a:endParaRPr>
                    </a:p>
                  </a:txBody>
                  <a:tcPr marL="49035" marR="49035" marT="0" marB="0" anchor="ctr"/>
                </a:tc>
                <a:tc>
                  <a:txBody>
                    <a:bodyPr/>
                    <a:lstStyle/>
                    <a:p>
                      <a:pPr marL="0" marR="0" algn="ctr">
                        <a:lnSpc>
                          <a:spcPct val="125000"/>
                        </a:lnSpc>
                        <a:spcBef>
                          <a:spcPts val="0"/>
                        </a:spcBef>
                        <a:spcAft>
                          <a:spcPts val="1200"/>
                        </a:spcAft>
                      </a:pPr>
                      <a:r>
                        <a:rPr lang="en-US" sz="1600" dirty="0">
                          <a:effectLst/>
                        </a:rPr>
                        <a:t>4.2</a:t>
                      </a:r>
                      <a:endParaRPr lang="en-US" sz="1600" dirty="0">
                        <a:effectLst/>
                        <a:latin typeface="Times New Roman" panose="02020603050405020304" pitchFamily="18" charset="0"/>
                        <a:ea typeface="Times New Roman" panose="02020603050405020304" pitchFamily="18" charset="0"/>
                      </a:endParaRPr>
                    </a:p>
                  </a:txBody>
                  <a:tcPr marL="49035" marR="49035" marT="0" marB="0" anchor="ctr"/>
                </a:tc>
                <a:extLst>
                  <a:ext uri="{0D108BD9-81ED-4DB2-BD59-A6C34878D82A}">
                    <a16:rowId xmlns:a16="http://schemas.microsoft.com/office/drawing/2014/main" val="10004"/>
                  </a:ext>
                </a:extLst>
              </a:tr>
              <a:tr h="304400">
                <a:tc>
                  <a:txBody>
                    <a:bodyPr/>
                    <a:lstStyle/>
                    <a:p>
                      <a:pPr marL="0" marR="0">
                        <a:lnSpc>
                          <a:spcPct val="125000"/>
                        </a:lnSpc>
                        <a:spcBef>
                          <a:spcPts val="0"/>
                        </a:spcBef>
                        <a:spcAft>
                          <a:spcPts val="1200"/>
                        </a:spcAft>
                      </a:pPr>
                      <a:r>
                        <a:rPr lang="en-US" sz="1800" dirty="0">
                          <a:effectLst/>
                        </a:rPr>
                        <a:t>(5) </a:t>
                      </a:r>
                      <a:r>
                        <a:rPr lang="en-US" sz="1800" dirty="0" err="1">
                          <a:effectLst/>
                        </a:rPr>
                        <a:t>Planova</a:t>
                      </a:r>
                      <a:r>
                        <a:rPr lang="en-US" sz="1800" dirty="0">
                          <a:effectLst/>
                        </a:rPr>
                        <a:t>- Viral Filter</a:t>
                      </a:r>
                      <a:endParaRPr lang="en-US" sz="1800" dirty="0">
                        <a:effectLst/>
                        <a:latin typeface="Times New Roman" panose="02020603050405020304" pitchFamily="18" charset="0"/>
                        <a:ea typeface="Times New Roman" panose="02020603050405020304" pitchFamily="18" charset="0"/>
                      </a:endParaRPr>
                    </a:p>
                  </a:txBody>
                  <a:tcPr marL="49035" marR="49035" marT="0" marB="0"/>
                </a:tc>
                <a:tc>
                  <a:txBody>
                    <a:bodyPr/>
                    <a:lstStyle/>
                    <a:p>
                      <a:pPr marL="0" marR="0" algn="ctr">
                        <a:lnSpc>
                          <a:spcPct val="125000"/>
                        </a:lnSpc>
                        <a:spcBef>
                          <a:spcPts val="0"/>
                        </a:spcBef>
                        <a:spcAft>
                          <a:spcPts val="1200"/>
                        </a:spcAft>
                      </a:pPr>
                      <a:r>
                        <a:rPr lang="en-US" sz="1600" dirty="0">
                          <a:effectLst/>
                        </a:rPr>
                        <a:t>0.12 m</a:t>
                      </a:r>
                      <a:r>
                        <a:rPr lang="en-US" sz="1600" baseline="30000" dirty="0">
                          <a:effectLst/>
                        </a:rPr>
                        <a:t>2</a:t>
                      </a:r>
                      <a:endParaRPr lang="en-US" sz="1600" dirty="0">
                        <a:effectLst/>
                        <a:latin typeface="Times New Roman" panose="02020603050405020304" pitchFamily="18" charset="0"/>
                        <a:ea typeface="Times New Roman" panose="02020603050405020304" pitchFamily="18" charset="0"/>
                      </a:endParaRPr>
                    </a:p>
                  </a:txBody>
                  <a:tcPr marL="49035" marR="49035" marT="0" marB="0" anchor="ctr"/>
                </a:tc>
                <a:tc>
                  <a:txBody>
                    <a:bodyPr/>
                    <a:lstStyle/>
                    <a:p>
                      <a:pPr marL="0" marR="0" algn="ctr">
                        <a:lnSpc>
                          <a:spcPct val="125000"/>
                        </a:lnSpc>
                        <a:spcBef>
                          <a:spcPts val="0"/>
                        </a:spcBef>
                        <a:spcAft>
                          <a:spcPts val="1200"/>
                        </a:spcAft>
                      </a:pPr>
                      <a:r>
                        <a:rPr lang="en-US" sz="1600">
                          <a:effectLst/>
                        </a:rPr>
                        <a:t>100 L/m</a:t>
                      </a:r>
                      <a:r>
                        <a:rPr lang="en-US" sz="1600" baseline="30000">
                          <a:effectLst/>
                        </a:rPr>
                        <a:t>2</a:t>
                      </a:r>
                      <a:endParaRPr lang="en-US" sz="1600">
                        <a:effectLst/>
                        <a:latin typeface="Times New Roman" panose="02020603050405020304" pitchFamily="18" charset="0"/>
                        <a:ea typeface="Times New Roman" panose="02020603050405020304" pitchFamily="18" charset="0"/>
                      </a:endParaRPr>
                    </a:p>
                  </a:txBody>
                  <a:tcPr marL="49035" marR="49035" marT="0" marB="0" anchor="ctr"/>
                </a:tc>
                <a:tc>
                  <a:txBody>
                    <a:bodyPr/>
                    <a:lstStyle/>
                    <a:p>
                      <a:pPr marL="0" marR="0" algn="ctr">
                        <a:lnSpc>
                          <a:spcPct val="125000"/>
                        </a:lnSpc>
                        <a:spcBef>
                          <a:spcPts val="0"/>
                        </a:spcBef>
                        <a:spcAft>
                          <a:spcPts val="1200"/>
                        </a:spcAft>
                      </a:pPr>
                      <a:r>
                        <a:rPr lang="en-US" sz="1600" dirty="0">
                          <a:effectLst/>
                        </a:rPr>
                        <a:t>14.4</a:t>
                      </a:r>
                      <a:endParaRPr lang="en-US" sz="1600" dirty="0">
                        <a:effectLst/>
                        <a:latin typeface="Times New Roman" panose="02020603050405020304" pitchFamily="18" charset="0"/>
                        <a:ea typeface="Times New Roman" panose="02020603050405020304" pitchFamily="18" charset="0"/>
                      </a:endParaRPr>
                    </a:p>
                  </a:txBody>
                  <a:tcPr marL="49035" marR="49035" marT="0" marB="0" anchor="ctr"/>
                </a:tc>
                <a:extLst>
                  <a:ext uri="{0D108BD9-81ED-4DB2-BD59-A6C34878D82A}">
                    <a16:rowId xmlns:a16="http://schemas.microsoft.com/office/drawing/2014/main" val="10005"/>
                  </a:ext>
                </a:extLst>
              </a:tr>
            </a:tbl>
          </a:graphicData>
        </a:graphic>
      </p:graphicFrame>
      <p:sp>
        <p:nvSpPr>
          <p:cNvPr id="235" name="TextBox 234"/>
          <p:cNvSpPr txBox="1"/>
          <p:nvPr/>
        </p:nvSpPr>
        <p:spPr>
          <a:xfrm>
            <a:off x="14083502" y="17145982"/>
            <a:ext cx="5492076" cy="2031325"/>
          </a:xfrm>
          <a:prstGeom prst="rect">
            <a:avLst/>
          </a:prstGeom>
          <a:noFill/>
        </p:spPr>
        <p:txBody>
          <a:bodyPr wrap="square" rtlCol="0">
            <a:spAutoFit/>
          </a:bodyPr>
          <a:lstStyle/>
          <a:p>
            <a:r>
              <a:rPr lang="en-US" sz="1800" dirty="0"/>
              <a:t>To inactivate viruses, acid was added to the product stream to a low </a:t>
            </a:r>
            <a:r>
              <a:rPr lang="en-US" sz="1800" dirty="0" err="1"/>
              <a:t>pH.</a:t>
            </a:r>
            <a:r>
              <a:rPr lang="en-US" sz="1800" dirty="0"/>
              <a:t>  A static mixer ensured mixing and was followed by a residence column.  The column was sized to have a product residence time of approximately 40 minutes.  The product was then neutralized in a break tank while simultaneously flowing to the next unit operation. The pH trend over time is </a:t>
            </a:r>
            <a:r>
              <a:rPr lang="en-US" sz="1800" dirty="0">
                <a:solidFill>
                  <a:schemeClr val="accent1">
                    <a:lumMod val="75000"/>
                    <a:lumOff val="25000"/>
                  </a:schemeClr>
                </a:solidFill>
              </a:rPr>
              <a:t>pictured below</a:t>
            </a:r>
            <a:r>
              <a:rPr lang="en-US" sz="1800" dirty="0"/>
              <a:t>.</a:t>
            </a:r>
          </a:p>
        </p:txBody>
      </p:sp>
      <p:cxnSp>
        <p:nvCxnSpPr>
          <p:cNvPr id="236" name="Straight Arrow Connector 235"/>
          <p:cNvCxnSpPr/>
          <p:nvPr/>
        </p:nvCxnSpPr>
        <p:spPr>
          <a:xfrm>
            <a:off x="18362584" y="22285392"/>
            <a:ext cx="1193" cy="3644375"/>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38" name="TextBox 237"/>
          <p:cNvSpPr txBox="1"/>
          <p:nvPr/>
        </p:nvSpPr>
        <p:spPr>
          <a:xfrm>
            <a:off x="18526529" y="21666731"/>
            <a:ext cx="2871489" cy="3139321"/>
          </a:xfrm>
          <a:prstGeom prst="rect">
            <a:avLst/>
          </a:prstGeom>
          <a:noFill/>
        </p:spPr>
        <p:txBody>
          <a:bodyPr wrap="square" rtlCol="0">
            <a:spAutoFit/>
          </a:bodyPr>
          <a:lstStyle/>
          <a:p>
            <a:r>
              <a:rPr lang="en-US" sz="1800" dirty="0"/>
              <a:t>The product flow was then pumped in series through various filtration and polishing steps.  The filters and sizes are listed to the left in </a:t>
            </a:r>
            <a:r>
              <a:rPr lang="en-US" sz="1800" dirty="0">
                <a:solidFill>
                  <a:schemeClr val="accent1">
                    <a:lumMod val="75000"/>
                    <a:lumOff val="25000"/>
                  </a:schemeClr>
                </a:solidFill>
              </a:rPr>
              <a:t>Table 2</a:t>
            </a:r>
            <a:r>
              <a:rPr lang="en-US" sz="1800" dirty="0"/>
              <a:t>.  Pressures were monitored over time to ensure no limits were exceeded.  CEX was omitted due to equipment constraints.</a:t>
            </a:r>
          </a:p>
        </p:txBody>
      </p:sp>
      <p:sp>
        <p:nvSpPr>
          <p:cNvPr id="239" name="TextBox 238"/>
          <p:cNvSpPr txBox="1"/>
          <p:nvPr/>
        </p:nvSpPr>
        <p:spPr>
          <a:xfrm>
            <a:off x="11313391" y="22598025"/>
            <a:ext cx="1111182" cy="400110"/>
          </a:xfrm>
          <a:prstGeom prst="rect">
            <a:avLst/>
          </a:prstGeom>
          <a:noFill/>
        </p:spPr>
        <p:txBody>
          <a:bodyPr wrap="square" rtlCol="0">
            <a:spAutoFit/>
          </a:bodyPr>
          <a:lstStyle/>
          <a:p>
            <a:r>
              <a:rPr lang="en-US" sz="2000" b="1" dirty="0">
                <a:solidFill>
                  <a:srgbClr val="00539B"/>
                </a:solidFill>
                <a:latin typeface="+mj-lt"/>
                <a:cs typeface="Arial" panose="020B0604020202020204" pitchFamily="34" charset="0"/>
              </a:rPr>
              <a:t>Table 2</a:t>
            </a:r>
          </a:p>
        </p:txBody>
      </p:sp>
      <p:sp>
        <p:nvSpPr>
          <p:cNvPr id="240" name="TextBox 239"/>
          <p:cNvSpPr txBox="1"/>
          <p:nvPr/>
        </p:nvSpPr>
        <p:spPr>
          <a:xfrm>
            <a:off x="10205161" y="25171509"/>
            <a:ext cx="6628333" cy="1382558"/>
          </a:xfrm>
          <a:prstGeom prst="rect">
            <a:avLst/>
          </a:prstGeom>
          <a:noFill/>
        </p:spPr>
        <p:txBody>
          <a:bodyPr wrap="square" rtlCol="0">
            <a:spAutoFit/>
          </a:bodyPr>
          <a:lstStyle/>
          <a:p>
            <a:pPr algn="r"/>
            <a:r>
              <a:rPr lang="en-US" altLang="en-US" sz="3200" b="1" dirty="0">
                <a:latin typeface="Arial" panose="020B0604020202020204" pitchFamily="34" charset="0"/>
                <a:cs typeface="Arial" panose="020B0604020202020204" pitchFamily="34" charset="0"/>
              </a:rPr>
              <a:t>Formulation (UF and DF)</a:t>
            </a:r>
          </a:p>
          <a:p>
            <a:pPr algn="r"/>
            <a:endParaRPr lang="en-US" dirty="0"/>
          </a:p>
        </p:txBody>
      </p:sp>
      <p:cxnSp>
        <p:nvCxnSpPr>
          <p:cNvPr id="241" name="Straight Arrow Connector 240"/>
          <p:cNvCxnSpPr/>
          <p:nvPr/>
        </p:nvCxnSpPr>
        <p:spPr>
          <a:xfrm flipH="1">
            <a:off x="10624937" y="25955242"/>
            <a:ext cx="7760468"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5" name="Straight Arrow Connector 244"/>
          <p:cNvCxnSpPr/>
          <p:nvPr/>
        </p:nvCxnSpPr>
        <p:spPr>
          <a:xfrm>
            <a:off x="10624937" y="25939566"/>
            <a:ext cx="0" cy="2257978"/>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8" name="Straight Arrow Connector 247"/>
          <p:cNvCxnSpPr/>
          <p:nvPr/>
        </p:nvCxnSpPr>
        <p:spPr>
          <a:xfrm rot="60000" flipV="1">
            <a:off x="10624937" y="28223019"/>
            <a:ext cx="592994" cy="7229"/>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1" name="Rectangle 250"/>
          <p:cNvSpPr/>
          <p:nvPr/>
        </p:nvSpPr>
        <p:spPr>
          <a:xfrm>
            <a:off x="11358144" y="28081847"/>
            <a:ext cx="1144895" cy="45885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t>TFF </a:t>
            </a:r>
          </a:p>
        </p:txBody>
      </p:sp>
      <p:cxnSp>
        <p:nvCxnSpPr>
          <p:cNvPr id="252" name="Straight Arrow Connector 251"/>
          <p:cNvCxnSpPr/>
          <p:nvPr/>
        </p:nvCxnSpPr>
        <p:spPr>
          <a:xfrm>
            <a:off x="11934322" y="28536752"/>
            <a:ext cx="0" cy="366845"/>
          </a:xfrm>
          <a:prstGeom prst="straightConnector1">
            <a:avLst/>
          </a:prstGeom>
          <a:ln>
            <a:solidFill>
              <a:schemeClr val="tx2">
                <a:lumMod val="25000"/>
                <a:lumOff val="75000"/>
              </a:schemeClr>
            </a:solidFill>
            <a:tailEnd type="arrow"/>
          </a:ln>
          <a:effectLst/>
        </p:spPr>
        <p:style>
          <a:lnRef idx="2">
            <a:schemeClr val="accent1"/>
          </a:lnRef>
          <a:fillRef idx="0">
            <a:schemeClr val="accent1"/>
          </a:fillRef>
          <a:effectRef idx="1">
            <a:schemeClr val="accent1"/>
          </a:effectRef>
          <a:fontRef idx="minor">
            <a:schemeClr val="tx1"/>
          </a:fontRef>
        </p:style>
      </p:cxnSp>
      <p:sp>
        <p:nvSpPr>
          <p:cNvPr id="253" name="TextBox 252"/>
          <p:cNvSpPr txBox="1"/>
          <p:nvPr/>
        </p:nvSpPr>
        <p:spPr>
          <a:xfrm>
            <a:off x="15424062" y="28991403"/>
            <a:ext cx="1575766" cy="338554"/>
          </a:xfrm>
          <a:prstGeom prst="rect">
            <a:avLst/>
          </a:prstGeom>
          <a:noFill/>
        </p:spPr>
        <p:txBody>
          <a:bodyPr wrap="square" rtlCol="0">
            <a:spAutoFit/>
          </a:bodyPr>
          <a:lstStyle/>
          <a:p>
            <a:pPr algn="ctr"/>
            <a:r>
              <a:rPr lang="en-US" sz="1600" b="1" dirty="0">
                <a:solidFill>
                  <a:srgbClr val="002060"/>
                </a:solidFill>
              </a:rPr>
              <a:t>Permeate</a:t>
            </a:r>
          </a:p>
        </p:txBody>
      </p:sp>
      <p:sp>
        <p:nvSpPr>
          <p:cNvPr id="254" name="TextBox 253"/>
          <p:cNvSpPr txBox="1"/>
          <p:nvPr/>
        </p:nvSpPr>
        <p:spPr>
          <a:xfrm>
            <a:off x="10730030" y="27224258"/>
            <a:ext cx="1196833" cy="584775"/>
          </a:xfrm>
          <a:prstGeom prst="rect">
            <a:avLst/>
          </a:prstGeom>
          <a:noFill/>
        </p:spPr>
        <p:txBody>
          <a:bodyPr wrap="square" rtlCol="0">
            <a:spAutoFit/>
          </a:bodyPr>
          <a:lstStyle/>
          <a:p>
            <a:pPr algn="ctr"/>
            <a:r>
              <a:rPr lang="en-US" sz="1600" b="1" dirty="0">
                <a:solidFill>
                  <a:srgbClr val="002060"/>
                </a:solidFill>
              </a:rPr>
              <a:t>Feed</a:t>
            </a:r>
          </a:p>
          <a:p>
            <a:pPr algn="ctr"/>
            <a:r>
              <a:rPr lang="en-US" sz="1600" b="1" dirty="0">
                <a:solidFill>
                  <a:srgbClr val="002060"/>
                </a:solidFill>
              </a:rPr>
              <a:t>(15 g/L)</a:t>
            </a:r>
          </a:p>
        </p:txBody>
      </p:sp>
      <p:cxnSp>
        <p:nvCxnSpPr>
          <p:cNvPr id="259" name="Straight Arrow Connector 258"/>
          <p:cNvCxnSpPr/>
          <p:nvPr/>
        </p:nvCxnSpPr>
        <p:spPr>
          <a:xfrm>
            <a:off x="14257547" y="28536752"/>
            <a:ext cx="0" cy="366845"/>
          </a:xfrm>
          <a:prstGeom prst="straightConnector1">
            <a:avLst/>
          </a:prstGeom>
          <a:ln>
            <a:solidFill>
              <a:schemeClr val="tx2">
                <a:lumMod val="25000"/>
                <a:lumOff val="75000"/>
              </a:schemeClr>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260" name="Straight Arrow Connector 259"/>
          <p:cNvCxnSpPr/>
          <p:nvPr/>
        </p:nvCxnSpPr>
        <p:spPr>
          <a:xfrm>
            <a:off x="13086108" y="28536752"/>
            <a:ext cx="0" cy="366845"/>
          </a:xfrm>
          <a:prstGeom prst="straightConnector1">
            <a:avLst/>
          </a:prstGeom>
          <a:ln>
            <a:solidFill>
              <a:schemeClr val="tx2">
                <a:lumMod val="25000"/>
                <a:lumOff val="75000"/>
              </a:schemeClr>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261" name="Straight Arrow Connector 260"/>
          <p:cNvCxnSpPr/>
          <p:nvPr/>
        </p:nvCxnSpPr>
        <p:spPr>
          <a:xfrm>
            <a:off x="15460430" y="28536752"/>
            <a:ext cx="0" cy="366845"/>
          </a:xfrm>
          <a:prstGeom prst="straightConnector1">
            <a:avLst/>
          </a:prstGeom>
          <a:ln>
            <a:solidFill>
              <a:schemeClr val="tx2">
                <a:lumMod val="25000"/>
                <a:lumOff val="75000"/>
              </a:schemeClr>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262" name="Straight Arrow Connector 261"/>
          <p:cNvCxnSpPr/>
          <p:nvPr/>
        </p:nvCxnSpPr>
        <p:spPr>
          <a:xfrm flipV="1">
            <a:off x="11939050" y="28940031"/>
            <a:ext cx="4691478" cy="7939"/>
          </a:xfrm>
          <a:prstGeom prst="straightConnector1">
            <a:avLst/>
          </a:prstGeom>
          <a:ln w="28575">
            <a:solidFill>
              <a:schemeClr val="tx2">
                <a:lumMod val="25000"/>
                <a:lumOff val="75000"/>
              </a:schemeClr>
            </a:solidFill>
            <a:tailEnd type="arrow"/>
          </a:ln>
          <a:effectLst/>
        </p:spPr>
        <p:style>
          <a:lnRef idx="2">
            <a:schemeClr val="accent1"/>
          </a:lnRef>
          <a:fillRef idx="0">
            <a:schemeClr val="accent1"/>
          </a:fillRef>
          <a:effectRef idx="1">
            <a:schemeClr val="accent1"/>
          </a:effectRef>
          <a:fontRef idx="minor">
            <a:schemeClr val="tx1"/>
          </a:fontRef>
        </p:style>
      </p:cxnSp>
      <p:sp>
        <p:nvSpPr>
          <p:cNvPr id="263" name="Rectangle 262"/>
          <p:cNvSpPr/>
          <p:nvPr/>
        </p:nvSpPr>
        <p:spPr>
          <a:xfrm>
            <a:off x="12540048" y="28081847"/>
            <a:ext cx="1144895" cy="45885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t>TFF </a:t>
            </a:r>
          </a:p>
        </p:txBody>
      </p:sp>
      <p:sp>
        <p:nvSpPr>
          <p:cNvPr id="264" name="Rectangle 263"/>
          <p:cNvSpPr/>
          <p:nvPr/>
        </p:nvSpPr>
        <p:spPr>
          <a:xfrm>
            <a:off x="13724412" y="28081847"/>
            <a:ext cx="1144895" cy="45885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t>TFF </a:t>
            </a:r>
          </a:p>
        </p:txBody>
      </p:sp>
      <p:sp>
        <p:nvSpPr>
          <p:cNvPr id="265" name="Rectangle 264"/>
          <p:cNvSpPr/>
          <p:nvPr/>
        </p:nvSpPr>
        <p:spPr>
          <a:xfrm>
            <a:off x="14906316" y="28081847"/>
            <a:ext cx="1144895" cy="45885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t>TFF </a:t>
            </a:r>
          </a:p>
        </p:txBody>
      </p:sp>
      <p:sp>
        <p:nvSpPr>
          <p:cNvPr id="267" name="Rounded Rectangle 266"/>
          <p:cNvSpPr/>
          <p:nvPr/>
        </p:nvSpPr>
        <p:spPr>
          <a:xfrm>
            <a:off x="11262456" y="27836349"/>
            <a:ext cx="4860785" cy="1180415"/>
          </a:xfrm>
          <a:prstGeom prst="round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3" name="Straight Arrow Connector 272"/>
          <p:cNvCxnSpPr/>
          <p:nvPr/>
        </p:nvCxnSpPr>
        <p:spPr>
          <a:xfrm rot="60000" flipV="1">
            <a:off x="16200837" y="28221271"/>
            <a:ext cx="592994" cy="7229"/>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4" name="TextBox 273"/>
          <p:cNvSpPr txBox="1"/>
          <p:nvPr/>
        </p:nvSpPr>
        <p:spPr>
          <a:xfrm>
            <a:off x="15524824" y="27271808"/>
            <a:ext cx="1196833" cy="584775"/>
          </a:xfrm>
          <a:prstGeom prst="rect">
            <a:avLst/>
          </a:prstGeom>
          <a:noFill/>
        </p:spPr>
        <p:txBody>
          <a:bodyPr wrap="square" rtlCol="0">
            <a:spAutoFit/>
          </a:bodyPr>
          <a:lstStyle/>
          <a:p>
            <a:pPr algn="ctr"/>
            <a:r>
              <a:rPr lang="en-US" sz="1600" b="1" dirty="0" err="1">
                <a:solidFill>
                  <a:srgbClr val="002060"/>
                </a:solidFill>
              </a:rPr>
              <a:t>Retentate</a:t>
            </a:r>
            <a:endParaRPr lang="en-US" sz="1600" b="1" dirty="0">
              <a:solidFill>
                <a:srgbClr val="002060"/>
              </a:solidFill>
            </a:endParaRPr>
          </a:p>
          <a:p>
            <a:pPr algn="ctr"/>
            <a:r>
              <a:rPr lang="en-US" sz="1600" b="1" dirty="0">
                <a:solidFill>
                  <a:srgbClr val="002060"/>
                </a:solidFill>
              </a:rPr>
              <a:t>(150 g/L)</a:t>
            </a:r>
          </a:p>
        </p:txBody>
      </p:sp>
      <p:sp>
        <p:nvSpPr>
          <p:cNvPr id="275" name="TextBox 274"/>
          <p:cNvSpPr txBox="1"/>
          <p:nvPr/>
        </p:nvSpPr>
        <p:spPr>
          <a:xfrm>
            <a:off x="10779498" y="26021986"/>
            <a:ext cx="9552045" cy="1200329"/>
          </a:xfrm>
          <a:prstGeom prst="rect">
            <a:avLst/>
          </a:prstGeom>
          <a:noFill/>
        </p:spPr>
        <p:txBody>
          <a:bodyPr wrap="square" rtlCol="0">
            <a:spAutoFit/>
          </a:bodyPr>
          <a:lstStyle/>
          <a:p>
            <a:r>
              <a:rPr lang="en-US" sz="1800" dirty="0"/>
              <a:t>Continuous UF/DF was achieved by using Single Pass TFF (SPTFF) modules in series.  No recirculation tank was required, and product was fed </a:t>
            </a:r>
            <a:r>
              <a:rPr lang="en-US" sz="1800" dirty="0" err="1"/>
              <a:t>uni</a:t>
            </a:r>
            <a:r>
              <a:rPr lang="en-US" sz="1800" dirty="0"/>
              <a:t>-directionally through the process.  </a:t>
            </a:r>
            <a:r>
              <a:rPr lang="en-US" sz="1800" dirty="0" err="1"/>
              <a:t>Diafiltration</a:t>
            </a:r>
            <a:r>
              <a:rPr lang="en-US" sz="1800" dirty="0"/>
              <a:t> was achieved by diluting the concentrated product with </a:t>
            </a:r>
            <a:r>
              <a:rPr lang="en-US" sz="1800" dirty="0" err="1"/>
              <a:t>dialfiltration</a:t>
            </a:r>
            <a:r>
              <a:rPr lang="en-US" sz="1800" dirty="0"/>
              <a:t> buffer back to the feed conditions and repeated this process in 3 SPTFF modules.  Final ultrafiltration was done across a fourth SPTFF.</a:t>
            </a:r>
          </a:p>
        </p:txBody>
      </p:sp>
      <p:sp>
        <p:nvSpPr>
          <p:cNvPr id="276" name="Rounded Rectangle 275"/>
          <p:cNvSpPr/>
          <p:nvPr/>
        </p:nvSpPr>
        <p:spPr>
          <a:xfrm>
            <a:off x="17023056" y="27516645"/>
            <a:ext cx="3097863" cy="1500119"/>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2400" dirty="0">
              <a:solidFill>
                <a:schemeClr val="tx1"/>
              </a:solidFill>
            </a:endParaRPr>
          </a:p>
        </p:txBody>
      </p:sp>
      <p:sp>
        <p:nvSpPr>
          <p:cNvPr id="277" name="TextBox 276"/>
          <p:cNvSpPr txBox="1"/>
          <p:nvPr/>
        </p:nvSpPr>
        <p:spPr>
          <a:xfrm>
            <a:off x="16991078" y="27487317"/>
            <a:ext cx="3121091" cy="1492716"/>
          </a:xfrm>
          <a:prstGeom prst="rect">
            <a:avLst/>
          </a:prstGeom>
          <a:noFill/>
        </p:spPr>
        <p:txBody>
          <a:bodyPr wrap="square" rtlCol="0">
            <a:spAutoFit/>
          </a:bodyPr>
          <a:lstStyle/>
          <a:p>
            <a:pPr algn="ctr"/>
            <a:r>
              <a:rPr lang="en-US" sz="2000" b="1" u="sng" dirty="0"/>
              <a:t>Pre-Formulated Bulk</a:t>
            </a:r>
          </a:p>
          <a:p>
            <a:pPr marL="285750" indent="-285750">
              <a:buFont typeface="Arial" panose="020B0604020202020204" pitchFamily="34" charset="0"/>
              <a:buChar char="•"/>
            </a:pPr>
            <a:endParaRPr lang="en-US" sz="600" dirty="0"/>
          </a:p>
          <a:p>
            <a:pPr marL="285750" indent="-285750">
              <a:buFont typeface="Arial" panose="020B0604020202020204" pitchFamily="34" charset="0"/>
              <a:buChar char="•"/>
            </a:pPr>
            <a:r>
              <a:rPr lang="en-US" sz="1600" dirty="0"/>
              <a:t>110 g/L</a:t>
            </a:r>
          </a:p>
          <a:p>
            <a:pPr marL="285750" indent="-285750">
              <a:buFont typeface="Arial" panose="020B0604020202020204" pitchFamily="34" charset="0"/>
              <a:buChar char="•"/>
            </a:pPr>
            <a:r>
              <a:rPr lang="en-US" sz="1600" dirty="0"/>
              <a:t>1.35% Aggregate</a:t>
            </a:r>
          </a:p>
          <a:p>
            <a:pPr marL="285750" indent="-285750">
              <a:buFont typeface="Arial" panose="020B0604020202020204" pitchFamily="34" charset="0"/>
              <a:buChar char="•"/>
            </a:pPr>
            <a:r>
              <a:rPr lang="en-US" sz="1600" dirty="0"/>
              <a:t>24 ng/mg HCP</a:t>
            </a:r>
          </a:p>
          <a:p>
            <a:pPr marL="285750" indent="-285750">
              <a:buFont typeface="Arial" panose="020B0604020202020204" pitchFamily="34" charset="0"/>
              <a:buChar char="•"/>
            </a:pPr>
            <a:r>
              <a:rPr lang="en-US" sz="1600" dirty="0"/>
              <a:t>5.2E-5 ng/mg DNA</a:t>
            </a:r>
          </a:p>
        </p:txBody>
      </p:sp>
      <p:sp>
        <p:nvSpPr>
          <p:cNvPr id="278" name="TextBox 277"/>
          <p:cNvSpPr txBox="1"/>
          <p:nvPr/>
        </p:nvSpPr>
        <p:spPr>
          <a:xfrm>
            <a:off x="10279252" y="30242504"/>
            <a:ext cx="11389616" cy="2554545"/>
          </a:xfrm>
          <a:prstGeom prst="rect">
            <a:avLst/>
          </a:prstGeom>
          <a:noFill/>
        </p:spPr>
        <p:txBody>
          <a:bodyPr wrap="square" rtlCol="0">
            <a:spAutoFit/>
          </a:bodyPr>
          <a:lstStyle/>
          <a:p>
            <a:r>
              <a:rPr lang="en-US" sz="2000" dirty="0"/>
              <a:t>This work demonstrates the first successful continuous processing purification run at MedImmune.  MEDI4166 was produced in a perfusion bioreactor, purified, and formulated at pilot scale using new enabling technologies and solutions facilitating continuous processing. Future work includes:</a:t>
            </a:r>
          </a:p>
          <a:p>
            <a:pPr marL="342900" indent="-342900">
              <a:buFont typeface="Arial" panose="020B0604020202020204" pitchFamily="34" charset="0"/>
              <a:buChar char="•"/>
            </a:pPr>
            <a:r>
              <a:rPr lang="en-US" sz="2000" dirty="0"/>
              <a:t>Improved automation to facilitate improved control and prolonged operation with minimal intervention</a:t>
            </a:r>
          </a:p>
          <a:p>
            <a:pPr marL="342900" indent="-342900">
              <a:buFont typeface="Arial" panose="020B0604020202020204" pitchFamily="34" charset="0"/>
              <a:buChar char="•"/>
            </a:pPr>
            <a:r>
              <a:rPr lang="en-US" sz="2000" dirty="0"/>
              <a:t>Steps toward aseptic design</a:t>
            </a:r>
          </a:p>
          <a:p>
            <a:pPr marL="342900" indent="-342900">
              <a:buFont typeface="Arial" panose="020B0604020202020204" pitchFamily="34" charset="0"/>
              <a:buChar char="•"/>
            </a:pPr>
            <a:r>
              <a:rPr lang="en-US" sz="2000" dirty="0"/>
              <a:t>Demonstrate endotoxin and bioburden control</a:t>
            </a:r>
          </a:p>
          <a:p>
            <a:pPr marL="342900" indent="-342900">
              <a:buFont typeface="Arial" panose="020B0604020202020204" pitchFamily="34" charset="0"/>
              <a:buChar char="•"/>
            </a:pPr>
            <a:r>
              <a:rPr lang="en-US" sz="2000" dirty="0"/>
              <a:t>Implement with batch harvest to compare benefits or drawbacks</a:t>
            </a:r>
          </a:p>
          <a:p>
            <a:pPr marL="342900" indent="-342900">
              <a:buFont typeface="Arial" panose="020B0604020202020204" pitchFamily="34" charset="0"/>
              <a:buChar char="•"/>
            </a:pPr>
            <a:r>
              <a:rPr lang="en-US" sz="2000" dirty="0"/>
              <a:t>Process analytical technology (PAT) to monitor process outputs in real time</a:t>
            </a:r>
          </a:p>
        </p:txBody>
      </p:sp>
      <p:graphicFrame>
        <p:nvGraphicFramePr>
          <p:cNvPr id="230" name="Chart 229"/>
          <p:cNvGraphicFramePr>
            <a:graphicFrameLocks/>
          </p:cNvGraphicFramePr>
          <p:nvPr>
            <p:extLst>
              <p:ext uri="{D42A27DB-BD31-4B8C-83A1-F6EECF244321}">
                <p14:modId xmlns:p14="http://schemas.microsoft.com/office/powerpoint/2010/main" val="1941969975"/>
              </p:ext>
            </p:extLst>
          </p:nvPr>
        </p:nvGraphicFramePr>
        <p:xfrm>
          <a:off x="13491348" y="19077350"/>
          <a:ext cx="6372736" cy="1952399"/>
        </p:xfrm>
        <a:graphic>
          <a:graphicData uri="http://schemas.openxmlformats.org/drawingml/2006/chart">
            <c:chart xmlns:c="http://schemas.openxmlformats.org/drawingml/2006/chart" xmlns:r="http://schemas.openxmlformats.org/officeDocument/2006/relationships" r:id="rId14"/>
          </a:graphicData>
        </a:graphic>
      </p:graphicFrame>
    </p:spTree>
    <p:extLst>
      <p:ext uri="{BB962C8B-B14F-4D97-AF65-F5344CB8AC3E}">
        <p14:creationId xmlns:p14="http://schemas.microsoft.com/office/powerpoint/2010/main" val="3054733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8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47"/>
                                        </p:tgtEl>
                                        <p:attrNameLst>
                                          <p:attrName>style.visibility</p:attrName>
                                        </p:attrNameLst>
                                      </p:cBhvr>
                                      <p:to>
                                        <p:strVal val="visible"/>
                                      </p:to>
                                    </p:set>
                                    <p:animEffect transition="in" filter="fade">
                                      <p:cBhvr>
                                        <p:cTn id="13" dur="500"/>
                                        <p:tgtEl>
                                          <p:spTgt spid="14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9"/>
                                        </p:tgtEl>
                                        <p:attrNameLst>
                                          <p:attrName>style.visibility</p:attrName>
                                        </p:attrNameLst>
                                      </p:cBhvr>
                                      <p:to>
                                        <p:strVal val="visible"/>
                                      </p:to>
                                    </p:set>
                                    <p:animEffect transition="in" filter="fade">
                                      <p:cBhvr>
                                        <p:cTn id="16" dur="500"/>
                                        <p:tgtEl>
                                          <p:spTgt spid="149"/>
                                        </p:tgtEl>
                                      </p:cBhvr>
                                    </p:animEffect>
                                  </p:childTnLst>
                                </p:cTn>
                              </p:par>
                              <p:par>
                                <p:cTn id="17" presetID="10" presetClass="entr" presetSubtype="0" fill="hold" nodeType="withEffect">
                                  <p:stCondLst>
                                    <p:cond delay="0"/>
                                  </p:stCondLst>
                                  <p:childTnLst>
                                    <p:set>
                                      <p:cBhvr>
                                        <p:cTn id="18" dur="1" fill="hold">
                                          <p:stCondLst>
                                            <p:cond delay="0"/>
                                          </p:stCondLst>
                                        </p:cTn>
                                        <p:tgtEl>
                                          <p:spTgt spid="148"/>
                                        </p:tgtEl>
                                        <p:attrNameLst>
                                          <p:attrName>style.visibility</p:attrName>
                                        </p:attrNameLst>
                                      </p:cBhvr>
                                      <p:to>
                                        <p:strVal val="visible"/>
                                      </p:to>
                                    </p:set>
                                    <p:animEffect transition="in" filter="fade">
                                      <p:cBhvr>
                                        <p:cTn id="19" dur="500"/>
                                        <p:tgtEl>
                                          <p:spTgt spid="14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50"/>
                                        </p:tgtEl>
                                        <p:attrNameLst>
                                          <p:attrName>style.visibility</p:attrName>
                                        </p:attrNameLst>
                                      </p:cBhvr>
                                      <p:to>
                                        <p:strVal val="visible"/>
                                      </p:to>
                                    </p:set>
                                    <p:animEffect transition="in" filter="fade">
                                      <p:cBhvr>
                                        <p:cTn id="22" dur="500"/>
                                        <p:tgtEl>
                                          <p:spTgt spid="15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56"/>
                                        </p:tgtEl>
                                        <p:attrNameLst>
                                          <p:attrName>style.visibility</p:attrName>
                                        </p:attrNameLst>
                                      </p:cBhvr>
                                      <p:to>
                                        <p:strVal val="visible"/>
                                      </p:to>
                                    </p:set>
                                    <p:animEffect transition="in" filter="fade">
                                      <p:cBhvr>
                                        <p:cTn id="25" dur="500"/>
                                        <p:tgtEl>
                                          <p:spTgt spid="156"/>
                                        </p:tgtEl>
                                      </p:cBhvr>
                                    </p:animEffect>
                                  </p:childTnLst>
                                </p:cTn>
                              </p:par>
                              <p:par>
                                <p:cTn id="26" presetID="10" presetClass="entr" presetSubtype="0" fill="hold" nodeType="withEffect">
                                  <p:stCondLst>
                                    <p:cond delay="0"/>
                                  </p:stCondLst>
                                  <p:childTnLst>
                                    <p:set>
                                      <p:cBhvr>
                                        <p:cTn id="27" dur="1" fill="hold">
                                          <p:stCondLst>
                                            <p:cond delay="0"/>
                                          </p:stCondLst>
                                        </p:cTn>
                                        <p:tgtEl>
                                          <p:spTgt spid="154"/>
                                        </p:tgtEl>
                                        <p:attrNameLst>
                                          <p:attrName>style.visibility</p:attrName>
                                        </p:attrNameLst>
                                      </p:cBhvr>
                                      <p:to>
                                        <p:strVal val="visible"/>
                                      </p:to>
                                    </p:set>
                                    <p:animEffect transition="in" filter="fade">
                                      <p:cBhvr>
                                        <p:cTn id="28" dur="500"/>
                                        <p:tgtEl>
                                          <p:spTgt spid="154"/>
                                        </p:tgtEl>
                                      </p:cBhvr>
                                    </p:animEffect>
                                  </p:childTnLst>
                                </p:cTn>
                              </p:par>
                              <p:par>
                                <p:cTn id="29" presetID="10" presetClass="entr" presetSubtype="0" fill="hold" nodeType="withEffect">
                                  <p:stCondLst>
                                    <p:cond delay="0"/>
                                  </p:stCondLst>
                                  <p:childTnLst>
                                    <p:set>
                                      <p:cBhvr>
                                        <p:cTn id="30" dur="1" fill="hold">
                                          <p:stCondLst>
                                            <p:cond delay="0"/>
                                          </p:stCondLst>
                                        </p:cTn>
                                        <p:tgtEl>
                                          <p:spTgt spid="155"/>
                                        </p:tgtEl>
                                        <p:attrNameLst>
                                          <p:attrName>style.visibility</p:attrName>
                                        </p:attrNameLst>
                                      </p:cBhvr>
                                      <p:to>
                                        <p:strVal val="visible"/>
                                      </p:to>
                                    </p:set>
                                    <p:animEffect transition="in" filter="fade">
                                      <p:cBhvr>
                                        <p:cTn id="31" dur="500"/>
                                        <p:tgtEl>
                                          <p:spTgt spid="155"/>
                                        </p:tgtEl>
                                      </p:cBhvr>
                                    </p:animEffect>
                                  </p:childTnLst>
                                </p:cTn>
                              </p:par>
                              <p:par>
                                <p:cTn id="32" presetID="10" presetClass="entr" presetSubtype="0" fill="hold" nodeType="withEffect">
                                  <p:stCondLst>
                                    <p:cond delay="0"/>
                                  </p:stCondLst>
                                  <p:childTnLst>
                                    <p:set>
                                      <p:cBhvr>
                                        <p:cTn id="33" dur="1" fill="hold">
                                          <p:stCondLst>
                                            <p:cond delay="0"/>
                                          </p:stCondLst>
                                        </p:cTn>
                                        <p:tgtEl>
                                          <p:spTgt spid="151"/>
                                        </p:tgtEl>
                                        <p:attrNameLst>
                                          <p:attrName>style.visibility</p:attrName>
                                        </p:attrNameLst>
                                      </p:cBhvr>
                                      <p:to>
                                        <p:strVal val="visible"/>
                                      </p:to>
                                    </p:set>
                                    <p:animEffect transition="in" filter="fade">
                                      <p:cBhvr>
                                        <p:cTn id="34" dur="500"/>
                                        <p:tgtEl>
                                          <p:spTgt spid="151"/>
                                        </p:tgtEl>
                                      </p:cBhvr>
                                    </p:animEffect>
                                  </p:childTnLst>
                                </p:cTn>
                              </p:par>
                              <p:par>
                                <p:cTn id="35" presetID="10" presetClass="entr" presetSubtype="0" fill="hold" nodeType="withEffect">
                                  <p:stCondLst>
                                    <p:cond delay="0"/>
                                  </p:stCondLst>
                                  <p:childTnLst>
                                    <p:set>
                                      <p:cBhvr>
                                        <p:cTn id="36" dur="1" fill="hold">
                                          <p:stCondLst>
                                            <p:cond delay="0"/>
                                          </p:stCondLst>
                                        </p:cTn>
                                        <p:tgtEl>
                                          <p:spTgt spid="157"/>
                                        </p:tgtEl>
                                        <p:attrNameLst>
                                          <p:attrName>style.visibility</p:attrName>
                                        </p:attrNameLst>
                                      </p:cBhvr>
                                      <p:to>
                                        <p:strVal val="visible"/>
                                      </p:to>
                                    </p:set>
                                    <p:animEffect transition="in" filter="fade">
                                      <p:cBhvr>
                                        <p:cTn id="37" dur="250"/>
                                        <p:tgtEl>
                                          <p:spTgt spid="15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51"/>
                                        </p:tgtEl>
                                        <p:attrNameLst>
                                          <p:attrName>style.visibility</p:attrName>
                                        </p:attrNameLst>
                                      </p:cBhvr>
                                      <p:to>
                                        <p:strVal val="visible"/>
                                      </p:to>
                                    </p:set>
                                    <p:animEffect transition="in" filter="fade">
                                      <p:cBhvr>
                                        <p:cTn id="40" dur="500"/>
                                        <p:tgtEl>
                                          <p:spTgt spid="251"/>
                                        </p:tgtEl>
                                      </p:cBhvr>
                                    </p:animEffect>
                                  </p:childTnLst>
                                </p:cTn>
                              </p:par>
                              <p:par>
                                <p:cTn id="41" presetID="10" presetClass="entr" presetSubtype="0" fill="hold" nodeType="withEffect">
                                  <p:stCondLst>
                                    <p:cond delay="0"/>
                                  </p:stCondLst>
                                  <p:childTnLst>
                                    <p:set>
                                      <p:cBhvr>
                                        <p:cTn id="42" dur="1" fill="hold">
                                          <p:stCondLst>
                                            <p:cond delay="0"/>
                                          </p:stCondLst>
                                        </p:cTn>
                                        <p:tgtEl>
                                          <p:spTgt spid="252"/>
                                        </p:tgtEl>
                                        <p:attrNameLst>
                                          <p:attrName>style.visibility</p:attrName>
                                        </p:attrNameLst>
                                      </p:cBhvr>
                                      <p:to>
                                        <p:strVal val="visible"/>
                                      </p:to>
                                    </p:set>
                                    <p:animEffect transition="in" filter="fade">
                                      <p:cBhvr>
                                        <p:cTn id="43" dur="500"/>
                                        <p:tgtEl>
                                          <p:spTgt spid="252"/>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53"/>
                                        </p:tgtEl>
                                        <p:attrNameLst>
                                          <p:attrName>style.visibility</p:attrName>
                                        </p:attrNameLst>
                                      </p:cBhvr>
                                      <p:to>
                                        <p:strVal val="visible"/>
                                      </p:to>
                                    </p:set>
                                    <p:animEffect transition="in" filter="fade">
                                      <p:cBhvr>
                                        <p:cTn id="46" dur="500"/>
                                        <p:tgtEl>
                                          <p:spTgt spid="253"/>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54"/>
                                        </p:tgtEl>
                                        <p:attrNameLst>
                                          <p:attrName>style.visibility</p:attrName>
                                        </p:attrNameLst>
                                      </p:cBhvr>
                                      <p:to>
                                        <p:strVal val="visible"/>
                                      </p:to>
                                    </p:set>
                                    <p:animEffect transition="in" filter="fade">
                                      <p:cBhvr>
                                        <p:cTn id="49" dur="500"/>
                                        <p:tgtEl>
                                          <p:spTgt spid="254"/>
                                        </p:tgtEl>
                                      </p:cBhvr>
                                    </p:animEffect>
                                  </p:childTnLst>
                                </p:cTn>
                              </p:par>
                              <p:par>
                                <p:cTn id="50" presetID="10" presetClass="entr" presetSubtype="0" fill="hold" nodeType="withEffect">
                                  <p:stCondLst>
                                    <p:cond delay="0"/>
                                  </p:stCondLst>
                                  <p:childTnLst>
                                    <p:set>
                                      <p:cBhvr>
                                        <p:cTn id="51" dur="1" fill="hold">
                                          <p:stCondLst>
                                            <p:cond delay="0"/>
                                          </p:stCondLst>
                                        </p:cTn>
                                        <p:tgtEl>
                                          <p:spTgt spid="259"/>
                                        </p:tgtEl>
                                        <p:attrNameLst>
                                          <p:attrName>style.visibility</p:attrName>
                                        </p:attrNameLst>
                                      </p:cBhvr>
                                      <p:to>
                                        <p:strVal val="visible"/>
                                      </p:to>
                                    </p:set>
                                    <p:animEffect transition="in" filter="fade">
                                      <p:cBhvr>
                                        <p:cTn id="52" dur="500"/>
                                        <p:tgtEl>
                                          <p:spTgt spid="259"/>
                                        </p:tgtEl>
                                      </p:cBhvr>
                                    </p:animEffect>
                                  </p:childTnLst>
                                </p:cTn>
                              </p:par>
                              <p:par>
                                <p:cTn id="53" presetID="10" presetClass="entr" presetSubtype="0" fill="hold" nodeType="withEffect">
                                  <p:stCondLst>
                                    <p:cond delay="0"/>
                                  </p:stCondLst>
                                  <p:childTnLst>
                                    <p:set>
                                      <p:cBhvr>
                                        <p:cTn id="54" dur="1" fill="hold">
                                          <p:stCondLst>
                                            <p:cond delay="0"/>
                                          </p:stCondLst>
                                        </p:cTn>
                                        <p:tgtEl>
                                          <p:spTgt spid="260"/>
                                        </p:tgtEl>
                                        <p:attrNameLst>
                                          <p:attrName>style.visibility</p:attrName>
                                        </p:attrNameLst>
                                      </p:cBhvr>
                                      <p:to>
                                        <p:strVal val="visible"/>
                                      </p:to>
                                    </p:set>
                                    <p:animEffect transition="in" filter="fade">
                                      <p:cBhvr>
                                        <p:cTn id="55" dur="500"/>
                                        <p:tgtEl>
                                          <p:spTgt spid="260"/>
                                        </p:tgtEl>
                                      </p:cBhvr>
                                    </p:animEffect>
                                  </p:childTnLst>
                                </p:cTn>
                              </p:par>
                              <p:par>
                                <p:cTn id="56" presetID="10" presetClass="entr" presetSubtype="0" fill="hold" nodeType="withEffect">
                                  <p:stCondLst>
                                    <p:cond delay="0"/>
                                  </p:stCondLst>
                                  <p:childTnLst>
                                    <p:set>
                                      <p:cBhvr>
                                        <p:cTn id="57" dur="1" fill="hold">
                                          <p:stCondLst>
                                            <p:cond delay="0"/>
                                          </p:stCondLst>
                                        </p:cTn>
                                        <p:tgtEl>
                                          <p:spTgt spid="261"/>
                                        </p:tgtEl>
                                        <p:attrNameLst>
                                          <p:attrName>style.visibility</p:attrName>
                                        </p:attrNameLst>
                                      </p:cBhvr>
                                      <p:to>
                                        <p:strVal val="visible"/>
                                      </p:to>
                                    </p:set>
                                    <p:animEffect transition="in" filter="fade">
                                      <p:cBhvr>
                                        <p:cTn id="58" dur="500"/>
                                        <p:tgtEl>
                                          <p:spTgt spid="261"/>
                                        </p:tgtEl>
                                      </p:cBhvr>
                                    </p:animEffect>
                                  </p:childTnLst>
                                </p:cTn>
                              </p:par>
                              <p:par>
                                <p:cTn id="59" presetID="10" presetClass="entr" presetSubtype="0" fill="hold" nodeType="withEffect">
                                  <p:stCondLst>
                                    <p:cond delay="0"/>
                                  </p:stCondLst>
                                  <p:childTnLst>
                                    <p:set>
                                      <p:cBhvr>
                                        <p:cTn id="60" dur="1" fill="hold">
                                          <p:stCondLst>
                                            <p:cond delay="0"/>
                                          </p:stCondLst>
                                        </p:cTn>
                                        <p:tgtEl>
                                          <p:spTgt spid="262"/>
                                        </p:tgtEl>
                                        <p:attrNameLst>
                                          <p:attrName>style.visibility</p:attrName>
                                        </p:attrNameLst>
                                      </p:cBhvr>
                                      <p:to>
                                        <p:strVal val="visible"/>
                                      </p:to>
                                    </p:set>
                                    <p:animEffect transition="in" filter="fade">
                                      <p:cBhvr>
                                        <p:cTn id="61" dur="500"/>
                                        <p:tgtEl>
                                          <p:spTgt spid="262"/>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63"/>
                                        </p:tgtEl>
                                        <p:attrNameLst>
                                          <p:attrName>style.visibility</p:attrName>
                                        </p:attrNameLst>
                                      </p:cBhvr>
                                      <p:to>
                                        <p:strVal val="visible"/>
                                      </p:to>
                                    </p:set>
                                    <p:animEffect transition="in" filter="fade">
                                      <p:cBhvr>
                                        <p:cTn id="64" dur="500"/>
                                        <p:tgtEl>
                                          <p:spTgt spid="263"/>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64"/>
                                        </p:tgtEl>
                                        <p:attrNameLst>
                                          <p:attrName>style.visibility</p:attrName>
                                        </p:attrNameLst>
                                      </p:cBhvr>
                                      <p:to>
                                        <p:strVal val="visible"/>
                                      </p:to>
                                    </p:set>
                                    <p:animEffect transition="in" filter="fade">
                                      <p:cBhvr>
                                        <p:cTn id="67" dur="500"/>
                                        <p:tgtEl>
                                          <p:spTgt spid="264"/>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65"/>
                                        </p:tgtEl>
                                        <p:attrNameLst>
                                          <p:attrName>style.visibility</p:attrName>
                                        </p:attrNameLst>
                                      </p:cBhvr>
                                      <p:to>
                                        <p:strVal val="visible"/>
                                      </p:to>
                                    </p:set>
                                    <p:animEffect transition="in" filter="fade">
                                      <p:cBhvr>
                                        <p:cTn id="70" dur="500"/>
                                        <p:tgtEl>
                                          <p:spTgt spid="265"/>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74"/>
                                        </p:tgtEl>
                                        <p:attrNameLst>
                                          <p:attrName>style.visibility</p:attrName>
                                        </p:attrNameLst>
                                      </p:cBhvr>
                                      <p:to>
                                        <p:strVal val="visible"/>
                                      </p:to>
                                    </p:set>
                                    <p:animEffect transition="in" filter="fade">
                                      <p:cBhvr>
                                        <p:cTn id="73" dur="500"/>
                                        <p:tgtEl>
                                          <p:spTgt spid="274"/>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77"/>
                                        </p:tgtEl>
                                        <p:attrNameLst>
                                          <p:attrName>style.visibility</p:attrName>
                                        </p:attrNameLst>
                                      </p:cBhvr>
                                      <p:to>
                                        <p:strVal val="visible"/>
                                      </p:to>
                                    </p:set>
                                    <p:animEffect transition="in" filter="fade">
                                      <p:cBhvr>
                                        <p:cTn id="76" dur="500"/>
                                        <p:tgtEl>
                                          <p:spTgt spid="2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 grpId="0"/>
      <p:bldP spid="142" grpId="0"/>
      <p:bldP spid="149" grpId="0"/>
      <p:bldP spid="150" grpId="0"/>
      <p:bldP spid="156" grpId="0" animBg="1"/>
      <p:bldP spid="251" grpId="0" animBg="1"/>
      <p:bldP spid="253" grpId="0"/>
      <p:bldP spid="254" grpId="0"/>
      <p:bldP spid="263" grpId="0" animBg="1"/>
      <p:bldP spid="264" grpId="0" animBg="1"/>
      <p:bldP spid="265" grpId="0" animBg="1"/>
      <p:bldP spid="274" grpId="0"/>
      <p:bldP spid="277" grpId="0"/>
    </p:bldLst>
  </p:timing>
</p:sld>
</file>

<file path=ppt/theme/theme1.xml><?xml version="1.0" encoding="utf-8"?>
<a:theme xmlns:a="http://schemas.openxmlformats.org/drawingml/2006/main" name="Office Theme">
  <a:themeElements>
    <a:clrScheme name="Custom 1">
      <a:dk1>
        <a:srgbClr val="000000"/>
      </a:dk1>
      <a:lt1>
        <a:srgbClr val="FFFFFF"/>
      </a:lt1>
      <a:dk2>
        <a:srgbClr val="003865"/>
      </a:dk2>
      <a:lt2>
        <a:srgbClr val="9DB0AC"/>
      </a:lt2>
      <a:accent1>
        <a:srgbClr val="003865"/>
      </a:accent1>
      <a:accent2>
        <a:srgbClr val="830051"/>
      </a:accent2>
      <a:accent3>
        <a:srgbClr val="68D2DF"/>
      </a:accent3>
      <a:accent4>
        <a:srgbClr val="3C1053"/>
      </a:accent4>
      <a:accent5>
        <a:srgbClr val="C4D600"/>
      </a:accent5>
      <a:accent6>
        <a:srgbClr val="3F4444"/>
      </a:accent6>
      <a:hlink>
        <a:srgbClr val="003865"/>
      </a:hlink>
      <a:folHlink>
        <a:srgbClr val="9DB0AC"/>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E4329FE6390EC4D9AB60D638A227011" ma:contentTypeVersion="13" ma:contentTypeDescription="Create a new document." ma:contentTypeScope="" ma:versionID="8526ba596ed355ae2a4bc08dc48a87cc">
  <xsd:schema xmlns:xsd="http://www.w3.org/2001/XMLSchema" xmlns:xs="http://www.w3.org/2001/XMLSchema" xmlns:p="http://schemas.microsoft.com/office/2006/metadata/properties" xmlns:ns3="44a56295-c29e-4898-8136-a54736c65b82" xmlns:ns4="d300a0bd-4cfc-466d-8c27-3f3e3db5e0e2" xmlns:ns5="894b19df-7688-4a9a-9e07-15ee5fcc5493" targetNamespace="http://schemas.microsoft.com/office/2006/metadata/properties" ma:root="true" ma:fieldsID="b835e5f598b33ea6c100db905699e96b" ns3:_="" ns4:_="" ns5:_="">
    <xsd:import namespace="44a56295-c29e-4898-8136-a54736c65b82"/>
    <xsd:import namespace="d300a0bd-4cfc-466d-8c27-3f3e3db5e0e2"/>
    <xsd:import namespace="894b19df-7688-4a9a-9e07-15ee5fcc5493"/>
    <xsd:element name="properties">
      <xsd:complexType>
        <xsd:sequence>
          <xsd:element name="documentManagement">
            <xsd:complexType>
              <xsd:all>
                <xsd:element ref="ns3:Descriptions" minOccurs="0"/>
                <xsd:element ref="ns3:Keyword"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5:SharedWithUsers" minOccurs="0"/>
                <xsd:element ref="ns5:SharedWithDetails" minOccurs="0"/>
                <xsd:element ref="ns5:SharingHintHash" minOccurs="0"/>
                <xsd:element ref="ns4:MediaServiceLocation" minOccurs="0"/>
                <xsd:element ref="ns4: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4a56295-c29e-4898-8136-a54736c65b82" elementFormDefault="qualified">
    <xsd:import namespace="http://schemas.microsoft.com/office/2006/documentManagement/types"/>
    <xsd:import namespace="http://schemas.microsoft.com/office/infopath/2007/PartnerControls"/>
    <xsd:element name="Descriptions" ma:index="8" nillable="true" ma:displayName="Descriptions" ma:description="Describe your document to make it appear at the top of search results" ma:internalName="Descriptions">
      <xsd:simpleType>
        <xsd:restriction base="dms:Note">
          <xsd:maxLength value="255"/>
        </xsd:restriction>
      </xsd:simpleType>
    </xsd:element>
    <xsd:element name="Keyword" ma:index="9" nillable="true" ma:displayName="Keyword" ma:description="Enter list of terms separated by semi-colon(;)" ma:internalName="Keyword">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300a0bd-4cfc-466d-8c27-3f3e3db5e0e2"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894b19df-7688-4a9a-9e07-15ee5fcc5493"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SharingHintHash" ma:index="18"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SharedContentType xmlns="Microsoft.SharePoint.Taxonomy.ContentTypeSync" SourceId="1ee89e71-04cd-405e-9ca3-99e020c1694d" ContentTypeId="0x0101" PreviousValue="false"/>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Keyword xmlns="44a56295-c29e-4898-8136-a54736c65b82" xsi:nil="true"/>
    <Descriptions xmlns="44a56295-c29e-4898-8136-a54736c65b82" xsi:nil="true"/>
  </documentManagement>
</p:properties>
</file>

<file path=customXml/itemProps1.xml><?xml version="1.0" encoding="utf-8"?>
<ds:datastoreItem xmlns:ds="http://schemas.openxmlformats.org/officeDocument/2006/customXml" ds:itemID="{CEC058E4-5654-4E71-9709-4B6C0885065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4a56295-c29e-4898-8136-a54736c65b82"/>
    <ds:schemaRef ds:uri="d300a0bd-4cfc-466d-8c27-3f3e3db5e0e2"/>
    <ds:schemaRef ds:uri="894b19df-7688-4a9a-9e07-15ee5fcc549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5BFC360-51F0-470B-8599-D8DE0D109C01}">
  <ds:schemaRefs>
    <ds:schemaRef ds:uri="Microsoft.SharePoint.Taxonomy.ContentTypeSync"/>
  </ds:schemaRefs>
</ds:datastoreItem>
</file>

<file path=customXml/itemProps3.xml><?xml version="1.0" encoding="utf-8"?>
<ds:datastoreItem xmlns:ds="http://schemas.openxmlformats.org/officeDocument/2006/customXml" ds:itemID="{792C5828-C9C6-4D79-B858-38E3F1C7FCDC}">
  <ds:schemaRefs>
    <ds:schemaRef ds:uri="http://schemas.microsoft.com/sharepoint/v3/contenttype/forms"/>
  </ds:schemaRefs>
</ds:datastoreItem>
</file>

<file path=customXml/itemProps4.xml><?xml version="1.0" encoding="utf-8"?>
<ds:datastoreItem xmlns:ds="http://schemas.openxmlformats.org/officeDocument/2006/customXml" ds:itemID="{98139B5A-620B-448C-8E43-6CC9C8E34075}">
  <ds:schemaRefs>
    <ds:schemaRef ds:uri="http://schemas.microsoft.com/office/2006/documentManagement/types"/>
    <ds:schemaRef ds:uri="http://purl.org/dc/dcmitype/"/>
    <ds:schemaRef ds:uri="http://purl.org/dc/terms/"/>
    <ds:schemaRef ds:uri="44a56295-c29e-4898-8136-a54736c65b82"/>
    <ds:schemaRef ds:uri="http://schemas.microsoft.com/office/infopath/2007/PartnerControls"/>
    <ds:schemaRef ds:uri="http://schemas.openxmlformats.org/package/2006/metadata/core-properties"/>
    <ds:schemaRef ds:uri="http://purl.org/dc/elements/1.1/"/>
    <ds:schemaRef ds:uri="894b19df-7688-4a9a-9e07-15ee5fcc5493"/>
    <ds:schemaRef ds:uri="d300a0bd-4cfc-466d-8c27-3f3e3db5e0e2"/>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TotalTime>5686</TotalTime>
  <Words>1117</Words>
  <Application>Microsoft Office PowerPoint</Application>
  <PresentationFormat>Custom</PresentationFormat>
  <Paragraphs>154</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Times New Roman</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Coughlin, Melissa</dc:creator>
  <cp:lastModifiedBy>Coffman, Jon</cp:lastModifiedBy>
  <cp:revision>61</cp:revision>
  <dcterms:created xsi:type="dcterms:W3CDTF">2017-03-29T18:14:33Z</dcterms:created>
  <dcterms:modified xsi:type="dcterms:W3CDTF">2020-01-14T14:07:41Z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0x0101003E4329FE6390EC4D9AB60D638A227011</vt:lpwstr>
  </property>
</Properties>
</file>