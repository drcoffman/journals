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87" r:id="rId6"/>
  </p:sldMasterIdLst>
  <p:notesMasterIdLst>
    <p:notesMasterId r:id="rId10"/>
  </p:notesMasterIdLst>
  <p:sldIdLst>
    <p:sldId id="358" r:id="rId7"/>
    <p:sldId id="7296" r:id="rId8"/>
    <p:sldId id="729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40F7ED-7448-594E-A3C0-CB0B9610A824}" v="3" dt="2020-05-26T19:52:20.2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81"/>
  </p:normalViewPr>
  <p:slideViewPr>
    <p:cSldViewPr snapToGrid="0">
      <p:cViewPr varScale="1">
        <p:scale>
          <a:sx n="107" d="100"/>
          <a:sy n="107" d="100"/>
        </p:scale>
        <p:origin x="64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presProps" Target="presProps.xml"/><Relationship Id="rId5" Type="http://schemas.openxmlformats.org/officeDocument/2006/relationships/slideMaster" Target="slideMasters/slideMaster1.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AF1E14-D11F-4DD0-8C95-E2E8040ECD4E}" type="doc">
      <dgm:prSet loTypeId="urn:microsoft.com/office/officeart/2005/8/layout/chevronAccent+Icon" loCatId="officeonline" qsTypeId="urn:microsoft.com/office/officeart/2005/8/quickstyle/simple1" qsCatId="simple" csTypeId="urn:microsoft.com/office/officeart/2005/8/colors/accent0_3" csCatId="mainScheme" phldr="1"/>
      <dgm:spPr/>
    </dgm:pt>
    <dgm:pt modelId="{EE55E199-3568-4C05-A604-40710AE14EB0}">
      <dgm:prSet phldrT="[Text]"/>
      <dgm:spPr/>
      <dgm:t>
        <a:bodyPr/>
        <a:lstStyle/>
        <a:p>
          <a:r>
            <a:rPr lang="en-US"/>
            <a:t>1Q2020</a:t>
          </a:r>
        </a:p>
      </dgm:t>
    </dgm:pt>
    <dgm:pt modelId="{F398D532-314F-4E56-A0B7-34419F59648E}" type="parTrans" cxnId="{7F6081CE-C7B0-4EA1-877A-4B15505BF482}">
      <dgm:prSet/>
      <dgm:spPr/>
      <dgm:t>
        <a:bodyPr/>
        <a:lstStyle/>
        <a:p>
          <a:endParaRPr lang="en-US"/>
        </a:p>
      </dgm:t>
    </dgm:pt>
    <dgm:pt modelId="{CEA345C4-B116-4570-83F6-AD62BCD02072}" type="sibTrans" cxnId="{7F6081CE-C7B0-4EA1-877A-4B15505BF482}">
      <dgm:prSet/>
      <dgm:spPr/>
      <dgm:t>
        <a:bodyPr/>
        <a:lstStyle/>
        <a:p>
          <a:endParaRPr lang="en-US"/>
        </a:p>
      </dgm:t>
    </dgm:pt>
    <dgm:pt modelId="{7BFA096B-92BE-44D1-BCE7-C81B6652F225}">
      <dgm:prSet phldrT="[Text]"/>
      <dgm:spPr/>
      <dgm:t>
        <a:bodyPr/>
        <a:lstStyle/>
        <a:p>
          <a:r>
            <a:rPr lang="en-US"/>
            <a:t>2Q2020</a:t>
          </a:r>
        </a:p>
      </dgm:t>
    </dgm:pt>
    <dgm:pt modelId="{A891C74F-1E24-4D83-A185-C455A04A8D99}" type="parTrans" cxnId="{C23D8E19-E74A-4EC9-91D6-BDC54E18E932}">
      <dgm:prSet/>
      <dgm:spPr/>
      <dgm:t>
        <a:bodyPr/>
        <a:lstStyle/>
        <a:p>
          <a:endParaRPr lang="en-US"/>
        </a:p>
      </dgm:t>
    </dgm:pt>
    <dgm:pt modelId="{5FA16EF7-D618-41A0-A68B-92F85D14F1B0}" type="sibTrans" cxnId="{C23D8E19-E74A-4EC9-91D6-BDC54E18E932}">
      <dgm:prSet/>
      <dgm:spPr/>
      <dgm:t>
        <a:bodyPr/>
        <a:lstStyle/>
        <a:p>
          <a:endParaRPr lang="en-US"/>
        </a:p>
      </dgm:t>
    </dgm:pt>
    <dgm:pt modelId="{7303427C-49D5-420E-9C99-0913E8C0602E}">
      <dgm:prSet phldrT="[Text]"/>
      <dgm:spPr/>
      <dgm:t>
        <a:bodyPr/>
        <a:lstStyle/>
        <a:p>
          <a:r>
            <a:rPr lang="en-US"/>
            <a:t>3Q2020</a:t>
          </a:r>
        </a:p>
      </dgm:t>
    </dgm:pt>
    <dgm:pt modelId="{C89C9098-E08E-4B8D-BEEF-44AB33B88BA2}" type="parTrans" cxnId="{DEBC3F93-C4C1-4C38-8C63-BFD47DDAB785}">
      <dgm:prSet/>
      <dgm:spPr/>
      <dgm:t>
        <a:bodyPr/>
        <a:lstStyle/>
        <a:p>
          <a:endParaRPr lang="en-US"/>
        </a:p>
      </dgm:t>
    </dgm:pt>
    <dgm:pt modelId="{664193B4-EA41-491B-BAF7-80D62A2A360F}" type="sibTrans" cxnId="{DEBC3F93-C4C1-4C38-8C63-BFD47DDAB785}">
      <dgm:prSet/>
      <dgm:spPr/>
      <dgm:t>
        <a:bodyPr/>
        <a:lstStyle/>
        <a:p>
          <a:endParaRPr lang="en-US"/>
        </a:p>
      </dgm:t>
    </dgm:pt>
    <dgm:pt modelId="{16C57982-03B6-4B2D-975C-CF19556ABFE0}">
      <dgm:prSet phldrT="[Text]"/>
      <dgm:spPr/>
      <dgm:t>
        <a:bodyPr/>
        <a:lstStyle/>
        <a:p>
          <a:r>
            <a:rPr lang="en-US"/>
            <a:t>4Q2020</a:t>
          </a:r>
        </a:p>
      </dgm:t>
    </dgm:pt>
    <dgm:pt modelId="{8C92C968-3F6F-4177-A4E9-0EA6393AD164}" type="parTrans" cxnId="{4B1B88F2-487E-4E83-8B7A-63E3B2EC43B7}">
      <dgm:prSet/>
      <dgm:spPr/>
      <dgm:t>
        <a:bodyPr/>
        <a:lstStyle/>
        <a:p>
          <a:endParaRPr lang="en-US"/>
        </a:p>
      </dgm:t>
    </dgm:pt>
    <dgm:pt modelId="{ACA8814F-CFE2-4312-B322-A6E61AFB8A6E}" type="sibTrans" cxnId="{4B1B88F2-487E-4E83-8B7A-63E3B2EC43B7}">
      <dgm:prSet/>
      <dgm:spPr/>
      <dgm:t>
        <a:bodyPr/>
        <a:lstStyle/>
        <a:p>
          <a:endParaRPr lang="en-US"/>
        </a:p>
      </dgm:t>
    </dgm:pt>
    <dgm:pt modelId="{69C3051D-0631-4595-AA4F-15F90B66274C}" type="pres">
      <dgm:prSet presAssocID="{D0AF1E14-D11F-4DD0-8C95-E2E8040ECD4E}" presName="Name0" presStyleCnt="0">
        <dgm:presLayoutVars>
          <dgm:dir/>
          <dgm:resizeHandles val="exact"/>
        </dgm:presLayoutVars>
      </dgm:prSet>
      <dgm:spPr/>
    </dgm:pt>
    <dgm:pt modelId="{1DBDA7CA-91BE-484A-8E33-E85BEA87AA98}" type="pres">
      <dgm:prSet presAssocID="{EE55E199-3568-4C05-A604-40710AE14EB0}" presName="composite" presStyleCnt="0"/>
      <dgm:spPr/>
    </dgm:pt>
    <dgm:pt modelId="{DBD8BE41-2D78-4E20-947C-86102172AF61}" type="pres">
      <dgm:prSet presAssocID="{EE55E199-3568-4C05-A604-40710AE14EB0}" presName="bgChev" presStyleLbl="node1" presStyleIdx="0" presStyleCnt="4"/>
      <dgm:spPr/>
    </dgm:pt>
    <dgm:pt modelId="{F33BB59B-B4FF-45F0-A509-DD59D3DD4C60}" type="pres">
      <dgm:prSet presAssocID="{EE55E199-3568-4C05-A604-40710AE14EB0}" presName="txNode" presStyleLbl="fgAcc1" presStyleIdx="0" presStyleCnt="4">
        <dgm:presLayoutVars>
          <dgm:bulletEnabled val="1"/>
        </dgm:presLayoutVars>
      </dgm:prSet>
      <dgm:spPr/>
    </dgm:pt>
    <dgm:pt modelId="{DA710DAC-F7AA-45D2-B761-E8C3CBAFB601}" type="pres">
      <dgm:prSet presAssocID="{CEA345C4-B116-4570-83F6-AD62BCD02072}" presName="compositeSpace" presStyleCnt="0"/>
      <dgm:spPr/>
    </dgm:pt>
    <dgm:pt modelId="{92C09B7A-6879-4408-9A9F-B78A163E83E6}" type="pres">
      <dgm:prSet presAssocID="{7BFA096B-92BE-44D1-BCE7-C81B6652F225}" presName="composite" presStyleCnt="0"/>
      <dgm:spPr/>
    </dgm:pt>
    <dgm:pt modelId="{393BB488-EE68-4777-AA35-3C76BA472A43}" type="pres">
      <dgm:prSet presAssocID="{7BFA096B-92BE-44D1-BCE7-C81B6652F225}" presName="bgChev" presStyleLbl="node1" presStyleIdx="1" presStyleCnt="4"/>
      <dgm:spPr/>
    </dgm:pt>
    <dgm:pt modelId="{80891A38-7D5C-4693-B437-252601ADF44C}" type="pres">
      <dgm:prSet presAssocID="{7BFA096B-92BE-44D1-BCE7-C81B6652F225}" presName="txNode" presStyleLbl="fgAcc1" presStyleIdx="1" presStyleCnt="4">
        <dgm:presLayoutVars>
          <dgm:bulletEnabled val="1"/>
        </dgm:presLayoutVars>
      </dgm:prSet>
      <dgm:spPr/>
    </dgm:pt>
    <dgm:pt modelId="{00750D7C-BACB-44F7-A648-7991FD15CD86}" type="pres">
      <dgm:prSet presAssocID="{5FA16EF7-D618-41A0-A68B-92F85D14F1B0}" presName="compositeSpace" presStyleCnt="0"/>
      <dgm:spPr/>
    </dgm:pt>
    <dgm:pt modelId="{5E861EA0-D758-4050-B16A-51F8789E132E}" type="pres">
      <dgm:prSet presAssocID="{7303427C-49D5-420E-9C99-0913E8C0602E}" presName="composite" presStyleCnt="0"/>
      <dgm:spPr/>
    </dgm:pt>
    <dgm:pt modelId="{74183598-98F3-4493-A03A-F1C29439C518}" type="pres">
      <dgm:prSet presAssocID="{7303427C-49D5-420E-9C99-0913E8C0602E}" presName="bgChev" presStyleLbl="node1" presStyleIdx="2" presStyleCnt="4"/>
      <dgm:spPr/>
    </dgm:pt>
    <dgm:pt modelId="{F8082231-111B-45E6-8299-7FBE3AF909BF}" type="pres">
      <dgm:prSet presAssocID="{7303427C-49D5-420E-9C99-0913E8C0602E}" presName="txNode" presStyleLbl="fgAcc1" presStyleIdx="2" presStyleCnt="4">
        <dgm:presLayoutVars>
          <dgm:bulletEnabled val="1"/>
        </dgm:presLayoutVars>
      </dgm:prSet>
      <dgm:spPr/>
    </dgm:pt>
    <dgm:pt modelId="{0DFABC3E-D1BB-4439-8C64-F1409952BD71}" type="pres">
      <dgm:prSet presAssocID="{664193B4-EA41-491B-BAF7-80D62A2A360F}" presName="compositeSpace" presStyleCnt="0"/>
      <dgm:spPr/>
    </dgm:pt>
    <dgm:pt modelId="{DB437FFC-935F-41A6-8DBB-4F9FDC9BD632}" type="pres">
      <dgm:prSet presAssocID="{16C57982-03B6-4B2D-975C-CF19556ABFE0}" presName="composite" presStyleCnt="0"/>
      <dgm:spPr/>
    </dgm:pt>
    <dgm:pt modelId="{2E6E67ED-56A1-405F-AB53-6AEBA9353362}" type="pres">
      <dgm:prSet presAssocID="{16C57982-03B6-4B2D-975C-CF19556ABFE0}" presName="bgChev" presStyleLbl="node1" presStyleIdx="3" presStyleCnt="4"/>
      <dgm:spPr/>
    </dgm:pt>
    <dgm:pt modelId="{B9D28C42-F6A0-4C49-8B47-86C43BE170FF}" type="pres">
      <dgm:prSet presAssocID="{16C57982-03B6-4B2D-975C-CF19556ABFE0}" presName="txNode" presStyleLbl="fgAcc1" presStyleIdx="3" presStyleCnt="4">
        <dgm:presLayoutVars>
          <dgm:bulletEnabled val="1"/>
        </dgm:presLayoutVars>
      </dgm:prSet>
      <dgm:spPr/>
    </dgm:pt>
  </dgm:ptLst>
  <dgm:cxnLst>
    <dgm:cxn modelId="{F7F5B607-7552-4708-838E-903C49B1963C}" type="presOf" srcId="{D0AF1E14-D11F-4DD0-8C95-E2E8040ECD4E}" destId="{69C3051D-0631-4595-AA4F-15F90B66274C}" srcOrd="0" destOrd="0" presId="urn:microsoft.com/office/officeart/2005/8/layout/chevronAccent+Icon"/>
    <dgm:cxn modelId="{C23D8E19-E74A-4EC9-91D6-BDC54E18E932}" srcId="{D0AF1E14-D11F-4DD0-8C95-E2E8040ECD4E}" destId="{7BFA096B-92BE-44D1-BCE7-C81B6652F225}" srcOrd="1" destOrd="0" parTransId="{A891C74F-1E24-4D83-A185-C455A04A8D99}" sibTransId="{5FA16EF7-D618-41A0-A68B-92F85D14F1B0}"/>
    <dgm:cxn modelId="{2A83782C-C547-4427-B011-3FB26A7D3CED}" type="presOf" srcId="{7BFA096B-92BE-44D1-BCE7-C81B6652F225}" destId="{80891A38-7D5C-4693-B437-252601ADF44C}" srcOrd="0" destOrd="0" presId="urn:microsoft.com/office/officeart/2005/8/layout/chevronAccent+Icon"/>
    <dgm:cxn modelId="{88C0215E-86EB-4C79-99CD-4CF90ED87C09}" type="presOf" srcId="{16C57982-03B6-4B2D-975C-CF19556ABFE0}" destId="{B9D28C42-F6A0-4C49-8B47-86C43BE170FF}" srcOrd="0" destOrd="0" presId="urn:microsoft.com/office/officeart/2005/8/layout/chevronAccent+Icon"/>
    <dgm:cxn modelId="{DEBC3F93-C4C1-4C38-8C63-BFD47DDAB785}" srcId="{D0AF1E14-D11F-4DD0-8C95-E2E8040ECD4E}" destId="{7303427C-49D5-420E-9C99-0913E8C0602E}" srcOrd="2" destOrd="0" parTransId="{C89C9098-E08E-4B8D-BEEF-44AB33B88BA2}" sibTransId="{664193B4-EA41-491B-BAF7-80D62A2A360F}"/>
    <dgm:cxn modelId="{7F6081CE-C7B0-4EA1-877A-4B15505BF482}" srcId="{D0AF1E14-D11F-4DD0-8C95-E2E8040ECD4E}" destId="{EE55E199-3568-4C05-A604-40710AE14EB0}" srcOrd="0" destOrd="0" parTransId="{F398D532-314F-4E56-A0B7-34419F59648E}" sibTransId="{CEA345C4-B116-4570-83F6-AD62BCD02072}"/>
    <dgm:cxn modelId="{27BC03D4-BCCC-4722-BE70-EBC74B87EA6C}" type="presOf" srcId="{EE55E199-3568-4C05-A604-40710AE14EB0}" destId="{F33BB59B-B4FF-45F0-A509-DD59D3DD4C60}" srcOrd="0" destOrd="0" presId="urn:microsoft.com/office/officeart/2005/8/layout/chevronAccent+Icon"/>
    <dgm:cxn modelId="{DCCFC9E3-06CC-49E2-A814-4D9B884B3DB4}" type="presOf" srcId="{7303427C-49D5-420E-9C99-0913E8C0602E}" destId="{F8082231-111B-45E6-8299-7FBE3AF909BF}" srcOrd="0" destOrd="0" presId="urn:microsoft.com/office/officeart/2005/8/layout/chevronAccent+Icon"/>
    <dgm:cxn modelId="{4B1B88F2-487E-4E83-8B7A-63E3B2EC43B7}" srcId="{D0AF1E14-D11F-4DD0-8C95-E2E8040ECD4E}" destId="{16C57982-03B6-4B2D-975C-CF19556ABFE0}" srcOrd="3" destOrd="0" parTransId="{8C92C968-3F6F-4177-A4E9-0EA6393AD164}" sibTransId="{ACA8814F-CFE2-4312-B322-A6E61AFB8A6E}"/>
    <dgm:cxn modelId="{49E4D583-75EA-4D57-8999-63E9F7155B33}" type="presParOf" srcId="{69C3051D-0631-4595-AA4F-15F90B66274C}" destId="{1DBDA7CA-91BE-484A-8E33-E85BEA87AA98}" srcOrd="0" destOrd="0" presId="urn:microsoft.com/office/officeart/2005/8/layout/chevronAccent+Icon"/>
    <dgm:cxn modelId="{DB115629-E237-469D-A142-99C46C5F2B52}" type="presParOf" srcId="{1DBDA7CA-91BE-484A-8E33-E85BEA87AA98}" destId="{DBD8BE41-2D78-4E20-947C-86102172AF61}" srcOrd="0" destOrd="0" presId="urn:microsoft.com/office/officeart/2005/8/layout/chevronAccent+Icon"/>
    <dgm:cxn modelId="{49EFB2BE-7998-4436-91A7-B5B9B9C81AD7}" type="presParOf" srcId="{1DBDA7CA-91BE-484A-8E33-E85BEA87AA98}" destId="{F33BB59B-B4FF-45F0-A509-DD59D3DD4C60}" srcOrd="1" destOrd="0" presId="urn:microsoft.com/office/officeart/2005/8/layout/chevronAccent+Icon"/>
    <dgm:cxn modelId="{CCD4F1CA-386E-4AB6-89C0-279F2BE23457}" type="presParOf" srcId="{69C3051D-0631-4595-AA4F-15F90B66274C}" destId="{DA710DAC-F7AA-45D2-B761-E8C3CBAFB601}" srcOrd="1" destOrd="0" presId="urn:microsoft.com/office/officeart/2005/8/layout/chevronAccent+Icon"/>
    <dgm:cxn modelId="{B1344F08-D978-405D-9DF4-9C175AE572AD}" type="presParOf" srcId="{69C3051D-0631-4595-AA4F-15F90B66274C}" destId="{92C09B7A-6879-4408-9A9F-B78A163E83E6}" srcOrd="2" destOrd="0" presId="urn:microsoft.com/office/officeart/2005/8/layout/chevronAccent+Icon"/>
    <dgm:cxn modelId="{3E8A3C21-9BC0-4DF8-87A9-1CDF7114D0DD}" type="presParOf" srcId="{92C09B7A-6879-4408-9A9F-B78A163E83E6}" destId="{393BB488-EE68-4777-AA35-3C76BA472A43}" srcOrd="0" destOrd="0" presId="urn:microsoft.com/office/officeart/2005/8/layout/chevronAccent+Icon"/>
    <dgm:cxn modelId="{8FB06A74-EF16-459B-A96B-44FD81882DC8}" type="presParOf" srcId="{92C09B7A-6879-4408-9A9F-B78A163E83E6}" destId="{80891A38-7D5C-4693-B437-252601ADF44C}" srcOrd="1" destOrd="0" presId="urn:microsoft.com/office/officeart/2005/8/layout/chevronAccent+Icon"/>
    <dgm:cxn modelId="{9BF09B2E-D3A8-4291-AAE9-58DA082C14A9}" type="presParOf" srcId="{69C3051D-0631-4595-AA4F-15F90B66274C}" destId="{00750D7C-BACB-44F7-A648-7991FD15CD86}" srcOrd="3" destOrd="0" presId="urn:microsoft.com/office/officeart/2005/8/layout/chevronAccent+Icon"/>
    <dgm:cxn modelId="{BFD8EB29-392A-4EB7-9942-FDF54E845CF7}" type="presParOf" srcId="{69C3051D-0631-4595-AA4F-15F90B66274C}" destId="{5E861EA0-D758-4050-B16A-51F8789E132E}" srcOrd="4" destOrd="0" presId="urn:microsoft.com/office/officeart/2005/8/layout/chevronAccent+Icon"/>
    <dgm:cxn modelId="{425BE7E7-67D9-4CBD-B656-85D8CC19A6B4}" type="presParOf" srcId="{5E861EA0-D758-4050-B16A-51F8789E132E}" destId="{74183598-98F3-4493-A03A-F1C29439C518}" srcOrd="0" destOrd="0" presId="urn:microsoft.com/office/officeart/2005/8/layout/chevronAccent+Icon"/>
    <dgm:cxn modelId="{BEFBA401-9DD1-48CE-98A9-86339D4F5FEA}" type="presParOf" srcId="{5E861EA0-D758-4050-B16A-51F8789E132E}" destId="{F8082231-111B-45E6-8299-7FBE3AF909BF}" srcOrd="1" destOrd="0" presId="urn:microsoft.com/office/officeart/2005/8/layout/chevronAccent+Icon"/>
    <dgm:cxn modelId="{DC10B124-178E-42AF-B60D-1579B452D2D3}" type="presParOf" srcId="{69C3051D-0631-4595-AA4F-15F90B66274C}" destId="{0DFABC3E-D1BB-4439-8C64-F1409952BD71}" srcOrd="5" destOrd="0" presId="urn:microsoft.com/office/officeart/2005/8/layout/chevronAccent+Icon"/>
    <dgm:cxn modelId="{BBF38010-02C4-425D-9604-27DB6CA7FBC4}" type="presParOf" srcId="{69C3051D-0631-4595-AA4F-15F90B66274C}" destId="{DB437FFC-935F-41A6-8DBB-4F9FDC9BD632}" srcOrd="6" destOrd="0" presId="urn:microsoft.com/office/officeart/2005/8/layout/chevronAccent+Icon"/>
    <dgm:cxn modelId="{76249C35-6405-4B5A-8AD8-2AEF5E76FF79}" type="presParOf" srcId="{DB437FFC-935F-41A6-8DBB-4F9FDC9BD632}" destId="{2E6E67ED-56A1-405F-AB53-6AEBA9353362}" srcOrd="0" destOrd="0" presId="urn:microsoft.com/office/officeart/2005/8/layout/chevronAccent+Icon"/>
    <dgm:cxn modelId="{14D8F3BF-384D-401D-9644-751F7DAFAD71}" type="presParOf" srcId="{DB437FFC-935F-41A6-8DBB-4F9FDC9BD632}" destId="{B9D28C42-F6A0-4C49-8B47-86C43BE170FF}"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D8BE41-2D78-4E20-947C-86102172AF61}">
      <dsp:nvSpPr>
        <dsp:cNvPr id="0" name=""/>
        <dsp:cNvSpPr/>
      </dsp:nvSpPr>
      <dsp:spPr>
        <a:xfrm>
          <a:off x="5161" y="368486"/>
          <a:ext cx="2429352" cy="937729"/>
        </a:xfrm>
        <a:prstGeom prst="chevron">
          <a:avLst>
            <a:gd name="adj" fmla="val 4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3BB59B-B4FF-45F0-A509-DD59D3DD4C60}">
      <dsp:nvSpPr>
        <dsp:cNvPr id="0" name=""/>
        <dsp:cNvSpPr/>
      </dsp:nvSpPr>
      <dsp:spPr>
        <a:xfrm>
          <a:off x="652988" y="602919"/>
          <a:ext cx="2051452" cy="937729"/>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220472" rIns="220472" bIns="220472" numCol="1" spcCol="1270" anchor="ctr" anchorCtr="0">
          <a:noAutofit/>
        </a:bodyPr>
        <a:lstStyle/>
        <a:p>
          <a:pPr marL="0" lvl="0" indent="0" algn="ctr" defTabSz="1377950">
            <a:lnSpc>
              <a:spcPct val="90000"/>
            </a:lnSpc>
            <a:spcBef>
              <a:spcPct val="0"/>
            </a:spcBef>
            <a:spcAft>
              <a:spcPct val="35000"/>
            </a:spcAft>
            <a:buNone/>
          </a:pPr>
          <a:r>
            <a:rPr lang="en-US" sz="3100" kern="1200"/>
            <a:t>1Q2020</a:t>
          </a:r>
        </a:p>
      </dsp:txBody>
      <dsp:txXfrm>
        <a:off x="680453" y="630384"/>
        <a:ext cx="1996522" cy="882799"/>
      </dsp:txXfrm>
    </dsp:sp>
    <dsp:sp modelId="{393BB488-EE68-4777-AA35-3C76BA472A43}">
      <dsp:nvSpPr>
        <dsp:cNvPr id="0" name=""/>
        <dsp:cNvSpPr/>
      </dsp:nvSpPr>
      <dsp:spPr>
        <a:xfrm>
          <a:off x="2780021" y="368486"/>
          <a:ext cx="2429352" cy="937729"/>
        </a:xfrm>
        <a:prstGeom prst="chevron">
          <a:avLst>
            <a:gd name="adj" fmla="val 4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891A38-7D5C-4693-B437-252601ADF44C}">
      <dsp:nvSpPr>
        <dsp:cNvPr id="0" name=""/>
        <dsp:cNvSpPr/>
      </dsp:nvSpPr>
      <dsp:spPr>
        <a:xfrm>
          <a:off x="3427848" y="602919"/>
          <a:ext cx="2051452" cy="937729"/>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220472" rIns="220472" bIns="220472" numCol="1" spcCol="1270" anchor="ctr" anchorCtr="0">
          <a:noAutofit/>
        </a:bodyPr>
        <a:lstStyle/>
        <a:p>
          <a:pPr marL="0" lvl="0" indent="0" algn="ctr" defTabSz="1377950">
            <a:lnSpc>
              <a:spcPct val="90000"/>
            </a:lnSpc>
            <a:spcBef>
              <a:spcPct val="0"/>
            </a:spcBef>
            <a:spcAft>
              <a:spcPct val="35000"/>
            </a:spcAft>
            <a:buNone/>
          </a:pPr>
          <a:r>
            <a:rPr lang="en-US" sz="3100" kern="1200"/>
            <a:t>2Q2020</a:t>
          </a:r>
        </a:p>
      </dsp:txBody>
      <dsp:txXfrm>
        <a:off x="3455313" y="630384"/>
        <a:ext cx="1996522" cy="882799"/>
      </dsp:txXfrm>
    </dsp:sp>
    <dsp:sp modelId="{74183598-98F3-4493-A03A-F1C29439C518}">
      <dsp:nvSpPr>
        <dsp:cNvPr id="0" name=""/>
        <dsp:cNvSpPr/>
      </dsp:nvSpPr>
      <dsp:spPr>
        <a:xfrm>
          <a:off x="5554881" y="368486"/>
          <a:ext cx="2429352" cy="937729"/>
        </a:xfrm>
        <a:prstGeom prst="chevron">
          <a:avLst>
            <a:gd name="adj" fmla="val 4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082231-111B-45E6-8299-7FBE3AF909BF}">
      <dsp:nvSpPr>
        <dsp:cNvPr id="0" name=""/>
        <dsp:cNvSpPr/>
      </dsp:nvSpPr>
      <dsp:spPr>
        <a:xfrm>
          <a:off x="6202708" y="602919"/>
          <a:ext cx="2051452" cy="937729"/>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220472" rIns="220472" bIns="220472" numCol="1" spcCol="1270" anchor="ctr" anchorCtr="0">
          <a:noAutofit/>
        </a:bodyPr>
        <a:lstStyle/>
        <a:p>
          <a:pPr marL="0" lvl="0" indent="0" algn="ctr" defTabSz="1377950">
            <a:lnSpc>
              <a:spcPct val="90000"/>
            </a:lnSpc>
            <a:spcBef>
              <a:spcPct val="0"/>
            </a:spcBef>
            <a:spcAft>
              <a:spcPct val="35000"/>
            </a:spcAft>
            <a:buNone/>
          </a:pPr>
          <a:r>
            <a:rPr lang="en-US" sz="3100" kern="1200"/>
            <a:t>3Q2020</a:t>
          </a:r>
        </a:p>
      </dsp:txBody>
      <dsp:txXfrm>
        <a:off x="6230173" y="630384"/>
        <a:ext cx="1996522" cy="882799"/>
      </dsp:txXfrm>
    </dsp:sp>
    <dsp:sp modelId="{2E6E67ED-56A1-405F-AB53-6AEBA9353362}">
      <dsp:nvSpPr>
        <dsp:cNvPr id="0" name=""/>
        <dsp:cNvSpPr/>
      </dsp:nvSpPr>
      <dsp:spPr>
        <a:xfrm>
          <a:off x="8329741" y="368486"/>
          <a:ext cx="2429352" cy="937729"/>
        </a:xfrm>
        <a:prstGeom prst="chevron">
          <a:avLst>
            <a:gd name="adj" fmla="val 4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D28C42-F6A0-4C49-8B47-86C43BE170FF}">
      <dsp:nvSpPr>
        <dsp:cNvPr id="0" name=""/>
        <dsp:cNvSpPr/>
      </dsp:nvSpPr>
      <dsp:spPr>
        <a:xfrm>
          <a:off x="8977568" y="602919"/>
          <a:ext cx="2051452" cy="937729"/>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220472" rIns="220472" bIns="220472" numCol="1" spcCol="1270" anchor="ctr" anchorCtr="0">
          <a:noAutofit/>
        </a:bodyPr>
        <a:lstStyle/>
        <a:p>
          <a:pPr marL="0" lvl="0" indent="0" algn="ctr" defTabSz="1377950">
            <a:lnSpc>
              <a:spcPct val="90000"/>
            </a:lnSpc>
            <a:spcBef>
              <a:spcPct val="0"/>
            </a:spcBef>
            <a:spcAft>
              <a:spcPct val="35000"/>
            </a:spcAft>
            <a:buNone/>
          </a:pPr>
          <a:r>
            <a:rPr lang="en-US" sz="3100" kern="1200"/>
            <a:t>4Q2020</a:t>
          </a:r>
        </a:p>
      </dsp:txBody>
      <dsp:txXfrm>
        <a:off x="9005033" y="630384"/>
        <a:ext cx="1996522" cy="882799"/>
      </dsp:txXfrm>
    </dsp:sp>
  </dsp:spTree>
</dsp:drawing>
</file>

<file path=ppt/diagrams/layout1.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DE5CFD-4B9A-453E-8FF8-A51B724B06A5}" type="datetimeFigureOut">
              <a:rPr lang="en-US" smtClean="0"/>
              <a:t>5/26/20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0D945F-9921-491F-AE3A-8FEC9C8BD879}" type="slidenum">
              <a:rPr lang="en-US" smtClean="0"/>
              <a:t>‹#›</a:t>
            </a:fld>
            <a:endParaRPr lang="en-US"/>
          </a:p>
        </p:txBody>
      </p:sp>
    </p:spTree>
    <p:extLst>
      <p:ext uri="{BB962C8B-B14F-4D97-AF65-F5344CB8AC3E}">
        <p14:creationId xmlns:p14="http://schemas.microsoft.com/office/powerpoint/2010/main" val="1583912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 NGM Sin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857A81-DEF9-4B57-AC08-20326D7F815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41669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hyperlink" Target="http://www.astrazeneca.com/" TargetMode="External"/><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RIA Teze">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92002" y="3835401"/>
            <a:ext cx="11778761" cy="2827200"/>
          </a:xfrm>
          <a:prstGeom prst="rect">
            <a:avLst/>
          </a:prstGeom>
        </p:spPr>
      </p:pic>
      <p:sp>
        <p:nvSpPr>
          <p:cNvPr id="9"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sp>
        <p:nvSpPr>
          <p:cNvPr id="10"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75713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K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92617" y="3835400"/>
            <a:ext cx="11808000" cy="2834219"/>
          </a:xfrm>
          <a:prstGeom prst="rect">
            <a:avLst/>
          </a:prstGeom>
        </p:spPr>
      </p:pic>
      <p:sp>
        <p:nvSpPr>
          <p:cNvPr id="9"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sp>
        <p:nvSpPr>
          <p:cNvPr id="10"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561621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RIA">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pic>
        <p:nvPicPr>
          <p:cNvPr id="2" name="Picture 1" descr="Eosinophil_NK_Cell_10K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92617" y="3835400"/>
            <a:ext cx="11808000" cy="2834219"/>
          </a:xfrm>
          <a:prstGeom prst="rect">
            <a:avLst/>
          </a:prstGeom>
        </p:spPr>
      </p:pic>
      <p:sp>
        <p:nvSpPr>
          <p:cNvPr id="10"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628062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Oncology">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pic>
        <p:nvPicPr>
          <p:cNvPr id="3" name="Picture 2" descr="page_04_AST109_TCell_Cancer_Cell_Lipid_Layer_10K_01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92617" y="3835400"/>
            <a:ext cx="11808000" cy="2834219"/>
          </a:xfrm>
          <a:prstGeom prst="rect">
            <a:avLst/>
          </a:prstGeom>
        </p:spPr>
      </p:pic>
      <p:sp>
        <p:nvSpPr>
          <p:cNvPr id="10"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581066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VRM">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pic>
        <p:nvPicPr>
          <p:cNvPr id="2" name="Picture 1" descr="CR_Science image_f1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90428" y="3835400"/>
            <a:ext cx="11800491" cy="2834219"/>
          </a:xfrm>
          <a:prstGeom prst="rect">
            <a:avLst/>
          </a:prstGeom>
        </p:spPr>
      </p:pic>
      <p:sp>
        <p:nvSpPr>
          <p:cNvPr id="10"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541458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tDNA">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pic>
        <p:nvPicPr>
          <p:cNvPr id="3" name="Picture 2" descr="DNA_Inside_Blood_Vessel_10K_AD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95943" y="3835400"/>
            <a:ext cx="11808000" cy="2834219"/>
          </a:xfrm>
          <a:prstGeom prst="rect">
            <a:avLst/>
          </a:prstGeom>
        </p:spPr>
      </p:pic>
      <p:sp>
        <p:nvSpPr>
          <p:cNvPr id="10"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761988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abetes">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sp>
        <p:nvSpPr>
          <p:cNvPr id="16"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pic>
        <p:nvPicPr>
          <p:cNvPr id="2" name="Picture 1" descr="Diabetes.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94733" y="3835400"/>
            <a:ext cx="11808000" cy="2836333"/>
          </a:xfrm>
          <a:prstGeom prst="rect">
            <a:avLst/>
          </a:prstGeom>
        </p:spPr>
      </p:pic>
    </p:spTree>
    <p:extLst>
      <p:ext uri="{BB962C8B-B14F-4D97-AF65-F5344CB8AC3E}">
        <p14:creationId xmlns:p14="http://schemas.microsoft.com/office/powerpoint/2010/main" val="4189563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RIA TLR9">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486FD2-C3A7-1C42-A299-B8FF6953E81D}"/>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92000" y="3870029"/>
            <a:ext cx="11808000" cy="2834217"/>
          </a:xfrm>
          <a:prstGeom prst="rect">
            <a:avLst/>
          </a:prstGeom>
        </p:spPr>
      </p:pic>
      <p:sp>
        <p:nvSpPr>
          <p:cNvPr id="13"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sp>
        <p:nvSpPr>
          <p:cNvPr id="16"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807604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scovery Sciences">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pic>
        <p:nvPicPr>
          <p:cNvPr id="2" name="Picture 1" descr="CRISPR_technology_for_genome_editing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95943" y="3835400"/>
            <a:ext cx="11808000" cy="2834219"/>
          </a:xfrm>
          <a:prstGeom prst="rect">
            <a:avLst/>
          </a:prstGeom>
        </p:spPr>
      </p:pic>
      <p:sp>
        <p:nvSpPr>
          <p:cNvPr id="10"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690120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scovery Sciences_2">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92000" y="3837283"/>
            <a:ext cx="11804109" cy="2818659"/>
          </a:xfrm>
          <a:prstGeom prst="rect">
            <a:avLst/>
          </a:prstGeom>
        </p:spPr>
      </p:pic>
      <p:sp>
        <p:nvSpPr>
          <p:cNvPr id="13"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sp>
        <p:nvSpPr>
          <p:cNvPr id="9"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895539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Pharma_Science">
    <p:spTree>
      <p:nvGrpSpPr>
        <p:cNvPr id="1" name=""/>
        <p:cNvGrpSpPr/>
        <p:nvPr/>
      </p:nvGrpSpPr>
      <p:grpSpPr>
        <a:xfrm>
          <a:off x="0" y="0"/>
          <a:ext cx="0" cy="0"/>
          <a:chOff x="0" y="0"/>
          <a:chExt cx="0" cy="0"/>
        </a:xfrm>
      </p:grpSpPr>
      <p:pic>
        <p:nvPicPr>
          <p:cNvPr id="3" name="Picture 2" descr="A picture containing cake, indoor&#10;&#10;Description automatically generated">
            <a:extLst>
              <a:ext uri="{FF2B5EF4-FFF2-40B4-BE49-F238E27FC236}">
                <a16:creationId xmlns:a16="http://schemas.microsoft.com/office/drawing/2014/main" id="{039D58CE-906A-0B48-B080-3AC203DB51F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92001" y="3837284"/>
            <a:ext cx="11804108" cy="2818659"/>
          </a:xfrm>
          <a:prstGeom prst="rect">
            <a:avLst/>
          </a:prstGeom>
        </p:spPr>
      </p:pic>
      <p:sp>
        <p:nvSpPr>
          <p:cNvPr id="13"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sp>
        <p:nvSpPr>
          <p:cNvPr id="9"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4109838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harma_Science_2">
    <p:spTree>
      <p:nvGrpSpPr>
        <p:cNvPr id="1" name=""/>
        <p:cNvGrpSpPr/>
        <p:nvPr/>
      </p:nvGrpSpPr>
      <p:grpSpPr>
        <a:xfrm>
          <a:off x="0" y="0"/>
          <a:ext cx="0" cy="0"/>
          <a:chOff x="0" y="0"/>
          <a:chExt cx="0" cy="0"/>
        </a:xfrm>
      </p:grpSpPr>
      <p:pic>
        <p:nvPicPr>
          <p:cNvPr id="4" name="Picture 3" descr="A picture containing cake, tree, indoor&#10;&#10;Description automatically generated">
            <a:extLst>
              <a:ext uri="{FF2B5EF4-FFF2-40B4-BE49-F238E27FC236}">
                <a16:creationId xmlns:a16="http://schemas.microsoft.com/office/drawing/2014/main" id="{21295B4E-B6CB-D54A-89F0-ED27C4B1679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92908" y="3837285"/>
            <a:ext cx="11803200" cy="2818659"/>
          </a:xfrm>
          <a:prstGeom prst="rect">
            <a:avLst/>
          </a:prstGeom>
        </p:spPr>
      </p:pic>
      <p:sp>
        <p:nvSpPr>
          <p:cNvPr id="13"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sp>
        <p:nvSpPr>
          <p:cNvPr id="9"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7588405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Pharma_Science_3">
    <p:spTree>
      <p:nvGrpSpPr>
        <p:cNvPr id="1" name=""/>
        <p:cNvGrpSpPr/>
        <p:nvPr/>
      </p:nvGrpSpPr>
      <p:grpSpPr>
        <a:xfrm>
          <a:off x="0" y="0"/>
          <a:ext cx="0" cy="0"/>
          <a:chOff x="0" y="0"/>
          <a:chExt cx="0" cy="0"/>
        </a:xfrm>
      </p:grpSpPr>
      <p:pic>
        <p:nvPicPr>
          <p:cNvPr id="3" name="Picture 2" descr="A picture containing cake, tree, reef, indoor&#10;&#10;Description automatically generated">
            <a:extLst>
              <a:ext uri="{FF2B5EF4-FFF2-40B4-BE49-F238E27FC236}">
                <a16:creationId xmlns:a16="http://schemas.microsoft.com/office/drawing/2014/main" id="{D70BBD08-7D34-5548-A954-46F975288B59}"/>
              </a:ext>
            </a:extLst>
          </p:cNvPr>
          <p:cNvPicPr>
            <a:picLocks noChangeAspect="1"/>
          </p:cNvPicPr>
          <p:nvPr userDrawn="1"/>
        </p:nvPicPr>
        <p:blipFill rotWithShape="1">
          <a:blip r:embed="rId2"/>
          <a:srcRect t="28772" b="28772"/>
          <a:stretch/>
        </p:blipFill>
        <p:spPr>
          <a:xfrm>
            <a:off x="192000" y="3837285"/>
            <a:ext cx="11803200" cy="2818659"/>
          </a:xfrm>
          <a:prstGeom prst="rect">
            <a:avLst/>
          </a:prstGeom>
        </p:spPr>
      </p:pic>
      <p:sp>
        <p:nvSpPr>
          <p:cNvPr id="13"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sp>
        <p:nvSpPr>
          <p:cNvPr id="9"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8576424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Neuro">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pic>
        <p:nvPicPr>
          <p:cNvPr id="10" name="Picture Placeholder 13" descr="AZ1383_screen rotate.jpg"/>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a:xfrm>
            <a:off x="192002" y="3833957"/>
            <a:ext cx="11806767" cy="2844000"/>
          </a:xfrm>
          <a:prstGeom prst="rect">
            <a:avLst/>
          </a:prstGeom>
        </p:spPr>
      </p:pic>
      <p:sp>
        <p:nvSpPr>
          <p:cNvPr id="16"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9604985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nfection">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92000" y="3837283"/>
            <a:ext cx="11804109" cy="2837619"/>
          </a:xfrm>
          <a:prstGeom prst="rect">
            <a:avLst/>
          </a:prstGeom>
        </p:spPr>
      </p:pic>
      <p:sp>
        <p:nvSpPr>
          <p:cNvPr id="13"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sp>
        <p:nvSpPr>
          <p:cNvPr id="9"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8583965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Genomics">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92000" y="3837283"/>
            <a:ext cx="11808000" cy="2818660"/>
          </a:xfrm>
          <a:prstGeom prst="rect">
            <a:avLst/>
          </a:prstGeom>
        </p:spPr>
      </p:pic>
      <p:sp>
        <p:nvSpPr>
          <p:cNvPr id="13"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sp>
        <p:nvSpPr>
          <p:cNvPr id="9"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211836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VRM_TA">
    <p:spTree>
      <p:nvGrpSpPr>
        <p:cNvPr id="1" name=""/>
        <p:cNvGrpSpPr/>
        <p:nvPr/>
      </p:nvGrpSpPr>
      <p:grpSpPr>
        <a:xfrm>
          <a:off x="0" y="0"/>
          <a:ext cx="0" cy="0"/>
          <a:chOff x="0" y="0"/>
          <a:chExt cx="0" cy="0"/>
        </a:xfrm>
      </p:grpSpPr>
      <p:pic>
        <p:nvPicPr>
          <p:cNvPr id="10"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92000" y="3838327"/>
            <a:ext cx="11804109" cy="2831199"/>
          </a:xfrm>
          <a:prstGeom prst="rect">
            <a:avLst/>
          </a:prstGeom>
        </p:spPr>
      </p:pic>
      <p:sp>
        <p:nvSpPr>
          <p:cNvPr id="13"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sp>
        <p:nvSpPr>
          <p:cNvPr id="9"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4250043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Renal_Cardio">
    <p:spTree>
      <p:nvGrpSpPr>
        <p:cNvPr id="1" name=""/>
        <p:cNvGrpSpPr/>
        <p:nvPr/>
      </p:nvGrpSpPr>
      <p:grpSpPr>
        <a:xfrm>
          <a:off x="0" y="0"/>
          <a:ext cx="0" cy="0"/>
          <a:chOff x="0" y="0"/>
          <a:chExt cx="0" cy="0"/>
        </a:xfrm>
      </p:grpSpPr>
      <p:pic>
        <p:nvPicPr>
          <p:cNvPr id="10"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0354" y="3838327"/>
            <a:ext cx="11804109" cy="2831199"/>
          </a:xfrm>
          <a:prstGeom prst="rect">
            <a:avLst/>
          </a:prstGeom>
        </p:spPr>
      </p:pic>
      <p:sp>
        <p:nvSpPr>
          <p:cNvPr id="13"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sp>
        <p:nvSpPr>
          <p:cNvPr id="9"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7634188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UK Scientist">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pic>
        <p:nvPicPr>
          <p:cNvPr id="10" name="Picture Placeholder 23" descr="AZ1388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92002" y="3833957"/>
            <a:ext cx="11806767" cy="2844000"/>
          </a:xfrm>
          <a:prstGeom prst="rect">
            <a:avLst/>
          </a:prstGeom>
        </p:spPr>
      </p:pic>
      <p:sp>
        <p:nvSpPr>
          <p:cNvPr id="16"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219914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cientist Examining Placenta">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pic>
        <p:nvPicPr>
          <p:cNvPr id="9" name="Picture Placeholder 3" descr="AZ1428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92002" y="3833957"/>
            <a:ext cx="11806767" cy="2844000"/>
          </a:xfrm>
          <a:prstGeom prst="rect">
            <a:avLst/>
          </a:prstGeom>
        </p:spPr>
      </p:pic>
      <p:sp>
        <p:nvSpPr>
          <p:cNvPr id="16"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4269724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ross-Section of Cells">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pic>
        <p:nvPicPr>
          <p:cNvPr id="9" name="Picture Placeholder 7" descr="AZ1466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92002" y="3833957"/>
            <a:ext cx="11806767" cy="2844000"/>
          </a:xfrm>
          <a:prstGeom prst="rect">
            <a:avLst/>
          </a:prstGeom>
        </p:spPr>
      </p:pic>
      <p:sp>
        <p:nvSpPr>
          <p:cNvPr id="16"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8267486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lide Title Only">
    <p:spTree>
      <p:nvGrpSpPr>
        <p:cNvPr id="1" name=""/>
        <p:cNvGrpSpPr/>
        <p:nvPr/>
      </p:nvGrpSpPr>
      <p:grpSpPr>
        <a:xfrm>
          <a:off x="0" y="0"/>
          <a:ext cx="0" cy="0"/>
          <a:chOff x="0" y="0"/>
          <a:chExt cx="0" cy="0"/>
        </a:xfrm>
      </p:grpSpPr>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sp>
        <p:nvSpPr>
          <p:cNvPr id="8"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sp>
        <p:nvSpPr>
          <p:cNvPr id="9" name="Text Placeholder 29"/>
          <p:cNvSpPr>
            <a:spLocks noGrp="1"/>
          </p:cNvSpPr>
          <p:nvPr>
            <p:ph type="body" sz="quarter" idx="11" hasCustomPrompt="1"/>
          </p:nvPr>
        </p:nvSpPr>
        <p:spPr>
          <a:xfrm>
            <a:off x="287999" y="59454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3" name="Text Placeholder 29"/>
          <p:cNvSpPr>
            <a:spLocks noGrp="1"/>
          </p:cNvSpPr>
          <p:nvPr>
            <p:ph type="body" sz="quarter" idx="12" hasCustomPrompt="1"/>
          </p:nvPr>
        </p:nvSpPr>
        <p:spPr>
          <a:xfrm>
            <a:off x="287999" y="62204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6" name="Text Placeholder 29"/>
          <p:cNvSpPr>
            <a:spLocks noGrp="1"/>
          </p:cNvSpPr>
          <p:nvPr>
            <p:ph type="body" sz="quarter" idx="15" hasCustomPrompt="1"/>
          </p:nvPr>
        </p:nvSpPr>
        <p:spPr>
          <a:xfrm>
            <a:off x="9504000" y="59454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7" name="Text Placeholder 29"/>
          <p:cNvSpPr>
            <a:spLocks noGrp="1"/>
          </p:cNvSpPr>
          <p:nvPr>
            <p:ph type="body" sz="quarter" idx="13" hasCustomPrompt="1"/>
          </p:nvPr>
        </p:nvSpPr>
        <p:spPr>
          <a:xfrm>
            <a:off x="9504000" y="62204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41538148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Agenda 1">
    <p:spTree>
      <p:nvGrpSpPr>
        <p:cNvPr id="1" name=""/>
        <p:cNvGrpSpPr/>
        <p:nvPr/>
      </p:nvGrpSpPr>
      <p:grpSpPr>
        <a:xfrm>
          <a:off x="0" y="0"/>
          <a:ext cx="0" cy="0"/>
          <a:chOff x="0" y="0"/>
          <a:chExt cx="0" cy="0"/>
        </a:xfrm>
      </p:grpSpPr>
      <p:sp>
        <p:nvSpPr>
          <p:cNvPr id="25" name="Text Placeholder 6">
            <a:extLst>
              <a:ext uri="{FF2B5EF4-FFF2-40B4-BE49-F238E27FC236}">
                <a16:creationId xmlns:a16="http://schemas.microsoft.com/office/drawing/2014/main" id="{34FDD88E-A8AC-4C00-B6CB-0A5F7186EDE6}"/>
              </a:ext>
            </a:extLst>
          </p:cNvPr>
          <p:cNvSpPr>
            <a:spLocks noGrp="1"/>
          </p:cNvSpPr>
          <p:nvPr>
            <p:ph type="body" sz="quarter" idx="28" hasCustomPrompt="1"/>
          </p:nvPr>
        </p:nvSpPr>
        <p:spPr>
          <a:xfrm>
            <a:off x="3523775" y="-574854"/>
            <a:ext cx="8049527" cy="8049527"/>
          </a:xfrm>
          <a:prstGeom prst="ellipse">
            <a:avLst/>
          </a:prstGeom>
          <a:solidFill>
            <a:srgbClr val="7F134C"/>
          </a:solidFill>
        </p:spPr>
        <p:txBody>
          <a:bodyPr lIns="720000" rIns="720000" anchor="ctr"/>
          <a:lstStyle>
            <a:lvl1pPr algn="ctr">
              <a:defRPr sz="3600">
                <a:solidFill>
                  <a:schemeClr val="bg1"/>
                </a:solidFill>
                <a:latin typeface="+mj-lt"/>
              </a:defRPr>
            </a:lvl1pPr>
          </a:lstStyle>
          <a:p>
            <a:pPr lvl="0"/>
            <a:r>
              <a:rPr lang="en-GB"/>
              <a:t> </a:t>
            </a:r>
          </a:p>
        </p:txBody>
      </p:sp>
      <p:sp>
        <p:nvSpPr>
          <p:cNvPr id="2" name="Title 1">
            <a:extLst>
              <a:ext uri="{FF2B5EF4-FFF2-40B4-BE49-F238E27FC236}">
                <a16:creationId xmlns:a16="http://schemas.microsoft.com/office/drawing/2014/main" id="{CD2FE97C-33AF-43D2-AAB4-C42B35C1720A}"/>
              </a:ext>
            </a:extLst>
          </p:cNvPr>
          <p:cNvSpPr>
            <a:spLocks noGrp="1"/>
          </p:cNvSpPr>
          <p:nvPr>
            <p:ph type="title" hasCustomPrompt="1"/>
          </p:nvPr>
        </p:nvSpPr>
        <p:spPr>
          <a:xfrm>
            <a:off x="318839" y="1022685"/>
            <a:ext cx="3132000" cy="2232000"/>
          </a:xfrm>
        </p:spPr>
        <p:txBody>
          <a:bodyPr anchor="t" anchorCtr="0"/>
          <a:lstStyle>
            <a:lvl1pPr>
              <a:defRPr>
                <a:solidFill>
                  <a:srgbClr val="7F134C"/>
                </a:solidFill>
              </a:defRPr>
            </a:lvl1pPr>
          </a:lstStyle>
          <a:p>
            <a:r>
              <a:rPr lang="en-US"/>
              <a:t>Agenda</a:t>
            </a:r>
            <a:endParaRPr lang="en-GB"/>
          </a:p>
        </p:txBody>
      </p:sp>
      <p:sp>
        <p:nvSpPr>
          <p:cNvPr id="3" name="Date Placeholder 2">
            <a:extLst>
              <a:ext uri="{FF2B5EF4-FFF2-40B4-BE49-F238E27FC236}">
                <a16:creationId xmlns:a16="http://schemas.microsoft.com/office/drawing/2014/main" id="{C43B2BEF-D3AC-41A3-92C3-90333A5ED874}"/>
              </a:ext>
            </a:extLst>
          </p:cNvPr>
          <p:cNvSpPr>
            <a:spLocks noGrp="1"/>
          </p:cNvSpPr>
          <p:nvPr>
            <p:ph type="dt" sz="half" idx="10"/>
          </p:nvPr>
        </p:nvSpPr>
        <p:spPr/>
        <p:txBody>
          <a:bodyPr/>
          <a:lstStyle>
            <a:lvl1pPr>
              <a:defRPr>
                <a:solidFill>
                  <a:schemeClr val="tx1"/>
                </a:solidFill>
              </a:defRPr>
            </a:lvl1pPr>
          </a:lstStyle>
          <a:p>
            <a:endParaRPr lang="en-GB"/>
          </a:p>
        </p:txBody>
      </p:sp>
      <p:sp>
        <p:nvSpPr>
          <p:cNvPr id="4" name="Footer Placeholder 3">
            <a:extLst>
              <a:ext uri="{FF2B5EF4-FFF2-40B4-BE49-F238E27FC236}">
                <a16:creationId xmlns:a16="http://schemas.microsoft.com/office/drawing/2014/main" id="{F84A77B2-7378-49BF-A2CA-AA570B6F1C0A}"/>
              </a:ext>
            </a:extLst>
          </p:cNvPr>
          <p:cNvSpPr>
            <a:spLocks noGrp="1"/>
          </p:cNvSpPr>
          <p:nvPr>
            <p:ph type="ftr" sz="quarter" idx="11"/>
          </p:nvPr>
        </p:nvSpPr>
        <p:spPr/>
        <p:txBody>
          <a:bodyPr/>
          <a:lstStyle>
            <a:lvl1pPr>
              <a:defRPr>
                <a:solidFill>
                  <a:schemeClr val="tx1"/>
                </a:solidFill>
              </a:defRPr>
            </a:lvl1pPr>
          </a:lstStyle>
          <a:p>
            <a:endParaRPr lang="en-GB"/>
          </a:p>
        </p:txBody>
      </p:sp>
      <p:sp>
        <p:nvSpPr>
          <p:cNvPr id="5" name="Slide Number Placeholder 4">
            <a:extLst>
              <a:ext uri="{FF2B5EF4-FFF2-40B4-BE49-F238E27FC236}">
                <a16:creationId xmlns:a16="http://schemas.microsoft.com/office/drawing/2014/main" id="{F84298EF-55E5-4767-8062-0C493A725EFF}"/>
              </a:ext>
            </a:extLst>
          </p:cNvPr>
          <p:cNvSpPr>
            <a:spLocks noGrp="1"/>
          </p:cNvSpPr>
          <p:nvPr>
            <p:ph type="sldNum" sz="quarter" idx="12"/>
          </p:nvPr>
        </p:nvSpPr>
        <p:spPr/>
        <p:txBody>
          <a:bodyPr/>
          <a:lstStyle>
            <a:lvl1pPr>
              <a:defRPr>
                <a:solidFill>
                  <a:schemeClr val="tx1"/>
                </a:solidFill>
              </a:defRPr>
            </a:lvl1pPr>
          </a:lstStyle>
          <a:p>
            <a:fld id="{F8E47D07-9D1E-4FE9-B31A-2F5863681021}" type="slidenum">
              <a:rPr lang="en-GB" smtClean="0"/>
              <a:pPr/>
              <a:t>‹#›</a:t>
            </a:fld>
            <a:endParaRPr lang="en-GB"/>
          </a:p>
        </p:txBody>
      </p:sp>
      <p:sp>
        <p:nvSpPr>
          <p:cNvPr id="14" name="Text Placeholder 13">
            <a:extLst>
              <a:ext uri="{FF2B5EF4-FFF2-40B4-BE49-F238E27FC236}">
                <a16:creationId xmlns:a16="http://schemas.microsoft.com/office/drawing/2014/main" id="{0B39FC54-1D8D-48F9-A5F5-80DFB7A90586}"/>
              </a:ext>
            </a:extLst>
          </p:cNvPr>
          <p:cNvSpPr>
            <a:spLocks noGrp="1"/>
          </p:cNvSpPr>
          <p:nvPr>
            <p:ph type="body" sz="quarter" idx="14" hasCustomPrompt="1"/>
          </p:nvPr>
        </p:nvSpPr>
        <p:spPr>
          <a:xfrm>
            <a:off x="4657685" y="1117943"/>
            <a:ext cx="515595" cy="515595"/>
          </a:xfrm>
          <a:prstGeom prst="ellipse">
            <a:avLst/>
          </a:prstGeom>
          <a:solidFill>
            <a:schemeClr val="bg1"/>
          </a:solidFill>
        </p:spPr>
        <p:txBody>
          <a:bodyPr lIns="0" rIns="0" bIns="0" anchor="ctr">
            <a:noAutofit/>
          </a:bodyPr>
          <a:lstStyle>
            <a:lvl1pPr algn="ctr">
              <a:defRPr sz="3600" b="1">
                <a:solidFill>
                  <a:srgbClr val="7F134C"/>
                </a:solidFill>
                <a:latin typeface="Arial" panose="020B0604020202020204" pitchFamily="34" charset="0"/>
                <a:cs typeface="Arial" panose="020B0604020202020204" pitchFamily="34" charset="0"/>
              </a:defRPr>
            </a:lvl1pPr>
          </a:lstStyle>
          <a:p>
            <a:pPr lvl="0"/>
            <a:r>
              <a:rPr lang="en-GB"/>
              <a:t>1</a:t>
            </a:r>
          </a:p>
        </p:txBody>
      </p:sp>
      <p:sp>
        <p:nvSpPr>
          <p:cNvPr id="20" name="Text Placeholder 19">
            <a:extLst>
              <a:ext uri="{FF2B5EF4-FFF2-40B4-BE49-F238E27FC236}">
                <a16:creationId xmlns:a16="http://schemas.microsoft.com/office/drawing/2014/main" id="{C9E9B22D-1F27-48B8-A925-143AF65D8B4D}"/>
              </a:ext>
            </a:extLst>
          </p:cNvPr>
          <p:cNvSpPr>
            <a:spLocks noGrp="1"/>
          </p:cNvSpPr>
          <p:nvPr>
            <p:ph type="body" sz="quarter" idx="19" hasCustomPrompt="1"/>
          </p:nvPr>
        </p:nvSpPr>
        <p:spPr>
          <a:xfrm>
            <a:off x="5469854" y="1126503"/>
            <a:ext cx="5278223" cy="498475"/>
          </a:xfrm>
        </p:spPr>
        <p:txBody>
          <a:bodyPr anchor="ctr" anchorCtr="0"/>
          <a:lstStyle>
            <a:lvl1pPr>
              <a:defRPr sz="2200">
                <a:solidFill>
                  <a:schemeClr val="bg1"/>
                </a:solidFill>
              </a:defRPr>
            </a:lvl1pPr>
          </a:lstStyle>
          <a:p>
            <a:pPr lvl="0"/>
            <a:r>
              <a:rPr lang="en-US"/>
              <a:t>Enter text here</a:t>
            </a:r>
            <a:endParaRPr lang="en-GB"/>
          </a:p>
        </p:txBody>
      </p:sp>
      <p:sp>
        <p:nvSpPr>
          <p:cNvPr id="38" name="Text Placeholder 18">
            <a:extLst>
              <a:ext uri="{FF2B5EF4-FFF2-40B4-BE49-F238E27FC236}">
                <a16:creationId xmlns:a16="http://schemas.microsoft.com/office/drawing/2014/main" id="{2BECE5DD-09D5-413F-A604-D5A12437C45E}"/>
              </a:ext>
            </a:extLst>
          </p:cNvPr>
          <p:cNvSpPr>
            <a:spLocks noGrp="1"/>
          </p:cNvSpPr>
          <p:nvPr>
            <p:ph type="body" sz="quarter" idx="29" hasCustomPrompt="1"/>
          </p:nvPr>
        </p:nvSpPr>
        <p:spPr>
          <a:xfrm>
            <a:off x="10076771" y="6368721"/>
            <a:ext cx="10800" cy="266115"/>
          </a:xfrm>
          <a:solidFill>
            <a:schemeClr val="tx1"/>
          </a:solidFill>
        </p:spPr>
        <p:txBody>
          <a:bodyPr/>
          <a:lstStyle/>
          <a:p>
            <a:pPr lvl="0"/>
            <a:r>
              <a:rPr lang="en-GB"/>
              <a:t> </a:t>
            </a:r>
          </a:p>
        </p:txBody>
      </p:sp>
      <p:sp>
        <p:nvSpPr>
          <p:cNvPr id="26" name="Text Placeholder 13">
            <a:extLst>
              <a:ext uri="{FF2B5EF4-FFF2-40B4-BE49-F238E27FC236}">
                <a16:creationId xmlns:a16="http://schemas.microsoft.com/office/drawing/2014/main" id="{003238A8-F85B-7145-B21C-0826F9149B7C}"/>
              </a:ext>
            </a:extLst>
          </p:cNvPr>
          <p:cNvSpPr>
            <a:spLocks noGrp="1"/>
          </p:cNvSpPr>
          <p:nvPr>
            <p:ph type="body" sz="quarter" idx="30" hasCustomPrompt="1"/>
          </p:nvPr>
        </p:nvSpPr>
        <p:spPr>
          <a:xfrm>
            <a:off x="4657685" y="1807753"/>
            <a:ext cx="515595" cy="515595"/>
          </a:xfrm>
          <a:prstGeom prst="ellipse">
            <a:avLst/>
          </a:prstGeom>
          <a:solidFill>
            <a:schemeClr val="bg1"/>
          </a:solidFill>
        </p:spPr>
        <p:txBody>
          <a:bodyPr lIns="0" rIns="0" bIns="0" anchor="ctr">
            <a:noAutofit/>
          </a:bodyPr>
          <a:lstStyle>
            <a:lvl1pPr algn="ctr">
              <a:defRPr sz="3600" b="1">
                <a:solidFill>
                  <a:srgbClr val="7F134C"/>
                </a:solidFill>
                <a:latin typeface="Arial" panose="020B0604020202020204" pitchFamily="34" charset="0"/>
                <a:cs typeface="Arial" panose="020B0604020202020204" pitchFamily="34" charset="0"/>
              </a:defRPr>
            </a:lvl1pPr>
          </a:lstStyle>
          <a:p>
            <a:pPr lvl="0"/>
            <a:r>
              <a:rPr lang="en-GB"/>
              <a:t>2</a:t>
            </a:r>
          </a:p>
        </p:txBody>
      </p:sp>
      <p:sp>
        <p:nvSpPr>
          <p:cNvPr id="27" name="Text Placeholder 19">
            <a:extLst>
              <a:ext uri="{FF2B5EF4-FFF2-40B4-BE49-F238E27FC236}">
                <a16:creationId xmlns:a16="http://schemas.microsoft.com/office/drawing/2014/main" id="{0AF8609D-FB70-C644-A850-C4FFD3CD48F7}"/>
              </a:ext>
            </a:extLst>
          </p:cNvPr>
          <p:cNvSpPr>
            <a:spLocks noGrp="1"/>
          </p:cNvSpPr>
          <p:nvPr>
            <p:ph type="body" sz="quarter" idx="31" hasCustomPrompt="1"/>
          </p:nvPr>
        </p:nvSpPr>
        <p:spPr>
          <a:xfrm>
            <a:off x="5469854" y="1816313"/>
            <a:ext cx="5278223" cy="498475"/>
          </a:xfrm>
        </p:spPr>
        <p:txBody>
          <a:bodyPr anchor="ctr" anchorCtr="0"/>
          <a:lstStyle>
            <a:lvl1pPr>
              <a:defRPr sz="2200">
                <a:solidFill>
                  <a:schemeClr val="bg1"/>
                </a:solidFill>
              </a:defRPr>
            </a:lvl1pPr>
          </a:lstStyle>
          <a:p>
            <a:pPr lvl="0"/>
            <a:r>
              <a:rPr lang="en-US"/>
              <a:t>Enter text here</a:t>
            </a:r>
            <a:endParaRPr lang="en-GB"/>
          </a:p>
        </p:txBody>
      </p:sp>
      <p:sp>
        <p:nvSpPr>
          <p:cNvPr id="28" name="Text Placeholder 13">
            <a:extLst>
              <a:ext uri="{FF2B5EF4-FFF2-40B4-BE49-F238E27FC236}">
                <a16:creationId xmlns:a16="http://schemas.microsoft.com/office/drawing/2014/main" id="{E09FC422-24E9-2946-AD7C-D8F061E8CA9E}"/>
              </a:ext>
            </a:extLst>
          </p:cNvPr>
          <p:cNvSpPr>
            <a:spLocks noGrp="1"/>
          </p:cNvSpPr>
          <p:nvPr>
            <p:ph type="body" sz="quarter" idx="32" hasCustomPrompt="1"/>
          </p:nvPr>
        </p:nvSpPr>
        <p:spPr>
          <a:xfrm>
            <a:off x="4657685" y="2508259"/>
            <a:ext cx="515595" cy="515595"/>
          </a:xfrm>
          <a:prstGeom prst="ellipse">
            <a:avLst/>
          </a:prstGeom>
          <a:solidFill>
            <a:schemeClr val="bg1"/>
          </a:solidFill>
        </p:spPr>
        <p:txBody>
          <a:bodyPr lIns="0" rIns="0" bIns="0" anchor="ctr">
            <a:noAutofit/>
          </a:bodyPr>
          <a:lstStyle>
            <a:lvl1pPr algn="ctr">
              <a:defRPr sz="3600" b="1">
                <a:solidFill>
                  <a:srgbClr val="7F134C"/>
                </a:solidFill>
                <a:latin typeface="Arial" panose="020B0604020202020204" pitchFamily="34" charset="0"/>
                <a:cs typeface="Arial" panose="020B0604020202020204" pitchFamily="34" charset="0"/>
              </a:defRPr>
            </a:lvl1pPr>
          </a:lstStyle>
          <a:p>
            <a:pPr lvl="0"/>
            <a:r>
              <a:rPr lang="en-GB"/>
              <a:t>3</a:t>
            </a:r>
          </a:p>
        </p:txBody>
      </p:sp>
      <p:sp>
        <p:nvSpPr>
          <p:cNvPr id="29" name="Text Placeholder 19">
            <a:extLst>
              <a:ext uri="{FF2B5EF4-FFF2-40B4-BE49-F238E27FC236}">
                <a16:creationId xmlns:a16="http://schemas.microsoft.com/office/drawing/2014/main" id="{35183B8C-B755-2C47-AA84-7F9773C14EC5}"/>
              </a:ext>
            </a:extLst>
          </p:cNvPr>
          <p:cNvSpPr>
            <a:spLocks noGrp="1"/>
          </p:cNvSpPr>
          <p:nvPr>
            <p:ph type="body" sz="quarter" idx="33" hasCustomPrompt="1"/>
          </p:nvPr>
        </p:nvSpPr>
        <p:spPr>
          <a:xfrm>
            <a:off x="5469854" y="2516819"/>
            <a:ext cx="5278223" cy="498475"/>
          </a:xfrm>
        </p:spPr>
        <p:txBody>
          <a:bodyPr anchor="ctr" anchorCtr="0"/>
          <a:lstStyle>
            <a:lvl1pPr>
              <a:defRPr sz="2200">
                <a:solidFill>
                  <a:schemeClr val="bg1"/>
                </a:solidFill>
              </a:defRPr>
            </a:lvl1pPr>
          </a:lstStyle>
          <a:p>
            <a:pPr lvl="0"/>
            <a:r>
              <a:rPr lang="en-US"/>
              <a:t>Enter text here</a:t>
            </a:r>
            <a:endParaRPr lang="en-GB"/>
          </a:p>
        </p:txBody>
      </p:sp>
      <p:sp>
        <p:nvSpPr>
          <p:cNvPr id="30" name="Text Placeholder 13">
            <a:extLst>
              <a:ext uri="{FF2B5EF4-FFF2-40B4-BE49-F238E27FC236}">
                <a16:creationId xmlns:a16="http://schemas.microsoft.com/office/drawing/2014/main" id="{D15CCEAB-B2BD-5D48-B491-445C0767E970}"/>
              </a:ext>
            </a:extLst>
          </p:cNvPr>
          <p:cNvSpPr>
            <a:spLocks noGrp="1"/>
          </p:cNvSpPr>
          <p:nvPr>
            <p:ph type="body" sz="quarter" idx="34" hasCustomPrompt="1"/>
          </p:nvPr>
        </p:nvSpPr>
        <p:spPr>
          <a:xfrm>
            <a:off x="4657685" y="3198069"/>
            <a:ext cx="515595" cy="515595"/>
          </a:xfrm>
          <a:prstGeom prst="ellipse">
            <a:avLst/>
          </a:prstGeom>
          <a:solidFill>
            <a:schemeClr val="bg1"/>
          </a:solidFill>
        </p:spPr>
        <p:txBody>
          <a:bodyPr lIns="0" rIns="0" bIns="0" anchor="ctr">
            <a:noAutofit/>
          </a:bodyPr>
          <a:lstStyle>
            <a:lvl1pPr algn="ctr">
              <a:defRPr sz="3600" b="1">
                <a:solidFill>
                  <a:srgbClr val="7F134C"/>
                </a:solidFill>
                <a:latin typeface="Arial" panose="020B0604020202020204" pitchFamily="34" charset="0"/>
                <a:cs typeface="Arial" panose="020B0604020202020204" pitchFamily="34" charset="0"/>
              </a:defRPr>
            </a:lvl1pPr>
          </a:lstStyle>
          <a:p>
            <a:pPr lvl="0"/>
            <a:r>
              <a:rPr lang="en-GB"/>
              <a:t>4</a:t>
            </a:r>
          </a:p>
        </p:txBody>
      </p:sp>
      <p:sp>
        <p:nvSpPr>
          <p:cNvPr id="31" name="Text Placeholder 19">
            <a:extLst>
              <a:ext uri="{FF2B5EF4-FFF2-40B4-BE49-F238E27FC236}">
                <a16:creationId xmlns:a16="http://schemas.microsoft.com/office/drawing/2014/main" id="{511398B8-8123-CF47-A269-F475B2522CAD}"/>
              </a:ext>
            </a:extLst>
          </p:cNvPr>
          <p:cNvSpPr>
            <a:spLocks noGrp="1"/>
          </p:cNvSpPr>
          <p:nvPr>
            <p:ph type="body" sz="quarter" idx="35" hasCustomPrompt="1"/>
          </p:nvPr>
        </p:nvSpPr>
        <p:spPr>
          <a:xfrm>
            <a:off x="5469854" y="3206629"/>
            <a:ext cx="5278223" cy="498475"/>
          </a:xfrm>
        </p:spPr>
        <p:txBody>
          <a:bodyPr anchor="ctr" anchorCtr="0"/>
          <a:lstStyle>
            <a:lvl1pPr>
              <a:defRPr sz="2200">
                <a:solidFill>
                  <a:schemeClr val="bg1"/>
                </a:solidFill>
              </a:defRPr>
            </a:lvl1pPr>
          </a:lstStyle>
          <a:p>
            <a:pPr lvl="0"/>
            <a:r>
              <a:rPr lang="en-US"/>
              <a:t>Enter text here</a:t>
            </a:r>
            <a:endParaRPr lang="en-GB"/>
          </a:p>
        </p:txBody>
      </p:sp>
      <p:sp>
        <p:nvSpPr>
          <p:cNvPr id="32" name="Text Placeholder 13">
            <a:extLst>
              <a:ext uri="{FF2B5EF4-FFF2-40B4-BE49-F238E27FC236}">
                <a16:creationId xmlns:a16="http://schemas.microsoft.com/office/drawing/2014/main" id="{4FC3DA38-2DBC-F743-A15A-3AA31F8F836C}"/>
              </a:ext>
            </a:extLst>
          </p:cNvPr>
          <p:cNvSpPr>
            <a:spLocks noGrp="1"/>
          </p:cNvSpPr>
          <p:nvPr>
            <p:ph type="body" sz="quarter" idx="36" hasCustomPrompt="1"/>
          </p:nvPr>
        </p:nvSpPr>
        <p:spPr>
          <a:xfrm>
            <a:off x="4657685" y="3887880"/>
            <a:ext cx="515595" cy="515595"/>
          </a:xfrm>
          <a:prstGeom prst="ellipse">
            <a:avLst/>
          </a:prstGeom>
          <a:solidFill>
            <a:schemeClr val="bg1"/>
          </a:solidFill>
        </p:spPr>
        <p:txBody>
          <a:bodyPr lIns="0" rIns="0" bIns="0" anchor="ctr">
            <a:noAutofit/>
          </a:bodyPr>
          <a:lstStyle>
            <a:lvl1pPr algn="ctr">
              <a:defRPr sz="3600" b="1">
                <a:solidFill>
                  <a:srgbClr val="7F134C"/>
                </a:solidFill>
                <a:latin typeface="Arial" panose="020B0604020202020204" pitchFamily="34" charset="0"/>
                <a:cs typeface="Arial" panose="020B0604020202020204" pitchFamily="34" charset="0"/>
              </a:defRPr>
            </a:lvl1pPr>
          </a:lstStyle>
          <a:p>
            <a:pPr lvl="0"/>
            <a:r>
              <a:rPr lang="en-GB"/>
              <a:t>5</a:t>
            </a:r>
          </a:p>
        </p:txBody>
      </p:sp>
      <p:sp>
        <p:nvSpPr>
          <p:cNvPr id="33" name="Text Placeholder 19">
            <a:extLst>
              <a:ext uri="{FF2B5EF4-FFF2-40B4-BE49-F238E27FC236}">
                <a16:creationId xmlns:a16="http://schemas.microsoft.com/office/drawing/2014/main" id="{BB410822-937D-E444-9397-73890A893EB7}"/>
              </a:ext>
            </a:extLst>
          </p:cNvPr>
          <p:cNvSpPr>
            <a:spLocks noGrp="1"/>
          </p:cNvSpPr>
          <p:nvPr>
            <p:ph type="body" sz="quarter" idx="37" hasCustomPrompt="1"/>
          </p:nvPr>
        </p:nvSpPr>
        <p:spPr>
          <a:xfrm>
            <a:off x="5469854" y="3896440"/>
            <a:ext cx="5278223" cy="498475"/>
          </a:xfrm>
        </p:spPr>
        <p:txBody>
          <a:bodyPr anchor="ctr" anchorCtr="0"/>
          <a:lstStyle>
            <a:lvl1pPr>
              <a:defRPr sz="2200">
                <a:solidFill>
                  <a:schemeClr val="bg1"/>
                </a:solidFill>
              </a:defRPr>
            </a:lvl1pPr>
          </a:lstStyle>
          <a:p>
            <a:pPr lvl="0"/>
            <a:r>
              <a:rPr lang="en-US"/>
              <a:t>Enter text here</a:t>
            </a:r>
            <a:endParaRPr lang="en-GB"/>
          </a:p>
        </p:txBody>
      </p:sp>
      <p:sp>
        <p:nvSpPr>
          <p:cNvPr id="34" name="Text Placeholder 13">
            <a:extLst>
              <a:ext uri="{FF2B5EF4-FFF2-40B4-BE49-F238E27FC236}">
                <a16:creationId xmlns:a16="http://schemas.microsoft.com/office/drawing/2014/main" id="{E5A253D7-2336-B042-8A83-EB77A4C01A1D}"/>
              </a:ext>
            </a:extLst>
          </p:cNvPr>
          <p:cNvSpPr>
            <a:spLocks noGrp="1"/>
          </p:cNvSpPr>
          <p:nvPr>
            <p:ph type="body" sz="quarter" idx="38" hasCustomPrompt="1"/>
          </p:nvPr>
        </p:nvSpPr>
        <p:spPr>
          <a:xfrm>
            <a:off x="4657685" y="4577691"/>
            <a:ext cx="515595" cy="515595"/>
          </a:xfrm>
          <a:prstGeom prst="ellipse">
            <a:avLst/>
          </a:prstGeom>
          <a:solidFill>
            <a:schemeClr val="bg1"/>
          </a:solidFill>
        </p:spPr>
        <p:txBody>
          <a:bodyPr lIns="0" rIns="0" bIns="0" anchor="ctr">
            <a:noAutofit/>
          </a:bodyPr>
          <a:lstStyle>
            <a:lvl1pPr algn="ctr">
              <a:defRPr sz="3600" b="1">
                <a:solidFill>
                  <a:srgbClr val="7F134C"/>
                </a:solidFill>
                <a:latin typeface="Arial" panose="020B0604020202020204" pitchFamily="34" charset="0"/>
                <a:cs typeface="Arial" panose="020B0604020202020204" pitchFamily="34" charset="0"/>
              </a:defRPr>
            </a:lvl1pPr>
          </a:lstStyle>
          <a:p>
            <a:pPr lvl="0"/>
            <a:r>
              <a:rPr lang="en-GB"/>
              <a:t>6</a:t>
            </a:r>
          </a:p>
        </p:txBody>
      </p:sp>
      <p:sp>
        <p:nvSpPr>
          <p:cNvPr id="35" name="Text Placeholder 19">
            <a:extLst>
              <a:ext uri="{FF2B5EF4-FFF2-40B4-BE49-F238E27FC236}">
                <a16:creationId xmlns:a16="http://schemas.microsoft.com/office/drawing/2014/main" id="{33F0D8BC-AF38-CF41-8155-695F3FD6A0A9}"/>
              </a:ext>
            </a:extLst>
          </p:cNvPr>
          <p:cNvSpPr>
            <a:spLocks noGrp="1"/>
          </p:cNvSpPr>
          <p:nvPr>
            <p:ph type="body" sz="quarter" idx="39" hasCustomPrompt="1"/>
          </p:nvPr>
        </p:nvSpPr>
        <p:spPr>
          <a:xfrm>
            <a:off x="5469854" y="4586251"/>
            <a:ext cx="5278223" cy="498475"/>
          </a:xfrm>
        </p:spPr>
        <p:txBody>
          <a:bodyPr anchor="ctr" anchorCtr="0"/>
          <a:lstStyle>
            <a:lvl1pPr>
              <a:defRPr sz="2200">
                <a:solidFill>
                  <a:schemeClr val="bg1"/>
                </a:solidFill>
              </a:defRPr>
            </a:lvl1pPr>
          </a:lstStyle>
          <a:p>
            <a:pPr lvl="0"/>
            <a:r>
              <a:rPr lang="en-US"/>
              <a:t>Enter text here</a:t>
            </a:r>
            <a:endParaRPr lang="en-GB"/>
          </a:p>
        </p:txBody>
      </p:sp>
      <p:sp>
        <p:nvSpPr>
          <p:cNvPr id="36" name="Text Placeholder 13">
            <a:extLst>
              <a:ext uri="{FF2B5EF4-FFF2-40B4-BE49-F238E27FC236}">
                <a16:creationId xmlns:a16="http://schemas.microsoft.com/office/drawing/2014/main" id="{1D119207-8486-6647-AACB-B5E0C116C38B}"/>
              </a:ext>
            </a:extLst>
          </p:cNvPr>
          <p:cNvSpPr>
            <a:spLocks noGrp="1"/>
          </p:cNvSpPr>
          <p:nvPr>
            <p:ph type="body" sz="quarter" idx="40" hasCustomPrompt="1"/>
          </p:nvPr>
        </p:nvSpPr>
        <p:spPr>
          <a:xfrm>
            <a:off x="4657685" y="5289376"/>
            <a:ext cx="515595" cy="515595"/>
          </a:xfrm>
          <a:prstGeom prst="ellipse">
            <a:avLst/>
          </a:prstGeom>
          <a:solidFill>
            <a:schemeClr val="bg1"/>
          </a:solidFill>
        </p:spPr>
        <p:txBody>
          <a:bodyPr lIns="0" rIns="0" bIns="0" anchor="ctr">
            <a:noAutofit/>
          </a:bodyPr>
          <a:lstStyle>
            <a:lvl1pPr algn="ctr">
              <a:defRPr sz="3600" b="1">
                <a:solidFill>
                  <a:srgbClr val="7F134C"/>
                </a:solidFill>
                <a:latin typeface="Arial" panose="020B0604020202020204" pitchFamily="34" charset="0"/>
                <a:cs typeface="Arial" panose="020B0604020202020204" pitchFamily="34" charset="0"/>
              </a:defRPr>
            </a:lvl1pPr>
          </a:lstStyle>
          <a:p>
            <a:pPr lvl="0"/>
            <a:r>
              <a:rPr lang="en-GB"/>
              <a:t>7</a:t>
            </a:r>
          </a:p>
        </p:txBody>
      </p:sp>
      <p:sp>
        <p:nvSpPr>
          <p:cNvPr id="37" name="Text Placeholder 19">
            <a:extLst>
              <a:ext uri="{FF2B5EF4-FFF2-40B4-BE49-F238E27FC236}">
                <a16:creationId xmlns:a16="http://schemas.microsoft.com/office/drawing/2014/main" id="{230034DA-0C3A-3548-918E-FB9A233155D6}"/>
              </a:ext>
            </a:extLst>
          </p:cNvPr>
          <p:cNvSpPr>
            <a:spLocks noGrp="1"/>
          </p:cNvSpPr>
          <p:nvPr>
            <p:ph type="body" sz="quarter" idx="41" hasCustomPrompt="1"/>
          </p:nvPr>
        </p:nvSpPr>
        <p:spPr>
          <a:xfrm>
            <a:off x="5469854" y="5297936"/>
            <a:ext cx="5278223" cy="498475"/>
          </a:xfrm>
        </p:spPr>
        <p:txBody>
          <a:bodyPr anchor="ctr" anchorCtr="0"/>
          <a:lstStyle>
            <a:lvl1pPr>
              <a:defRPr sz="2200">
                <a:solidFill>
                  <a:schemeClr val="bg1"/>
                </a:solidFill>
              </a:defRPr>
            </a:lvl1pPr>
          </a:lstStyle>
          <a:p>
            <a:pPr lvl="0"/>
            <a:r>
              <a:rPr lang="en-US"/>
              <a:t>Enter text here</a:t>
            </a:r>
            <a:endParaRPr lang="en-GB"/>
          </a:p>
        </p:txBody>
      </p:sp>
      <p:sp>
        <p:nvSpPr>
          <p:cNvPr id="6" name="TextBox 5"/>
          <p:cNvSpPr txBox="1"/>
          <p:nvPr userDrawn="1"/>
        </p:nvSpPr>
        <p:spPr>
          <a:xfrm>
            <a:off x="2293749" y="2293749"/>
            <a:ext cx="914400" cy="914400"/>
          </a:xfrm>
          <a:prstGeom prst="rect">
            <a:avLst/>
          </a:prstGeom>
          <a:noFill/>
        </p:spPr>
        <p:txBody>
          <a:bodyPr wrap="none" rtlCol="0">
            <a:noAutofit/>
          </a:bodyPr>
          <a:lstStyle/>
          <a:p>
            <a:pPr algn="l">
              <a:lnSpc>
                <a:spcPct val="90000"/>
              </a:lnSpc>
              <a:spcAft>
                <a:spcPts val="600"/>
              </a:spcAft>
            </a:pPr>
            <a:endParaRPr lang="en-US" sz="1800">
              <a:solidFill>
                <a:schemeClr val="tx2"/>
              </a:solidFill>
            </a:endParaRPr>
          </a:p>
        </p:txBody>
      </p:sp>
    </p:spTree>
    <p:extLst>
      <p:ext uri="{BB962C8B-B14F-4D97-AF65-F5344CB8AC3E}">
        <p14:creationId xmlns:p14="http://schemas.microsoft.com/office/powerpoint/2010/main" val="2916362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5A771-AD04-5C47-B620-B54FB2748E45}"/>
              </a:ext>
            </a:extLst>
          </p:cNvPr>
          <p:cNvSpPr>
            <a:spLocks noGrp="1"/>
          </p:cNvSpPr>
          <p:nvPr>
            <p:ph type="title"/>
          </p:nvPr>
        </p:nvSpPr>
        <p:spPr>
          <a:xfrm>
            <a:off x="320402" y="342000"/>
            <a:ext cx="7351295" cy="1101789"/>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3D3F737E-7062-264C-A2C4-3F1C0D4F7CFE}"/>
              </a:ext>
            </a:extLst>
          </p:cNvPr>
          <p:cNvSpPr>
            <a:spLocks noGrp="1"/>
          </p:cNvSpPr>
          <p:nvPr>
            <p:ph type="sldNum" sz="quarter" idx="12"/>
          </p:nvPr>
        </p:nvSpPr>
        <p:spPr/>
        <p:txBody>
          <a:bodyPr/>
          <a:lstStyle/>
          <a:p>
            <a:fld id="{F8E47D07-9D1E-4FE9-B31A-2F5863681021}" type="slidenum">
              <a:rPr lang="en-GB" smtClean="0"/>
              <a:pPr/>
              <a:t>‹#›</a:t>
            </a:fld>
            <a:endParaRPr lang="en-GB"/>
          </a:p>
        </p:txBody>
      </p:sp>
      <p:sp>
        <p:nvSpPr>
          <p:cNvPr id="6" name="Text Placeholder 2">
            <a:extLst>
              <a:ext uri="{FF2B5EF4-FFF2-40B4-BE49-F238E27FC236}">
                <a16:creationId xmlns:a16="http://schemas.microsoft.com/office/drawing/2014/main" id="{C1FC7E14-35C4-094B-8FE1-47375A990EEC}"/>
              </a:ext>
            </a:extLst>
          </p:cNvPr>
          <p:cNvSpPr>
            <a:spLocks noGrp="1"/>
          </p:cNvSpPr>
          <p:nvPr>
            <p:ph idx="1"/>
          </p:nvPr>
        </p:nvSpPr>
        <p:spPr>
          <a:xfrm>
            <a:off x="318837" y="1825625"/>
            <a:ext cx="11034963" cy="4351339"/>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84027722"/>
      </p:ext>
    </p:extLst>
  </p:cSld>
  <p:clrMapOvr>
    <a:masterClrMapping/>
  </p:clrMapOvr>
  <p:transition spd="slow">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Extended) Layou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1D9CE7E-1C97-2141-A852-6FA04EE64E8E}"/>
              </a:ext>
            </a:extLst>
          </p:cNvPr>
          <p:cNvSpPr>
            <a:spLocks noGrp="1"/>
          </p:cNvSpPr>
          <p:nvPr>
            <p:ph type="body" sz="quarter" idx="22" hasCustomPrompt="1"/>
          </p:nvPr>
        </p:nvSpPr>
        <p:spPr>
          <a:xfrm>
            <a:off x="328378" y="4135437"/>
            <a:ext cx="5684839" cy="614363"/>
          </a:xfrm>
          <a:noFill/>
        </p:spPr>
        <p:txBody>
          <a:bodyPr/>
          <a:lstStyle>
            <a:lvl1pPr>
              <a:defRPr/>
            </a:lvl1pPr>
            <a:lvl2pPr marL="0" indent="0">
              <a:buNone/>
              <a:defRPr/>
            </a:lvl2pPr>
          </a:lstStyle>
          <a:p>
            <a:pPr lvl="0"/>
            <a:r>
              <a:rPr lang="en-US"/>
              <a:t>Enter date here</a:t>
            </a:r>
            <a:endParaRPr lang="en-GB"/>
          </a:p>
        </p:txBody>
      </p:sp>
      <p:sp>
        <p:nvSpPr>
          <p:cNvPr id="3" name="Text Placeholder 2">
            <a:extLst>
              <a:ext uri="{FF2B5EF4-FFF2-40B4-BE49-F238E27FC236}">
                <a16:creationId xmlns:a16="http://schemas.microsoft.com/office/drawing/2014/main" id="{ABD57957-85D3-9348-890D-4923F7429650}"/>
              </a:ext>
            </a:extLst>
          </p:cNvPr>
          <p:cNvSpPr>
            <a:spLocks noGrp="1"/>
          </p:cNvSpPr>
          <p:nvPr>
            <p:ph type="body" sz="quarter" idx="21" hasCustomPrompt="1"/>
          </p:nvPr>
        </p:nvSpPr>
        <p:spPr>
          <a:xfrm>
            <a:off x="306714" y="5970851"/>
            <a:ext cx="2811137" cy="622300"/>
          </a:xfrm>
          <a:noFill/>
        </p:spPr>
        <p:txBody>
          <a:bodyPr/>
          <a:lstStyle>
            <a:lvl1pPr>
              <a:defRPr/>
            </a:lvl1pPr>
          </a:lstStyle>
          <a:p>
            <a:pPr lvl="0"/>
            <a:r>
              <a:rPr lang="en-US"/>
              <a:t>Presenter name here</a:t>
            </a:r>
            <a:endParaRPr lang="en-GB"/>
          </a:p>
        </p:txBody>
      </p:sp>
      <p:sp>
        <p:nvSpPr>
          <p:cNvPr id="6" name="Title 1">
            <a:extLst>
              <a:ext uri="{FF2B5EF4-FFF2-40B4-BE49-F238E27FC236}">
                <a16:creationId xmlns:a16="http://schemas.microsoft.com/office/drawing/2014/main" id="{607BCAA9-25EA-457C-A318-03B06BB4900C}"/>
              </a:ext>
            </a:extLst>
          </p:cNvPr>
          <p:cNvSpPr>
            <a:spLocks noGrp="1"/>
          </p:cNvSpPr>
          <p:nvPr>
            <p:ph type="title" hasCustomPrompt="1"/>
          </p:nvPr>
        </p:nvSpPr>
        <p:spPr>
          <a:xfrm>
            <a:off x="318838" y="2449775"/>
            <a:ext cx="5684689" cy="1685664"/>
          </a:xfrm>
        </p:spPr>
        <p:txBody>
          <a:bodyPr/>
          <a:lstStyle>
            <a:lvl1pPr>
              <a:defRPr sz="3600">
                <a:solidFill>
                  <a:schemeClr val="tx2"/>
                </a:solidFill>
              </a:defRPr>
            </a:lvl1pPr>
          </a:lstStyle>
          <a:p>
            <a:r>
              <a:rPr lang="en-US"/>
              <a:t>Enter title here</a:t>
            </a:r>
            <a:endParaRPr lang="en-GB"/>
          </a:p>
        </p:txBody>
      </p:sp>
      <p:pic>
        <p:nvPicPr>
          <p:cNvPr id="9" name="Picture 2" descr="Image result for ASTRAZENECA LOGO">
            <a:extLst>
              <a:ext uri="{FF2B5EF4-FFF2-40B4-BE49-F238E27FC236}">
                <a16:creationId xmlns:a16="http://schemas.microsoft.com/office/drawing/2014/main" id="{0FA46C68-680E-4D53-869C-67C233A8303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2277" y="576768"/>
            <a:ext cx="2405987" cy="651957"/>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16F0E7E-62C8-48F5-A1F9-AE14797FEA8A}"/>
              </a:ext>
            </a:extLst>
          </p:cNvPr>
          <p:cNvSpPr txBox="1"/>
          <p:nvPr userDrawn="1"/>
        </p:nvSpPr>
        <p:spPr>
          <a:xfrm>
            <a:off x="328378" y="4773168"/>
            <a:ext cx="2705575" cy="384048"/>
          </a:xfrm>
          <a:prstGeom prst="rect">
            <a:avLst/>
          </a:prstGeom>
          <a:noFill/>
        </p:spPr>
        <p:txBody>
          <a:bodyPr wrap="square" rtlCol="0">
            <a:noAutofit/>
          </a:bodyPr>
          <a:lstStyle/>
          <a:p>
            <a:pPr algn="l">
              <a:lnSpc>
                <a:spcPct val="90000"/>
              </a:lnSpc>
              <a:spcAft>
                <a:spcPts val="600"/>
              </a:spcAft>
            </a:pPr>
            <a:r>
              <a:rPr lang="en-US" sz="1600">
                <a:solidFill>
                  <a:schemeClr val="tx2"/>
                </a:solidFill>
              </a:rPr>
              <a:t>Confidentiality statement</a:t>
            </a:r>
          </a:p>
        </p:txBody>
      </p:sp>
      <p:sp>
        <p:nvSpPr>
          <p:cNvPr id="22" name="Picture Placeholder 12">
            <a:extLst>
              <a:ext uri="{FF2B5EF4-FFF2-40B4-BE49-F238E27FC236}">
                <a16:creationId xmlns:a16="http://schemas.microsoft.com/office/drawing/2014/main" id="{6B9B18F4-DD57-4567-84CC-3FAF0CF02B0F}"/>
              </a:ext>
            </a:extLst>
          </p:cNvPr>
          <p:cNvSpPr>
            <a:spLocks noGrp="1"/>
          </p:cNvSpPr>
          <p:nvPr>
            <p:ph type="pic" sz="quarter" idx="20" hasCustomPrompt="1"/>
          </p:nvPr>
        </p:nvSpPr>
        <p:spPr>
          <a:xfrm>
            <a:off x="6188477" y="-6096"/>
            <a:ext cx="6004761" cy="6864096"/>
          </a:xfrm>
          <a:custGeom>
            <a:avLst/>
            <a:gdLst>
              <a:gd name="connsiteX0" fmla="*/ 1547827 w 6004761"/>
              <a:gd name="connsiteY0" fmla="*/ 0 h 6864096"/>
              <a:gd name="connsiteX1" fmla="*/ 6004760 w 6004761"/>
              <a:gd name="connsiteY1" fmla="*/ 0 h 6864096"/>
              <a:gd name="connsiteX2" fmla="*/ 6004761 w 6004761"/>
              <a:gd name="connsiteY2" fmla="*/ 6864096 h 6864096"/>
              <a:gd name="connsiteX3" fmla="*/ 1554450 w 6004761"/>
              <a:gd name="connsiteY3" fmla="*/ 6864096 h 6864096"/>
              <a:gd name="connsiteX4" fmla="*/ 1379124 w 6004761"/>
              <a:gd name="connsiteY4" fmla="*/ 6702826 h 6864096"/>
              <a:gd name="connsiteX5" fmla="*/ 0 w 6004761"/>
              <a:gd name="connsiteY5" fmla="*/ 3429001 h 6864096"/>
              <a:gd name="connsiteX6" fmla="*/ 1379124 w 6004761"/>
              <a:gd name="connsiteY6" fmla="*/ 155178 h 6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04761" h="6864096">
                <a:moveTo>
                  <a:pt x="1547827" y="0"/>
                </a:moveTo>
                <a:lnTo>
                  <a:pt x="6004760" y="0"/>
                </a:lnTo>
                <a:lnTo>
                  <a:pt x="6004761" y="6864096"/>
                </a:lnTo>
                <a:lnTo>
                  <a:pt x="1554450" y="6864096"/>
                </a:lnTo>
                <a:lnTo>
                  <a:pt x="1379124" y="6702826"/>
                </a:lnTo>
                <a:cubicBezTo>
                  <a:pt x="528239" y="5871990"/>
                  <a:pt x="0" y="4712184"/>
                  <a:pt x="0" y="3429001"/>
                </a:cubicBezTo>
                <a:cubicBezTo>
                  <a:pt x="0" y="2145819"/>
                  <a:pt x="528239" y="986013"/>
                  <a:pt x="1379124" y="155178"/>
                </a:cubicBezTo>
                <a:close/>
              </a:path>
            </a:pathLst>
          </a:custGeom>
          <a:solidFill>
            <a:schemeClr val="tx2">
              <a:lumMod val="40000"/>
              <a:lumOff val="60000"/>
            </a:schemeClr>
          </a:solidFill>
        </p:spPr>
        <p:txBody>
          <a:bodyPr wrap="square" anchor="ctr">
            <a:noAutofit/>
          </a:bodyPr>
          <a:lstStyle>
            <a:lvl1pPr algn="ctr">
              <a:defRPr/>
            </a:lvl1pPr>
          </a:lstStyle>
          <a:p>
            <a:r>
              <a:rPr lang="en-GB"/>
              <a:t>Click icon to insert image</a:t>
            </a:r>
          </a:p>
        </p:txBody>
      </p:sp>
    </p:spTree>
    <p:extLst>
      <p:ext uri="{BB962C8B-B14F-4D97-AF65-F5344CB8AC3E}">
        <p14:creationId xmlns:p14="http://schemas.microsoft.com/office/powerpoint/2010/main" val="3572751117"/>
      </p:ext>
    </p:extLst>
  </p:cSld>
  <p:clrMapOvr>
    <a:masterClrMapping/>
  </p:clrMapOvr>
  <p:transition spd="slow">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C1FC7E14-35C4-094B-8FE1-47375A990EEC}"/>
              </a:ext>
            </a:extLst>
          </p:cNvPr>
          <p:cNvSpPr>
            <a:spLocks noGrp="1"/>
          </p:cNvSpPr>
          <p:nvPr>
            <p:ph idx="1"/>
          </p:nvPr>
        </p:nvSpPr>
        <p:spPr>
          <a:xfrm>
            <a:off x="4419602" y="1596789"/>
            <a:ext cx="6570663" cy="4099163"/>
          </a:xfrm>
          <a:prstGeom prst="rect">
            <a:avLst/>
          </a:prstGeom>
        </p:spPr>
        <p:txBody>
          <a:bodyPr vert="horz" lIns="91440" tIns="45720" rIns="91440" bIns="45720" rtlCol="0">
            <a:noAutofit/>
          </a:bodyPr>
          <a:lstStyle>
            <a:lvl1pPr>
              <a:defRPr lang="en-US" sz="1600" kern="1200" dirty="0">
                <a:solidFill>
                  <a:schemeClr val="tx2"/>
                </a:solidFill>
                <a:latin typeface="+mn-lt"/>
                <a:ea typeface="+mn-ea"/>
                <a:cs typeface="+mn-cs"/>
              </a:defRPr>
            </a:lvl1pPr>
          </a:lstStyle>
          <a:p>
            <a:pPr marL="0" lvl="0" indent="0" algn="l" defTabSz="914377" rtl="0" eaLnBrk="1" latinLnBrk="0" hangingPunct="1">
              <a:lnSpc>
                <a:spcPct val="90000"/>
              </a:lnSpc>
              <a:spcBef>
                <a:spcPts val="0"/>
              </a:spcBef>
              <a:spcAft>
                <a:spcPts val="600"/>
              </a:spcAft>
              <a:buFont typeface="Arial" panose="020B0604020202020204" pitchFamily="34" charset="0"/>
              <a:buNone/>
            </a:pPr>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1055A771-AD04-5C47-B620-B54FB2748E45}"/>
              </a:ext>
            </a:extLst>
          </p:cNvPr>
          <p:cNvSpPr>
            <a:spLocks noGrp="1"/>
          </p:cNvSpPr>
          <p:nvPr>
            <p:ph type="title"/>
          </p:nvPr>
        </p:nvSpPr>
        <p:spPr>
          <a:xfrm>
            <a:off x="-662605" y="-178529"/>
            <a:ext cx="5112000" cy="5112000"/>
          </a:xfrm>
          <a:prstGeom prst="ellipse">
            <a:avLst/>
          </a:prstGeom>
          <a:solidFill>
            <a:schemeClr val="accent6">
              <a:lumMod val="40000"/>
              <a:lumOff val="60000"/>
            </a:schemeClr>
          </a:solidFill>
        </p:spPr>
        <p:txBody>
          <a:bodyPr lIns="324000" tIns="503998" rIns="180000" bIns="1080000"/>
          <a:lstStyle/>
          <a:p>
            <a:r>
              <a:rPr lang="en-US"/>
              <a:t>Click to edit Master title style</a:t>
            </a:r>
          </a:p>
        </p:txBody>
      </p:sp>
      <p:sp>
        <p:nvSpPr>
          <p:cNvPr id="5" name="Slide Number Placeholder 4">
            <a:extLst>
              <a:ext uri="{FF2B5EF4-FFF2-40B4-BE49-F238E27FC236}">
                <a16:creationId xmlns:a16="http://schemas.microsoft.com/office/drawing/2014/main" id="{3D3F737E-7062-264C-A2C4-3F1C0D4F7CFE}"/>
              </a:ext>
            </a:extLst>
          </p:cNvPr>
          <p:cNvSpPr>
            <a:spLocks noGrp="1"/>
          </p:cNvSpPr>
          <p:nvPr>
            <p:ph type="sldNum" sz="quarter" idx="12"/>
          </p:nvPr>
        </p:nvSpPr>
        <p:spPr/>
        <p:txBody>
          <a:bodyPr/>
          <a:lstStyle/>
          <a:p>
            <a:fld id="{F8E47D07-9D1E-4FE9-B31A-2F5863681021}" type="slidenum">
              <a:rPr lang="en-GB" smtClean="0"/>
              <a:pPr/>
              <a:t>‹#›</a:t>
            </a:fld>
            <a:endParaRPr lang="en-GB"/>
          </a:p>
        </p:txBody>
      </p:sp>
      <p:sp>
        <p:nvSpPr>
          <p:cNvPr id="11" name="Text Placeholder 10">
            <a:extLst>
              <a:ext uri="{FF2B5EF4-FFF2-40B4-BE49-F238E27FC236}">
                <a16:creationId xmlns:a16="http://schemas.microsoft.com/office/drawing/2014/main" id="{DD44B445-8389-AD4D-94F5-A28841FDAC1E}"/>
              </a:ext>
            </a:extLst>
          </p:cNvPr>
          <p:cNvSpPr>
            <a:spLocks noGrp="1"/>
          </p:cNvSpPr>
          <p:nvPr>
            <p:ph type="body" sz="quarter" idx="13"/>
          </p:nvPr>
        </p:nvSpPr>
        <p:spPr>
          <a:xfrm>
            <a:off x="4419602" y="936391"/>
            <a:ext cx="6570663" cy="531167"/>
          </a:xfrm>
        </p:spPr>
        <p:txBody>
          <a:bodyPr anchor="b"/>
          <a:lstStyle>
            <a:lvl1pPr>
              <a:defRPr lang="en-US" sz="1800" kern="1200" dirty="0" smtClean="0">
                <a:solidFill>
                  <a:schemeClr val="tx2"/>
                </a:solidFill>
                <a:latin typeface="+mj-lt"/>
                <a:ea typeface="+mn-ea"/>
                <a:cs typeface="+mn-cs"/>
              </a:defRPr>
            </a:lvl1pPr>
            <a:lvl2pPr marL="0" indent="0">
              <a:buNone/>
              <a:defRPr/>
            </a:lvl2pPr>
          </a:lstStyle>
          <a:p>
            <a:pPr lvl="0"/>
            <a:r>
              <a:rPr lang="en-US"/>
              <a:t>Edit Master text styles</a:t>
            </a:r>
          </a:p>
        </p:txBody>
      </p:sp>
      <p:sp>
        <p:nvSpPr>
          <p:cNvPr id="12" name="Text Placeholder 8">
            <a:extLst>
              <a:ext uri="{FF2B5EF4-FFF2-40B4-BE49-F238E27FC236}">
                <a16:creationId xmlns:a16="http://schemas.microsoft.com/office/drawing/2014/main" id="{3B4DE681-D599-9447-99CA-471F13D0ADFB}"/>
              </a:ext>
            </a:extLst>
          </p:cNvPr>
          <p:cNvSpPr>
            <a:spLocks noGrp="1"/>
          </p:cNvSpPr>
          <p:nvPr>
            <p:ph type="body" sz="quarter" idx="14" hasCustomPrompt="1"/>
          </p:nvPr>
        </p:nvSpPr>
        <p:spPr>
          <a:xfrm>
            <a:off x="318838" y="2682000"/>
            <a:ext cx="3176839" cy="1450379"/>
          </a:xfrm>
        </p:spPr>
        <p:txBody>
          <a:bodyPr/>
          <a:lstStyle>
            <a:lvl1pPr>
              <a:defRPr sz="2800"/>
            </a:lvl1pPr>
            <a:lvl2pPr>
              <a:defRPr sz="2800"/>
            </a:lvl2pPr>
            <a:lvl3pPr>
              <a:defRPr sz="2400"/>
            </a:lvl3pPr>
            <a:lvl4pPr>
              <a:defRPr sz="2000"/>
            </a:lvl4pPr>
            <a:lvl5pPr>
              <a:defRPr sz="2000"/>
            </a:lvl5pPr>
          </a:lstStyle>
          <a:p>
            <a:pPr lvl="0"/>
            <a:r>
              <a:rPr lang="en-US"/>
              <a:t>Enter text here</a:t>
            </a:r>
          </a:p>
        </p:txBody>
      </p:sp>
    </p:spTree>
    <p:extLst>
      <p:ext uri="{BB962C8B-B14F-4D97-AF65-F5344CB8AC3E}">
        <p14:creationId xmlns:p14="http://schemas.microsoft.com/office/powerpoint/2010/main" val="4240188532"/>
      </p:ext>
    </p:extLst>
  </p:cSld>
  <p:clrMapOvr>
    <a:masterClrMapping/>
  </p:clrMapOvr>
  <p:transition spd="slow">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C1FC7E14-35C4-094B-8FE1-47375A990EEC}"/>
              </a:ext>
            </a:extLst>
          </p:cNvPr>
          <p:cNvSpPr>
            <a:spLocks noGrp="1"/>
          </p:cNvSpPr>
          <p:nvPr>
            <p:ph idx="1"/>
          </p:nvPr>
        </p:nvSpPr>
        <p:spPr>
          <a:xfrm>
            <a:off x="318839" y="2581276"/>
            <a:ext cx="3148012" cy="3254041"/>
          </a:xfrm>
          <a:prstGeom prst="rect">
            <a:avLst/>
          </a:prstGeom>
        </p:spPr>
        <p:txBody>
          <a:bodyPr vert="horz" lIns="91440" tIns="45720" rIns="91440" bIns="45720" rtlCol="0">
            <a:noAutofit/>
          </a:bodyPr>
          <a:lstStyle>
            <a:lvl1pPr>
              <a:defRPr lang="en-US" sz="2800" kern="1200" dirty="0">
                <a:solidFill>
                  <a:schemeClr val="tx2"/>
                </a:solidFill>
                <a:latin typeface="+mn-lt"/>
                <a:ea typeface="+mn-ea"/>
                <a:cs typeface="+mn-cs"/>
              </a:defRPr>
            </a:lvl1pPr>
            <a:lvl2pPr marL="0" indent="0">
              <a:buNone/>
              <a:defRPr lang="en-US" sz="2800" kern="1200" dirty="0">
                <a:solidFill>
                  <a:schemeClr val="tx2"/>
                </a:solidFill>
                <a:latin typeface="+mn-lt"/>
                <a:ea typeface="+mn-ea"/>
                <a:cs typeface="+mn-cs"/>
              </a:defRPr>
            </a:lvl2pPr>
            <a:lvl3pPr marL="501638" indent="-285744">
              <a:buFont typeface="Arial" panose="020B0604020202020204" pitchFamily="34" charset="0"/>
              <a:buChar char="•"/>
              <a:defRPr lang="en-US" sz="2400" kern="1200" dirty="0">
                <a:solidFill>
                  <a:schemeClr val="tx2"/>
                </a:solidFill>
                <a:latin typeface="+mn-lt"/>
                <a:ea typeface="+mn-ea"/>
                <a:cs typeface="+mn-cs"/>
              </a:defRPr>
            </a:lvl3pPr>
            <a:lvl4pPr marL="682608" indent="-285744">
              <a:buFont typeface="Arial" panose="020B0604020202020204" pitchFamily="34" charset="0"/>
              <a:buChar char="•"/>
              <a:defRPr lang="en-US" sz="2000" kern="1200" dirty="0">
                <a:solidFill>
                  <a:schemeClr val="tx2"/>
                </a:solidFill>
                <a:latin typeface="+mn-lt"/>
                <a:ea typeface="+mn-ea"/>
                <a:cs typeface="+mn-cs"/>
              </a:defRPr>
            </a:lvl4pPr>
            <a:lvl5pPr marL="863578" indent="-285744">
              <a:buFont typeface="Arial" panose="020B0604020202020204" pitchFamily="34" charset="0"/>
              <a:buChar char="•"/>
              <a:defRPr lang="en-GB" sz="2000" kern="1200" dirty="0">
                <a:solidFill>
                  <a:schemeClr val="tx2"/>
                </a:solidFill>
                <a:latin typeface="+mn-lt"/>
                <a:ea typeface="+mn-ea"/>
                <a:cs typeface="+mn-cs"/>
              </a:defRPr>
            </a:lvl5pPr>
          </a:lstStyle>
          <a:p>
            <a:pPr marL="0" lvl="0" indent="0" algn="l" defTabSz="914377" rtl="0" eaLnBrk="1" latinLnBrk="0" hangingPunct="1">
              <a:lnSpc>
                <a:spcPct val="90000"/>
              </a:lnSpc>
              <a:spcBef>
                <a:spcPts val="0"/>
              </a:spcBef>
              <a:spcAft>
                <a:spcPts val="600"/>
              </a:spcAft>
              <a:buFont typeface="Arial" panose="020B0604020202020204" pitchFamily="34" charset="0"/>
              <a:buNone/>
            </a:pPr>
            <a:r>
              <a:rPr lang="en-US"/>
              <a:t>Edit Master text styles</a:t>
            </a:r>
          </a:p>
          <a:p>
            <a:pPr marL="228594" lvl="1" indent="-228594" algn="l" defTabSz="914377" rtl="0" eaLnBrk="1" latinLnBrk="0" hangingPunct="1">
              <a:lnSpc>
                <a:spcPct val="90000"/>
              </a:lnSpc>
              <a:spcBef>
                <a:spcPts val="0"/>
              </a:spcBef>
              <a:spcAft>
                <a:spcPts val="600"/>
              </a:spcAft>
              <a:buClr>
                <a:schemeClr val="accent1"/>
              </a:buClr>
              <a:buSzPct val="100000"/>
              <a:buFont typeface="Arial" panose="020B0604020202020204" pitchFamily="34" charset="0"/>
              <a:buChar char="•"/>
            </a:pPr>
            <a:r>
              <a:rPr lang="en-US"/>
              <a:t>Second level</a:t>
            </a:r>
          </a:p>
          <a:p>
            <a:pPr marL="444489" lvl="2" indent="-228594" algn="l" defTabSz="914377" rtl="0" eaLnBrk="1" latinLnBrk="0" hangingPunct="1">
              <a:lnSpc>
                <a:spcPct val="90000"/>
              </a:lnSpc>
              <a:spcBef>
                <a:spcPts val="0"/>
              </a:spcBef>
              <a:spcAft>
                <a:spcPts val="600"/>
              </a:spcAft>
              <a:buClr>
                <a:schemeClr val="accent1"/>
              </a:buClr>
              <a:buSzPct val="100000"/>
              <a:buFont typeface="Arial" panose="020B0604020202020204" pitchFamily="34" charset="0"/>
              <a:buChar char="•"/>
            </a:pPr>
            <a:r>
              <a:rPr lang="en-US"/>
              <a:t>Third level</a:t>
            </a:r>
          </a:p>
          <a:p>
            <a:pPr marL="625459" lvl="3" indent="-228594" algn="l" defTabSz="914377" rtl="0" eaLnBrk="1" latinLnBrk="0" hangingPunct="1">
              <a:lnSpc>
                <a:spcPct val="90000"/>
              </a:lnSpc>
              <a:spcBef>
                <a:spcPts val="0"/>
              </a:spcBef>
              <a:spcAft>
                <a:spcPts val="600"/>
              </a:spcAft>
              <a:buClr>
                <a:schemeClr val="accent1"/>
              </a:buClr>
              <a:buSzPct val="100000"/>
              <a:buFont typeface="Arial" panose="020B0604020202020204" pitchFamily="34" charset="0"/>
              <a:buChar char="•"/>
            </a:pPr>
            <a:r>
              <a:rPr lang="en-US"/>
              <a:t>Fourth level</a:t>
            </a:r>
          </a:p>
          <a:p>
            <a:pPr marL="806431" lvl="4" indent="-228594" algn="l" defTabSz="914377" rtl="0" eaLnBrk="1" latinLnBrk="0" hangingPunct="1">
              <a:lnSpc>
                <a:spcPct val="90000"/>
              </a:lnSpc>
              <a:spcBef>
                <a:spcPts val="0"/>
              </a:spcBef>
              <a:spcAft>
                <a:spcPts val="600"/>
              </a:spcAft>
              <a:buClr>
                <a:schemeClr val="accent1"/>
              </a:buClr>
              <a:buSzPct val="100000"/>
              <a:buFont typeface="Arial" panose="020B0604020202020204" pitchFamily="34" charset="0"/>
              <a:buChar char="•"/>
            </a:pPr>
            <a:r>
              <a:rPr lang="en-US"/>
              <a:t>Fifth level</a:t>
            </a:r>
            <a:endParaRPr lang="en-GB"/>
          </a:p>
        </p:txBody>
      </p:sp>
      <p:sp>
        <p:nvSpPr>
          <p:cNvPr id="7" name="Picture Placeholder 12">
            <a:extLst>
              <a:ext uri="{FF2B5EF4-FFF2-40B4-BE49-F238E27FC236}">
                <a16:creationId xmlns:a16="http://schemas.microsoft.com/office/drawing/2014/main" id="{A68CB247-4E47-C846-96C5-F7DBA2E8D4FD}"/>
              </a:ext>
            </a:extLst>
          </p:cNvPr>
          <p:cNvSpPr>
            <a:spLocks noGrp="1"/>
          </p:cNvSpPr>
          <p:nvPr>
            <p:ph type="pic" sz="quarter" idx="16" hasCustomPrompt="1"/>
          </p:nvPr>
        </p:nvSpPr>
        <p:spPr>
          <a:xfrm>
            <a:off x="4521599" y="1489"/>
            <a:ext cx="7670400" cy="6864096"/>
          </a:xfrm>
          <a:custGeom>
            <a:avLst/>
            <a:gdLst>
              <a:gd name="connsiteX0" fmla="*/ 1547827 w 7670400"/>
              <a:gd name="connsiteY0" fmla="*/ 0 h 6864096"/>
              <a:gd name="connsiteX1" fmla="*/ 5829568 w 7670400"/>
              <a:gd name="connsiteY1" fmla="*/ 0 h 6864096"/>
              <a:gd name="connsiteX2" fmla="*/ 6004760 w 7670400"/>
              <a:gd name="connsiteY2" fmla="*/ 0 h 6864096"/>
              <a:gd name="connsiteX3" fmla="*/ 7670400 w 7670400"/>
              <a:gd name="connsiteY3" fmla="*/ 0 h 6864096"/>
              <a:gd name="connsiteX4" fmla="*/ 7670400 w 7670400"/>
              <a:gd name="connsiteY4" fmla="*/ 6864096 h 6864096"/>
              <a:gd name="connsiteX5" fmla="*/ 6004761 w 7670400"/>
              <a:gd name="connsiteY5" fmla="*/ 6864096 h 6864096"/>
              <a:gd name="connsiteX6" fmla="*/ 5829568 w 7670400"/>
              <a:gd name="connsiteY6" fmla="*/ 6864096 h 6864096"/>
              <a:gd name="connsiteX7" fmla="*/ 1554450 w 7670400"/>
              <a:gd name="connsiteY7" fmla="*/ 6864096 h 6864096"/>
              <a:gd name="connsiteX8" fmla="*/ 1379124 w 7670400"/>
              <a:gd name="connsiteY8" fmla="*/ 6702826 h 6864096"/>
              <a:gd name="connsiteX9" fmla="*/ 0 w 7670400"/>
              <a:gd name="connsiteY9" fmla="*/ 3429001 h 6864096"/>
              <a:gd name="connsiteX10" fmla="*/ 1379124 w 7670400"/>
              <a:gd name="connsiteY10" fmla="*/ 155178 h 6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70400" h="6864096">
                <a:moveTo>
                  <a:pt x="1547827" y="0"/>
                </a:moveTo>
                <a:lnTo>
                  <a:pt x="5829568" y="0"/>
                </a:lnTo>
                <a:lnTo>
                  <a:pt x="6004760" y="0"/>
                </a:lnTo>
                <a:lnTo>
                  <a:pt x="7670400" y="0"/>
                </a:lnTo>
                <a:lnTo>
                  <a:pt x="7670400" y="6864096"/>
                </a:lnTo>
                <a:lnTo>
                  <a:pt x="6004761" y="6864096"/>
                </a:lnTo>
                <a:lnTo>
                  <a:pt x="5829568" y="6864096"/>
                </a:lnTo>
                <a:lnTo>
                  <a:pt x="1554450" y="6864096"/>
                </a:lnTo>
                <a:lnTo>
                  <a:pt x="1379124" y="6702826"/>
                </a:lnTo>
                <a:cubicBezTo>
                  <a:pt x="528239" y="5871990"/>
                  <a:pt x="0" y="4712184"/>
                  <a:pt x="0" y="3429001"/>
                </a:cubicBezTo>
                <a:cubicBezTo>
                  <a:pt x="0" y="2145819"/>
                  <a:pt x="528239" y="986013"/>
                  <a:pt x="1379124" y="155178"/>
                </a:cubicBezTo>
                <a:close/>
              </a:path>
            </a:pathLst>
          </a:custGeom>
          <a:solidFill>
            <a:schemeClr val="tx2">
              <a:lumMod val="40000"/>
              <a:lumOff val="60000"/>
            </a:schemeClr>
          </a:solidFill>
        </p:spPr>
        <p:txBody>
          <a:bodyPr wrap="square" anchor="ctr">
            <a:noAutofit/>
          </a:bodyPr>
          <a:lstStyle>
            <a:lvl1pPr algn="ctr">
              <a:defRPr/>
            </a:lvl1pPr>
          </a:lstStyle>
          <a:p>
            <a:r>
              <a:rPr lang="en-GB"/>
              <a:t>Click icon to insert image</a:t>
            </a:r>
            <a:br>
              <a:rPr lang="en-GB"/>
            </a:br>
            <a:br>
              <a:rPr lang="en-GB"/>
            </a:br>
            <a:br>
              <a:rPr lang="en-GB"/>
            </a:br>
            <a:endParaRPr lang="en-GB"/>
          </a:p>
        </p:txBody>
      </p:sp>
      <p:sp>
        <p:nvSpPr>
          <p:cNvPr id="2" name="Title 1">
            <a:extLst>
              <a:ext uri="{FF2B5EF4-FFF2-40B4-BE49-F238E27FC236}">
                <a16:creationId xmlns:a16="http://schemas.microsoft.com/office/drawing/2014/main" id="{1055A771-AD04-5C47-B620-B54FB2748E45}"/>
              </a:ext>
            </a:extLst>
          </p:cNvPr>
          <p:cNvSpPr>
            <a:spLocks noGrp="1"/>
          </p:cNvSpPr>
          <p:nvPr>
            <p:ph type="title"/>
          </p:nvPr>
        </p:nvSpPr>
        <p:spPr>
          <a:xfrm>
            <a:off x="318839" y="1022684"/>
            <a:ext cx="3215932" cy="1558589"/>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3D3F737E-7062-264C-A2C4-3F1C0D4F7CFE}"/>
              </a:ext>
            </a:extLst>
          </p:cNvPr>
          <p:cNvSpPr>
            <a:spLocks noGrp="1"/>
          </p:cNvSpPr>
          <p:nvPr>
            <p:ph type="sldNum" sz="quarter" idx="12"/>
          </p:nvPr>
        </p:nvSpPr>
        <p:spPr/>
        <p:txBody>
          <a:bodyPr/>
          <a:lstStyle/>
          <a:p>
            <a:fld id="{F8E47D07-9D1E-4FE9-B31A-2F5863681021}" type="slidenum">
              <a:rPr lang="en-GB" smtClean="0"/>
              <a:pPr/>
              <a:t>‹#›</a:t>
            </a:fld>
            <a:endParaRPr lang="en-GB"/>
          </a:p>
        </p:txBody>
      </p:sp>
      <p:cxnSp>
        <p:nvCxnSpPr>
          <p:cNvPr id="8" name="Straight Connector 7">
            <a:extLst>
              <a:ext uri="{FF2B5EF4-FFF2-40B4-BE49-F238E27FC236}">
                <a16:creationId xmlns:a16="http://schemas.microsoft.com/office/drawing/2014/main" id="{F2440DAF-DE9D-0E4D-A3BC-F7AC0511D9FD}"/>
              </a:ext>
            </a:extLst>
          </p:cNvPr>
          <p:cNvCxnSpPr/>
          <p:nvPr userDrawn="1"/>
        </p:nvCxnSpPr>
        <p:spPr>
          <a:xfrm>
            <a:off x="3534771" y="1071350"/>
            <a:ext cx="0" cy="5138383"/>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9501109"/>
      </p:ext>
    </p:extLst>
  </p:cSld>
  <p:clrMapOvr>
    <a:masterClrMapping/>
  </p:clrMapOvr>
  <p:transition spd="slow">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ank w/ Image (White Logo)">
    <p:spTree>
      <p:nvGrpSpPr>
        <p:cNvPr id="1" name=""/>
        <p:cNvGrpSpPr/>
        <p:nvPr/>
      </p:nvGrpSpPr>
      <p:grpSpPr>
        <a:xfrm>
          <a:off x="0" y="0"/>
          <a:ext cx="0" cy="0"/>
          <a:chOff x="0" y="0"/>
          <a:chExt cx="0" cy="0"/>
        </a:xfrm>
      </p:grpSpPr>
      <p:sp>
        <p:nvSpPr>
          <p:cNvPr id="8" name="Picture Placeholder 12">
            <a:extLst>
              <a:ext uri="{FF2B5EF4-FFF2-40B4-BE49-F238E27FC236}">
                <a16:creationId xmlns:a16="http://schemas.microsoft.com/office/drawing/2014/main" id="{1547889C-3ECD-4AED-B2BD-978704ED0D74}"/>
              </a:ext>
            </a:extLst>
          </p:cNvPr>
          <p:cNvSpPr>
            <a:spLocks noGrp="1"/>
          </p:cNvSpPr>
          <p:nvPr>
            <p:ph type="pic" sz="quarter" idx="20" hasCustomPrompt="1"/>
          </p:nvPr>
        </p:nvSpPr>
        <p:spPr>
          <a:xfrm>
            <a:off x="6188477" y="-6096"/>
            <a:ext cx="6004761" cy="6864096"/>
          </a:xfrm>
          <a:custGeom>
            <a:avLst/>
            <a:gdLst>
              <a:gd name="connsiteX0" fmla="*/ 1547827 w 6004761"/>
              <a:gd name="connsiteY0" fmla="*/ 0 h 6864096"/>
              <a:gd name="connsiteX1" fmla="*/ 6004760 w 6004761"/>
              <a:gd name="connsiteY1" fmla="*/ 0 h 6864096"/>
              <a:gd name="connsiteX2" fmla="*/ 6004761 w 6004761"/>
              <a:gd name="connsiteY2" fmla="*/ 6864096 h 6864096"/>
              <a:gd name="connsiteX3" fmla="*/ 1554450 w 6004761"/>
              <a:gd name="connsiteY3" fmla="*/ 6864096 h 6864096"/>
              <a:gd name="connsiteX4" fmla="*/ 1379124 w 6004761"/>
              <a:gd name="connsiteY4" fmla="*/ 6702826 h 6864096"/>
              <a:gd name="connsiteX5" fmla="*/ 0 w 6004761"/>
              <a:gd name="connsiteY5" fmla="*/ 3429001 h 6864096"/>
              <a:gd name="connsiteX6" fmla="*/ 1379124 w 6004761"/>
              <a:gd name="connsiteY6" fmla="*/ 155178 h 6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04761" h="6864096">
                <a:moveTo>
                  <a:pt x="1547827" y="0"/>
                </a:moveTo>
                <a:lnTo>
                  <a:pt x="6004760" y="0"/>
                </a:lnTo>
                <a:lnTo>
                  <a:pt x="6004761" y="6864096"/>
                </a:lnTo>
                <a:lnTo>
                  <a:pt x="1554450" y="6864096"/>
                </a:lnTo>
                <a:lnTo>
                  <a:pt x="1379124" y="6702826"/>
                </a:lnTo>
                <a:cubicBezTo>
                  <a:pt x="528239" y="5871990"/>
                  <a:pt x="0" y="4712184"/>
                  <a:pt x="0" y="3429001"/>
                </a:cubicBezTo>
                <a:cubicBezTo>
                  <a:pt x="0" y="2145819"/>
                  <a:pt x="528239" y="986013"/>
                  <a:pt x="1379124" y="155178"/>
                </a:cubicBezTo>
                <a:close/>
              </a:path>
            </a:pathLst>
          </a:custGeom>
          <a:solidFill>
            <a:schemeClr val="tx2">
              <a:lumMod val="40000"/>
              <a:lumOff val="60000"/>
            </a:schemeClr>
          </a:solidFill>
        </p:spPr>
        <p:txBody>
          <a:bodyPr wrap="square" anchor="ctr">
            <a:noAutofit/>
          </a:bodyPr>
          <a:lstStyle>
            <a:lvl1pPr algn="ctr">
              <a:defRPr/>
            </a:lvl1pPr>
          </a:lstStyle>
          <a:p>
            <a:r>
              <a:rPr lang="en-GB"/>
              <a:t>Click icon to insert image</a:t>
            </a:r>
          </a:p>
        </p:txBody>
      </p:sp>
      <p:sp>
        <p:nvSpPr>
          <p:cNvPr id="5" name="Slide Number Placeholder 4">
            <a:extLst>
              <a:ext uri="{FF2B5EF4-FFF2-40B4-BE49-F238E27FC236}">
                <a16:creationId xmlns:a16="http://schemas.microsoft.com/office/drawing/2014/main" id="{E5C8564D-DD8A-452A-91BB-0A375B563CDB}"/>
              </a:ext>
            </a:extLst>
          </p:cNvPr>
          <p:cNvSpPr>
            <a:spLocks noGrp="1"/>
          </p:cNvSpPr>
          <p:nvPr>
            <p:ph type="sldNum" sz="quarter" idx="12"/>
          </p:nvPr>
        </p:nvSpPr>
        <p:spPr/>
        <p:txBody>
          <a:bodyPr/>
          <a:lstStyle/>
          <a:p>
            <a:fld id="{F8E47D07-9D1E-4FE9-B31A-2F5863681021}" type="slidenum">
              <a:rPr lang="en-GB" smtClean="0"/>
              <a:pPr/>
              <a:t>‹#›</a:t>
            </a:fld>
            <a:endParaRPr lang="en-GB"/>
          </a:p>
        </p:txBody>
      </p:sp>
    </p:spTree>
    <p:extLst>
      <p:ext uri="{BB962C8B-B14F-4D97-AF65-F5344CB8AC3E}">
        <p14:creationId xmlns:p14="http://schemas.microsoft.com/office/powerpoint/2010/main" val="1098382765"/>
      </p:ext>
    </p:extLst>
  </p:cSld>
  <p:clrMapOvr>
    <a:masterClrMapping/>
  </p:clrMapOvr>
  <p:transition spd="slow">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4_Custom Layout">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5A771-AD04-5C47-B620-B54FB2748E45}"/>
              </a:ext>
            </a:extLst>
          </p:cNvPr>
          <p:cNvSpPr>
            <a:spLocks noGrp="1"/>
          </p:cNvSpPr>
          <p:nvPr>
            <p:ph type="title"/>
          </p:nvPr>
        </p:nvSpPr>
        <p:spPr>
          <a:xfrm>
            <a:off x="318839" y="1022684"/>
            <a:ext cx="3215932" cy="1701829"/>
          </a:xfrm>
        </p:spPr>
        <p:txBody>
          <a:bodyPr/>
          <a:lstStyle>
            <a:lvl1pPr>
              <a:defRPr>
                <a:solidFill>
                  <a:schemeClr val="bg1"/>
                </a:solidFill>
              </a:defRPr>
            </a:lvl1pPr>
          </a:lstStyle>
          <a:p>
            <a:r>
              <a:rPr lang="en-US"/>
              <a:t>Click to edit Master title style</a:t>
            </a:r>
          </a:p>
        </p:txBody>
      </p:sp>
      <p:sp>
        <p:nvSpPr>
          <p:cNvPr id="5" name="Slide Number Placeholder 4">
            <a:extLst>
              <a:ext uri="{FF2B5EF4-FFF2-40B4-BE49-F238E27FC236}">
                <a16:creationId xmlns:a16="http://schemas.microsoft.com/office/drawing/2014/main" id="{3D3F737E-7062-264C-A2C4-3F1C0D4F7CFE}"/>
              </a:ext>
            </a:extLst>
          </p:cNvPr>
          <p:cNvSpPr>
            <a:spLocks noGrp="1"/>
          </p:cNvSpPr>
          <p:nvPr>
            <p:ph type="sldNum" sz="quarter" idx="12"/>
          </p:nvPr>
        </p:nvSpPr>
        <p:spPr/>
        <p:txBody>
          <a:bodyPr/>
          <a:lstStyle>
            <a:lvl1pPr>
              <a:defRPr>
                <a:solidFill>
                  <a:schemeClr val="bg1"/>
                </a:solidFill>
              </a:defRPr>
            </a:lvl1pPr>
          </a:lstStyle>
          <a:p>
            <a:fld id="{F8E47D07-9D1E-4FE9-B31A-2F5863681021}" type="slidenum">
              <a:rPr lang="en-GB" smtClean="0"/>
              <a:pPr/>
              <a:t>‹#›</a:t>
            </a:fld>
            <a:endParaRPr lang="en-GB"/>
          </a:p>
        </p:txBody>
      </p:sp>
      <p:sp>
        <p:nvSpPr>
          <p:cNvPr id="6" name="Text Placeholder 2">
            <a:extLst>
              <a:ext uri="{FF2B5EF4-FFF2-40B4-BE49-F238E27FC236}">
                <a16:creationId xmlns:a16="http://schemas.microsoft.com/office/drawing/2014/main" id="{C1FC7E14-35C4-094B-8FE1-47375A990EEC}"/>
              </a:ext>
            </a:extLst>
          </p:cNvPr>
          <p:cNvSpPr>
            <a:spLocks noGrp="1"/>
          </p:cNvSpPr>
          <p:nvPr>
            <p:ph idx="1"/>
          </p:nvPr>
        </p:nvSpPr>
        <p:spPr>
          <a:xfrm>
            <a:off x="3650071" y="1476375"/>
            <a:ext cx="4291160" cy="4761931"/>
          </a:xfrm>
          <a:prstGeom prst="rect">
            <a:avLst/>
          </a:prstGeom>
        </p:spPr>
        <p:txBody>
          <a:bodyPr vert="horz" lIns="91440" tIns="45720" rIns="91440" bIns="45720" rtlCol="0">
            <a:no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0" name="Straight Connector 9">
            <a:extLst>
              <a:ext uri="{FF2B5EF4-FFF2-40B4-BE49-F238E27FC236}">
                <a16:creationId xmlns:a16="http://schemas.microsoft.com/office/drawing/2014/main" id="{CB654FE7-6D52-BF47-9363-149498CD68D9}"/>
              </a:ext>
            </a:extLst>
          </p:cNvPr>
          <p:cNvCxnSpPr/>
          <p:nvPr userDrawn="1"/>
        </p:nvCxnSpPr>
        <p:spPr>
          <a:xfrm>
            <a:off x="3534771" y="1071350"/>
            <a:ext cx="0" cy="51383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D52B7A0-0D38-4145-B1E7-B55AC6A16FBF}"/>
              </a:ext>
            </a:extLst>
          </p:cNvPr>
          <p:cNvCxnSpPr/>
          <p:nvPr userDrawn="1"/>
        </p:nvCxnSpPr>
        <p:spPr>
          <a:xfrm>
            <a:off x="8008907" y="1071350"/>
            <a:ext cx="0" cy="51383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 Placeholder 8">
            <a:extLst>
              <a:ext uri="{FF2B5EF4-FFF2-40B4-BE49-F238E27FC236}">
                <a16:creationId xmlns:a16="http://schemas.microsoft.com/office/drawing/2014/main" id="{20B15BDA-3E41-5F40-8F83-05F9D5E9974C}"/>
              </a:ext>
            </a:extLst>
          </p:cNvPr>
          <p:cNvSpPr>
            <a:spLocks noGrp="1"/>
          </p:cNvSpPr>
          <p:nvPr>
            <p:ph type="body" sz="quarter" idx="13" hasCustomPrompt="1"/>
          </p:nvPr>
        </p:nvSpPr>
        <p:spPr>
          <a:xfrm>
            <a:off x="318837" y="3429000"/>
            <a:ext cx="3148259" cy="2222864"/>
          </a:xfrm>
        </p:spPr>
        <p:txBody>
          <a:bodyPr/>
          <a:lstStyle>
            <a:lvl1pPr>
              <a:defRPr sz="2800">
                <a:solidFill>
                  <a:schemeClr val="bg1"/>
                </a:solidFill>
              </a:defRPr>
            </a:lvl1pPr>
            <a:lvl2pPr>
              <a:defRPr sz="2800"/>
            </a:lvl2pPr>
            <a:lvl3pPr>
              <a:defRPr sz="2400"/>
            </a:lvl3pPr>
            <a:lvl4pPr>
              <a:defRPr sz="2000"/>
            </a:lvl4pPr>
            <a:lvl5pPr>
              <a:defRPr sz="2000"/>
            </a:lvl5pPr>
          </a:lstStyle>
          <a:p>
            <a:pPr lvl="0"/>
            <a:r>
              <a:rPr lang="en-US"/>
              <a:t>Enter text here</a:t>
            </a:r>
          </a:p>
        </p:txBody>
      </p:sp>
      <p:sp>
        <p:nvSpPr>
          <p:cNvPr id="14" name="Text Placeholder 10">
            <a:extLst>
              <a:ext uri="{FF2B5EF4-FFF2-40B4-BE49-F238E27FC236}">
                <a16:creationId xmlns:a16="http://schemas.microsoft.com/office/drawing/2014/main" id="{4811F7EE-C56B-BE4C-BA55-4D2AEADFF1BB}"/>
              </a:ext>
            </a:extLst>
          </p:cNvPr>
          <p:cNvSpPr>
            <a:spLocks noGrp="1"/>
          </p:cNvSpPr>
          <p:nvPr>
            <p:ph type="body" sz="quarter" idx="15" hasCustomPrompt="1"/>
          </p:nvPr>
        </p:nvSpPr>
        <p:spPr>
          <a:xfrm>
            <a:off x="8500717" y="3171656"/>
            <a:ext cx="2974107" cy="2974107"/>
          </a:xfrm>
          <a:prstGeom prst="ellipse">
            <a:avLst/>
          </a:prstGeom>
          <a:solidFill>
            <a:schemeClr val="bg1"/>
          </a:solidFill>
        </p:spPr>
        <p:txBody>
          <a:bodyPr anchor="ctr"/>
          <a:lstStyle>
            <a:lvl1pPr algn="ctr">
              <a:defRPr sz="2400">
                <a:solidFill>
                  <a:schemeClr val="accent2"/>
                </a:solidFill>
                <a:latin typeface="+mj-lt"/>
              </a:defRPr>
            </a:lvl1pPr>
          </a:lstStyle>
          <a:p>
            <a:pPr lvl="0"/>
            <a:r>
              <a:rPr lang="en-GB"/>
              <a:t>Enter text here</a:t>
            </a:r>
          </a:p>
        </p:txBody>
      </p:sp>
      <p:sp>
        <p:nvSpPr>
          <p:cNvPr id="15" name="Text Placeholder 6">
            <a:extLst>
              <a:ext uri="{FF2B5EF4-FFF2-40B4-BE49-F238E27FC236}">
                <a16:creationId xmlns:a16="http://schemas.microsoft.com/office/drawing/2014/main" id="{DDCCB01E-7E11-AB40-8967-0711532A5CBC}"/>
              </a:ext>
            </a:extLst>
          </p:cNvPr>
          <p:cNvSpPr>
            <a:spLocks noGrp="1"/>
          </p:cNvSpPr>
          <p:nvPr>
            <p:ph type="body" sz="quarter" idx="16" hasCustomPrompt="1"/>
          </p:nvPr>
        </p:nvSpPr>
        <p:spPr>
          <a:xfrm>
            <a:off x="319089" y="5748340"/>
            <a:ext cx="3148012" cy="490537"/>
          </a:xfrm>
        </p:spPr>
        <p:txBody>
          <a:bodyPr/>
          <a:lstStyle>
            <a:lvl1pPr>
              <a:defRPr sz="1051">
                <a:solidFill>
                  <a:schemeClr val="bg1"/>
                </a:solidFill>
              </a:defRPr>
            </a:lvl1pPr>
            <a:lvl2pPr>
              <a:defRPr sz="1200">
                <a:solidFill>
                  <a:schemeClr val="bg1"/>
                </a:solidFill>
              </a:defRPr>
            </a:lvl2pPr>
            <a:lvl3pPr>
              <a:defRPr sz="1100">
                <a:solidFill>
                  <a:schemeClr val="bg1"/>
                </a:solidFill>
              </a:defRPr>
            </a:lvl3pPr>
            <a:lvl4pPr>
              <a:defRPr sz="1051">
                <a:solidFill>
                  <a:schemeClr val="bg1"/>
                </a:solidFill>
              </a:defRPr>
            </a:lvl4pPr>
            <a:lvl5pPr>
              <a:defRPr sz="1051">
                <a:solidFill>
                  <a:schemeClr val="bg1"/>
                </a:solidFill>
              </a:defRPr>
            </a:lvl5pPr>
          </a:lstStyle>
          <a:p>
            <a:pPr lvl="0"/>
            <a:r>
              <a:rPr lang="en-US"/>
              <a:t>Enter text here</a:t>
            </a:r>
          </a:p>
        </p:txBody>
      </p:sp>
    </p:spTree>
    <p:extLst>
      <p:ext uri="{BB962C8B-B14F-4D97-AF65-F5344CB8AC3E}">
        <p14:creationId xmlns:p14="http://schemas.microsoft.com/office/powerpoint/2010/main" val="697043676"/>
      </p:ext>
    </p:extLst>
  </p:cSld>
  <p:clrMapOvr>
    <a:masterClrMapping/>
  </p:clrMapOvr>
  <p:transition spd="slow">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chemeClr val="bg1"/>
        </a:solidFill>
        <a:effectLst/>
      </p:bgPr>
    </p:bg>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C1FC7E14-35C4-094B-8FE1-47375A990EEC}"/>
              </a:ext>
            </a:extLst>
          </p:cNvPr>
          <p:cNvSpPr>
            <a:spLocks noGrp="1"/>
          </p:cNvSpPr>
          <p:nvPr>
            <p:ph idx="1"/>
          </p:nvPr>
        </p:nvSpPr>
        <p:spPr>
          <a:xfrm>
            <a:off x="8155564" y="1596788"/>
            <a:ext cx="3532837" cy="4641517"/>
          </a:xfrm>
          <a:prstGeom prst="rect">
            <a:avLst/>
          </a:prstGeom>
          <a:noFill/>
        </p:spPr>
        <p:txBody>
          <a:bodyPr vert="horz" lIns="91440" tIns="45720" rIns="91440" bIns="45720" rtlCol="0">
            <a:noAutofit/>
          </a:bodyPr>
          <a:lstStyle>
            <a:lvl1pPr>
              <a:buClr>
                <a:schemeClr val="bg1"/>
              </a:buClr>
              <a:defRPr>
                <a:solidFill>
                  <a:schemeClr val="tx2"/>
                </a:solidFill>
              </a:defRPr>
            </a:lvl1pPr>
            <a:lvl2pPr>
              <a:buClr>
                <a:schemeClr val="accent1"/>
              </a:buClr>
              <a:defRPr>
                <a:solidFill>
                  <a:schemeClr val="tx2"/>
                </a:solidFill>
              </a:defRPr>
            </a:lvl2pPr>
            <a:lvl3pPr>
              <a:buClr>
                <a:schemeClr val="accent1"/>
              </a:buClr>
              <a:defRPr>
                <a:solidFill>
                  <a:schemeClr val="tx2"/>
                </a:solidFill>
              </a:defRPr>
            </a:lvl3pPr>
            <a:lvl4pPr>
              <a:buClr>
                <a:schemeClr val="accent1"/>
              </a:buClr>
              <a:defRPr>
                <a:solidFill>
                  <a:schemeClr val="tx2"/>
                </a:solidFill>
              </a:defRPr>
            </a:lvl4pPr>
            <a:lvl5pPr>
              <a:buClr>
                <a:schemeClr val="accent1"/>
              </a:buCl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1055A771-AD04-5C47-B620-B54FB2748E45}"/>
              </a:ext>
            </a:extLst>
          </p:cNvPr>
          <p:cNvSpPr>
            <a:spLocks noGrp="1"/>
          </p:cNvSpPr>
          <p:nvPr>
            <p:ph type="title"/>
          </p:nvPr>
        </p:nvSpPr>
        <p:spPr>
          <a:xfrm>
            <a:off x="318839" y="1022684"/>
            <a:ext cx="3215932" cy="1627525"/>
          </a:xfrm>
        </p:spPr>
        <p:txBody>
          <a:bodyPr/>
          <a:lstStyle>
            <a:lvl1pPr>
              <a:defRPr>
                <a:solidFill>
                  <a:schemeClr val="tx2"/>
                </a:solidFill>
              </a:defRPr>
            </a:lvl1pPr>
          </a:lstStyle>
          <a:p>
            <a:r>
              <a:rPr lang="en-US"/>
              <a:t>Click to edit Master title style</a:t>
            </a:r>
          </a:p>
        </p:txBody>
      </p:sp>
      <p:sp>
        <p:nvSpPr>
          <p:cNvPr id="5" name="Slide Number Placeholder 4">
            <a:extLst>
              <a:ext uri="{FF2B5EF4-FFF2-40B4-BE49-F238E27FC236}">
                <a16:creationId xmlns:a16="http://schemas.microsoft.com/office/drawing/2014/main" id="{3D3F737E-7062-264C-A2C4-3F1C0D4F7CFE}"/>
              </a:ext>
            </a:extLst>
          </p:cNvPr>
          <p:cNvSpPr>
            <a:spLocks noGrp="1"/>
          </p:cNvSpPr>
          <p:nvPr>
            <p:ph type="sldNum" sz="quarter" idx="12"/>
          </p:nvPr>
        </p:nvSpPr>
        <p:spPr/>
        <p:txBody>
          <a:bodyPr/>
          <a:lstStyle>
            <a:lvl1pPr>
              <a:defRPr>
                <a:solidFill>
                  <a:schemeClr val="tx2"/>
                </a:solidFill>
              </a:defRPr>
            </a:lvl1pPr>
          </a:lstStyle>
          <a:p>
            <a:fld id="{F8E47D07-9D1E-4FE9-B31A-2F5863681021}" type="slidenum">
              <a:rPr lang="en-GB" smtClean="0"/>
              <a:pPr/>
              <a:t>‹#›</a:t>
            </a:fld>
            <a:endParaRPr lang="en-GB"/>
          </a:p>
        </p:txBody>
      </p:sp>
      <p:cxnSp>
        <p:nvCxnSpPr>
          <p:cNvPr id="10" name="Straight Connector 9">
            <a:extLst>
              <a:ext uri="{FF2B5EF4-FFF2-40B4-BE49-F238E27FC236}">
                <a16:creationId xmlns:a16="http://schemas.microsoft.com/office/drawing/2014/main" id="{CB654FE7-6D52-BF47-9363-149498CD68D9}"/>
              </a:ext>
            </a:extLst>
          </p:cNvPr>
          <p:cNvCxnSpPr/>
          <p:nvPr userDrawn="1"/>
        </p:nvCxnSpPr>
        <p:spPr>
          <a:xfrm>
            <a:off x="3534771" y="1071350"/>
            <a:ext cx="0" cy="5138383"/>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D52B7A0-0D38-4145-B1E7-B55AC6A16FBF}"/>
              </a:ext>
            </a:extLst>
          </p:cNvPr>
          <p:cNvCxnSpPr/>
          <p:nvPr userDrawn="1"/>
        </p:nvCxnSpPr>
        <p:spPr>
          <a:xfrm>
            <a:off x="8008907" y="1071350"/>
            <a:ext cx="0" cy="5138383"/>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 Placeholder 6">
            <a:extLst>
              <a:ext uri="{FF2B5EF4-FFF2-40B4-BE49-F238E27FC236}">
                <a16:creationId xmlns:a16="http://schemas.microsoft.com/office/drawing/2014/main" id="{1C2F242C-72F5-774B-94B2-387764BAD714}"/>
              </a:ext>
            </a:extLst>
          </p:cNvPr>
          <p:cNvSpPr>
            <a:spLocks noGrp="1"/>
          </p:cNvSpPr>
          <p:nvPr>
            <p:ph type="body" sz="quarter" idx="17" hasCustomPrompt="1"/>
          </p:nvPr>
        </p:nvSpPr>
        <p:spPr>
          <a:xfrm>
            <a:off x="8155566" y="1022824"/>
            <a:ext cx="3532839" cy="526197"/>
          </a:xfrm>
        </p:spPr>
        <p:txBody>
          <a:bodyPr anchor="ctr"/>
          <a:lstStyle>
            <a:lvl1pPr>
              <a:defRPr sz="1800">
                <a:solidFill>
                  <a:schemeClr val="tx2"/>
                </a:solidFill>
                <a:latin typeface="+mj-lt"/>
              </a:defRPr>
            </a:lvl1pPr>
          </a:lstStyle>
          <a:p>
            <a:pPr lvl="0"/>
            <a:r>
              <a:rPr lang="en-US"/>
              <a:t>Enter subtitle here</a:t>
            </a:r>
            <a:endParaRPr lang="en-GB"/>
          </a:p>
        </p:txBody>
      </p:sp>
      <p:sp>
        <p:nvSpPr>
          <p:cNvPr id="18" name="Text Placeholder 10">
            <a:extLst>
              <a:ext uri="{FF2B5EF4-FFF2-40B4-BE49-F238E27FC236}">
                <a16:creationId xmlns:a16="http://schemas.microsoft.com/office/drawing/2014/main" id="{7C91ECC5-18DF-AB4E-B4E5-1E6601022932}"/>
              </a:ext>
            </a:extLst>
          </p:cNvPr>
          <p:cNvSpPr>
            <a:spLocks noGrp="1"/>
          </p:cNvSpPr>
          <p:nvPr>
            <p:ph type="body" sz="quarter" idx="15" hasCustomPrompt="1"/>
          </p:nvPr>
        </p:nvSpPr>
        <p:spPr>
          <a:xfrm>
            <a:off x="537522" y="3284297"/>
            <a:ext cx="2539631" cy="2539631"/>
          </a:xfrm>
          <a:prstGeom prst="ellipse">
            <a:avLst/>
          </a:prstGeom>
          <a:solidFill>
            <a:schemeClr val="tx2"/>
          </a:solidFill>
        </p:spPr>
        <p:txBody>
          <a:bodyPr anchor="ctr"/>
          <a:lstStyle>
            <a:lvl1pPr algn="ctr">
              <a:defRPr sz="2400">
                <a:solidFill>
                  <a:schemeClr val="bg1"/>
                </a:solidFill>
                <a:latin typeface="+mj-lt"/>
              </a:defRPr>
            </a:lvl1pPr>
          </a:lstStyle>
          <a:p>
            <a:pPr lvl="0"/>
            <a:r>
              <a:rPr lang="en-GB"/>
              <a:t>Enter text here</a:t>
            </a:r>
          </a:p>
        </p:txBody>
      </p:sp>
      <p:sp>
        <p:nvSpPr>
          <p:cNvPr id="19" name="Text Placeholder 6">
            <a:extLst>
              <a:ext uri="{FF2B5EF4-FFF2-40B4-BE49-F238E27FC236}">
                <a16:creationId xmlns:a16="http://schemas.microsoft.com/office/drawing/2014/main" id="{2E546A70-9CC0-3A43-B958-0BD203574FC0}"/>
              </a:ext>
            </a:extLst>
          </p:cNvPr>
          <p:cNvSpPr>
            <a:spLocks noGrp="1"/>
          </p:cNvSpPr>
          <p:nvPr>
            <p:ph type="body" sz="quarter" idx="27" hasCustomPrompt="1"/>
          </p:nvPr>
        </p:nvSpPr>
        <p:spPr>
          <a:xfrm>
            <a:off x="319089" y="5867471"/>
            <a:ext cx="3148012" cy="371404"/>
          </a:xfrm>
        </p:spPr>
        <p:txBody>
          <a:bodyPr/>
          <a:lstStyle>
            <a:lvl1pPr>
              <a:defRPr sz="1051">
                <a:solidFill>
                  <a:schemeClr val="tx2"/>
                </a:solidFill>
              </a:defRPr>
            </a:lvl1pPr>
            <a:lvl2pPr>
              <a:defRPr sz="1200">
                <a:solidFill>
                  <a:schemeClr val="bg1"/>
                </a:solidFill>
              </a:defRPr>
            </a:lvl2pPr>
            <a:lvl3pPr>
              <a:defRPr sz="1100">
                <a:solidFill>
                  <a:schemeClr val="bg1"/>
                </a:solidFill>
              </a:defRPr>
            </a:lvl3pPr>
            <a:lvl4pPr>
              <a:defRPr sz="1051">
                <a:solidFill>
                  <a:schemeClr val="bg1"/>
                </a:solidFill>
              </a:defRPr>
            </a:lvl4pPr>
            <a:lvl5pPr>
              <a:defRPr sz="1051">
                <a:solidFill>
                  <a:schemeClr val="bg1"/>
                </a:solidFill>
              </a:defRPr>
            </a:lvl5pPr>
          </a:lstStyle>
          <a:p>
            <a:pPr lvl="0"/>
            <a:r>
              <a:rPr lang="en-US"/>
              <a:t>Enter text here</a:t>
            </a:r>
          </a:p>
        </p:txBody>
      </p:sp>
      <p:sp>
        <p:nvSpPr>
          <p:cNvPr id="20" name="Chart Placeholder 9">
            <a:extLst>
              <a:ext uri="{FF2B5EF4-FFF2-40B4-BE49-F238E27FC236}">
                <a16:creationId xmlns:a16="http://schemas.microsoft.com/office/drawing/2014/main" id="{E71F0AFC-2C95-4E44-8A4F-9EDC65DB6794}"/>
              </a:ext>
            </a:extLst>
          </p:cNvPr>
          <p:cNvSpPr>
            <a:spLocks noGrp="1"/>
          </p:cNvSpPr>
          <p:nvPr>
            <p:ph type="chart" sz="quarter" idx="25" hasCustomPrompt="1"/>
          </p:nvPr>
        </p:nvSpPr>
        <p:spPr>
          <a:xfrm>
            <a:off x="3692394" y="1022686"/>
            <a:ext cx="4158892" cy="5215620"/>
          </a:xfrm>
        </p:spPr>
        <p:txBody>
          <a:bodyPr anchor="ctr"/>
          <a:lstStyle>
            <a:lvl1pPr algn="ctr">
              <a:defRPr/>
            </a:lvl1pPr>
          </a:lstStyle>
          <a:p>
            <a:r>
              <a:rPr lang="en-GB"/>
              <a:t>Click icon to insert chart</a:t>
            </a:r>
          </a:p>
        </p:txBody>
      </p:sp>
    </p:spTree>
    <p:extLst>
      <p:ext uri="{BB962C8B-B14F-4D97-AF65-F5344CB8AC3E}">
        <p14:creationId xmlns:p14="http://schemas.microsoft.com/office/powerpoint/2010/main" val="2103204479"/>
      </p:ext>
    </p:extLst>
  </p:cSld>
  <p:clrMapOvr>
    <a:masterClrMapping/>
  </p:clrMapOvr>
  <p:transition spd="slow">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5A771-AD04-5C47-B620-B54FB2748E45}"/>
              </a:ext>
            </a:extLst>
          </p:cNvPr>
          <p:cNvSpPr>
            <a:spLocks noGrp="1"/>
          </p:cNvSpPr>
          <p:nvPr>
            <p:ph type="title"/>
          </p:nvPr>
        </p:nvSpPr>
        <p:spPr>
          <a:xfrm>
            <a:off x="318839" y="1022685"/>
            <a:ext cx="3215932" cy="1612027"/>
          </a:xfrm>
        </p:spPr>
        <p:txBody>
          <a:bodyPr/>
          <a:lstStyle>
            <a:lvl1pPr>
              <a:defRPr>
                <a:solidFill>
                  <a:schemeClr val="tx2"/>
                </a:solidFill>
              </a:defRPr>
            </a:lvl1pPr>
          </a:lstStyle>
          <a:p>
            <a:r>
              <a:rPr lang="en-US"/>
              <a:t>Click to edit Master title style</a:t>
            </a:r>
          </a:p>
        </p:txBody>
      </p:sp>
      <p:sp>
        <p:nvSpPr>
          <p:cNvPr id="5" name="Slide Number Placeholder 4">
            <a:extLst>
              <a:ext uri="{FF2B5EF4-FFF2-40B4-BE49-F238E27FC236}">
                <a16:creationId xmlns:a16="http://schemas.microsoft.com/office/drawing/2014/main" id="{3D3F737E-7062-264C-A2C4-3F1C0D4F7CFE}"/>
              </a:ext>
            </a:extLst>
          </p:cNvPr>
          <p:cNvSpPr>
            <a:spLocks noGrp="1"/>
          </p:cNvSpPr>
          <p:nvPr>
            <p:ph type="sldNum" sz="quarter" idx="12"/>
          </p:nvPr>
        </p:nvSpPr>
        <p:spPr/>
        <p:txBody>
          <a:bodyPr/>
          <a:lstStyle>
            <a:lvl1pPr>
              <a:defRPr>
                <a:solidFill>
                  <a:schemeClr val="tx2"/>
                </a:solidFill>
              </a:defRPr>
            </a:lvl1pPr>
          </a:lstStyle>
          <a:p>
            <a:fld id="{F8E47D07-9D1E-4FE9-B31A-2F5863681021}" type="slidenum">
              <a:rPr lang="en-GB" smtClean="0"/>
              <a:pPr/>
              <a:t>‹#›</a:t>
            </a:fld>
            <a:endParaRPr lang="en-GB"/>
          </a:p>
        </p:txBody>
      </p:sp>
      <p:cxnSp>
        <p:nvCxnSpPr>
          <p:cNvPr id="13" name="Straight Connector 12">
            <a:extLst>
              <a:ext uri="{FF2B5EF4-FFF2-40B4-BE49-F238E27FC236}">
                <a16:creationId xmlns:a16="http://schemas.microsoft.com/office/drawing/2014/main" id="{BADD23B3-131F-1041-9D99-5CEFCFE5DD37}"/>
              </a:ext>
            </a:extLst>
          </p:cNvPr>
          <p:cNvCxnSpPr/>
          <p:nvPr userDrawn="1"/>
        </p:nvCxnSpPr>
        <p:spPr>
          <a:xfrm>
            <a:off x="3534771" y="1071350"/>
            <a:ext cx="0" cy="5138383"/>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Text Placeholder 10">
            <a:extLst>
              <a:ext uri="{FF2B5EF4-FFF2-40B4-BE49-F238E27FC236}">
                <a16:creationId xmlns:a16="http://schemas.microsoft.com/office/drawing/2014/main" id="{E53F729E-6BCB-4947-96A9-7490D548C8DA}"/>
              </a:ext>
            </a:extLst>
          </p:cNvPr>
          <p:cNvSpPr>
            <a:spLocks noGrp="1"/>
          </p:cNvSpPr>
          <p:nvPr>
            <p:ph type="body" sz="quarter" idx="15" hasCustomPrompt="1"/>
          </p:nvPr>
        </p:nvSpPr>
        <p:spPr>
          <a:xfrm>
            <a:off x="537522" y="3284297"/>
            <a:ext cx="2539631" cy="2539631"/>
          </a:xfrm>
          <a:prstGeom prst="ellipse">
            <a:avLst/>
          </a:prstGeom>
          <a:solidFill>
            <a:schemeClr val="accent6"/>
          </a:solidFill>
        </p:spPr>
        <p:txBody>
          <a:bodyPr anchor="ctr"/>
          <a:lstStyle>
            <a:lvl1pPr algn="ctr">
              <a:defRPr sz="2400">
                <a:solidFill>
                  <a:schemeClr val="bg1"/>
                </a:solidFill>
                <a:latin typeface="+mj-lt"/>
              </a:defRPr>
            </a:lvl1pPr>
          </a:lstStyle>
          <a:p>
            <a:pPr lvl="0"/>
            <a:r>
              <a:rPr lang="en-GB"/>
              <a:t> </a:t>
            </a:r>
          </a:p>
        </p:txBody>
      </p:sp>
      <p:sp>
        <p:nvSpPr>
          <p:cNvPr id="15" name="Chart Placeholder 9">
            <a:extLst>
              <a:ext uri="{FF2B5EF4-FFF2-40B4-BE49-F238E27FC236}">
                <a16:creationId xmlns:a16="http://schemas.microsoft.com/office/drawing/2014/main" id="{2D21BC92-BD81-3E40-9A2D-E33DC9198BF2}"/>
              </a:ext>
            </a:extLst>
          </p:cNvPr>
          <p:cNvSpPr>
            <a:spLocks noGrp="1"/>
          </p:cNvSpPr>
          <p:nvPr>
            <p:ph type="chart" sz="quarter" idx="25" hasCustomPrompt="1"/>
          </p:nvPr>
        </p:nvSpPr>
        <p:spPr>
          <a:xfrm>
            <a:off x="3692393" y="1022686"/>
            <a:ext cx="7297857" cy="5215620"/>
          </a:xfrm>
        </p:spPr>
        <p:txBody>
          <a:bodyPr anchor="ctr"/>
          <a:lstStyle>
            <a:lvl1pPr algn="ctr">
              <a:defRPr/>
            </a:lvl1pPr>
          </a:lstStyle>
          <a:p>
            <a:r>
              <a:rPr lang="en-GB"/>
              <a:t>Click icon to insert chart</a:t>
            </a:r>
          </a:p>
        </p:txBody>
      </p:sp>
      <p:sp>
        <p:nvSpPr>
          <p:cNvPr id="17" name="Text Placeholder 6">
            <a:extLst>
              <a:ext uri="{FF2B5EF4-FFF2-40B4-BE49-F238E27FC236}">
                <a16:creationId xmlns:a16="http://schemas.microsoft.com/office/drawing/2014/main" id="{5D3D91A5-F437-434D-954C-EB3252227FA8}"/>
              </a:ext>
            </a:extLst>
          </p:cNvPr>
          <p:cNvSpPr>
            <a:spLocks noGrp="1"/>
          </p:cNvSpPr>
          <p:nvPr>
            <p:ph type="body" sz="quarter" idx="26" hasCustomPrompt="1"/>
          </p:nvPr>
        </p:nvSpPr>
        <p:spPr>
          <a:xfrm>
            <a:off x="785412" y="3727895"/>
            <a:ext cx="2043851" cy="666976"/>
          </a:xfrm>
        </p:spPr>
        <p:txBody>
          <a:bodyPr anchor="ctr"/>
          <a:lstStyle>
            <a:lvl1pPr algn="ctr">
              <a:defRPr sz="3600" b="1">
                <a:solidFill>
                  <a:schemeClr val="bg1"/>
                </a:solidFill>
                <a:latin typeface="+mj-lt"/>
              </a:defRPr>
            </a:lvl1pPr>
          </a:lstStyle>
          <a:p>
            <a:pPr lvl="0"/>
            <a:r>
              <a:rPr lang="en-GB"/>
              <a:t>Number</a:t>
            </a:r>
          </a:p>
        </p:txBody>
      </p:sp>
      <p:sp>
        <p:nvSpPr>
          <p:cNvPr id="21" name="Text Placeholder 8">
            <a:extLst>
              <a:ext uri="{FF2B5EF4-FFF2-40B4-BE49-F238E27FC236}">
                <a16:creationId xmlns:a16="http://schemas.microsoft.com/office/drawing/2014/main" id="{5CBDC0E8-E088-A54D-A0CE-16BED2357109}"/>
              </a:ext>
            </a:extLst>
          </p:cNvPr>
          <p:cNvSpPr>
            <a:spLocks noGrp="1"/>
          </p:cNvSpPr>
          <p:nvPr>
            <p:ph type="body" sz="quarter" idx="13" hasCustomPrompt="1"/>
          </p:nvPr>
        </p:nvSpPr>
        <p:spPr>
          <a:xfrm>
            <a:off x="911231" y="4485387"/>
            <a:ext cx="1792212" cy="977909"/>
          </a:xfrm>
        </p:spPr>
        <p:txBody>
          <a:bodyPr/>
          <a:lstStyle>
            <a:lvl1pPr algn="ctr">
              <a:defRPr sz="1600">
                <a:solidFill>
                  <a:schemeClr val="bg1"/>
                </a:solidFill>
              </a:defRPr>
            </a:lvl1pPr>
            <a:lvl2pPr>
              <a:defRPr sz="2800"/>
            </a:lvl2pPr>
            <a:lvl3pPr>
              <a:defRPr sz="2400"/>
            </a:lvl3pPr>
            <a:lvl4pPr>
              <a:defRPr sz="2000"/>
            </a:lvl4pPr>
            <a:lvl5pPr>
              <a:defRPr sz="2000"/>
            </a:lvl5pPr>
          </a:lstStyle>
          <a:p>
            <a:pPr lvl="0"/>
            <a:r>
              <a:rPr lang="en-US"/>
              <a:t>Enter text here</a:t>
            </a:r>
          </a:p>
        </p:txBody>
      </p:sp>
      <p:sp>
        <p:nvSpPr>
          <p:cNvPr id="22" name="Text Placeholder 6">
            <a:extLst>
              <a:ext uri="{FF2B5EF4-FFF2-40B4-BE49-F238E27FC236}">
                <a16:creationId xmlns:a16="http://schemas.microsoft.com/office/drawing/2014/main" id="{98763E77-BB8C-E647-BFC1-EF3F85D5534D}"/>
              </a:ext>
            </a:extLst>
          </p:cNvPr>
          <p:cNvSpPr>
            <a:spLocks noGrp="1"/>
          </p:cNvSpPr>
          <p:nvPr>
            <p:ph type="body" sz="quarter" idx="27" hasCustomPrompt="1"/>
          </p:nvPr>
        </p:nvSpPr>
        <p:spPr>
          <a:xfrm>
            <a:off x="319089" y="5867471"/>
            <a:ext cx="3148012" cy="371404"/>
          </a:xfrm>
        </p:spPr>
        <p:txBody>
          <a:bodyPr/>
          <a:lstStyle>
            <a:lvl1pPr>
              <a:defRPr sz="1051">
                <a:solidFill>
                  <a:schemeClr val="tx2"/>
                </a:solidFill>
              </a:defRPr>
            </a:lvl1pPr>
            <a:lvl2pPr>
              <a:defRPr sz="1200">
                <a:solidFill>
                  <a:schemeClr val="bg1"/>
                </a:solidFill>
              </a:defRPr>
            </a:lvl2pPr>
            <a:lvl3pPr>
              <a:defRPr sz="1100">
                <a:solidFill>
                  <a:schemeClr val="bg1"/>
                </a:solidFill>
              </a:defRPr>
            </a:lvl3pPr>
            <a:lvl4pPr>
              <a:defRPr sz="1051">
                <a:solidFill>
                  <a:schemeClr val="bg1"/>
                </a:solidFill>
              </a:defRPr>
            </a:lvl4pPr>
            <a:lvl5pPr>
              <a:defRPr sz="1051">
                <a:solidFill>
                  <a:schemeClr val="bg1"/>
                </a:solidFill>
              </a:defRPr>
            </a:lvl5pPr>
          </a:lstStyle>
          <a:p>
            <a:pPr lvl="0"/>
            <a:r>
              <a:rPr lang="en-US"/>
              <a:t>Enter text here</a:t>
            </a:r>
          </a:p>
        </p:txBody>
      </p:sp>
    </p:spTree>
    <p:extLst>
      <p:ext uri="{BB962C8B-B14F-4D97-AF65-F5344CB8AC3E}">
        <p14:creationId xmlns:p14="http://schemas.microsoft.com/office/powerpoint/2010/main" val="1670870768"/>
      </p:ext>
    </p:extLst>
  </p:cSld>
  <p:clrMapOvr>
    <a:masterClrMapping/>
  </p:clrMapOvr>
  <p:transition spd="slow">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chemeClr val="bg1"/>
        </a:solidFill>
        <a:effectLst/>
      </p:bgPr>
    </p:bg>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C1FC7E14-35C4-094B-8FE1-47375A990EEC}"/>
              </a:ext>
            </a:extLst>
          </p:cNvPr>
          <p:cNvSpPr>
            <a:spLocks noGrp="1"/>
          </p:cNvSpPr>
          <p:nvPr>
            <p:ph idx="1"/>
          </p:nvPr>
        </p:nvSpPr>
        <p:spPr>
          <a:xfrm>
            <a:off x="318839" y="2581274"/>
            <a:ext cx="3148012" cy="3254041"/>
          </a:xfrm>
          <a:prstGeom prst="rect">
            <a:avLst/>
          </a:prstGeom>
          <a:noFill/>
        </p:spPr>
        <p:txBody>
          <a:bodyPr vert="horz" lIns="91440" tIns="45720" rIns="91440" bIns="45720" rtlCol="0">
            <a:noAutofit/>
          </a:bodyPr>
          <a:lstStyle>
            <a:lvl1pPr>
              <a:buClr>
                <a:schemeClr val="bg1"/>
              </a:buClr>
              <a:defRPr lang="en-US" sz="2800" kern="1200" dirty="0">
                <a:solidFill>
                  <a:schemeClr val="tx2"/>
                </a:solidFill>
                <a:latin typeface="+mn-lt"/>
                <a:ea typeface="+mn-ea"/>
                <a:cs typeface="+mn-cs"/>
              </a:defRPr>
            </a:lvl1pPr>
            <a:lvl2pPr marL="228594" indent="-228594">
              <a:buClr>
                <a:schemeClr val="accent1"/>
              </a:buClr>
              <a:defRPr lang="en-US" sz="2800" kern="1200" dirty="0">
                <a:solidFill>
                  <a:schemeClr val="tx2"/>
                </a:solidFill>
                <a:latin typeface="+mn-lt"/>
                <a:ea typeface="+mn-ea"/>
                <a:cs typeface="+mn-cs"/>
              </a:defRPr>
            </a:lvl2pPr>
            <a:lvl3pPr marL="444489" indent="-228594">
              <a:buClr>
                <a:schemeClr val="accent1"/>
              </a:buClr>
              <a:defRPr lang="en-US" sz="2400" kern="1200" dirty="0">
                <a:solidFill>
                  <a:schemeClr val="tx2"/>
                </a:solidFill>
                <a:latin typeface="+mn-lt"/>
                <a:ea typeface="+mn-ea"/>
                <a:cs typeface="+mn-cs"/>
              </a:defRPr>
            </a:lvl3pPr>
            <a:lvl4pPr marL="625459" indent="-228594">
              <a:buClr>
                <a:schemeClr val="accent1"/>
              </a:buClr>
              <a:defRPr lang="en-US" sz="2000" kern="1200" dirty="0">
                <a:solidFill>
                  <a:schemeClr val="tx2"/>
                </a:solidFill>
                <a:latin typeface="+mn-lt"/>
                <a:ea typeface="+mn-ea"/>
                <a:cs typeface="+mn-cs"/>
              </a:defRPr>
            </a:lvl4pPr>
            <a:lvl5pPr marL="806431" indent="-228594" algn="l" defTabSz="914377" rtl="0" eaLnBrk="1" latinLnBrk="0" hangingPunct="1">
              <a:lnSpc>
                <a:spcPct val="90000"/>
              </a:lnSpc>
              <a:spcBef>
                <a:spcPts val="0"/>
              </a:spcBef>
              <a:spcAft>
                <a:spcPts val="600"/>
              </a:spcAft>
              <a:buClr>
                <a:schemeClr val="accent1"/>
              </a:buClr>
              <a:buSzPct val="100000"/>
              <a:buFont typeface="Arial" panose="020B0604020202020204" pitchFamily="34" charset="0"/>
              <a:buChar char="•"/>
              <a:defRPr lang="en-GB" sz="2000" kern="1200" dirty="0">
                <a:solidFill>
                  <a:schemeClr val="tx2"/>
                </a:solidFill>
                <a:latin typeface="+mn-lt"/>
                <a:ea typeface="+mn-ea"/>
                <a:cs typeface="+mn-cs"/>
              </a:defRPr>
            </a:lvl5pPr>
          </a:lstStyle>
          <a:p>
            <a:pPr marL="0" lvl="0" indent="0" algn="l" defTabSz="914377" rtl="0" eaLnBrk="1" latinLnBrk="0" hangingPunct="1">
              <a:lnSpc>
                <a:spcPct val="90000"/>
              </a:lnSpc>
              <a:spcBef>
                <a:spcPts val="0"/>
              </a:spcBef>
              <a:spcAft>
                <a:spcPts val="600"/>
              </a:spcAft>
              <a:buFont typeface="Arial" panose="020B0604020202020204" pitchFamily="34" charset="0"/>
              <a:buNone/>
            </a:pPr>
            <a:r>
              <a:rPr lang="en-US"/>
              <a:t>Edit Master text styles</a:t>
            </a:r>
          </a:p>
          <a:p>
            <a:pPr marL="228594" lvl="1" indent="-228594" algn="l" defTabSz="914377" rtl="0" eaLnBrk="1" latinLnBrk="0" hangingPunct="1">
              <a:lnSpc>
                <a:spcPct val="90000"/>
              </a:lnSpc>
              <a:spcBef>
                <a:spcPts val="0"/>
              </a:spcBef>
              <a:spcAft>
                <a:spcPts val="600"/>
              </a:spcAft>
              <a:buClr>
                <a:schemeClr val="accent1"/>
              </a:buClr>
              <a:buSzPct val="100000"/>
              <a:buFont typeface="Arial" panose="020B0604020202020204" pitchFamily="34" charset="0"/>
              <a:buChar char="•"/>
            </a:pPr>
            <a:r>
              <a:rPr lang="en-US"/>
              <a:t>Second level</a:t>
            </a:r>
          </a:p>
          <a:p>
            <a:pPr marL="444489" lvl="2" indent="-228594" algn="l" defTabSz="914377" rtl="0" eaLnBrk="1" latinLnBrk="0" hangingPunct="1">
              <a:lnSpc>
                <a:spcPct val="90000"/>
              </a:lnSpc>
              <a:spcBef>
                <a:spcPts val="0"/>
              </a:spcBef>
              <a:spcAft>
                <a:spcPts val="600"/>
              </a:spcAft>
              <a:buClr>
                <a:schemeClr val="accent1"/>
              </a:buClr>
              <a:buSzPct val="100000"/>
              <a:buFont typeface="Arial" panose="020B0604020202020204" pitchFamily="34" charset="0"/>
              <a:buChar char="•"/>
            </a:pPr>
            <a:r>
              <a:rPr lang="en-US"/>
              <a:t>Third level</a:t>
            </a:r>
          </a:p>
          <a:p>
            <a:pPr marL="625459" lvl="3" indent="-228594" algn="l" defTabSz="914377" rtl="0" eaLnBrk="1" latinLnBrk="0" hangingPunct="1">
              <a:lnSpc>
                <a:spcPct val="90000"/>
              </a:lnSpc>
              <a:spcBef>
                <a:spcPts val="0"/>
              </a:spcBef>
              <a:spcAft>
                <a:spcPts val="600"/>
              </a:spcAft>
              <a:buClr>
                <a:schemeClr val="accent1"/>
              </a:buClr>
              <a:buSzPct val="100000"/>
              <a:buFont typeface="Arial" panose="020B0604020202020204" pitchFamily="34" charset="0"/>
              <a:buChar char="•"/>
            </a:pPr>
            <a:r>
              <a:rPr lang="en-US"/>
              <a:t>Fourth level</a:t>
            </a:r>
          </a:p>
          <a:p>
            <a:pPr lvl="4"/>
            <a:r>
              <a:rPr lang="en-US"/>
              <a:t>Fifth level</a:t>
            </a:r>
            <a:endParaRPr lang="en-GB"/>
          </a:p>
        </p:txBody>
      </p:sp>
      <p:sp>
        <p:nvSpPr>
          <p:cNvPr id="2" name="Title 1">
            <a:extLst>
              <a:ext uri="{FF2B5EF4-FFF2-40B4-BE49-F238E27FC236}">
                <a16:creationId xmlns:a16="http://schemas.microsoft.com/office/drawing/2014/main" id="{1055A771-AD04-5C47-B620-B54FB2748E45}"/>
              </a:ext>
            </a:extLst>
          </p:cNvPr>
          <p:cNvSpPr>
            <a:spLocks noGrp="1"/>
          </p:cNvSpPr>
          <p:nvPr>
            <p:ph type="title"/>
          </p:nvPr>
        </p:nvSpPr>
        <p:spPr>
          <a:xfrm>
            <a:off x="318839" y="1022686"/>
            <a:ext cx="3215932" cy="1558588"/>
          </a:xfrm>
        </p:spPr>
        <p:txBody>
          <a:bodyPr/>
          <a:lstStyle>
            <a:lvl1pPr>
              <a:defRPr>
                <a:solidFill>
                  <a:schemeClr val="tx2"/>
                </a:solidFill>
              </a:defRPr>
            </a:lvl1pPr>
          </a:lstStyle>
          <a:p>
            <a:r>
              <a:rPr lang="en-US"/>
              <a:t>Click to edit Master title style</a:t>
            </a:r>
          </a:p>
        </p:txBody>
      </p:sp>
      <p:sp>
        <p:nvSpPr>
          <p:cNvPr id="5" name="Slide Number Placeholder 4">
            <a:extLst>
              <a:ext uri="{FF2B5EF4-FFF2-40B4-BE49-F238E27FC236}">
                <a16:creationId xmlns:a16="http://schemas.microsoft.com/office/drawing/2014/main" id="{3D3F737E-7062-264C-A2C4-3F1C0D4F7CFE}"/>
              </a:ext>
            </a:extLst>
          </p:cNvPr>
          <p:cNvSpPr>
            <a:spLocks noGrp="1"/>
          </p:cNvSpPr>
          <p:nvPr>
            <p:ph type="sldNum" sz="quarter" idx="12"/>
          </p:nvPr>
        </p:nvSpPr>
        <p:spPr/>
        <p:txBody>
          <a:bodyPr/>
          <a:lstStyle>
            <a:lvl1pPr>
              <a:defRPr>
                <a:solidFill>
                  <a:schemeClr val="tx2"/>
                </a:solidFill>
              </a:defRPr>
            </a:lvl1pPr>
          </a:lstStyle>
          <a:p>
            <a:fld id="{F8E47D07-9D1E-4FE9-B31A-2F5863681021}" type="slidenum">
              <a:rPr lang="en-GB" smtClean="0"/>
              <a:pPr/>
              <a:t>‹#›</a:t>
            </a:fld>
            <a:endParaRPr lang="en-GB"/>
          </a:p>
        </p:txBody>
      </p:sp>
      <p:cxnSp>
        <p:nvCxnSpPr>
          <p:cNvPr id="10" name="Straight Connector 9">
            <a:extLst>
              <a:ext uri="{FF2B5EF4-FFF2-40B4-BE49-F238E27FC236}">
                <a16:creationId xmlns:a16="http://schemas.microsoft.com/office/drawing/2014/main" id="{CB654FE7-6D52-BF47-9363-149498CD68D9}"/>
              </a:ext>
            </a:extLst>
          </p:cNvPr>
          <p:cNvCxnSpPr/>
          <p:nvPr userDrawn="1"/>
        </p:nvCxnSpPr>
        <p:spPr>
          <a:xfrm>
            <a:off x="3534771" y="1071350"/>
            <a:ext cx="0" cy="5138383"/>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C4F4EE71-F28F-8145-A229-EEA167A325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838840" y="1026393"/>
            <a:ext cx="8087993" cy="4563011"/>
          </a:xfrm>
          <a:prstGeom prst="rect">
            <a:avLst/>
          </a:prstGeom>
        </p:spPr>
      </p:pic>
    </p:spTree>
    <p:extLst>
      <p:ext uri="{BB962C8B-B14F-4D97-AF65-F5344CB8AC3E}">
        <p14:creationId xmlns:p14="http://schemas.microsoft.com/office/powerpoint/2010/main" val="3596308641"/>
      </p:ext>
    </p:extLst>
  </p:cSld>
  <p:clrMapOvr>
    <a:masterClrMapping/>
  </p:clrMapOvr>
  <p:transition spd="slow">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8_Custom Layout">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5A771-AD04-5C47-B620-B54FB2748E45}"/>
              </a:ext>
            </a:extLst>
          </p:cNvPr>
          <p:cNvSpPr>
            <a:spLocks noGrp="1"/>
          </p:cNvSpPr>
          <p:nvPr>
            <p:ph type="title"/>
          </p:nvPr>
        </p:nvSpPr>
        <p:spPr>
          <a:xfrm>
            <a:off x="318839" y="1022686"/>
            <a:ext cx="3215932" cy="1643023"/>
          </a:xfrm>
        </p:spPr>
        <p:txBody>
          <a:bodyPr/>
          <a:lstStyle>
            <a:lvl1pPr>
              <a:defRPr>
                <a:solidFill>
                  <a:schemeClr val="bg1"/>
                </a:solidFill>
              </a:defRPr>
            </a:lvl1pPr>
          </a:lstStyle>
          <a:p>
            <a:r>
              <a:rPr lang="en-US"/>
              <a:t>Click to edit Master title style</a:t>
            </a:r>
          </a:p>
        </p:txBody>
      </p:sp>
      <p:sp>
        <p:nvSpPr>
          <p:cNvPr id="5" name="Slide Number Placeholder 4">
            <a:extLst>
              <a:ext uri="{FF2B5EF4-FFF2-40B4-BE49-F238E27FC236}">
                <a16:creationId xmlns:a16="http://schemas.microsoft.com/office/drawing/2014/main" id="{3D3F737E-7062-264C-A2C4-3F1C0D4F7CFE}"/>
              </a:ext>
            </a:extLst>
          </p:cNvPr>
          <p:cNvSpPr>
            <a:spLocks noGrp="1"/>
          </p:cNvSpPr>
          <p:nvPr>
            <p:ph type="sldNum" sz="quarter" idx="12"/>
          </p:nvPr>
        </p:nvSpPr>
        <p:spPr/>
        <p:txBody>
          <a:bodyPr/>
          <a:lstStyle>
            <a:lvl1pPr>
              <a:defRPr>
                <a:solidFill>
                  <a:schemeClr val="bg1"/>
                </a:solidFill>
              </a:defRPr>
            </a:lvl1pPr>
          </a:lstStyle>
          <a:p>
            <a:fld id="{F8E47D07-9D1E-4FE9-B31A-2F5863681021}" type="slidenum">
              <a:rPr lang="en-GB" smtClean="0"/>
              <a:pPr/>
              <a:t>‹#›</a:t>
            </a:fld>
            <a:endParaRPr lang="en-GB"/>
          </a:p>
        </p:txBody>
      </p:sp>
      <p:cxnSp>
        <p:nvCxnSpPr>
          <p:cNvPr id="13" name="Straight Connector 12">
            <a:extLst>
              <a:ext uri="{FF2B5EF4-FFF2-40B4-BE49-F238E27FC236}">
                <a16:creationId xmlns:a16="http://schemas.microsoft.com/office/drawing/2014/main" id="{BADD23B3-131F-1041-9D99-5CEFCFE5DD37}"/>
              </a:ext>
            </a:extLst>
          </p:cNvPr>
          <p:cNvCxnSpPr/>
          <p:nvPr userDrawn="1"/>
        </p:nvCxnSpPr>
        <p:spPr>
          <a:xfrm>
            <a:off x="3534771" y="1071350"/>
            <a:ext cx="0" cy="51383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Chart Placeholder 9">
            <a:extLst>
              <a:ext uri="{FF2B5EF4-FFF2-40B4-BE49-F238E27FC236}">
                <a16:creationId xmlns:a16="http://schemas.microsoft.com/office/drawing/2014/main" id="{2D21BC92-BD81-3E40-9A2D-E33DC9198BF2}"/>
              </a:ext>
            </a:extLst>
          </p:cNvPr>
          <p:cNvSpPr>
            <a:spLocks noGrp="1"/>
          </p:cNvSpPr>
          <p:nvPr>
            <p:ph type="chart" sz="quarter" idx="25" hasCustomPrompt="1"/>
          </p:nvPr>
        </p:nvSpPr>
        <p:spPr>
          <a:xfrm>
            <a:off x="3692393" y="1022686"/>
            <a:ext cx="7297857" cy="5215620"/>
          </a:xfrm>
        </p:spPr>
        <p:txBody>
          <a:bodyPr anchor="ctr"/>
          <a:lstStyle>
            <a:lvl1pPr algn="ctr">
              <a:defRPr>
                <a:solidFill>
                  <a:schemeClr val="bg1"/>
                </a:solidFill>
              </a:defRPr>
            </a:lvl1pPr>
          </a:lstStyle>
          <a:p>
            <a:r>
              <a:rPr lang="en-GB"/>
              <a:t>Click icon to insert chart</a:t>
            </a:r>
          </a:p>
        </p:txBody>
      </p:sp>
      <p:sp>
        <p:nvSpPr>
          <p:cNvPr id="6" name="TextBox 5">
            <a:extLst>
              <a:ext uri="{FF2B5EF4-FFF2-40B4-BE49-F238E27FC236}">
                <a16:creationId xmlns:a16="http://schemas.microsoft.com/office/drawing/2014/main" id="{77BC6203-C001-AF40-BB60-6B5486929C7F}"/>
              </a:ext>
            </a:extLst>
          </p:cNvPr>
          <p:cNvSpPr txBox="1"/>
          <p:nvPr userDrawn="1"/>
        </p:nvSpPr>
        <p:spPr>
          <a:xfrm>
            <a:off x="16330863" y="1604211"/>
            <a:ext cx="0" cy="0"/>
          </a:xfrm>
          <a:prstGeom prst="rect">
            <a:avLst/>
          </a:prstGeom>
          <a:noFill/>
        </p:spPr>
        <p:txBody>
          <a:bodyPr wrap="none" rtlCol="0">
            <a:noAutofit/>
          </a:bodyPr>
          <a:lstStyle/>
          <a:p>
            <a:pPr algn="l">
              <a:lnSpc>
                <a:spcPct val="90000"/>
              </a:lnSpc>
              <a:spcAft>
                <a:spcPts val="600"/>
              </a:spcAft>
            </a:pPr>
            <a:endParaRPr lang="en-US" sz="1800">
              <a:solidFill>
                <a:schemeClr val="tx2"/>
              </a:solidFill>
            </a:endParaRPr>
          </a:p>
        </p:txBody>
      </p:sp>
    </p:spTree>
    <p:extLst>
      <p:ext uri="{BB962C8B-B14F-4D97-AF65-F5344CB8AC3E}">
        <p14:creationId xmlns:p14="http://schemas.microsoft.com/office/powerpoint/2010/main" val="735663964"/>
      </p:ext>
    </p:extLst>
  </p:cSld>
  <p:clrMapOvr>
    <a:masterClrMapping/>
  </p:clrMapOvr>
  <p:transition spd="slow">
    <p:wipe dir="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ivider (White Logo)">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40" name="Picture Placeholder 6">
            <a:extLst>
              <a:ext uri="{FF2B5EF4-FFF2-40B4-BE49-F238E27FC236}">
                <a16:creationId xmlns:a16="http://schemas.microsoft.com/office/drawing/2014/main" id="{C27E678C-7EC6-460C-B184-9085683D802F}"/>
              </a:ext>
            </a:extLst>
          </p:cNvPr>
          <p:cNvSpPr>
            <a:spLocks noGrp="1"/>
          </p:cNvSpPr>
          <p:nvPr>
            <p:ph type="pic" sz="quarter" idx="27" hasCustomPrompt="1"/>
          </p:nvPr>
        </p:nvSpPr>
        <p:spPr>
          <a:xfrm>
            <a:off x="0" y="0"/>
            <a:ext cx="12192000" cy="6858000"/>
          </a:xfrm>
        </p:spPr>
        <p:txBody>
          <a:bodyPr lIns="360000" rIns="4320000" bIns="864000" anchor="ctr"/>
          <a:lstStyle>
            <a:lvl1pPr algn="r">
              <a:defRPr>
                <a:solidFill>
                  <a:schemeClr val="tx2"/>
                </a:solidFill>
              </a:defRPr>
            </a:lvl1pPr>
          </a:lstStyle>
          <a:p>
            <a:r>
              <a:rPr lang="en-GB"/>
              <a:t>Click icon to insert image</a:t>
            </a:r>
          </a:p>
        </p:txBody>
      </p:sp>
      <p:sp>
        <p:nvSpPr>
          <p:cNvPr id="18" name="Text Placeholder 17">
            <a:extLst>
              <a:ext uri="{FF2B5EF4-FFF2-40B4-BE49-F238E27FC236}">
                <a16:creationId xmlns:a16="http://schemas.microsoft.com/office/drawing/2014/main" id="{1A499ABE-0B06-4990-BA13-C2C3DA1C8579}"/>
              </a:ext>
            </a:extLst>
          </p:cNvPr>
          <p:cNvSpPr>
            <a:spLocks noGrp="1"/>
          </p:cNvSpPr>
          <p:nvPr>
            <p:ph type="body" sz="quarter" idx="15" hasCustomPrompt="1"/>
          </p:nvPr>
        </p:nvSpPr>
        <p:spPr>
          <a:xfrm>
            <a:off x="1" y="0"/>
            <a:ext cx="5562601" cy="6858000"/>
          </a:xfrm>
          <a:custGeom>
            <a:avLst/>
            <a:gdLst>
              <a:gd name="connsiteX0" fmla="*/ 0 w 5562601"/>
              <a:gd name="connsiteY0" fmla="*/ 0 h 6858000"/>
              <a:gd name="connsiteX1" fmla="*/ 3712775 w 5562601"/>
              <a:gd name="connsiteY1" fmla="*/ 0 h 6858000"/>
              <a:gd name="connsiteX2" fmla="*/ 3752127 w 5562601"/>
              <a:gd name="connsiteY2" fmla="*/ 23907 h 6858000"/>
              <a:gd name="connsiteX3" fmla="*/ 5562601 w 5562601"/>
              <a:gd name="connsiteY3" fmla="*/ 3429001 h 6858000"/>
              <a:gd name="connsiteX4" fmla="*/ 3752127 w 5562601"/>
              <a:gd name="connsiteY4" fmla="*/ 6834096 h 6858000"/>
              <a:gd name="connsiteX5" fmla="*/ 3712779 w 5562601"/>
              <a:gd name="connsiteY5" fmla="*/ 6858000 h 6858000"/>
              <a:gd name="connsiteX6" fmla="*/ 0 w 55626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1" h="6858000">
                <a:moveTo>
                  <a:pt x="0" y="0"/>
                </a:moveTo>
                <a:lnTo>
                  <a:pt x="3712775" y="0"/>
                </a:lnTo>
                <a:lnTo>
                  <a:pt x="3752127" y="23907"/>
                </a:lnTo>
                <a:cubicBezTo>
                  <a:pt x="4844437" y="761857"/>
                  <a:pt x="5562601" y="2011561"/>
                  <a:pt x="5562601" y="3429001"/>
                </a:cubicBezTo>
                <a:cubicBezTo>
                  <a:pt x="5562601" y="4846441"/>
                  <a:pt x="4844437" y="6096145"/>
                  <a:pt x="3752127" y="6834096"/>
                </a:cubicBezTo>
                <a:lnTo>
                  <a:pt x="3712779" y="6858000"/>
                </a:lnTo>
                <a:lnTo>
                  <a:pt x="0" y="6858000"/>
                </a:lnTo>
                <a:close/>
              </a:path>
            </a:pathLst>
          </a:custGeom>
          <a:solidFill>
            <a:schemeClr val="accent2"/>
          </a:solidFill>
        </p:spPr>
        <p:txBody>
          <a:bodyPr wrap="square" lIns="288000" tIns="2556000" rIns="360000">
            <a:noAutofit/>
          </a:bodyPr>
          <a:lstStyle>
            <a:lvl1pPr>
              <a:defRPr sz="3600">
                <a:solidFill>
                  <a:schemeClr val="bg1"/>
                </a:solidFill>
                <a:latin typeface="+mj-lt"/>
              </a:defRPr>
            </a:lvl1pPr>
          </a:lstStyle>
          <a:p>
            <a:pPr lvl="0"/>
            <a:r>
              <a:rPr lang="en-GB"/>
              <a:t>Divider section</a:t>
            </a:r>
          </a:p>
        </p:txBody>
      </p:sp>
      <p:sp>
        <p:nvSpPr>
          <p:cNvPr id="5" name="Slide Number Placeholder 4">
            <a:extLst>
              <a:ext uri="{FF2B5EF4-FFF2-40B4-BE49-F238E27FC236}">
                <a16:creationId xmlns:a16="http://schemas.microsoft.com/office/drawing/2014/main" id="{67352992-465C-42CF-A8EE-B3540BCA3E0E}"/>
              </a:ext>
            </a:extLst>
          </p:cNvPr>
          <p:cNvSpPr>
            <a:spLocks noGrp="1"/>
          </p:cNvSpPr>
          <p:nvPr>
            <p:ph type="sldNum" sz="quarter" idx="12"/>
          </p:nvPr>
        </p:nvSpPr>
        <p:spPr/>
        <p:txBody>
          <a:bodyPr/>
          <a:lstStyle>
            <a:lvl1pPr>
              <a:defRPr>
                <a:solidFill>
                  <a:schemeClr val="bg1"/>
                </a:solidFill>
              </a:defRPr>
            </a:lvl1pPr>
          </a:lstStyle>
          <a:p>
            <a:fld id="{F8E47D07-9D1E-4FE9-B31A-2F5863681021}" type="slidenum">
              <a:rPr lang="en-GB" smtClean="0"/>
              <a:pPr/>
              <a:t>‹#›</a:t>
            </a:fld>
            <a:endParaRPr lang="en-GB"/>
          </a:p>
        </p:txBody>
      </p:sp>
      <p:sp>
        <p:nvSpPr>
          <p:cNvPr id="8" name="Text Placeholder 13">
            <a:extLst>
              <a:ext uri="{FF2B5EF4-FFF2-40B4-BE49-F238E27FC236}">
                <a16:creationId xmlns:a16="http://schemas.microsoft.com/office/drawing/2014/main" id="{4A939425-2CD8-427B-BF32-DECF6967F545}"/>
              </a:ext>
            </a:extLst>
          </p:cNvPr>
          <p:cNvSpPr>
            <a:spLocks noGrp="1"/>
          </p:cNvSpPr>
          <p:nvPr>
            <p:ph type="body" sz="quarter" idx="14" hasCustomPrompt="1"/>
          </p:nvPr>
        </p:nvSpPr>
        <p:spPr>
          <a:xfrm>
            <a:off x="428095" y="863767"/>
            <a:ext cx="1203159" cy="1203159"/>
          </a:xfrm>
          <a:prstGeom prst="ellipse">
            <a:avLst/>
          </a:prstGeom>
          <a:solidFill>
            <a:schemeClr val="bg1"/>
          </a:solidFill>
        </p:spPr>
        <p:txBody>
          <a:bodyPr lIns="0" rIns="0" bIns="0" anchor="ctr"/>
          <a:lstStyle>
            <a:lvl1pPr algn="ctr">
              <a:defRPr sz="7200" b="1">
                <a:solidFill>
                  <a:schemeClr val="accent2"/>
                </a:solidFill>
                <a:latin typeface="Arial" panose="020B0604020202020204" pitchFamily="34" charset="0"/>
                <a:cs typeface="Arial" panose="020B0604020202020204" pitchFamily="34" charset="0"/>
              </a:defRPr>
            </a:lvl1pPr>
          </a:lstStyle>
          <a:p>
            <a:pPr lvl="0"/>
            <a:r>
              <a:rPr lang="en-GB"/>
              <a:t>1</a:t>
            </a:r>
          </a:p>
        </p:txBody>
      </p:sp>
    </p:spTree>
    <p:extLst>
      <p:ext uri="{BB962C8B-B14F-4D97-AF65-F5344CB8AC3E}">
        <p14:creationId xmlns:p14="http://schemas.microsoft.com/office/powerpoint/2010/main" val="3213494468"/>
      </p:ext>
    </p:extLst>
  </p:cSld>
  <p:clrMapOvr>
    <a:masterClrMapping/>
  </p:clrMapOvr>
  <p:transition spd="slow">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Key Statement Small (White Logo)">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2" name="Text Placeholder 6">
            <a:extLst>
              <a:ext uri="{FF2B5EF4-FFF2-40B4-BE49-F238E27FC236}">
                <a16:creationId xmlns:a16="http://schemas.microsoft.com/office/drawing/2014/main" id="{1D2B08D9-C488-4CE9-BF4B-4404514A91CB}"/>
              </a:ext>
            </a:extLst>
          </p:cNvPr>
          <p:cNvSpPr>
            <a:spLocks noGrp="1"/>
          </p:cNvSpPr>
          <p:nvPr>
            <p:ph type="body" sz="quarter" idx="13" hasCustomPrompt="1"/>
          </p:nvPr>
        </p:nvSpPr>
        <p:spPr>
          <a:xfrm>
            <a:off x="3495237" y="828237"/>
            <a:ext cx="5201529" cy="5201529"/>
          </a:xfrm>
          <a:prstGeom prst="ellipse">
            <a:avLst/>
          </a:prstGeom>
          <a:solidFill>
            <a:schemeClr val="accent3"/>
          </a:solidFill>
        </p:spPr>
        <p:txBody>
          <a:bodyPr lIns="72000" rIns="72000" anchor="ctr"/>
          <a:lstStyle>
            <a:lvl1pPr algn="ctr">
              <a:defRPr sz="3600">
                <a:solidFill>
                  <a:schemeClr val="bg1"/>
                </a:solidFill>
                <a:latin typeface="+mj-lt"/>
              </a:defRPr>
            </a:lvl1pPr>
          </a:lstStyle>
          <a:p>
            <a:pPr lvl="0"/>
            <a:r>
              <a:rPr lang="en-GB"/>
              <a:t> Enter text here</a:t>
            </a:r>
          </a:p>
        </p:txBody>
      </p:sp>
      <p:sp>
        <p:nvSpPr>
          <p:cNvPr id="5" name="Slide Number Placeholder 4">
            <a:extLst>
              <a:ext uri="{FF2B5EF4-FFF2-40B4-BE49-F238E27FC236}">
                <a16:creationId xmlns:a16="http://schemas.microsoft.com/office/drawing/2014/main" id="{DA9A1B79-1FBF-472C-BD4A-30BCF48AA21C}"/>
              </a:ext>
            </a:extLst>
          </p:cNvPr>
          <p:cNvSpPr>
            <a:spLocks noGrp="1"/>
          </p:cNvSpPr>
          <p:nvPr>
            <p:ph type="sldNum" sz="quarter" idx="12"/>
          </p:nvPr>
        </p:nvSpPr>
        <p:spPr/>
        <p:txBody>
          <a:bodyPr/>
          <a:lstStyle>
            <a:lvl1pPr>
              <a:defRPr>
                <a:solidFill>
                  <a:schemeClr val="bg1"/>
                </a:solidFill>
              </a:defRPr>
            </a:lvl1pPr>
          </a:lstStyle>
          <a:p>
            <a:fld id="{F8E47D07-9D1E-4FE9-B31A-2F5863681021}" type="slidenum">
              <a:rPr lang="en-GB" smtClean="0"/>
              <a:pPr/>
              <a:t>‹#›</a:t>
            </a:fld>
            <a:endParaRPr lang="en-GB"/>
          </a:p>
        </p:txBody>
      </p:sp>
      <p:sp>
        <p:nvSpPr>
          <p:cNvPr id="21" name="Picture Placeholder 6">
            <a:extLst>
              <a:ext uri="{FF2B5EF4-FFF2-40B4-BE49-F238E27FC236}">
                <a16:creationId xmlns:a16="http://schemas.microsoft.com/office/drawing/2014/main" id="{8E607370-B241-4F6E-BE92-3EE2AADC84F0}"/>
              </a:ext>
            </a:extLst>
          </p:cNvPr>
          <p:cNvSpPr>
            <a:spLocks noGrp="1"/>
          </p:cNvSpPr>
          <p:nvPr>
            <p:ph type="pic" sz="quarter" idx="27" hasCustomPrompt="1"/>
          </p:nvPr>
        </p:nvSpPr>
        <p:spPr>
          <a:xfrm>
            <a:off x="-1" y="0"/>
            <a:ext cx="12192000" cy="6858000"/>
          </a:xfrm>
        </p:spPr>
        <p:txBody>
          <a:bodyPr bIns="864000" anchor="ctr"/>
          <a:lstStyle>
            <a:lvl1pPr algn="ctr">
              <a:defRPr>
                <a:solidFill>
                  <a:schemeClr val="bg1"/>
                </a:solidFill>
              </a:defRPr>
            </a:lvl1pPr>
          </a:lstStyle>
          <a:p>
            <a:r>
              <a:rPr lang="en-GB"/>
              <a:t>Click icon to insert image &gt; Right click &gt; Send to back</a:t>
            </a:r>
          </a:p>
        </p:txBody>
      </p:sp>
    </p:spTree>
    <p:extLst>
      <p:ext uri="{BB962C8B-B14F-4D97-AF65-F5344CB8AC3E}">
        <p14:creationId xmlns:p14="http://schemas.microsoft.com/office/powerpoint/2010/main" val="2804186934"/>
      </p:ext>
    </p:extLst>
  </p:cSld>
  <p:clrMapOvr>
    <a:masterClrMapping/>
  </p:clrMapOvr>
  <p:transition spd="slow">
    <p:wipe dir="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Key Statement (White Logo)">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2" name="Text Placeholder 6">
            <a:extLst>
              <a:ext uri="{FF2B5EF4-FFF2-40B4-BE49-F238E27FC236}">
                <a16:creationId xmlns:a16="http://schemas.microsoft.com/office/drawing/2014/main" id="{1D2B08D9-C488-4CE9-BF4B-4404514A91CB}"/>
              </a:ext>
            </a:extLst>
          </p:cNvPr>
          <p:cNvSpPr>
            <a:spLocks noGrp="1"/>
          </p:cNvSpPr>
          <p:nvPr>
            <p:ph type="body" sz="quarter" idx="13" hasCustomPrompt="1"/>
          </p:nvPr>
        </p:nvSpPr>
        <p:spPr>
          <a:xfrm>
            <a:off x="1845345" y="-823911"/>
            <a:ext cx="8505825" cy="8505825"/>
          </a:xfrm>
          <a:prstGeom prst="ellipse">
            <a:avLst/>
          </a:prstGeom>
          <a:solidFill>
            <a:schemeClr val="tx2"/>
          </a:solidFill>
        </p:spPr>
        <p:txBody>
          <a:bodyPr lIns="360000" rIns="360000" anchor="ctr"/>
          <a:lstStyle>
            <a:lvl1pPr algn="ctr">
              <a:defRPr sz="3600">
                <a:solidFill>
                  <a:schemeClr val="bg1"/>
                </a:solidFill>
                <a:latin typeface="+mj-lt"/>
              </a:defRPr>
            </a:lvl1pPr>
          </a:lstStyle>
          <a:p>
            <a:pPr lvl="0"/>
            <a:r>
              <a:rPr lang="en-GB"/>
              <a:t> Enter text here</a:t>
            </a:r>
          </a:p>
        </p:txBody>
      </p:sp>
      <p:sp>
        <p:nvSpPr>
          <p:cNvPr id="5" name="Slide Number Placeholder 4">
            <a:extLst>
              <a:ext uri="{FF2B5EF4-FFF2-40B4-BE49-F238E27FC236}">
                <a16:creationId xmlns:a16="http://schemas.microsoft.com/office/drawing/2014/main" id="{DA9A1B79-1FBF-472C-BD4A-30BCF48AA21C}"/>
              </a:ext>
            </a:extLst>
          </p:cNvPr>
          <p:cNvSpPr>
            <a:spLocks noGrp="1"/>
          </p:cNvSpPr>
          <p:nvPr>
            <p:ph type="sldNum" sz="quarter" idx="12"/>
          </p:nvPr>
        </p:nvSpPr>
        <p:spPr/>
        <p:txBody>
          <a:bodyPr/>
          <a:lstStyle>
            <a:lvl1pPr>
              <a:defRPr>
                <a:solidFill>
                  <a:schemeClr val="bg1"/>
                </a:solidFill>
              </a:defRPr>
            </a:lvl1pPr>
          </a:lstStyle>
          <a:p>
            <a:fld id="{F8E47D07-9D1E-4FE9-B31A-2F5863681021}" type="slidenum">
              <a:rPr lang="en-GB" smtClean="0"/>
              <a:pPr/>
              <a:t>‹#›</a:t>
            </a:fld>
            <a:endParaRPr lang="en-GB"/>
          </a:p>
        </p:txBody>
      </p:sp>
      <p:sp>
        <p:nvSpPr>
          <p:cNvPr id="21" name="Picture Placeholder 6">
            <a:extLst>
              <a:ext uri="{FF2B5EF4-FFF2-40B4-BE49-F238E27FC236}">
                <a16:creationId xmlns:a16="http://schemas.microsoft.com/office/drawing/2014/main" id="{8E607370-B241-4F6E-BE92-3EE2AADC84F0}"/>
              </a:ext>
            </a:extLst>
          </p:cNvPr>
          <p:cNvSpPr>
            <a:spLocks noGrp="1"/>
          </p:cNvSpPr>
          <p:nvPr>
            <p:ph type="pic" sz="quarter" idx="27" hasCustomPrompt="1"/>
          </p:nvPr>
        </p:nvSpPr>
        <p:spPr>
          <a:xfrm>
            <a:off x="0" y="0"/>
            <a:ext cx="12192000" cy="6858000"/>
          </a:xfrm>
        </p:spPr>
        <p:txBody>
          <a:bodyPr bIns="864000" anchor="ctr"/>
          <a:lstStyle>
            <a:lvl1pPr algn="ctr">
              <a:defRPr>
                <a:solidFill>
                  <a:schemeClr val="bg1"/>
                </a:solidFill>
              </a:defRPr>
            </a:lvl1pPr>
          </a:lstStyle>
          <a:p>
            <a:r>
              <a:rPr lang="en-GB"/>
              <a:t>Click icon to insert image &gt; Right click &gt; Send to back</a:t>
            </a:r>
          </a:p>
        </p:txBody>
      </p:sp>
    </p:spTree>
    <p:extLst>
      <p:ext uri="{BB962C8B-B14F-4D97-AF65-F5344CB8AC3E}">
        <p14:creationId xmlns:p14="http://schemas.microsoft.com/office/powerpoint/2010/main" val="3268667715"/>
      </p:ext>
    </p:extLst>
  </p:cSld>
  <p:clrMapOvr>
    <a:masterClrMapping/>
  </p:clrMapOvr>
  <p:transition spd="slow">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Agenda (White Logo)">
    <p:spTree>
      <p:nvGrpSpPr>
        <p:cNvPr id="1" name=""/>
        <p:cNvGrpSpPr/>
        <p:nvPr/>
      </p:nvGrpSpPr>
      <p:grpSpPr>
        <a:xfrm>
          <a:off x="0" y="0"/>
          <a:ext cx="0" cy="0"/>
          <a:chOff x="0" y="0"/>
          <a:chExt cx="0" cy="0"/>
        </a:xfrm>
      </p:grpSpPr>
      <p:sp>
        <p:nvSpPr>
          <p:cNvPr id="37" name="Picture Placeholder 36">
            <a:extLst>
              <a:ext uri="{FF2B5EF4-FFF2-40B4-BE49-F238E27FC236}">
                <a16:creationId xmlns:a16="http://schemas.microsoft.com/office/drawing/2014/main" id="{43E0EE63-1FFC-4820-A90F-CECD29D7C41F}"/>
              </a:ext>
            </a:extLst>
          </p:cNvPr>
          <p:cNvSpPr>
            <a:spLocks noGrp="1"/>
          </p:cNvSpPr>
          <p:nvPr>
            <p:ph type="pic" sz="quarter" idx="26" hasCustomPrompt="1"/>
          </p:nvPr>
        </p:nvSpPr>
        <p:spPr>
          <a:xfrm>
            <a:off x="7512997" y="0"/>
            <a:ext cx="4679003" cy="6858000"/>
          </a:xfrm>
          <a:custGeom>
            <a:avLst/>
            <a:gdLst>
              <a:gd name="connsiteX0" fmla="*/ 1564346 w 4679002"/>
              <a:gd name="connsiteY0" fmla="*/ 0 h 6858000"/>
              <a:gd name="connsiteX1" fmla="*/ 4679002 w 4679002"/>
              <a:gd name="connsiteY1" fmla="*/ 0 h 6858000"/>
              <a:gd name="connsiteX2" fmla="*/ 4679002 w 4679002"/>
              <a:gd name="connsiteY2" fmla="*/ 6858000 h 6858000"/>
              <a:gd name="connsiteX3" fmla="*/ 1564343 w 4679002"/>
              <a:gd name="connsiteY3" fmla="*/ 6858000 h 6858000"/>
              <a:gd name="connsiteX4" fmla="*/ 1488674 w 4679002"/>
              <a:gd name="connsiteY4" fmla="*/ 6792454 h 6858000"/>
              <a:gd name="connsiteX5" fmla="*/ 0 w 4679002"/>
              <a:gd name="connsiteY5" fmla="*/ 3429001 h 6858000"/>
              <a:gd name="connsiteX6" fmla="*/ 1488674 w 4679002"/>
              <a:gd name="connsiteY6" fmla="*/ 6554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9002" h="6858000">
                <a:moveTo>
                  <a:pt x="1564346" y="0"/>
                </a:moveTo>
                <a:lnTo>
                  <a:pt x="4679002" y="0"/>
                </a:lnTo>
                <a:lnTo>
                  <a:pt x="4679002" y="6858000"/>
                </a:lnTo>
                <a:lnTo>
                  <a:pt x="1564343" y="6858000"/>
                </a:lnTo>
                <a:lnTo>
                  <a:pt x="1488674" y="6792454"/>
                </a:lnTo>
                <a:cubicBezTo>
                  <a:pt x="574150" y="5961254"/>
                  <a:pt x="0" y="4762177"/>
                  <a:pt x="0" y="3429001"/>
                </a:cubicBezTo>
                <a:cubicBezTo>
                  <a:pt x="0" y="2095825"/>
                  <a:pt x="574150" y="896749"/>
                  <a:pt x="1488674" y="65549"/>
                </a:cubicBezTo>
                <a:close/>
              </a:path>
            </a:pathLst>
          </a:custGeom>
          <a:solidFill>
            <a:schemeClr val="tx2">
              <a:lumMod val="40000"/>
              <a:lumOff val="60000"/>
            </a:schemeClr>
          </a:solidFill>
        </p:spPr>
        <p:txBody>
          <a:bodyPr wrap="square" anchor="ctr">
            <a:noAutofit/>
          </a:bodyPr>
          <a:lstStyle>
            <a:lvl1pPr algn="ctr">
              <a:defRPr/>
            </a:lvl1pPr>
          </a:lstStyle>
          <a:p>
            <a:r>
              <a:rPr lang="en-GB"/>
              <a:t>Click icon to insert image</a:t>
            </a:r>
          </a:p>
        </p:txBody>
      </p:sp>
      <p:sp>
        <p:nvSpPr>
          <p:cNvPr id="2" name="Title 1">
            <a:extLst>
              <a:ext uri="{FF2B5EF4-FFF2-40B4-BE49-F238E27FC236}">
                <a16:creationId xmlns:a16="http://schemas.microsoft.com/office/drawing/2014/main" id="{CD2FE97C-33AF-43D2-AAB4-C42B35C1720A}"/>
              </a:ext>
            </a:extLst>
          </p:cNvPr>
          <p:cNvSpPr>
            <a:spLocks noGrp="1"/>
          </p:cNvSpPr>
          <p:nvPr>
            <p:ph type="title" hasCustomPrompt="1"/>
          </p:nvPr>
        </p:nvSpPr>
        <p:spPr>
          <a:xfrm>
            <a:off x="318837" y="1022684"/>
            <a:ext cx="3134483" cy="611563"/>
          </a:xfrm>
        </p:spPr>
        <p:txBody>
          <a:bodyPr/>
          <a:lstStyle>
            <a:lvl1pPr>
              <a:defRPr/>
            </a:lvl1pPr>
          </a:lstStyle>
          <a:p>
            <a:r>
              <a:rPr lang="en-US"/>
              <a:t>Agenda</a:t>
            </a:r>
            <a:endParaRPr lang="en-GB"/>
          </a:p>
        </p:txBody>
      </p:sp>
      <p:sp>
        <p:nvSpPr>
          <p:cNvPr id="5" name="Slide Number Placeholder 4">
            <a:extLst>
              <a:ext uri="{FF2B5EF4-FFF2-40B4-BE49-F238E27FC236}">
                <a16:creationId xmlns:a16="http://schemas.microsoft.com/office/drawing/2014/main" id="{F84298EF-55E5-4767-8062-0C493A725EFF}"/>
              </a:ext>
            </a:extLst>
          </p:cNvPr>
          <p:cNvSpPr>
            <a:spLocks noGrp="1"/>
          </p:cNvSpPr>
          <p:nvPr>
            <p:ph type="sldNum" sz="quarter" idx="12"/>
          </p:nvPr>
        </p:nvSpPr>
        <p:spPr/>
        <p:txBody>
          <a:bodyPr/>
          <a:lstStyle>
            <a:lvl1pPr>
              <a:defRPr>
                <a:solidFill>
                  <a:schemeClr val="tx1"/>
                </a:solidFill>
              </a:defRPr>
            </a:lvl1pPr>
          </a:lstStyle>
          <a:p>
            <a:fld id="{F8E47D07-9D1E-4FE9-B31A-2F5863681021}" type="slidenum">
              <a:rPr lang="en-GB" smtClean="0"/>
              <a:pPr/>
              <a:t>‹#›</a:t>
            </a:fld>
            <a:endParaRPr lang="en-GB"/>
          </a:p>
        </p:txBody>
      </p:sp>
      <p:sp>
        <p:nvSpPr>
          <p:cNvPr id="10" name="Text Placeholder 9">
            <a:extLst>
              <a:ext uri="{FF2B5EF4-FFF2-40B4-BE49-F238E27FC236}">
                <a16:creationId xmlns:a16="http://schemas.microsoft.com/office/drawing/2014/main" id="{FC19D02F-4C7B-4ABF-ACCD-A559862B04AD}"/>
              </a:ext>
            </a:extLst>
          </p:cNvPr>
          <p:cNvSpPr>
            <a:spLocks noGrp="1"/>
          </p:cNvSpPr>
          <p:nvPr>
            <p:ph type="body" sz="quarter" idx="13" hasCustomPrompt="1"/>
          </p:nvPr>
        </p:nvSpPr>
        <p:spPr>
          <a:xfrm>
            <a:off x="319088" y="1633537"/>
            <a:ext cx="3133725" cy="611563"/>
          </a:xfrm>
        </p:spPr>
        <p:txBody>
          <a:bodyPr/>
          <a:lstStyle>
            <a:lvl1pPr>
              <a:defRPr/>
            </a:lvl1pPr>
          </a:lstStyle>
          <a:p>
            <a:pPr lvl="0"/>
            <a:r>
              <a:rPr lang="en-US"/>
              <a:t>Enter text here </a:t>
            </a:r>
            <a:endParaRPr lang="en-GB"/>
          </a:p>
        </p:txBody>
      </p:sp>
      <p:cxnSp>
        <p:nvCxnSpPr>
          <p:cNvPr id="12" name="Straight Connector 11">
            <a:extLst>
              <a:ext uri="{FF2B5EF4-FFF2-40B4-BE49-F238E27FC236}">
                <a16:creationId xmlns:a16="http://schemas.microsoft.com/office/drawing/2014/main" id="{A662D401-594C-40D7-8D6E-0CB5648D2A5A}"/>
              </a:ext>
            </a:extLst>
          </p:cNvPr>
          <p:cNvCxnSpPr/>
          <p:nvPr userDrawn="1"/>
        </p:nvCxnSpPr>
        <p:spPr>
          <a:xfrm>
            <a:off x="3534771" y="1071350"/>
            <a:ext cx="0" cy="5138383"/>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a16="http://schemas.microsoft.com/office/drawing/2014/main" id="{0B39FC54-1D8D-48F9-A5F5-80DFB7A90586}"/>
              </a:ext>
            </a:extLst>
          </p:cNvPr>
          <p:cNvSpPr>
            <a:spLocks noGrp="1"/>
          </p:cNvSpPr>
          <p:nvPr>
            <p:ph type="body" sz="quarter" idx="14" hasCustomPrompt="1"/>
          </p:nvPr>
        </p:nvSpPr>
        <p:spPr>
          <a:xfrm>
            <a:off x="4060187" y="1029510"/>
            <a:ext cx="771525" cy="771525"/>
          </a:xfrm>
          <a:prstGeom prst="ellipse">
            <a:avLst/>
          </a:prstGeom>
          <a:solidFill>
            <a:schemeClr val="tx2"/>
          </a:solidFill>
        </p:spPr>
        <p:txBody>
          <a:bodyPr lIns="0" rIns="0" bIns="0" anchor="ctr"/>
          <a:lstStyle>
            <a:lvl1pPr algn="ctr">
              <a:defRPr sz="5400" b="1">
                <a:solidFill>
                  <a:schemeClr val="bg1"/>
                </a:solidFill>
                <a:latin typeface="Arial" panose="020B0604020202020204" pitchFamily="34" charset="0"/>
                <a:cs typeface="Arial" panose="020B0604020202020204" pitchFamily="34" charset="0"/>
              </a:defRPr>
            </a:lvl1pPr>
          </a:lstStyle>
          <a:p>
            <a:pPr lvl="0"/>
            <a:r>
              <a:rPr lang="en-GB"/>
              <a:t>1</a:t>
            </a:r>
          </a:p>
        </p:txBody>
      </p:sp>
      <p:sp>
        <p:nvSpPr>
          <p:cNvPr id="20" name="Text Placeholder 19">
            <a:extLst>
              <a:ext uri="{FF2B5EF4-FFF2-40B4-BE49-F238E27FC236}">
                <a16:creationId xmlns:a16="http://schemas.microsoft.com/office/drawing/2014/main" id="{C9E9B22D-1F27-48B8-A925-143AF65D8B4D}"/>
              </a:ext>
            </a:extLst>
          </p:cNvPr>
          <p:cNvSpPr>
            <a:spLocks noGrp="1"/>
          </p:cNvSpPr>
          <p:nvPr>
            <p:ph type="body" sz="quarter" idx="19" hasCustomPrompt="1"/>
          </p:nvPr>
        </p:nvSpPr>
        <p:spPr>
          <a:xfrm>
            <a:off x="4888933" y="1166033"/>
            <a:ext cx="2471361" cy="498475"/>
          </a:xfrm>
        </p:spPr>
        <p:txBody>
          <a:bodyPr anchor="ctr"/>
          <a:lstStyle>
            <a:lvl1pPr>
              <a:defRPr sz="2200">
                <a:solidFill>
                  <a:schemeClr val="tx2"/>
                </a:solidFill>
              </a:defRPr>
            </a:lvl1pPr>
          </a:lstStyle>
          <a:p>
            <a:pPr lvl="0"/>
            <a:r>
              <a:rPr lang="en-US"/>
              <a:t>Enter text here</a:t>
            </a:r>
            <a:endParaRPr lang="en-GB"/>
          </a:p>
        </p:txBody>
      </p:sp>
    </p:spTree>
    <p:extLst>
      <p:ext uri="{BB962C8B-B14F-4D97-AF65-F5344CB8AC3E}">
        <p14:creationId xmlns:p14="http://schemas.microsoft.com/office/powerpoint/2010/main" val="4278229783"/>
      </p:ext>
    </p:extLst>
  </p:cSld>
  <p:clrMapOvr>
    <a:masterClrMapping/>
  </p:clrMapOvr>
  <p:transition spd="slow">
    <p:wipe dir="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Q&amp;A(white logo)">
    <p:bg>
      <p:bgPr>
        <a:solidFill>
          <a:schemeClr val="tx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3B4E22B-FB5A-4400-83DD-80D2F53B902D}"/>
              </a:ext>
            </a:extLst>
          </p:cNvPr>
          <p:cNvSpPr>
            <a:spLocks noGrp="1"/>
          </p:cNvSpPr>
          <p:nvPr>
            <p:ph type="pic" sz="quarter" idx="13" hasCustomPrompt="1"/>
          </p:nvPr>
        </p:nvSpPr>
        <p:spPr>
          <a:xfrm>
            <a:off x="5433238" y="510955"/>
            <a:ext cx="6758764" cy="6758765"/>
          </a:xfrm>
          <a:prstGeom prst="ellipse">
            <a:avLst/>
          </a:prstGeom>
          <a:solidFill>
            <a:schemeClr val="tx2">
              <a:lumMod val="40000"/>
              <a:lumOff val="60000"/>
            </a:schemeClr>
          </a:solidFill>
        </p:spPr>
        <p:txBody>
          <a:bodyPr anchor="ctr"/>
          <a:lstStyle>
            <a:lvl1pPr algn="ctr">
              <a:defRPr/>
            </a:lvl1pPr>
          </a:lstStyle>
          <a:p>
            <a:r>
              <a:rPr lang="en-GB"/>
              <a:t>Click icon to insert image</a:t>
            </a:r>
          </a:p>
        </p:txBody>
      </p:sp>
      <p:sp>
        <p:nvSpPr>
          <p:cNvPr id="5" name="Slide Number Placeholder 4">
            <a:extLst>
              <a:ext uri="{FF2B5EF4-FFF2-40B4-BE49-F238E27FC236}">
                <a16:creationId xmlns:a16="http://schemas.microsoft.com/office/drawing/2014/main" id="{82DF511B-6976-4175-85B7-E1FF66B0DC84}"/>
              </a:ext>
            </a:extLst>
          </p:cNvPr>
          <p:cNvSpPr>
            <a:spLocks noGrp="1"/>
          </p:cNvSpPr>
          <p:nvPr>
            <p:ph type="sldNum" sz="quarter" idx="12"/>
          </p:nvPr>
        </p:nvSpPr>
        <p:spPr/>
        <p:txBody>
          <a:bodyPr/>
          <a:lstStyle>
            <a:lvl1pPr>
              <a:defRPr>
                <a:solidFill>
                  <a:schemeClr val="bg1"/>
                </a:solidFill>
              </a:defRPr>
            </a:lvl1pPr>
          </a:lstStyle>
          <a:p>
            <a:fld id="{F8E47D07-9D1E-4FE9-B31A-2F5863681021}" type="slidenum">
              <a:rPr lang="en-GB" smtClean="0"/>
              <a:pPr/>
              <a:t>‹#›</a:t>
            </a:fld>
            <a:endParaRPr lang="en-GB"/>
          </a:p>
        </p:txBody>
      </p:sp>
      <p:sp>
        <p:nvSpPr>
          <p:cNvPr id="21" name="Title 1">
            <a:extLst>
              <a:ext uri="{FF2B5EF4-FFF2-40B4-BE49-F238E27FC236}">
                <a16:creationId xmlns:a16="http://schemas.microsoft.com/office/drawing/2014/main" id="{B27F58B6-603C-4934-BA02-660FDA48D8FC}"/>
              </a:ext>
            </a:extLst>
          </p:cNvPr>
          <p:cNvSpPr txBox="1">
            <a:spLocks/>
          </p:cNvSpPr>
          <p:nvPr userDrawn="1"/>
        </p:nvSpPr>
        <p:spPr>
          <a:xfrm>
            <a:off x="318839" y="1394826"/>
            <a:ext cx="4114940" cy="1943799"/>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5400" kern="1200">
                <a:solidFill>
                  <a:schemeClr val="bg1"/>
                </a:solidFill>
                <a:latin typeface="+mj-lt"/>
                <a:ea typeface="+mj-ea"/>
                <a:cs typeface="+mj-cs"/>
              </a:defRPr>
            </a:lvl1pPr>
          </a:lstStyle>
          <a:p>
            <a:r>
              <a:rPr lang="en-US" sz="5400"/>
              <a:t>Questions </a:t>
            </a:r>
          </a:p>
          <a:p>
            <a:r>
              <a:rPr lang="en-US" sz="5400"/>
              <a:t>&amp; Answers</a:t>
            </a:r>
            <a:endParaRPr lang="en-GB" sz="5400"/>
          </a:p>
        </p:txBody>
      </p:sp>
    </p:spTree>
    <p:extLst>
      <p:ext uri="{BB962C8B-B14F-4D97-AF65-F5344CB8AC3E}">
        <p14:creationId xmlns:p14="http://schemas.microsoft.com/office/powerpoint/2010/main" val="835472081"/>
      </p:ext>
    </p:extLst>
  </p:cSld>
  <p:clrMapOvr>
    <a:masterClrMapping/>
  </p:clrMapOvr>
  <p:transition spd="slow">
    <p:wipe dir="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hank you (white logo)">
    <p:bg>
      <p:bgPr>
        <a:solidFill>
          <a:schemeClr val="tx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3B4E22B-FB5A-4400-83DD-80D2F53B902D}"/>
              </a:ext>
            </a:extLst>
          </p:cNvPr>
          <p:cNvSpPr>
            <a:spLocks noGrp="1"/>
          </p:cNvSpPr>
          <p:nvPr>
            <p:ph type="pic" sz="quarter" idx="13" hasCustomPrompt="1"/>
          </p:nvPr>
        </p:nvSpPr>
        <p:spPr>
          <a:xfrm>
            <a:off x="5433238" y="510955"/>
            <a:ext cx="6758764" cy="6758765"/>
          </a:xfrm>
          <a:prstGeom prst="ellipse">
            <a:avLst/>
          </a:prstGeom>
          <a:solidFill>
            <a:schemeClr val="tx2">
              <a:lumMod val="40000"/>
              <a:lumOff val="60000"/>
            </a:schemeClr>
          </a:solidFill>
        </p:spPr>
        <p:txBody>
          <a:bodyPr anchor="ctr"/>
          <a:lstStyle>
            <a:lvl1pPr algn="ctr">
              <a:defRPr/>
            </a:lvl1pPr>
          </a:lstStyle>
          <a:p>
            <a:r>
              <a:rPr lang="en-GB"/>
              <a:t>Click icon to insert image</a:t>
            </a:r>
          </a:p>
        </p:txBody>
      </p:sp>
      <p:sp>
        <p:nvSpPr>
          <p:cNvPr id="5" name="Slide Number Placeholder 4">
            <a:extLst>
              <a:ext uri="{FF2B5EF4-FFF2-40B4-BE49-F238E27FC236}">
                <a16:creationId xmlns:a16="http://schemas.microsoft.com/office/drawing/2014/main" id="{82DF511B-6976-4175-85B7-E1FF66B0DC84}"/>
              </a:ext>
            </a:extLst>
          </p:cNvPr>
          <p:cNvSpPr>
            <a:spLocks noGrp="1"/>
          </p:cNvSpPr>
          <p:nvPr>
            <p:ph type="sldNum" sz="quarter" idx="12"/>
          </p:nvPr>
        </p:nvSpPr>
        <p:spPr/>
        <p:txBody>
          <a:bodyPr/>
          <a:lstStyle>
            <a:lvl1pPr>
              <a:defRPr>
                <a:solidFill>
                  <a:schemeClr val="bg1"/>
                </a:solidFill>
              </a:defRPr>
            </a:lvl1pPr>
          </a:lstStyle>
          <a:p>
            <a:fld id="{F8E47D07-9D1E-4FE9-B31A-2F5863681021}" type="slidenum">
              <a:rPr lang="en-GB" smtClean="0"/>
              <a:pPr/>
              <a:t>‹#›</a:t>
            </a:fld>
            <a:endParaRPr lang="en-GB"/>
          </a:p>
        </p:txBody>
      </p:sp>
      <p:sp>
        <p:nvSpPr>
          <p:cNvPr id="21" name="Title 1">
            <a:extLst>
              <a:ext uri="{FF2B5EF4-FFF2-40B4-BE49-F238E27FC236}">
                <a16:creationId xmlns:a16="http://schemas.microsoft.com/office/drawing/2014/main" id="{B27F58B6-603C-4934-BA02-660FDA48D8FC}"/>
              </a:ext>
            </a:extLst>
          </p:cNvPr>
          <p:cNvSpPr txBox="1">
            <a:spLocks/>
          </p:cNvSpPr>
          <p:nvPr userDrawn="1"/>
        </p:nvSpPr>
        <p:spPr>
          <a:xfrm>
            <a:off x="318839" y="1394826"/>
            <a:ext cx="4114940" cy="1943799"/>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5400" kern="1200">
                <a:solidFill>
                  <a:schemeClr val="bg1"/>
                </a:solidFill>
                <a:latin typeface="+mj-lt"/>
                <a:ea typeface="+mj-ea"/>
                <a:cs typeface="+mj-cs"/>
              </a:defRPr>
            </a:lvl1pPr>
          </a:lstStyle>
          <a:p>
            <a:r>
              <a:rPr lang="en-US" sz="5400"/>
              <a:t>Thank you</a:t>
            </a:r>
            <a:endParaRPr lang="en-GB" sz="5400"/>
          </a:p>
        </p:txBody>
      </p:sp>
    </p:spTree>
    <p:extLst>
      <p:ext uri="{BB962C8B-B14F-4D97-AF65-F5344CB8AC3E}">
        <p14:creationId xmlns:p14="http://schemas.microsoft.com/office/powerpoint/2010/main" val="1191976205"/>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onfidentiality Notice">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5C8564D-DD8A-452A-91BB-0A375B563CDB}"/>
              </a:ext>
            </a:extLst>
          </p:cNvPr>
          <p:cNvSpPr>
            <a:spLocks noGrp="1"/>
          </p:cNvSpPr>
          <p:nvPr>
            <p:ph type="sldNum" sz="quarter" idx="12"/>
          </p:nvPr>
        </p:nvSpPr>
        <p:spPr/>
        <p:txBody>
          <a:bodyPr/>
          <a:lstStyle/>
          <a:p>
            <a:fld id="{F8E47D07-9D1E-4FE9-B31A-2F5863681021}" type="slidenum">
              <a:rPr lang="en-GB" smtClean="0"/>
              <a:pPr/>
              <a:t>‹#›</a:t>
            </a:fld>
            <a:endParaRPr lang="en-GB"/>
          </a:p>
        </p:txBody>
      </p:sp>
      <p:sp>
        <p:nvSpPr>
          <p:cNvPr id="8" name="TextBox 7">
            <a:extLst>
              <a:ext uri="{FF2B5EF4-FFF2-40B4-BE49-F238E27FC236}">
                <a16:creationId xmlns:a16="http://schemas.microsoft.com/office/drawing/2014/main" id="{062D9B40-2A6E-4672-A799-F10CB459B8FE}"/>
              </a:ext>
            </a:extLst>
          </p:cNvPr>
          <p:cNvSpPr txBox="1"/>
          <p:nvPr userDrawn="1"/>
        </p:nvSpPr>
        <p:spPr>
          <a:xfrm>
            <a:off x="419101" y="4864101"/>
            <a:ext cx="9156700" cy="1028700"/>
          </a:xfrm>
          <a:prstGeom prst="rect">
            <a:avLst/>
          </a:prstGeom>
          <a:noFill/>
        </p:spPr>
        <p:txBody>
          <a:bodyPr wrap="square" rtlCol="0">
            <a:noAutofit/>
          </a:bodyPr>
          <a:lstStyle/>
          <a:p>
            <a:pPr marL="12700">
              <a:lnSpc>
                <a:spcPct val="100000"/>
              </a:lnSpc>
              <a:spcBef>
                <a:spcPts val="100"/>
              </a:spcBef>
            </a:pPr>
            <a:r>
              <a:rPr lang="en-US" sz="1600" b="1" spc="-5">
                <a:latin typeface="+mn-lt"/>
                <a:cs typeface="Arial"/>
              </a:rPr>
              <a:t>Confidentiality</a:t>
            </a:r>
            <a:r>
              <a:rPr lang="en-US" sz="1600" b="1" spc="-11">
                <a:latin typeface="+mn-lt"/>
                <a:cs typeface="Arial"/>
              </a:rPr>
              <a:t> </a:t>
            </a:r>
            <a:r>
              <a:rPr lang="en-US" sz="1600" b="1" spc="-5">
                <a:latin typeface="+mn-lt"/>
                <a:cs typeface="Arial"/>
              </a:rPr>
              <a:t>Notice</a:t>
            </a:r>
            <a:endParaRPr lang="en-US" sz="1600">
              <a:latin typeface="+mn-lt"/>
              <a:cs typeface="Arial"/>
            </a:endParaRPr>
          </a:p>
          <a:p>
            <a:pPr marL="26670" marR="5080">
              <a:lnSpc>
                <a:spcPct val="102699"/>
              </a:lnSpc>
              <a:spcBef>
                <a:spcPts val="780"/>
              </a:spcBef>
            </a:pPr>
            <a:r>
              <a:rPr lang="en-US" sz="1200" spc="5">
                <a:latin typeface="+mn-lt"/>
                <a:cs typeface="Arial"/>
              </a:rPr>
              <a:t>This </a:t>
            </a:r>
            <a:r>
              <a:rPr lang="en-US" sz="1200">
                <a:latin typeface="+mn-lt"/>
                <a:cs typeface="Arial"/>
              </a:rPr>
              <a:t>file is </a:t>
            </a:r>
            <a:r>
              <a:rPr lang="en-US" sz="1200" spc="5">
                <a:latin typeface="+mn-lt"/>
                <a:cs typeface="Arial"/>
              </a:rPr>
              <a:t>private </a:t>
            </a:r>
            <a:r>
              <a:rPr lang="en-US" sz="1200" spc="11">
                <a:latin typeface="+mn-lt"/>
                <a:cs typeface="Arial"/>
              </a:rPr>
              <a:t>and may contain confidential and proprietary information. </a:t>
            </a:r>
            <a:r>
              <a:rPr lang="en-US" sz="1200">
                <a:latin typeface="+mn-lt"/>
                <a:cs typeface="Arial"/>
              </a:rPr>
              <a:t>If </a:t>
            </a:r>
            <a:r>
              <a:rPr lang="en-US" sz="1200" spc="11">
                <a:latin typeface="+mn-lt"/>
                <a:cs typeface="Arial"/>
              </a:rPr>
              <a:t>you have received </a:t>
            </a:r>
            <a:r>
              <a:rPr lang="en-US" sz="1200" spc="5">
                <a:latin typeface="+mn-lt"/>
                <a:cs typeface="Arial"/>
              </a:rPr>
              <a:t>this </a:t>
            </a:r>
            <a:r>
              <a:rPr lang="en-US" sz="1200">
                <a:latin typeface="+mn-lt"/>
                <a:cs typeface="Arial"/>
              </a:rPr>
              <a:t>file in </a:t>
            </a:r>
            <a:r>
              <a:rPr lang="en-US" sz="1200" spc="11">
                <a:latin typeface="+mn-lt"/>
                <a:cs typeface="Arial"/>
              </a:rPr>
              <a:t>error, please </a:t>
            </a:r>
            <a:r>
              <a:rPr lang="en-US" sz="1200" spc="5">
                <a:latin typeface="+mn-lt"/>
                <a:cs typeface="Arial"/>
              </a:rPr>
              <a:t>notify us </a:t>
            </a:r>
            <a:r>
              <a:rPr lang="en-US" sz="1200" spc="11">
                <a:latin typeface="+mn-lt"/>
                <a:cs typeface="Arial"/>
              </a:rPr>
              <a:t>and remove  </a:t>
            </a:r>
            <a:r>
              <a:rPr lang="en-US" sz="1200">
                <a:latin typeface="+mn-lt"/>
                <a:cs typeface="Arial"/>
              </a:rPr>
              <a:t>it </a:t>
            </a:r>
            <a:r>
              <a:rPr lang="en-US" sz="1200" spc="5">
                <a:latin typeface="+mn-lt"/>
                <a:cs typeface="Arial"/>
              </a:rPr>
              <a:t>from </a:t>
            </a:r>
            <a:r>
              <a:rPr lang="en-US" sz="1200" spc="11">
                <a:latin typeface="+mn-lt"/>
                <a:cs typeface="Arial"/>
              </a:rPr>
              <a:t>your system and </a:t>
            </a:r>
            <a:r>
              <a:rPr lang="en-US" sz="1200" spc="5">
                <a:latin typeface="+mn-lt"/>
                <a:cs typeface="Arial"/>
              </a:rPr>
              <a:t>note that </a:t>
            </a:r>
            <a:r>
              <a:rPr lang="en-US" sz="1200" spc="11">
                <a:latin typeface="+mn-lt"/>
                <a:cs typeface="Arial"/>
              </a:rPr>
              <a:t>you must not copy, </a:t>
            </a:r>
            <a:r>
              <a:rPr lang="en-US" sz="1200" spc="5">
                <a:latin typeface="+mn-lt"/>
                <a:cs typeface="Arial"/>
              </a:rPr>
              <a:t>distribute or take </a:t>
            </a:r>
            <a:r>
              <a:rPr lang="en-US" sz="1200" spc="11">
                <a:latin typeface="+mn-lt"/>
                <a:cs typeface="Arial"/>
              </a:rPr>
              <a:t>any </a:t>
            </a:r>
            <a:r>
              <a:rPr lang="en-US" sz="1200" spc="5">
                <a:latin typeface="+mn-lt"/>
                <a:cs typeface="Arial"/>
              </a:rPr>
              <a:t>action </a:t>
            </a:r>
            <a:r>
              <a:rPr lang="en-US" sz="1200">
                <a:latin typeface="+mn-lt"/>
                <a:cs typeface="Arial"/>
              </a:rPr>
              <a:t>in </a:t>
            </a:r>
            <a:r>
              <a:rPr lang="en-US" sz="1200" spc="11">
                <a:latin typeface="+mn-lt"/>
                <a:cs typeface="Arial"/>
              </a:rPr>
              <a:t>reliance </a:t>
            </a:r>
            <a:r>
              <a:rPr lang="en-US" sz="1200" spc="5">
                <a:latin typeface="+mn-lt"/>
                <a:cs typeface="Arial"/>
              </a:rPr>
              <a:t>on </a:t>
            </a:r>
            <a:r>
              <a:rPr lang="en-US" sz="1200">
                <a:latin typeface="+mn-lt"/>
                <a:cs typeface="Arial"/>
              </a:rPr>
              <a:t>it. </a:t>
            </a:r>
            <a:r>
              <a:rPr lang="en-US" sz="1200" spc="11">
                <a:latin typeface="+mn-lt"/>
                <a:cs typeface="Arial"/>
              </a:rPr>
              <a:t>Any unauthorized use </a:t>
            </a:r>
            <a:r>
              <a:rPr lang="en-US" sz="1200" spc="5">
                <a:latin typeface="+mn-lt"/>
                <a:cs typeface="Arial"/>
              </a:rPr>
              <a:t>or </a:t>
            </a:r>
            <a:r>
              <a:rPr lang="en-US" sz="1200" spc="11">
                <a:latin typeface="+mn-lt"/>
                <a:cs typeface="Arial"/>
              </a:rPr>
              <a:t>disclosure </a:t>
            </a:r>
            <a:r>
              <a:rPr lang="en-US" sz="1200" spc="5">
                <a:latin typeface="+mn-lt"/>
                <a:cs typeface="Arial"/>
              </a:rPr>
              <a:t>of the  </a:t>
            </a:r>
            <a:r>
              <a:rPr lang="en-US" sz="1200" spc="11">
                <a:latin typeface="+mn-lt"/>
                <a:cs typeface="Arial"/>
              </a:rPr>
              <a:t>contents </a:t>
            </a:r>
            <a:r>
              <a:rPr lang="en-US" sz="1200" spc="5">
                <a:latin typeface="+mn-lt"/>
                <a:cs typeface="Arial"/>
              </a:rPr>
              <a:t>of this </a:t>
            </a:r>
            <a:r>
              <a:rPr lang="en-US" sz="1200">
                <a:latin typeface="+mn-lt"/>
                <a:cs typeface="Arial"/>
              </a:rPr>
              <a:t>file is </a:t>
            </a:r>
            <a:r>
              <a:rPr lang="en-US" sz="1200" spc="11">
                <a:latin typeface="+mn-lt"/>
                <a:cs typeface="Arial"/>
              </a:rPr>
              <a:t>not permitted and may </a:t>
            </a:r>
            <a:r>
              <a:rPr lang="en-US" sz="1200" spc="5">
                <a:latin typeface="+mn-lt"/>
                <a:cs typeface="Arial"/>
              </a:rPr>
              <a:t>be </a:t>
            </a:r>
            <a:r>
              <a:rPr lang="en-US" sz="1200" spc="11">
                <a:latin typeface="+mn-lt"/>
                <a:cs typeface="Arial"/>
              </a:rPr>
              <a:t>unlawful. AstraZeneca PLC, </a:t>
            </a:r>
            <a:r>
              <a:rPr lang="en-US" sz="1200">
                <a:latin typeface="+mn-lt"/>
                <a:cs typeface="Arial"/>
              </a:rPr>
              <a:t>1 </a:t>
            </a:r>
            <a:r>
              <a:rPr lang="en-US" sz="1200" spc="11">
                <a:latin typeface="+mn-lt"/>
                <a:cs typeface="Arial"/>
              </a:rPr>
              <a:t>Francis Crick Avenue, Cambridge Biomedical </a:t>
            </a:r>
            <a:r>
              <a:rPr lang="en-US" sz="1200" spc="15">
                <a:latin typeface="+mn-lt"/>
                <a:cs typeface="Arial"/>
              </a:rPr>
              <a:t>Campus,  </a:t>
            </a:r>
            <a:r>
              <a:rPr lang="en-US" sz="1200" spc="11">
                <a:latin typeface="+mn-lt"/>
                <a:cs typeface="Arial"/>
              </a:rPr>
              <a:t>Cambridge, CB2 0AA, UK, </a:t>
            </a:r>
            <a:r>
              <a:rPr lang="en-US" sz="1200" spc="5">
                <a:latin typeface="+mn-lt"/>
                <a:cs typeface="Arial"/>
              </a:rPr>
              <a:t>T: </a:t>
            </a:r>
            <a:r>
              <a:rPr lang="en-US" sz="1200" spc="11">
                <a:latin typeface="+mn-lt"/>
                <a:cs typeface="Arial"/>
              </a:rPr>
              <a:t>+44(0)203 749 5000,</a:t>
            </a:r>
            <a:r>
              <a:rPr lang="en-US" sz="1200" spc="85">
                <a:latin typeface="+mn-lt"/>
                <a:cs typeface="Arial"/>
              </a:rPr>
              <a:t> </a:t>
            </a:r>
            <a:r>
              <a:rPr lang="en-US" sz="1200" spc="11">
                <a:solidFill>
                  <a:srgbClr val="000000"/>
                </a:solidFill>
                <a:latin typeface="+mn-lt"/>
                <a:cs typeface="Arial"/>
                <a:hlinkClick r:id="rId2"/>
              </a:rPr>
              <a:t>www.astrazeneca.com</a:t>
            </a:r>
            <a:endParaRPr lang="en-US" sz="1200">
              <a:solidFill>
                <a:srgbClr val="000000"/>
              </a:solidFill>
              <a:latin typeface="+mn-lt"/>
              <a:cs typeface="Arial"/>
            </a:endParaRPr>
          </a:p>
          <a:p>
            <a:pPr algn="l">
              <a:lnSpc>
                <a:spcPct val="90000"/>
              </a:lnSpc>
              <a:spcAft>
                <a:spcPts val="600"/>
              </a:spcAft>
            </a:pPr>
            <a:endParaRPr lang="en-US" sz="1800">
              <a:solidFill>
                <a:schemeClr val="tx2"/>
              </a:solidFill>
            </a:endParaRPr>
          </a:p>
        </p:txBody>
      </p:sp>
    </p:spTree>
    <p:extLst>
      <p:ext uri="{BB962C8B-B14F-4D97-AF65-F5344CB8AC3E}">
        <p14:creationId xmlns:p14="http://schemas.microsoft.com/office/powerpoint/2010/main" val="1518754935"/>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hree Poi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A2FC182-B28C-41F4-A2ED-2DE57F3F35C1}"/>
              </a:ext>
            </a:extLst>
          </p:cNvPr>
          <p:cNvSpPr>
            <a:spLocks noGrp="1"/>
          </p:cNvSpPr>
          <p:nvPr>
            <p:ph type="sldNum" sz="quarter" idx="12"/>
          </p:nvPr>
        </p:nvSpPr>
        <p:spPr/>
        <p:txBody>
          <a:bodyPr/>
          <a:lstStyle>
            <a:lvl1pPr>
              <a:defRPr>
                <a:solidFill>
                  <a:schemeClr val="tx1"/>
                </a:solidFill>
              </a:defRPr>
            </a:lvl1pPr>
          </a:lstStyle>
          <a:p>
            <a:fld id="{F8E47D07-9D1E-4FE9-B31A-2F5863681021}" type="slidenum">
              <a:rPr lang="en-GB" smtClean="0"/>
              <a:pPr/>
              <a:t>‹#›</a:t>
            </a:fld>
            <a:endParaRPr lang="en-GB"/>
          </a:p>
        </p:txBody>
      </p:sp>
      <p:cxnSp>
        <p:nvCxnSpPr>
          <p:cNvPr id="8" name="Straight Connector 7">
            <a:extLst>
              <a:ext uri="{FF2B5EF4-FFF2-40B4-BE49-F238E27FC236}">
                <a16:creationId xmlns:a16="http://schemas.microsoft.com/office/drawing/2014/main" id="{A2D241FF-5015-4F87-8EBC-284413876141}"/>
              </a:ext>
            </a:extLst>
          </p:cNvPr>
          <p:cNvCxnSpPr/>
          <p:nvPr userDrawn="1"/>
        </p:nvCxnSpPr>
        <p:spPr>
          <a:xfrm>
            <a:off x="3534771" y="1071350"/>
            <a:ext cx="0" cy="5138383"/>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 Placeholder 13">
            <a:extLst>
              <a:ext uri="{FF2B5EF4-FFF2-40B4-BE49-F238E27FC236}">
                <a16:creationId xmlns:a16="http://schemas.microsoft.com/office/drawing/2014/main" id="{7073FB3F-D06E-452D-B3DD-F8662B558FB1}"/>
              </a:ext>
            </a:extLst>
          </p:cNvPr>
          <p:cNvSpPr>
            <a:spLocks noGrp="1"/>
          </p:cNvSpPr>
          <p:nvPr>
            <p:ph type="body" sz="quarter" idx="14" hasCustomPrompt="1"/>
          </p:nvPr>
        </p:nvSpPr>
        <p:spPr>
          <a:xfrm>
            <a:off x="4279262" y="1052299"/>
            <a:ext cx="1205127" cy="1205127"/>
          </a:xfrm>
          <a:prstGeom prst="ellipse">
            <a:avLst/>
          </a:prstGeom>
          <a:solidFill>
            <a:schemeClr val="tx2"/>
          </a:solidFill>
        </p:spPr>
        <p:txBody>
          <a:bodyPr lIns="0" rIns="0" bIns="0" anchor="ctr"/>
          <a:lstStyle>
            <a:lvl1pPr algn="ctr">
              <a:defRPr sz="8000" b="1">
                <a:solidFill>
                  <a:schemeClr val="bg1"/>
                </a:solidFill>
                <a:latin typeface="Arial" panose="020B0604020202020204" pitchFamily="34" charset="0"/>
                <a:cs typeface="Arial" panose="020B0604020202020204" pitchFamily="34" charset="0"/>
              </a:defRPr>
            </a:lvl1pPr>
          </a:lstStyle>
          <a:p>
            <a:pPr lvl="0"/>
            <a:r>
              <a:rPr lang="en-GB"/>
              <a:t>1</a:t>
            </a:r>
          </a:p>
        </p:txBody>
      </p:sp>
      <p:sp>
        <p:nvSpPr>
          <p:cNvPr id="11" name="Text Placeholder 13">
            <a:extLst>
              <a:ext uri="{FF2B5EF4-FFF2-40B4-BE49-F238E27FC236}">
                <a16:creationId xmlns:a16="http://schemas.microsoft.com/office/drawing/2014/main" id="{A3957BBE-1320-4A34-AFC3-6A55475C813E}"/>
              </a:ext>
            </a:extLst>
          </p:cNvPr>
          <p:cNvSpPr>
            <a:spLocks noGrp="1"/>
          </p:cNvSpPr>
          <p:nvPr>
            <p:ph type="body" sz="quarter" idx="15" hasCustomPrompt="1"/>
          </p:nvPr>
        </p:nvSpPr>
        <p:spPr>
          <a:xfrm>
            <a:off x="4279262" y="2981498"/>
            <a:ext cx="1205127" cy="1205127"/>
          </a:xfrm>
          <a:prstGeom prst="ellipse">
            <a:avLst/>
          </a:prstGeom>
          <a:solidFill>
            <a:schemeClr val="accent3"/>
          </a:solidFill>
        </p:spPr>
        <p:txBody>
          <a:bodyPr lIns="0" rIns="0" bIns="0" anchor="ctr"/>
          <a:lstStyle>
            <a:lvl1pPr algn="ctr">
              <a:defRPr sz="8000" b="1">
                <a:solidFill>
                  <a:schemeClr val="bg1"/>
                </a:solidFill>
                <a:latin typeface="Arial" panose="020B0604020202020204" pitchFamily="34" charset="0"/>
                <a:cs typeface="Arial" panose="020B0604020202020204" pitchFamily="34" charset="0"/>
              </a:defRPr>
            </a:lvl1pPr>
          </a:lstStyle>
          <a:p>
            <a:pPr lvl="0"/>
            <a:r>
              <a:rPr lang="en-GB"/>
              <a:t>2</a:t>
            </a:r>
          </a:p>
        </p:txBody>
      </p:sp>
      <p:sp>
        <p:nvSpPr>
          <p:cNvPr id="12" name="Text Placeholder 13">
            <a:extLst>
              <a:ext uri="{FF2B5EF4-FFF2-40B4-BE49-F238E27FC236}">
                <a16:creationId xmlns:a16="http://schemas.microsoft.com/office/drawing/2014/main" id="{AAB22DEC-0654-4BF3-9DD6-5D779C248906}"/>
              </a:ext>
            </a:extLst>
          </p:cNvPr>
          <p:cNvSpPr>
            <a:spLocks noGrp="1"/>
          </p:cNvSpPr>
          <p:nvPr>
            <p:ph type="body" sz="quarter" idx="16" hasCustomPrompt="1"/>
          </p:nvPr>
        </p:nvSpPr>
        <p:spPr>
          <a:xfrm>
            <a:off x="4279262" y="4910697"/>
            <a:ext cx="1205127" cy="1205127"/>
          </a:xfrm>
          <a:prstGeom prst="ellipse">
            <a:avLst/>
          </a:prstGeom>
          <a:solidFill>
            <a:schemeClr val="accent5"/>
          </a:solidFill>
        </p:spPr>
        <p:txBody>
          <a:bodyPr lIns="0" rIns="0" bIns="0" anchor="ctr"/>
          <a:lstStyle>
            <a:lvl1pPr algn="ctr">
              <a:defRPr sz="8000" b="1">
                <a:solidFill>
                  <a:schemeClr val="bg1"/>
                </a:solidFill>
                <a:latin typeface="Arial" panose="020B0604020202020204" pitchFamily="34" charset="0"/>
                <a:cs typeface="Arial" panose="020B0604020202020204" pitchFamily="34" charset="0"/>
              </a:defRPr>
            </a:lvl1pPr>
          </a:lstStyle>
          <a:p>
            <a:pPr lvl="0"/>
            <a:r>
              <a:rPr lang="en-GB"/>
              <a:t>3</a:t>
            </a:r>
          </a:p>
        </p:txBody>
      </p:sp>
      <p:sp>
        <p:nvSpPr>
          <p:cNvPr id="14" name="Text Placeholder 13">
            <a:extLst>
              <a:ext uri="{FF2B5EF4-FFF2-40B4-BE49-F238E27FC236}">
                <a16:creationId xmlns:a16="http://schemas.microsoft.com/office/drawing/2014/main" id="{D529AC16-7895-4D49-B666-D1327E8CB752}"/>
              </a:ext>
            </a:extLst>
          </p:cNvPr>
          <p:cNvSpPr>
            <a:spLocks noGrp="1"/>
          </p:cNvSpPr>
          <p:nvPr>
            <p:ph type="body" sz="quarter" idx="17" hasCustomPrompt="1"/>
          </p:nvPr>
        </p:nvSpPr>
        <p:spPr>
          <a:xfrm>
            <a:off x="5595937" y="1052408"/>
            <a:ext cx="4805363" cy="1204913"/>
          </a:xfrm>
        </p:spPr>
        <p:txBody>
          <a:bodyPr anchor="ctr"/>
          <a:lstStyle>
            <a:lvl1pPr>
              <a:defRPr sz="2400"/>
            </a:lvl1pPr>
            <a:lvl2pPr>
              <a:defRPr sz="2400"/>
            </a:lvl2pPr>
            <a:lvl3pPr>
              <a:defRPr sz="2000"/>
            </a:lvl3pPr>
            <a:lvl4pPr>
              <a:defRPr sz="1800"/>
            </a:lvl4pPr>
            <a:lvl5pPr>
              <a:defRPr sz="1800"/>
            </a:lvl5pPr>
          </a:lstStyle>
          <a:p>
            <a:pPr lvl="0"/>
            <a:r>
              <a:rPr lang="en-US"/>
              <a:t>Enter text here</a:t>
            </a:r>
          </a:p>
          <a:p>
            <a:pPr lvl="1"/>
            <a:r>
              <a:rPr lang="en-US"/>
              <a:t>Second level</a:t>
            </a:r>
          </a:p>
          <a:p>
            <a:pPr lvl="2"/>
            <a:r>
              <a:rPr lang="en-US"/>
              <a:t>Third level</a:t>
            </a:r>
          </a:p>
        </p:txBody>
      </p:sp>
      <p:sp>
        <p:nvSpPr>
          <p:cNvPr id="15" name="Text Placeholder 13">
            <a:extLst>
              <a:ext uri="{FF2B5EF4-FFF2-40B4-BE49-F238E27FC236}">
                <a16:creationId xmlns:a16="http://schemas.microsoft.com/office/drawing/2014/main" id="{7FB022E6-1EE7-45C9-9541-B98943D442AC}"/>
              </a:ext>
            </a:extLst>
          </p:cNvPr>
          <p:cNvSpPr>
            <a:spLocks noGrp="1"/>
          </p:cNvSpPr>
          <p:nvPr>
            <p:ph type="body" sz="quarter" idx="18" hasCustomPrompt="1"/>
          </p:nvPr>
        </p:nvSpPr>
        <p:spPr>
          <a:xfrm>
            <a:off x="5595937" y="2981499"/>
            <a:ext cx="4805363" cy="1204913"/>
          </a:xfrm>
        </p:spPr>
        <p:txBody>
          <a:bodyPr anchor="ctr"/>
          <a:lstStyle>
            <a:lvl1pPr>
              <a:defRPr sz="2400"/>
            </a:lvl1pPr>
            <a:lvl2pPr>
              <a:defRPr sz="2400"/>
            </a:lvl2pPr>
            <a:lvl3pPr>
              <a:defRPr sz="2000"/>
            </a:lvl3pPr>
            <a:lvl4pPr>
              <a:defRPr sz="1800"/>
            </a:lvl4pPr>
            <a:lvl5pPr>
              <a:defRPr sz="1800"/>
            </a:lvl5pPr>
          </a:lstStyle>
          <a:p>
            <a:pPr lvl="0"/>
            <a:r>
              <a:rPr lang="en-US"/>
              <a:t>Enter text here</a:t>
            </a:r>
          </a:p>
          <a:p>
            <a:pPr lvl="1"/>
            <a:r>
              <a:rPr lang="en-US"/>
              <a:t>Second level</a:t>
            </a:r>
          </a:p>
          <a:p>
            <a:pPr lvl="2"/>
            <a:r>
              <a:rPr lang="en-US"/>
              <a:t>Third level</a:t>
            </a:r>
          </a:p>
        </p:txBody>
      </p:sp>
      <p:sp>
        <p:nvSpPr>
          <p:cNvPr id="16" name="Text Placeholder 13">
            <a:extLst>
              <a:ext uri="{FF2B5EF4-FFF2-40B4-BE49-F238E27FC236}">
                <a16:creationId xmlns:a16="http://schemas.microsoft.com/office/drawing/2014/main" id="{1C65D2DA-FD84-4A56-8CB1-4F2AB834059C}"/>
              </a:ext>
            </a:extLst>
          </p:cNvPr>
          <p:cNvSpPr>
            <a:spLocks noGrp="1"/>
          </p:cNvSpPr>
          <p:nvPr>
            <p:ph type="body" sz="quarter" idx="19" hasCustomPrompt="1"/>
          </p:nvPr>
        </p:nvSpPr>
        <p:spPr>
          <a:xfrm>
            <a:off x="5595937" y="4910592"/>
            <a:ext cx="4805363" cy="1204913"/>
          </a:xfrm>
        </p:spPr>
        <p:txBody>
          <a:bodyPr anchor="ctr"/>
          <a:lstStyle>
            <a:lvl1pPr>
              <a:defRPr sz="2400"/>
            </a:lvl1pPr>
            <a:lvl2pPr>
              <a:defRPr sz="2400"/>
            </a:lvl2pPr>
            <a:lvl3pPr>
              <a:defRPr sz="2000"/>
            </a:lvl3pPr>
            <a:lvl4pPr>
              <a:defRPr sz="1800"/>
            </a:lvl4pPr>
            <a:lvl5pPr>
              <a:defRPr sz="1800"/>
            </a:lvl5pPr>
          </a:lstStyle>
          <a:p>
            <a:pPr lvl="0"/>
            <a:r>
              <a:rPr lang="en-US"/>
              <a:t>Enter text here</a:t>
            </a:r>
          </a:p>
          <a:p>
            <a:pPr lvl="1"/>
            <a:r>
              <a:rPr lang="en-US"/>
              <a:t>Second level</a:t>
            </a:r>
          </a:p>
          <a:p>
            <a:pPr lvl="2"/>
            <a:r>
              <a:rPr lang="en-US"/>
              <a:t>Third level</a:t>
            </a:r>
          </a:p>
        </p:txBody>
      </p:sp>
      <p:sp>
        <p:nvSpPr>
          <p:cNvPr id="24" name="Title 1">
            <a:extLst>
              <a:ext uri="{FF2B5EF4-FFF2-40B4-BE49-F238E27FC236}">
                <a16:creationId xmlns:a16="http://schemas.microsoft.com/office/drawing/2014/main" id="{A79B5D8D-8B43-774B-83DE-3D9D419EB4DA}"/>
              </a:ext>
            </a:extLst>
          </p:cNvPr>
          <p:cNvSpPr>
            <a:spLocks noGrp="1"/>
          </p:cNvSpPr>
          <p:nvPr>
            <p:ph type="title"/>
          </p:nvPr>
        </p:nvSpPr>
        <p:spPr>
          <a:xfrm>
            <a:off x="318839" y="1022686"/>
            <a:ext cx="3215932" cy="1643023"/>
          </a:xfrm>
        </p:spPr>
        <p:txBody>
          <a:bodyPr/>
          <a:lstStyle>
            <a:lvl1pPr>
              <a:defRPr>
                <a:solidFill>
                  <a:schemeClr val="tx2"/>
                </a:solidFill>
              </a:defRPr>
            </a:lvl1pPr>
          </a:lstStyle>
          <a:p>
            <a:r>
              <a:rPr lang="en-US"/>
              <a:t>Click to edit Master title style</a:t>
            </a:r>
          </a:p>
        </p:txBody>
      </p:sp>
    </p:spTree>
    <p:extLst>
      <p:ext uri="{BB962C8B-B14F-4D97-AF65-F5344CB8AC3E}">
        <p14:creationId xmlns:p14="http://schemas.microsoft.com/office/powerpoint/2010/main" val="1431371596"/>
      </p:ext>
    </p:extLst>
  </p:cSld>
  <p:clrMapOvr>
    <a:masterClrMapping/>
  </p:clrMapOvr>
  <p:transition spd="slow">
    <p:wipe dir="r"/>
  </p:transition>
  <p:extLst>
    <p:ext uri="{DCECCB84-F9BA-43D5-87BE-67443E8EF086}">
      <p15:sldGuideLst xmlns:p15="http://schemas.microsoft.com/office/powerpoint/2012/main">
        <p15:guide id="1" orient="horz" pos="168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hree Column Tex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DF97945-F66E-4EF9-9E5E-4D63A96BA290}"/>
              </a:ext>
            </a:extLst>
          </p:cNvPr>
          <p:cNvSpPr>
            <a:spLocks noGrp="1"/>
          </p:cNvSpPr>
          <p:nvPr>
            <p:ph type="sldNum" sz="quarter" idx="12"/>
          </p:nvPr>
        </p:nvSpPr>
        <p:spPr/>
        <p:txBody>
          <a:bodyPr/>
          <a:lstStyle>
            <a:lvl1pPr>
              <a:defRPr>
                <a:solidFill>
                  <a:schemeClr val="tx1"/>
                </a:solidFill>
              </a:defRPr>
            </a:lvl1pPr>
          </a:lstStyle>
          <a:p>
            <a:fld id="{F8E47D07-9D1E-4FE9-B31A-2F5863681021}" type="slidenum">
              <a:rPr lang="en-GB" smtClean="0"/>
              <a:pPr/>
              <a:t>‹#›</a:t>
            </a:fld>
            <a:endParaRPr lang="en-GB"/>
          </a:p>
        </p:txBody>
      </p:sp>
      <p:cxnSp>
        <p:nvCxnSpPr>
          <p:cNvPr id="9" name="Straight Connector 8">
            <a:extLst>
              <a:ext uri="{FF2B5EF4-FFF2-40B4-BE49-F238E27FC236}">
                <a16:creationId xmlns:a16="http://schemas.microsoft.com/office/drawing/2014/main" id="{34A9B59E-592A-42AB-877A-AF8EAD70D889}"/>
              </a:ext>
            </a:extLst>
          </p:cNvPr>
          <p:cNvCxnSpPr>
            <a:cxnSpLocks/>
          </p:cNvCxnSpPr>
          <p:nvPr userDrawn="1"/>
        </p:nvCxnSpPr>
        <p:spPr>
          <a:xfrm>
            <a:off x="4143997" y="4858247"/>
            <a:ext cx="0" cy="135148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FCB426-B966-4E6D-8F07-084D762D101F}"/>
              </a:ext>
            </a:extLst>
          </p:cNvPr>
          <p:cNvCxnSpPr>
            <a:cxnSpLocks/>
          </p:cNvCxnSpPr>
          <p:nvPr userDrawn="1"/>
        </p:nvCxnSpPr>
        <p:spPr>
          <a:xfrm>
            <a:off x="8008907" y="4858247"/>
            <a:ext cx="0" cy="135148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Picture Placeholder 25">
            <a:extLst>
              <a:ext uri="{FF2B5EF4-FFF2-40B4-BE49-F238E27FC236}">
                <a16:creationId xmlns:a16="http://schemas.microsoft.com/office/drawing/2014/main" id="{4E2FB9D1-1834-45D8-958D-0A8DD312C1F3}"/>
              </a:ext>
            </a:extLst>
          </p:cNvPr>
          <p:cNvSpPr>
            <a:spLocks noGrp="1"/>
          </p:cNvSpPr>
          <p:nvPr>
            <p:ph type="pic" sz="quarter" idx="17" hasCustomPrompt="1"/>
          </p:nvPr>
        </p:nvSpPr>
        <p:spPr>
          <a:xfrm>
            <a:off x="7132320" y="1"/>
            <a:ext cx="5059680" cy="4602299"/>
          </a:xfrm>
          <a:custGeom>
            <a:avLst/>
            <a:gdLst>
              <a:gd name="connsiteX0" fmla="*/ 499069 w 5059680"/>
              <a:gd name="connsiteY0" fmla="*/ 0 h 4602299"/>
              <a:gd name="connsiteX1" fmla="*/ 5059680 w 5059680"/>
              <a:gd name="connsiteY1" fmla="*/ 0 h 4602299"/>
              <a:gd name="connsiteX2" fmla="*/ 5059680 w 5059680"/>
              <a:gd name="connsiteY2" fmla="*/ 3725490 h 4602299"/>
              <a:gd name="connsiteX3" fmla="*/ 5050306 w 5059680"/>
              <a:gd name="connsiteY3" fmla="*/ 3735804 h 4602299"/>
              <a:gd name="connsiteX4" fmla="*/ 2958401 w 5059680"/>
              <a:gd name="connsiteY4" fmla="*/ 4602299 h 4602299"/>
              <a:gd name="connsiteX5" fmla="*/ 0 w 5059680"/>
              <a:gd name="connsiteY5" fmla="*/ 1643898 h 4602299"/>
              <a:gd name="connsiteX6" fmla="*/ 357063 w 5059680"/>
              <a:gd name="connsiteY6" fmla="*/ 233748 h 460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9680" h="4602299">
                <a:moveTo>
                  <a:pt x="499069" y="0"/>
                </a:moveTo>
                <a:lnTo>
                  <a:pt x="5059680" y="0"/>
                </a:lnTo>
                <a:lnTo>
                  <a:pt x="5059680" y="3725490"/>
                </a:lnTo>
                <a:lnTo>
                  <a:pt x="5050306" y="3735804"/>
                </a:lnTo>
                <a:cubicBezTo>
                  <a:pt x="4514941" y="4271169"/>
                  <a:pt x="3775341" y="4602299"/>
                  <a:pt x="2958401" y="4602299"/>
                </a:cubicBezTo>
                <a:cubicBezTo>
                  <a:pt x="1324521" y="4602299"/>
                  <a:pt x="0" y="3277778"/>
                  <a:pt x="0" y="1643898"/>
                </a:cubicBezTo>
                <a:cubicBezTo>
                  <a:pt x="0" y="1133311"/>
                  <a:pt x="129348" y="652934"/>
                  <a:pt x="357063" y="233748"/>
                </a:cubicBezTo>
                <a:close/>
              </a:path>
            </a:pathLst>
          </a:custGeom>
          <a:solidFill>
            <a:schemeClr val="tx2">
              <a:lumMod val="40000"/>
              <a:lumOff val="60000"/>
            </a:schemeClr>
          </a:solidFill>
        </p:spPr>
        <p:txBody>
          <a:bodyPr wrap="square" anchor="ctr">
            <a:noAutofit/>
          </a:bodyPr>
          <a:lstStyle>
            <a:lvl1pPr algn="ctr">
              <a:defRPr/>
            </a:lvl1pPr>
          </a:lstStyle>
          <a:p>
            <a:r>
              <a:rPr lang="en-GB"/>
              <a:t>Click icon to insert image</a:t>
            </a:r>
          </a:p>
        </p:txBody>
      </p:sp>
      <p:sp>
        <p:nvSpPr>
          <p:cNvPr id="12" name="Text Placeholder 6">
            <a:extLst>
              <a:ext uri="{FF2B5EF4-FFF2-40B4-BE49-F238E27FC236}">
                <a16:creationId xmlns:a16="http://schemas.microsoft.com/office/drawing/2014/main" id="{E79FD67B-050E-45D6-8652-3F865B1D564A}"/>
              </a:ext>
            </a:extLst>
          </p:cNvPr>
          <p:cNvSpPr>
            <a:spLocks noGrp="1"/>
          </p:cNvSpPr>
          <p:nvPr>
            <p:ph type="body" sz="quarter" idx="18" hasCustomPrompt="1"/>
          </p:nvPr>
        </p:nvSpPr>
        <p:spPr>
          <a:xfrm>
            <a:off x="318839" y="4736694"/>
            <a:ext cx="3343447" cy="418780"/>
          </a:xfrm>
        </p:spPr>
        <p:txBody>
          <a:bodyPr anchor="ctr"/>
          <a:lstStyle>
            <a:lvl1pPr>
              <a:defRPr sz="1800">
                <a:solidFill>
                  <a:schemeClr val="tx2"/>
                </a:solidFill>
                <a:latin typeface="+mj-lt"/>
              </a:defRPr>
            </a:lvl1pPr>
          </a:lstStyle>
          <a:p>
            <a:pPr lvl="0"/>
            <a:r>
              <a:rPr lang="en-US"/>
              <a:t>Enter subtitle here</a:t>
            </a:r>
            <a:endParaRPr lang="en-GB"/>
          </a:p>
        </p:txBody>
      </p:sp>
      <p:sp>
        <p:nvSpPr>
          <p:cNvPr id="17" name="Text Placeholder 12">
            <a:extLst>
              <a:ext uri="{FF2B5EF4-FFF2-40B4-BE49-F238E27FC236}">
                <a16:creationId xmlns:a16="http://schemas.microsoft.com/office/drawing/2014/main" id="{6962EFA7-2540-4ED5-8F19-B0B753CB846E}"/>
              </a:ext>
            </a:extLst>
          </p:cNvPr>
          <p:cNvSpPr>
            <a:spLocks noGrp="1"/>
          </p:cNvSpPr>
          <p:nvPr>
            <p:ph type="body" sz="quarter" idx="26" hasCustomPrompt="1"/>
          </p:nvPr>
        </p:nvSpPr>
        <p:spPr>
          <a:xfrm>
            <a:off x="318839" y="5190310"/>
            <a:ext cx="3343452" cy="1064647"/>
          </a:xfrm>
        </p:spPr>
        <p:txBody>
          <a:bodyPr/>
          <a:lstStyle>
            <a:lvl1pPr>
              <a:defRPr/>
            </a:lvl1pPr>
          </a:lstStyle>
          <a:p>
            <a:pPr lvl="0"/>
            <a:r>
              <a:rPr lang="en-US"/>
              <a:t>Enter text here</a:t>
            </a:r>
          </a:p>
          <a:p>
            <a:pPr lvl="1"/>
            <a:r>
              <a:rPr lang="en-US"/>
              <a:t>Second level</a:t>
            </a:r>
          </a:p>
          <a:p>
            <a:pPr lvl="2"/>
            <a:r>
              <a:rPr lang="en-US"/>
              <a:t>Third level</a:t>
            </a:r>
          </a:p>
        </p:txBody>
      </p:sp>
      <p:sp>
        <p:nvSpPr>
          <p:cNvPr id="18" name="Text Placeholder 6">
            <a:extLst>
              <a:ext uri="{FF2B5EF4-FFF2-40B4-BE49-F238E27FC236}">
                <a16:creationId xmlns:a16="http://schemas.microsoft.com/office/drawing/2014/main" id="{071D9123-F999-4EF9-8D78-99EE5CC170AF}"/>
              </a:ext>
            </a:extLst>
          </p:cNvPr>
          <p:cNvSpPr>
            <a:spLocks noGrp="1"/>
          </p:cNvSpPr>
          <p:nvPr>
            <p:ph type="body" sz="quarter" idx="27" hasCustomPrompt="1"/>
          </p:nvPr>
        </p:nvSpPr>
        <p:spPr>
          <a:xfrm>
            <a:off x="4313310" y="4736694"/>
            <a:ext cx="3343447" cy="418780"/>
          </a:xfrm>
        </p:spPr>
        <p:txBody>
          <a:bodyPr anchor="ctr"/>
          <a:lstStyle>
            <a:lvl1pPr>
              <a:defRPr sz="1800">
                <a:solidFill>
                  <a:schemeClr val="tx2"/>
                </a:solidFill>
                <a:latin typeface="+mj-lt"/>
              </a:defRPr>
            </a:lvl1pPr>
          </a:lstStyle>
          <a:p>
            <a:pPr lvl="0"/>
            <a:r>
              <a:rPr lang="en-US"/>
              <a:t>Enter subtitle here</a:t>
            </a:r>
            <a:endParaRPr lang="en-GB"/>
          </a:p>
        </p:txBody>
      </p:sp>
      <p:sp>
        <p:nvSpPr>
          <p:cNvPr id="19" name="Text Placeholder 12">
            <a:extLst>
              <a:ext uri="{FF2B5EF4-FFF2-40B4-BE49-F238E27FC236}">
                <a16:creationId xmlns:a16="http://schemas.microsoft.com/office/drawing/2014/main" id="{77E65A2C-71C7-4314-8121-9532974E9094}"/>
              </a:ext>
            </a:extLst>
          </p:cNvPr>
          <p:cNvSpPr>
            <a:spLocks noGrp="1"/>
          </p:cNvSpPr>
          <p:nvPr>
            <p:ph type="body" sz="quarter" idx="28" hasCustomPrompt="1"/>
          </p:nvPr>
        </p:nvSpPr>
        <p:spPr>
          <a:xfrm>
            <a:off x="4313311" y="5190310"/>
            <a:ext cx="3343452" cy="1064647"/>
          </a:xfrm>
        </p:spPr>
        <p:txBody>
          <a:bodyPr/>
          <a:lstStyle>
            <a:lvl1pPr>
              <a:defRPr/>
            </a:lvl1pPr>
          </a:lstStyle>
          <a:p>
            <a:pPr lvl="0"/>
            <a:r>
              <a:rPr lang="en-US"/>
              <a:t>Enter text here</a:t>
            </a:r>
          </a:p>
          <a:p>
            <a:pPr lvl="1"/>
            <a:r>
              <a:rPr lang="en-US"/>
              <a:t>Second level</a:t>
            </a:r>
          </a:p>
          <a:p>
            <a:pPr lvl="2"/>
            <a:r>
              <a:rPr lang="en-US"/>
              <a:t>Third level</a:t>
            </a:r>
          </a:p>
        </p:txBody>
      </p:sp>
      <p:sp>
        <p:nvSpPr>
          <p:cNvPr id="20" name="Text Placeholder 6">
            <a:extLst>
              <a:ext uri="{FF2B5EF4-FFF2-40B4-BE49-F238E27FC236}">
                <a16:creationId xmlns:a16="http://schemas.microsoft.com/office/drawing/2014/main" id="{8B9BD461-7CD3-4145-9E8E-18F46176C5B8}"/>
              </a:ext>
            </a:extLst>
          </p:cNvPr>
          <p:cNvSpPr>
            <a:spLocks noGrp="1"/>
          </p:cNvSpPr>
          <p:nvPr>
            <p:ph type="body" sz="quarter" idx="29" hasCustomPrompt="1"/>
          </p:nvPr>
        </p:nvSpPr>
        <p:spPr>
          <a:xfrm>
            <a:off x="8189207" y="4730366"/>
            <a:ext cx="3343447" cy="418780"/>
          </a:xfrm>
        </p:spPr>
        <p:txBody>
          <a:bodyPr anchor="ctr"/>
          <a:lstStyle>
            <a:lvl1pPr>
              <a:defRPr sz="1800">
                <a:solidFill>
                  <a:schemeClr val="tx2"/>
                </a:solidFill>
                <a:latin typeface="+mj-lt"/>
              </a:defRPr>
            </a:lvl1pPr>
          </a:lstStyle>
          <a:p>
            <a:pPr lvl="0"/>
            <a:r>
              <a:rPr lang="en-US"/>
              <a:t>Enter subtitle here</a:t>
            </a:r>
            <a:endParaRPr lang="en-GB"/>
          </a:p>
        </p:txBody>
      </p:sp>
      <p:sp>
        <p:nvSpPr>
          <p:cNvPr id="21" name="Text Placeholder 12">
            <a:extLst>
              <a:ext uri="{FF2B5EF4-FFF2-40B4-BE49-F238E27FC236}">
                <a16:creationId xmlns:a16="http://schemas.microsoft.com/office/drawing/2014/main" id="{83CBB8E8-B7A0-4C96-BB07-D791BC938519}"/>
              </a:ext>
            </a:extLst>
          </p:cNvPr>
          <p:cNvSpPr>
            <a:spLocks noGrp="1"/>
          </p:cNvSpPr>
          <p:nvPr>
            <p:ph type="body" sz="quarter" idx="30" hasCustomPrompt="1"/>
          </p:nvPr>
        </p:nvSpPr>
        <p:spPr>
          <a:xfrm>
            <a:off x="8189207" y="5183982"/>
            <a:ext cx="3343452" cy="1064647"/>
          </a:xfrm>
        </p:spPr>
        <p:txBody>
          <a:bodyPr/>
          <a:lstStyle>
            <a:lvl1pPr>
              <a:defRPr/>
            </a:lvl1pPr>
          </a:lstStyle>
          <a:p>
            <a:pPr lvl="0"/>
            <a:r>
              <a:rPr lang="en-US"/>
              <a:t>Enter text here</a:t>
            </a:r>
          </a:p>
          <a:p>
            <a:pPr lvl="1"/>
            <a:r>
              <a:rPr lang="en-US"/>
              <a:t>Second level</a:t>
            </a:r>
          </a:p>
          <a:p>
            <a:pPr lvl="2"/>
            <a:r>
              <a:rPr lang="en-US"/>
              <a:t>Third level</a:t>
            </a:r>
          </a:p>
        </p:txBody>
      </p:sp>
      <p:sp>
        <p:nvSpPr>
          <p:cNvPr id="6" name="Title 5">
            <a:extLst>
              <a:ext uri="{FF2B5EF4-FFF2-40B4-BE49-F238E27FC236}">
                <a16:creationId xmlns:a16="http://schemas.microsoft.com/office/drawing/2014/main" id="{2B457E74-AE7C-7141-ACEB-7FCDC630549C}"/>
              </a:ext>
            </a:extLst>
          </p:cNvPr>
          <p:cNvSpPr>
            <a:spLocks noGrp="1"/>
          </p:cNvSpPr>
          <p:nvPr>
            <p:ph type="title"/>
          </p:nvPr>
        </p:nvSpPr>
        <p:spPr>
          <a:xfrm>
            <a:off x="318838" y="1022685"/>
            <a:ext cx="3343447" cy="1650665"/>
          </a:xfrm>
        </p:spPr>
        <p:txBody>
          <a:bodyPr/>
          <a:lstStyle/>
          <a:p>
            <a:r>
              <a:rPr lang="en-US"/>
              <a:t>Click to edit Master title style</a:t>
            </a:r>
          </a:p>
        </p:txBody>
      </p:sp>
    </p:spTree>
    <p:extLst>
      <p:ext uri="{BB962C8B-B14F-4D97-AF65-F5344CB8AC3E}">
        <p14:creationId xmlns:p14="http://schemas.microsoft.com/office/powerpoint/2010/main" val="2620589516"/>
      </p:ext>
    </p:extLst>
  </p:cSld>
  <p:clrMapOvr>
    <a:masterClrMapping/>
  </p:clrMapOvr>
  <p:transition spd="slow">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Point Bubble">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DFF6E120-DD7C-409C-B40E-8D7148606646}"/>
              </a:ext>
            </a:extLst>
          </p:cNvPr>
          <p:cNvSpPr>
            <a:spLocks noGrp="1"/>
          </p:cNvSpPr>
          <p:nvPr>
            <p:ph type="body" sz="quarter" idx="19" hasCustomPrompt="1"/>
          </p:nvPr>
        </p:nvSpPr>
        <p:spPr>
          <a:xfrm>
            <a:off x="3984626" y="3839165"/>
            <a:ext cx="357188" cy="10800"/>
          </a:xfrm>
          <a:solidFill>
            <a:schemeClr val="tx2"/>
          </a:solidFill>
        </p:spPr>
        <p:txBody>
          <a:bodyPr/>
          <a:lstStyle/>
          <a:p>
            <a:pPr lvl="0"/>
            <a:r>
              <a:rPr lang="en-GB"/>
              <a:t> </a:t>
            </a:r>
          </a:p>
        </p:txBody>
      </p:sp>
      <p:sp>
        <p:nvSpPr>
          <p:cNvPr id="14" name="Text Placeholder 12">
            <a:extLst>
              <a:ext uri="{FF2B5EF4-FFF2-40B4-BE49-F238E27FC236}">
                <a16:creationId xmlns:a16="http://schemas.microsoft.com/office/drawing/2014/main" id="{BCC3FA76-1A49-4248-8BA5-243D4796613F}"/>
              </a:ext>
            </a:extLst>
          </p:cNvPr>
          <p:cNvSpPr>
            <a:spLocks noGrp="1"/>
          </p:cNvSpPr>
          <p:nvPr>
            <p:ph type="body" sz="quarter" idx="20" hasCustomPrompt="1"/>
          </p:nvPr>
        </p:nvSpPr>
        <p:spPr>
          <a:xfrm>
            <a:off x="6640215" y="3833765"/>
            <a:ext cx="357188" cy="10800"/>
          </a:xfrm>
          <a:solidFill>
            <a:schemeClr val="tx2"/>
          </a:solidFill>
        </p:spPr>
        <p:txBody>
          <a:bodyPr/>
          <a:lstStyle/>
          <a:p>
            <a:pPr lvl="0"/>
            <a:r>
              <a:rPr lang="en-GB"/>
              <a:t> </a:t>
            </a:r>
          </a:p>
        </p:txBody>
      </p:sp>
      <p:sp>
        <p:nvSpPr>
          <p:cNvPr id="15" name="Text Placeholder 12">
            <a:extLst>
              <a:ext uri="{FF2B5EF4-FFF2-40B4-BE49-F238E27FC236}">
                <a16:creationId xmlns:a16="http://schemas.microsoft.com/office/drawing/2014/main" id="{5F5EDA2F-7134-4A51-8B82-C2B9834953F7}"/>
              </a:ext>
            </a:extLst>
          </p:cNvPr>
          <p:cNvSpPr>
            <a:spLocks noGrp="1"/>
          </p:cNvSpPr>
          <p:nvPr>
            <p:ph type="body" sz="quarter" idx="21" hasCustomPrompt="1"/>
          </p:nvPr>
        </p:nvSpPr>
        <p:spPr>
          <a:xfrm>
            <a:off x="9193815" y="3828365"/>
            <a:ext cx="357188" cy="10800"/>
          </a:xfrm>
          <a:solidFill>
            <a:schemeClr val="tx2"/>
          </a:solidFill>
        </p:spPr>
        <p:txBody>
          <a:bodyPr/>
          <a:lstStyle/>
          <a:p>
            <a:pPr lvl="0"/>
            <a:r>
              <a:rPr lang="en-GB"/>
              <a:t> </a:t>
            </a:r>
          </a:p>
        </p:txBody>
      </p:sp>
      <p:sp>
        <p:nvSpPr>
          <p:cNvPr id="5" name="Slide Number Placeholder 4">
            <a:extLst>
              <a:ext uri="{FF2B5EF4-FFF2-40B4-BE49-F238E27FC236}">
                <a16:creationId xmlns:a16="http://schemas.microsoft.com/office/drawing/2014/main" id="{16FE34CE-A5FB-4BB8-9568-52142184D11B}"/>
              </a:ext>
            </a:extLst>
          </p:cNvPr>
          <p:cNvSpPr>
            <a:spLocks noGrp="1"/>
          </p:cNvSpPr>
          <p:nvPr>
            <p:ph type="sldNum" sz="quarter" idx="12"/>
          </p:nvPr>
        </p:nvSpPr>
        <p:spPr/>
        <p:txBody>
          <a:bodyPr/>
          <a:lstStyle>
            <a:lvl1pPr>
              <a:defRPr>
                <a:solidFill>
                  <a:schemeClr val="tx1"/>
                </a:solidFill>
              </a:defRPr>
            </a:lvl1pPr>
          </a:lstStyle>
          <a:p>
            <a:fld id="{F8E47D07-9D1E-4FE9-B31A-2F5863681021}" type="slidenum">
              <a:rPr lang="en-GB" smtClean="0"/>
              <a:pPr/>
              <a:t>‹#›</a:t>
            </a:fld>
            <a:endParaRPr lang="en-GB"/>
          </a:p>
        </p:txBody>
      </p:sp>
      <p:sp>
        <p:nvSpPr>
          <p:cNvPr id="8" name="Text Placeholder 10">
            <a:extLst>
              <a:ext uri="{FF2B5EF4-FFF2-40B4-BE49-F238E27FC236}">
                <a16:creationId xmlns:a16="http://schemas.microsoft.com/office/drawing/2014/main" id="{1E29D83F-1269-4176-A150-620D57A2F19A}"/>
              </a:ext>
            </a:extLst>
          </p:cNvPr>
          <p:cNvSpPr>
            <a:spLocks noGrp="1"/>
          </p:cNvSpPr>
          <p:nvPr>
            <p:ph type="body" sz="quarter" idx="15" hasCustomPrompt="1"/>
          </p:nvPr>
        </p:nvSpPr>
        <p:spPr>
          <a:xfrm>
            <a:off x="116561" y="1915819"/>
            <a:ext cx="3868296" cy="3868292"/>
          </a:xfrm>
          <a:prstGeom prst="ellipse">
            <a:avLst/>
          </a:prstGeom>
          <a:solidFill>
            <a:schemeClr val="accent5"/>
          </a:solidFill>
        </p:spPr>
        <p:txBody>
          <a:bodyPr anchor="ctr"/>
          <a:lstStyle>
            <a:lvl1pPr algn="ctr">
              <a:defRPr sz="3200">
                <a:solidFill>
                  <a:schemeClr val="bg1"/>
                </a:solidFill>
                <a:latin typeface="+mj-lt"/>
              </a:defRPr>
            </a:lvl1pPr>
          </a:lstStyle>
          <a:p>
            <a:pPr lvl="0"/>
            <a:r>
              <a:rPr lang="en-GB"/>
              <a:t>Enter text here</a:t>
            </a:r>
          </a:p>
        </p:txBody>
      </p:sp>
      <p:sp>
        <p:nvSpPr>
          <p:cNvPr id="9" name="Text Placeholder 10">
            <a:extLst>
              <a:ext uri="{FF2B5EF4-FFF2-40B4-BE49-F238E27FC236}">
                <a16:creationId xmlns:a16="http://schemas.microsoft.com/office/drawing/2014/main" id="{2AACD102-2ED8-496A-96FA-EC884E9DA14A}"/>
              </a:ext>
            </a:extLst>
          </p:cNvPr>
          <p:cNvSpPr>
            <a:spLocks noGrp="1"/>
          </p:cNvSpPr>
          <p:nvPr>
            <p:ph type="body" sz="quarter" idx="16" hasCustomPrompt="1"/>
          </p:nvPr>
        </p:nvSpPr>
        <p:spPr>
          <a:xfrm>
            <a:off x="4342421" y="2671921"/>
            <a:ext cx="2356091" cy="2356088"/>
          </a:xfrm>
          <a:prstGeom prst="ellipse">
            <a:avLst/>
          </a:prstGeom>
          <a:solidFill>
            <a:schemeClr val="tx2"/>
          </a:solidFill>
        </p:spPr>
        <p:txBody>
          <a:bodyPr anchor="ctr"/>
          <a:lstStyle>
            <a:lvl1pPr algn="ctr">
              <a:defRPr sz="2000">
                <a:solidFill>
                  <a:schemeClr val="bg1"/>
                </a:solidFill>
                <a:latin typeface="+mn-lt"/>
              </a:defRPr>
            </a:lvl1pPr>
          </a:lstStyle>
          <a:p>
            <a:pPr lvl="0"/>
            <a:r>
              <a:rPr lang="en-GB"/>
              <a:t>Enter text here</a:t>
            </a:r>
          </a:p>
        </p:txBody>
      </p:sp>
      <p:sp>
        <p:nvSpPr>
          <p:cNvPr id="10" name="Text Placeholder 10">
            <a:extLst>
              <a:ext uri="{FF2B5EF4-FFF2-40B4-BE49-F238E27FC236}">
                <a16:creationId xmlns:a16="http://schemas.microsoft.com/office/drawing/2014/main" id="{1BD049C2-D91B-4D3F-AEE5-F55146E2C321}"/>
              </a:ext>
            </a:extLst>
          </p:cNvPr>
          <p:cNvSpPr>
            <a:spLocks noGrp="1"/>
          </p:cNvSpPr>
          <p:nvPr>
            <p:ph type="body" sz="quarter" idx="17" hasCustomPrompt="1"/>
          </p:nvPr>
        </p:nvSpPr>
        <p:spPr>
          <a:xfrm>
            <a:off x="6910383" y="2671921"/>
            <a:ext cx="2356091" cy="2356088"/>
          </a:xfrm>
          <a:prstGeom prst="ellipse">
            <a:avLst/>
          </a:prstGeom>
          <a:solidFill>
            <a:schemeClr val="tx2"/>
          </a:solidFill>
        </p:spPr>
        <p:txBody>
          <a:bodyPr anchor="ctr"/>
          <a:lstStyle>
            <a:lvl1pPr algn="ctr">
              <a:defRPr sz="2000">
                <a:solidFill>
                  <a:schemeClr val="bg1"/>
                </a:solidFill>
                <a:latin typeface="+mn-lt"/>
              </a:defRPr>
            </a:lvl1pPr>
          </a:lstStyle>
          <a:p>
            <a:pPr lvl="0"/>
            <a:r>
              <a:rPr lang="en-GB"/>
              <a:t>Enter text here</a:t>
            </a:r>
          </a:p>
        </p:txBody>
      </p:sp>
      <p:sp>
        <p:nvSpPr>
          <p:cNvPr id="11" name="Text Placeholder 10">
            <a:extLst>
              <a:ext uri="{FF2B5EF4-FFF2-40B4-BE49-F238E27FC236}">
                <a16:creationId xmlns:a16="http://schemas.microsoft.com/office/drawing/2014/main" id="{EA004DE3-8DAA-48C2-8080-6EF076EAC345}"/>
              </a:ext>
            </a:extLst>
          </p:cNvPr>
          <p:cNvSpPr>
            <a:spLocks noGrp="1"/>
          </p:cNvSpPr>
          <p:nvPr>
            <p:ph type="body" sz="quarter" idx="18" hasCustomPrompt="1"/>
          </p:nvPr>
        </p:nvSpPr>
        <p:spPr>
          <a:xfrm>
            <a:off x="9478345" y="2671921"/>
            <a:ext cx="2356091" cy="2356088"/>
          </a:xfrm>
          <a:prstGeom prst="ellipse">
            <a:avLst/>
          </a:prstGeom>
          <a:solidFill>
            <a:schemeClr val="tx2"/>
          </a:solidFill>
        </p:spPr>
        <p:txBody>
          <a:bodyPr anchor="ctr"/>
          <a:lstStyle>
            <a:lvl1pPr algn="ctr">
              <a:defRPr sz="2000">
                <a:solidFill>
                  <a:schemeClr val="bg1"/>
                </a:solidFill>
                <a:latin typeface="+mn-lt"/>
              </a:defRPr>
            </a:lvl1pPr>
          </a:lstStyle>
          <a:p>
            <a:pPr lvl="0"/>
            <a:r>
              <a:rPr lang="en-GB"/>
              <a:t>Enter text here</a:t>
            </a:r>
          </a:p>
        </p:txBody>
      </p:sp>
      <p:sp>
        <p:nvSpPr>
          <p:cNvPr id="6" name="Title 5">
            <a:extLst>
              <a:ext uri="{FF2B5EF4-FFF2-40B4-BE49-F238E27FC236}">
                <a16:creationId xmlns:a16="http://schemas.microsoft.com/office/drawing/2014/main" id="{F48F83FA-A97A-2346-9D6E-EEE55223EDE9}"/>
              </a:ext>
            </a:extLst>
          </p:cNvPr>
          <p:cNvSpPr>
            <a:spLocks noGrp="1"/>
          </p:cNvSpPr>
          <p:nvPr>
            <p:ph type="title"/>
          </p:nvPr>
        </p:nvSpPr>
        <p:spPr>
          <a:xfrm>
            <a:off x="318838" y="342001"/>
            <a:ext cx="7351295" cy="733927"/>
          </a:xfrm>
        </p:spPr>
        <p:txBody>
          <a:bodyPr/>
          <a:lstStyle/>
          <a:p>
            <a:r>
              <a:rPr lang="en-US"/>
              <a:t>Click to edit Master title style</a:t>
            </a:r>
          </a:p>
        </p:txBody>
      </p:sp>
    </p:spTree>
    <p:extLst>
      <p:ext uri="{BB962C8B-B14F-4D97-AF65-F5344CB8AC3E}">
        <p14:creationId xmlns:p14="http://schemas.microsoft.com/office/powerpoint/2010/main" val="2995495473"/>
      </p:ext>
    </p:extLst>
  </p:cSld>
  <p:clrMapOvr>
    <a:masterClrMapping/>
  </p:clrMapOvr>
  <p:transition spd="slow">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Column Logos">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27D8611-3A58-452C-83BC-502D124B88FD}"/>
              </a:ext>
            </a:extLst>
          </p:cNvPr>
          <p:cNvSpPr>
            <a:spLocks noGrp="1"/>
          </p:cNvSpPr>
          <p:nvPr>
            <p:ph type="sldNum" sz="quarter" idx="12"/>
          </p:nvPr>
        </p:nvSpPr>
        <p:spPr/>
        <p:txBody>
          <a:bodyPr/>
          <a:lstStyle>
            <a:lvl1pPr>
              <a:defRPr>
                <a:solidFill>
                  <a:schemeClr val="tx1"/>
                </a:solidFill>
              </a:defRPr>
            </a:lvl1pPr>
          </a:lstStyle>
          <a:p>
            <a:fld id="{F8E47D07-9D1E-4FE9-B31A-2F5863681021}" type="slidenum">
              <a:rPr lang="en-GB" smtClean="0"/>
              <a:pPr/>
              <a:t>‹#›</a:t>
            </a:fld>
            <a:endParaRPr lang="en-GB"/>
          </a:p>
        </p:txBody>
      </p:sp>
      <p:cxnSp>
        <p:nvCxnSpPr>
          <p:cNvPr id="11" name="Straight Connector 10">
            <a:extLst>
              <a:ext uri="{FF2B5EF4-FFF2-40B4-BE49-F238E27FC236}">
                <a16:creationId xmlns:a16="http://schemas.microsoft.com/office/drawing/2014/main" id="{73AB394A-8078-49D6-B187-CB4F1D3B5954}"/>
              </a:ext>
            </a:extLst>
          </p:cNvPr>
          <p:cNvCxnSpPr>
            <a:cxnSpLocks/>
          </p:cNvCxnSpPr>
          <p:nvPr userDrawn="1"/>
        </p:nvCxnSpPr>
        <p:spPr>
          <a:xfrm>
            <a:off x="4143997" y="1648047"/>
            <a:ext cx="0" cy="456168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143B295-29E8-4C53-85EA-96685F81D1C6}"/>
              </a:ext>
            </a:extLst>
          </p:cNvPr>
          <p:cNvCxnSpPr>
            <a:cxnSpLocks/>
          </p:cNvCxnSpPr>
          <p:nvPr userDrawn="1"/>
        </p:nvCxnSpPr>
        <p:spPr>
          <a:xfrm>
            <a:off x="8008907" y="1648047"/>
            <a:ext cx="0" cy="456168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ext Placeholder 17">
            <a:extLst>
              <a:ext uri="{FF2B5EF4-FFF2-40B4-BE49-F238E27FC236}">
                <a16:creationId xmlns:a16="http://schemas.microsoft.com/office/drawing/2014/main" id="{4D02FE83-9BC8-454D-A517-02A900DD86F8}"/>
              </a:ext>
            </a:extLst>
          </p:cNvPr>
          <p:cNvSpPr>
            <a:spLocks noGrp="1"/>
          </p:cNvSpPr>
          <p:nvPr>
            <p:ph type="body" sz="quarter" idx="13" hasCustomPrompt="1"/>
          </p:nvPr>
        </p:nvSpPr>
        <p:spPr>
          <a:xfrm>
            <a:off x="834629" y="1947711"/>
            <a:ext cx="2833604" cy="2833604"/>
          </a:xfrm>
          <a:custGeom>
            <a:avLst/>
            <a:gdLst>
              <a:gd name="connsiteX0" fmla="*/ 1416801 w 2833604"/>
              <a:gd name="connsiteY0" fmla="*/ 340515 h 2833604"/>
              <a:gd name="connsiteX1" fmla="*/ 340514 w 2833604"/>
              <a:gd name="connsiteY1" fmla="*/ 1416802 h 2833604"/>
              <a:gd name="connsiteX2" fmla="*/ 1416801 w 2833604"/>
              <a:gd name="connsiteY2" fmla="*/ 2493089 h 2833604"/>
              <a:gd name="connsiteX3" fmla="*/ 2493088 w 2833604"/>
              <a:gd name="connsiteY3" fmla="*/ 1416802 h 2833604"/>
              <a:gd name="connsiteX4" fmla="*/ 1416801 w 2833604"/>
              <a:gd name="connsiteY4" fmla="*/ 340515 h 2833604"/>
              <a:gd name="connsiteX5" fmla="*/ 1416802 w 2833604"/>
              <a:gd name="connsiteY5" fmla="*/ 0 h 2833604"/>
              <a:gd name="connsiteX6" fmla="*/ 2833604 w 2833604"/>
              <a:gd name="connsiteY6" fmla="*/ 1416802 h 2833604"/>
              <a:gd name="connsiteX7" fmla="*/ 1416802 w 2833604"/>
              <a:gd name="connsiteY7" fmla="*/ 2833604 h 2833604"/>
              <a:gd name="connsiteX8" fmla="*/ 0 w 2833604"/>
              <a:gd name="connsiteY8" fmla="*/ 1416802 h 2833604"/>
              <a:gd name="connsiteX9" fmla="*/ 1416802 w 2833604"/>
              <a:gd name="connsiteY9" fmla="*/ 0 h 2833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33604" h="2833604">
                <a:moveTo>
                  <a:pt x="1416801" y="340515"/>
                </a:moveTo>
                <a:cubicBezTo>
                  <a:pt x="822384" y="340515"/>
                  <a:pt x="340514" y="822385"/>
                  <a:pt x="340514" y="1416802"/>
                </a:cubicBezTo>
                <a:cubicBezTo>
                  <a:pt x="340514" y="2011219"/>
                  <a:pt x="822384" y="2493089"/>
                  <a:pt x="1416801" y="2493089"/>
                </a:cubicBezTo>
                <a:cubicBezTo>
                  <a:pt x="2011218" y="2493089"/>
                  <a:pt x="2493088" y="2011219"/>
                  <a:pt x="2493088" y="1416802"/>
                </a:cubicBezTo>
                <a:cubicBezTo>
                  <a:pt x="2493088" y="822385"/>
                  <a:pt x="2011218" y="340515"/>
                  <a:pt x="1416801" y="340515"/>
                </a:cubicBezTo>
                <a:close/>
                <a:moveTo>
                  <a:pt x="1416802" y="0"/>
                </a:moveTo>
                <a:cubicBezTo>
                  <a:pt x="2199280" y="0"/>
                  <a:pt x="2833604" y="634324"/>
                  <a:pt x="2833604" y="1416802"/>
                </a:cubicBezTo>
                <a:cubicBezTo>
                  <a:pt x="2833604" y="2199280"/>
                  <a:pt x="2199280" y="2833604"/>
                  <a:pt x="1416802" y="2833604"/>
                </a:cubicBezTo>
                <a:cubicBezTo>
                  <a:pt x="634324" y="2833604"/>
                  <a:pt x="0" y="2199280"/>
                  <a:pt x="0" y="1416802"/>
                </a:cubicBezTo>
                <a:cubicBezTo>
                  <a:pt x="0" y="634324"/>
                  <a:pt x="634324" y="0"/>
                  <a:pt x="1416802" y="0"/>
                </a:cubicBezTo>
                <a:close/>
              </a:path>
            </a:pathLst>
          </a:custGeom>
          <a:solidFill>
            <a:schemeClr val="tx2"/>
          </a:solidFill>
        </p:spPr>
        <p:txBody>
          <a:bodyPr wrap="square">
            <a:noAutofit/>
          </a:bodyPr>
          <a:lstStyle/>
          <a:p>
            <a:pPr lvl="0"/>
            <a:r>
              <a:rPr lang="en-GB"/>
              <a:t> </a:t>
            </a:r>
          </a:p>
        </p:txBody>
      </p:sp>
      <p:sp>
        <p:nvSpPr>
          <p:cNvPr id="19" name="Text Placeholder 18">
            <a:extLst>
              <a:ext uri="{FF2B5EF4-FFF2-40B4-BE49-F238E27FC236}">
                <a16:creationId xmlns:a16="http://schemas.microsoft.com/office/drawing/2014/main" id="{BD35DE53-E0BA-4CB7-9205-1CB5B48BF9CA}"/>
              </a:ext>
            </a:extLst>
          </p:cNvPr>
          <p:cNvSpPr>
            <a:spLocks noGrp="1"/>
          </p:cNvSpPr>
          <p:nvPr>
            <p:ph type="body" sz="quarter" idx="14" hasCustomPrompt="1"/>
          </p:nvPr>
        </p:nvSpPr>
        <p:spPr>
          <a:xfrm>
            <a:off x="4659651" y="1947711"/>
            <a:ext cx="2833604" cy="2833604"/>
          </a:xfrm>
          <a:custGeom>
            <a:avLst/>
            <a:gdLst>
              <a:gd name="connsiteX0" fmla="*/ 1416801 w 2833604"/>
              <a:gd name="connsiteY0" fmla="*/ 340515 h 2833604"/>
              <a:gd name="connsiteX1" fmla="*/ 340514 w 2833604"/>
              <a:gd name="connsiteY1" fmla="*/ 1416802 h 2833604"/>
              <a:gd name="connsiteX2" fmla="*/ 1416801 w 2833604"/>
              <a:gd name="connsiteY2" fmla="*/ 2493089 h 2833604"/>
              <a:gd name="connsiteX3" fmla="*/ 2493088 w 2833604"/>
              <a:gd name="connsiteY3" fmla="*/ 1416802 h 2833604"/>
              <a:gd name="connsiteX4" fmla="*/ 1416801 w 2833604"/>
              <a:gd name="connsiteY4" fmla="*/ 340515 h 2833604"/>
              <a:gd name="connsiteX5" fmla="*/ 1416802 w 2833604"/>
              <a:gd name="connsiteY5" fmla="*/ 0 h 2833604"/>
              <a:gd name="connsiteX6" fmla="*/ 2833604 w 2833604"/>
              <a:gd name="connsiteY6" fmla="*/ 1416802 h 2833604"/>
              <a:gd name="connsiteX7" fmla="*/ 1416802 w 2833604"/>
              <a:gd name="connsiteY7" fmla="*/ 2833604 h 2833604"/>
              <a:gd name="connsiteX8" fmla="*/ 0 w 2833604"/>
              <a:gd name="connsiteY8" fmla="*/ 1416802 h 2833604"/>
              <a:gd name="connsiteX9" fmla="*/ 1416802 w 2833604"/>
              <a:gd name="connsiteY9" fmla="*/ 0 h 2833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33604" h="2833604">
                <a:moveTo>
                  <a:pt x="1416801" y="340515"/>
                </a:moveTo>
                <a:cubicBezTo>
                  <a:pt x="822384" y="340515"/>
                  <a:pt x="340514" y="822385"/>
                  <a:pt x="340514" y="1416802"/>
                </a:cubicBezTo>
                <a:cubicBezTo>
                  <a:pt x="340514" y="2011219"/>
                  <a:pt x="822384" y="2493089"/>
                  <a:pt x="1416801" y="2493089"/>
                </a:cubicBezTo>
                <a:cubicBezTo>
                  <a:pt x="2011218" y="2493089"/>
                  <a:pt x="2493088" y="2011219"/>
                  <a:pt x="2493088" y="1416802"/>
                </a:cubicBezTo>
                <a:cubicBezTo>
                  <a:pt x="2493088" y="822385"/>
                  <a:pt x="2011218" y="340515"/>
                  <a:pt x="1416801" y="340515"/>
                </a:cubicBezTo>
                <a:close/>
                <a:moveTo>
                  <a:pt x="1416802" y="0"/>
                </a:moveTo>
                <a:cubicBezTo>
                  <a:pt x="2199280" y="0"/>
                  <a:pt x="2833604" y="634324"/>
                  <a:pt x="2833604" y="1416802"/>
                </a:cubicBezTo>
                <a:cubicBezTo>
                  <a:pt x="2833604" y="2199280"/>
                  <a:pt x="2199280" y="2833604"/>
                  <a:pt x="1416802" y="2833604"/>
                </a:cubicBezTo>
                <a:cubicBezTo>
                  <a:pt x="634324" y="2833604"/>
                  <a:pt x="0" y="2199280"/>
                  <a:pt x="0" y="1416802"/>
                </a:cubicBezTo>
                <a:cubicBezTo>
                  <a:pt x="0" y="634324"/>
                  <a:pt x="634324" y="0"/>
                  <a:pt x="1416802" y="0"/>
                </a:cubicBezTo>
                <a:close/>
              </a:path>
            </a:pathLst>
          </a:custGeom>
          <a:solidFill>
            <a:schemeClr val="accent3"/>
          </a:solidFill>
        </p:spPr>
        <p:txBody>
          <a:bodyPr wrap="square">
            <a:noAutofit/>
          </a:bodyPr>
          <a:lstStyle/>
          <a:p>
            <a:pPr lvl="0"/>
            <a:r>
              <a:rPr lang="en-GB"/>
              <a:t> </a:t>
            </a:r>
          </a:p>
        </p:txBody>
      </p:sp>
      <p:sp>
        <p:nvSpPr>
          <p:cNvPr id="20" name="Text Placeholder 19">
            <a:extLst>
              <a:ext uri="{FF2B5EF4-FFF2-40B4-BE49-F238E27FC236}">
                <a16:creationId xmlns:a16="http://schemas.microsoft.com/office/drawing/2014/main" id="{099B0EA1-D486-46E3-9ECC-57746A1DD35A}"/>
              </a:ext>
            </a:extLst>
          </p:cNvPr>
          <p:cNvSpPr>
            <a:spLocks noGrp="1"/>
          </p:cNvSpPr>
          <p:nvPr>
            <p:ph type="body" sz="quarter" idx="15" hasCustomPrompt="1"/>
          </p:nvPr>
        </p:nvSpPr>
        <p:spPr>
          <a:xfrm>
            <a:off x="8544106" y="1947711"/>
            <a:ext cx="2833604" cy="2833604"/>
          </a:xfrm>
          <a:custGeom>
            <a:avLst/>
            <a:gdLst>
              <a:gd name="connsiteX0" fmla="*/ 1416801 w 2833604"/>
              <a:gd name="connsiteY0" fmla="*/ 340515 h 2833604"/>
              <a:gd name="connsiteX1" fmla="*/ 340514 w 2833604"/>
              <a:gd name="connsiteY1" fmla="*/ 1416802 h 2833604"/>
              <a:gd name="connsiteX2" fmla="*/ 1416801 w 2833604"/>
              <a:gd name="connsiteY2" fmla="*/ 2493089 h 2833604"/>
              <a:gd name="connsiteX3" fmla="*/ 2493088 w 2833604"/>
              <a:gd name="connsiteY3" fmla="*/ 1416802 h 2833604"/>
              <a:gd name="connsiteX4" fmla="*/ 1416801 w 2833604"/>
              <a:gd name="connsiteY4" fmla="*/ 340515 h 2833604"/>
              <a:gd name="connsiteX5" fmla="*/ 1416802 w 2833604"/>
              <a:gd name="connsiteY5" fmla="*/ 0 h 2833604"/>
              <a:gd name="connsiteX6" fmla="*/ 2833604 w 2833604"/>
              <a:gd name="connsiteY6" fmla="*/ 1416802 h 2833604"/>
              <a:gd name="connsiteX7" fmla="*/ 1416802 w 2833604"/>
              <a:gd name="connsiteY7" fmla="*/ 2833604 h 2833604"/>
              <a:gd name="connsiteX8" fmla="*/ 0 w 2833604"/>
              <a:gd name="connsiteY8" fmla="*/ 1416802 h 2833604"/>
              <a:gd name="connsiteX9" fmla="*/ 1416802 w 2833604"/>
              <a:gd name="connsiteY9" fmla="*/ 0 h 2833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33604" h="2833604">
                <a:moveTo>
                  <a:pt x="1416801" y="340515"/>
                </a:moveTo>
                <a:cubicBezTo>
                  <a:pt x="822384" y="340515"/>
                  <a:pt x="340514" y="822385"/>
                  <a:pt x="340514" y="1416802"/>
                </a:cubicBezTo>
                <a:cubicBezTo>
                  <a:pt x="340514" y="2011219"/>
                  <a:pt x="822384" y="2493089"/>
                  <a:pt x="1416801" y="2493089"/>
                </a:cubicBezTo>
                <a:cubicBezTo>
                  <a:pt x="2011218" y="2493089"/>
                  <a:pt x="2493088" y="2011219"/>
                  <a:pt x="2493088" y="1416802"/>
                </a:cubicBezTo>
                <a:cubicBezTo>
                  <a:pt x="2493088" y="822385"/>
                  <a:pt x="2011218" y="340515"/>
                  <a:pt x="1416801" y="340515"/>
                </a:cubicBezTo>
                <a:close/>
                <a:moveTo>
                  <a:pt x="1416802" y="0"/>
                </a:moveTo>
                <a:cubicBezTo>
                  <a:pt x="2199280" y="0"/>
                  <a:pt x="2833604" y="634324"/>
                  <a:pt x="2833604" y="1416802"/>
                </a:cubicBezTo>
                <a:cubicBezTo>
                  <a:pt x="2833604" y="2199280"/>
                  <a:pt x="2199280" y="2833604"/>
                  <a:pt x="1416802" y="2833604"/>
                </a:cubicBezTo>
                <a:cubicBezTo>
                  <a:pt x="634324" y="2833604"/>
                  <a:pt x="0" y="2199280"/>
                  <a:pt x="0" y="1416802"/>
                </a:cubicBezTo>
                <a:cubicBezTo>
                  <a:pt x="0" y="634324"/>
                  <a:pt x="634324" y="0"/>
                  <a:pt x="1416802" y="0"/>
                </a:cubicBezTo>
                <a:close/>
              </a:path>
            </a:pathLst>
          </a:custGeom>
          <a:solidFill>
            <a:schemeClr val="accent5"/>
          </a:solidFill>
        </p:spPr>
        <p:txBody>
          <a:bodyPr wrap="square">
            <a:noAutofit/>
          </a:bodyPr>
          <a:lstStyle/>
          <a:p>
            <a:pPr lvl="0"/>
            <a:r>
              <a:rPr lang="en-GB"/>
              <a:t> </a:t>
            </a:r>
          </a:p>
        </p:txBody>
      </p:sp>
      <p:sp>
        <p:nvSpPr>
          <p:cNvPr id="22" name="Picture Placeholder 21">
            <a:extLst>
              <a:ext uri="{FF2B5EF4-FFF2-40B4-BE49-F238E27FC236}">
                <a16:creationId xmlns:a16="http://schemas.microsoft.com/office/drawing/2014/main" id="{ADBCF54D-9A3B-4C8B-9C66-1736C4373C8D}"/>
              </a:ext>
            </a:extLst>
          </p:cNvPr>
          <p:cNvSpPr>
            <a:spLocks noGrp="1"/>
          </p:cNvSpPr>
          <p:nvPr>
            <p:ph type="pic" sz="quarter" idx="16" hasCustomPrompt="1"/>
          </p:nvPr>
        </p:nvSpPr>
        <p:spPr>
          <a:xfrm>
            <a:off x="1285876" y="2944619"/>
            <a:ext cx="1935163" cy="839788"/>
          </a:xfrm>
        </p:spPr>
        <p:txBody>
          <a:bodyPr/>
          <a:lstStyle>
            <a:lvl1pPr algn="ctr">
              <a:defRPr/>
            </a:lvl1pPr>
          </a:lstStyle>
          <a:p>
            <a:r>
              <a:rPr lang="en-GB"/>
              <a:t>Click icon to insert logo</a:t>
            </a:r>
          </a:p>
        </p:txBody>
      </p:sp>
      <p:sp>
        <p:nvSpPr>
          <p:cNvPr id="23" name="Picture Placeholder 21">
            <a:extLst>
              <a:ext uri="{FF2B5EF4-FFF2-40B4-BE49-F238E27FC236}">
                <a16:creationId xmlns:a16="http://schemas.microsoft.com/office/drawing/2014/main" id="{F739CC50-674C-4AEA-9CE7-F4151B8473E9}"/>
              </a:ext>
            </a:extLst>
          </p:cNvPr>
          <p:cNvSpPr>
            <a:spLocks noGrp="1"/>
          </p:cNvSpPr>
          <p:nvPr>
            <p:ph type="pic" sz="quarter" idx="17" hasCustomPrompt="1"/>
          </p:nvPr>
        </p:nvSpPr>
        <p:spPr>
          <a:xfrm>
            <a:off x="5108871" y="2944619"/>
            <a:ext cx="1935163" cy="839788"/>
          </a:xfrm>
        </p:spPr>
        <p:txBody>
          <a:bodyPr/>
          <a:lstStyle>
            <a:lvl1pPr algn="ctr">
              <a:defRPr/>
            </a:lvl1pPr>
          </a:lstStyle>
          <a:p>
            <a:r>
              <a:rPr lang="en-GB"/>
              <a:t>Click icon to insert logo</a:t>
            </a:r>
          </a:p>
        </p:txBody>
      </p:sp>
      <p:sp>
        <p:nvSpPr>
          <p:cNvPr id="24" name="Picture Placeholder 21">
            <a:extLst>
              <a:ext uri="{FF2B5EF4-FFF2-40B4-BE49-F238E27FC236}">
                <a16:creationId xmlns:a16="http://schemas.microsoft.com/office/drawing/2014/main" id="{97398EB1-ADBB-41D2-9E02-9E65C221DFBF}"/>
              </a:ext>
            </a:extLst>
          </p:cNvPr>
          <p:cNvSpPr>
            <a:spLocks noGrp="1"/>
          </p:cNvSpPr>
          <p:nvPr>
            <p:ph type="pic" sz="quarter" idx="18" hasCustomPrompt="1"/>
          </p:nvPr>
        </p:nvSpPr>
        <p:spPr>
          <a:xfrm>
            <a:off x="8993327" y="2944619"/>
            <a:ext cx="1935163" cy="839788"/>
          </a:xfrm>
        </p:spPr>
        <p:txBody>
          <a:bodyPr/>
          <a:lstStyle>
            <a:lvl1pPr algn="ctr">
              <a:defRPr/>
            </a:lvl1pPr>
          </a:lstStyle>
          <a:p>
            <a:r>
              <a:rPr lang="en-GB"/>
              <a:t>Click icon to insert logo</a:t>
            </a:r>
          </a:p>
        </p:txBody>
      </p:sp>
      <p:sp>
        <p:nvSpPr>
          <p:cNvPr id="26" name="Text Placeholder 25">
            <a:extLst>
              <a:ext uri="{FF2B5EF4-FFF2-40B4-BE49-F238E27FC236}">
                <a16:creationId xmlns:a16="http://schemas.microsoft.com/office/drawing/2014/main" id="{DCA0A088-24D1-41F4-9431-4F70F6A7007F}"/>
              </a:ext>
            </a:extLst>
          </p:cNvPr>
          <p:cNvSpPr>
            <a:spLocks noGrp="1"/>
          </p:cNvSpPr>
          <p:nvPr>
            <p:ph type="body" sz="quarter" idx="19" hasCustomPrompt="1"/>
          </p:nvPr>
        </p:nvSpPr>
        <p:spPr>
          <a:xfrm>
            <a:off x="1134867" y="4965700"/>
            <a:ext cx="2233128" cy="1127125"/>
          </a:xfrm>
        </p:spPr>
        <p:txBody>
          <a:bodyPr/>
          <a:lstStyle>
            <a:lvl1pPr algn="ctr">
              <a:defRPr/>
            </a:lvl1pPr>
            <a:lvl2pPr algn="ctr">
              <a:defRPr/>
            </a:lvl2pPr>
            <a:lvl3pPr algn="ctr">
              <a:defRPr/>
            </a:lvl3pPr>
            <a:lvl4pPr algn="ctr">
              <a:defRPr/>
            </a:lvl4pPr>
            <a:lvl5pPr algn="ctr">
              <a:defRPr/>
            </a:lvl5pPr>
          </a:lstStyle>
          <a:p>
            <a:pPr lvl="0"/>
            <a:r>
              <a:rPr lang="en-US"/>
              <a:t>Enter  text here</a:t>
            </a:r>
          </a:p>
          <a:p>
            <a:pPr lvl="1"/>
            <a:r>
              <a:rPr lang="en-US"/>
              <a:t>Second level</a:t>
            </a:r>
          </a:p>
          <a:p>
            <a:pPr lvl="2"/>
            <a:r>
              <a:rPr lang="en-US"/>
              <a:t>Third level</a:t>
            </a:r>
          </a:p>
        </p:txBody>
      </p:sp>
      <p:sp>
        <p:nvSpPr>
          <p:cNvPr id="27" name="Text Placeholder 25">
            <a:extLst>
              <a:ext uri="{FF2B5EF4-FFF2-40B4-BE49-F238E27FC236}">
                <a16:creationId xmlns:a16="http://schemas.microsoft.com/office/drawing/2014/main" id="{AE68CDD8-5811-4446-9A31-C637126A51C9}"/>
              </a:ext>
            </a:extLst>
          </p:cNvPr>
          <p:cNvSpPr>
            <a:spLocks noGrp="1"/>
          </p:cNvSpPr>
          <p:nvPr>
            <p:ph type="body" sz="quarter" idx="20" hasCustomPrompt="1"/>
          </p:nvPr>
        </p:nvSpPr>
        <p:spPr>
          <a:xfrm>
            <a:off x="4959887" y="4965700"/>
            <a:ext cx="2233128" cy="1127125"/>
          </a:xfrm>
        </p:spPr>
        <p:txBody>
          <a:bodyPr/>
          <a:lstStyle>
            <a:lvl1pPr algn="ctr">
              <a:defRPr/>
            </a:lvl1pPr>
            <a:lvl2pPr algn="ctr">
              <a:defRPr/>
            </a:lvl2pPr>
            <a:lvl3pPr algn="ctr">
              <a:defRPr/>
            </a:lvl3pPr>
            <a:lvl4pPr algn="ctr">
              <a:defRPr/>
            </a:lvl4pPr>
            <a:lvl5pPr algn="ctr">
              <a:defRPr/>
            </a:lvl5pPr>
          </a:lstStyle>
          <a:p>
            <a:pPr lvl="0"/>
            <a:r>
              <a:rPr lang="en-US"/>
              <a:t>Enter  text here</a:t>
            </a:r>
          </a:p>
          <a:p>
            <a:pPr lvl="1"/>
            <a:r>
              <a:rPr lang="en-US"/>
              <a:t>Second level</a:t>
            </a:r>
          </a:p>
          <a:p>
            <a:pPr lvl="2"/>
            <a:r>
              <a:rPr lang="en-US"/>
              <a:t>Third level</a:t>
            </a:r>
          </a:p>
        </p:txBody>
      </p:sp>
      <p:sp>
        <p:nvSpPr>
          <p:cNvPr id="28" name="Text Placeholder 25">
            <a:extLst>
              <a:ext uri="{FF2B5EF4-FFF2-40B4-BE49-F238E27FC236}">
                <a16:creationId xmlns:a16="http://schemas.microsoft.com/office/drawing/2014/main" id="{569BD601-AD15-457F-8A66-9B8AAE6FD068}"/>
              </a:ext>
            </a:extLst>
          </p:cNvPr>
          <p:cNvSpPr>
            <a:spLocks noGrp="1"/>
          </p:cNvSpPr>
          <p:nvPr>
            <p:ph type="body" sz="quarter" idx="21" hasCustomPrompt="1"/>
          </p:nvPr>
        </p:nvSpPr>
        <p:spPr>
          <a:xfrm>
            <a:off x="8844343" y="4965699"/>
            <a:ext cx="2233128" cy="1127125"/>
          </a:xfrm>
        </p:spPr>
        <p:txBody>
          <a:bodyPr/>
          <a:lstStyle>
            <a:lvl1pPr algn="ctr">
              <a:defRPr/>
            </a:lvl1pPr>
            <a:lvl2pPr algn="ctr">
              <a:defRPr/>
            </a:lvl2pPr>
            <a:lvl3pPr algn="ctr">
              <a:defRPr/>
            </a:lvl3pPr>
            <a:lvl4pPr algn="ctr">
              <a:defRPr/>
            </a:lvl4pPr>
            <a:lvl5pPr algn="ctr">
              <a:defRPr/>
            </a:lvl5pPr>
          </a:lstStyle>
          <a:p>
            <a:pPr lvl="0"/>
            <a:r>
              <a:rPr lang="en-US"/>
              <a:t>Enter  text here</a:t>
            </a:r>
          </a:p>
          <a:p>
            <a:pPr lvl="1"/>
            <a:r>
              <a:rPr lang="en-US"/>
              <a:t>Second level</a:t>
            </a:r>
          </a:p>
          <a:p>
            <a:pPr lvl="2"/>
            <a:r>
              <a:rPr lang="en-US"/>
              <a:t>Third level</a:t>
            </a:r>
          </a:p>
        </p:txBody>
      </p:sp>
      <p:sp>
        <p:nvSpPr>
          <p:cNvPr id="7" name="Title 6">
            <a:extLst>
              <a:ext uri="{FF2B5EF4-FFF2-40B4-BE49-F238E27FC236}">
                <a16:creationId xmlns:a16="http://schemas.microsoft.com/office/drawing/2014/main" id="{2F481502-7B7E-7540-87D4-EAB39AAAAB5E}"/>
              </a:ext>
            </a:extLst>
          </p:cNvPr>
          <p:cNvSpPr>
            <a:spLocks noGrp="1"/>
          </p:cNvSpPr>
          <p:nvPr>
            <p:ph type="title"/>
          </p:nvPr>
        </p:nvSpPr>
        <p:spPr>
          <a:xfrm>
            <a:off x="318838" y="342001"/>
            <a:ext cx="7351295" cy="733927"/>
          </a:xfrm>
        </p:spPr>
        <p:txBody>
          <a:bodyPr/>
          <a:lstStyle/>
          <a:p>
            <a:r>
              <a:rPr lang="en-US"/>
              <a:t>Click to edit Master title style</a:t>
            </a:r>
          </a:p>
        </p:txBody>
      </p:sp>
    </p:spTree>
    <p:extLst>
      <p:ext uri="{BB962C8B-B14F-4D97-AF65-F5344CB8AC3E}">
        <p14:creationId xmlns:p14="http://schemas.microsoft.com/office/powerpoint/2010/main" val="2985667481"/>
      </p:ext>
    </p:extLst>
  </p:cSld>
  <p:clrMapOvr>
    <a:masterClrMapping/>
  </p:clrMapOvr>
  <p:transition spd="slow">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Three Column Logos">
    <p:spTree>
      <p:nvGrpSpPr>
        <p:cNvPr id="1" name=""/>
        <p:cNvGrpSpPr/>
        <p:nvPr/>
      </p:nvGrpSpPr>
      <p:grpSpPr>
        <a:xfrm>
          <a:off x="0" y="0"/>
          <a:ext cx="0" cy="0"/>
          <a:chOff x="0" y="0"/>
          <a:chExt cx="0" cy="0"/>
        </a:xfrm>
      </p:grpSpPr>
      <p:sp>
        <p:nvSpPr>
          <p:cNvPr id="42" name="Picture Placeholder 12">
            <a:extLst>
              <a:ext uri="{FF2B5EF4-FFF2-40B4-BE49-F238E27FC236}">
                <a16:creationId xmlns:a16="http://schemas.microsoft.com/office/drawing/2014/main" id="{A1542BDF-8059-48C3-ABA7-BADB413138C6}"/>
              </a:ext>
            </a:extLst>
          </p:cNvPr>
          <p:cNvSpPr>
            <a:spLocks noGrp="1"/>
          </p:cNvSpPr>
          <p:nvPr>
            <p:ph type="pic" sz="quarter" idx="31" hasCustomPrompt="1"/>
          </p:nvPr>
        </p:nvSpPr>
        <p:spPr>
          <a:xfrm>
            <a:off x="8524761" y="1944887"/>
            <a:ext cx="2833200" cy="2833200"/>
          </a:xfrm>
          <a:prstGeom prst="ellipse">
            <a:avLst/>
          </a:prstGeom>
          <a:solidFill>
            <a:schemeClr val="tx2">
              <a:lumMod val="40000"/>
              <a:lumOff val="60000"/>
            </a:schemeClr>
          </a:solidFill>
        </p:spPr>
        <p:txBody>
          <a:bodyPr/>
          <a:lstStyle>
            <a:lvl1pPr algn="ctr">
              <a:defRPr/>
            </a:lvl1pPr>
          </a:lstStyle>
          <a:p>
            <a:r>
              <a:rPr lang="en-GB"/>
              <a:t>Click icon to insert image</a:t>
            </a:r>
          </a:p>
        </p:txBody>
      </p:sp>
      <p:sp>
        <p:nvSpPr>
          <p:cNvPr id="41" name="Picture Placeholder 12">
            <a:extLst>
              <a:ext uri="{FF2B5EF4-FFF2-40B4-BE49-F238E27FC236}">
                <a16:creationId xmlns:a16="http://schemas.microsoft.com/office/drawing/2014/main" id="{A1542BDF-8059-48C3-ABA7-BADB413138C6}"/>
              </a:ext>
            </a:extLst>
          </p:cNvPr>
          <p:cNvSpPr>
            <a:spLocks noGrp="1"/>
          </p:cNvSpPr>
          <p:nvPr>
            <p:ph type="pic" sz="quarter" idx="30" hasCustomPrompt="1"/>
          </p:nvPr>
        </p:nvSpPr>
        <p:spPr>
          <a:xfrm>
            <a:off x="4659852" y="1944887"/>
            <a:ext cx="2833200" cy="2833200"/>
          </a:xfrm>
          <a:prstGeom prst="ellipse">
            <a:avLst/>
          </a:prstGeom>
          <a:solidFill>
            <a:schemeClr val="tx2">
              <a:lumMod val="40000"/>
              <a:lumOff val="60000"/>
            </a:schemeClr>
          </a:solidFill>
        </p:spPr>
        <p:txBody>
          <a:bodyPr/>
          <a:lstStyle>
            <a:lvl1pPr algn="ctr">
              <a:defRPr/>
            </a:lvl1pPr>
          </a:lstStyle>
          <a:p>
            <a:r>
              <a:rPr lang="en-GB"/>
              <a:t>Click icon to insert image</a:t>
            </a:r>
          </a:p>
        </p:txBody>
      </p:sp>
      <p:sp>
        <p:nvSpPr>
          <p:cNvPr id="40" name="Picture Placeholder 12">
            <a:extLst>
              <a:ext uri="{FF2B5EF4-FFF2-40B4-BE49-F238E27FC236}">
                <a16:creationId xmlns:a16="http://schemas.microsoft.com/office/drawing/2014/main" id="{A1542BDF-8059-48C3-ABA7-BADB413138C6}"/>
              </a:ext>
            </a:extLst>
          </p:cNvPr>
          <p:cNvSpPr>
            <a:spLocks noGrp="1"/>
          </p:cNvSpPr>
          <p:nvPr>
            <p:ph type="pic" sz="quarter" idx="29" hasCustomPrompt="1"/>
          </p:nvPr>
        </p:nvSpPr>
        <p:spPr>
          <a:xfrm>
            <a:off x="834831" y="1944887"/>
            <a:ext cx="2833200" cy="2833200"/>
          </a:xfrm>
          <a:prstGeom prst="ellipse">
            <a:avLst/>
          </a:prstGeom>
          <a:solidFill>
            <a:schemeClr val="tx2">
              <a:lumMod val="40000"/>
              <a:lumOff val="60000"/>
            </a:schemeClr>
          </a:solidFill>
        </p:spPr>
        <p:txBody>
          <a:bodyPr/>
          <a:lstStyle>
            <a:lvl1pPr algn="ctr">
              <a:defRPr/>
            </a:lvl1pPr>
          </a:lstStyle>
          <a:p>
            <a:r>
              <a:rPr lang="en-GB"/>
              <a:t>Click icon to insert image</a:t>
            </a:r>
          </a:p>
        </p:txBody>
      </p:sp>
      <p:sp>
        <p:nvSpPr>
          <p:cNvPr id="5" name="Slide Number Placeholder 4">
            <a:extLst>
              <a:ext uri="{FF2B5EF4-FFF2-40B4-BE49-F238E27FC236}">
                <a16:creationId xmlns:a16="http://schemas.microsoft.com/office/drawing/2014/main" id="{627D8611-3A58-452C-83BC-502D124B88FD}"/>
              </a:ext>
            </a:extLst>
          </p:cNvPr>
          <p:cNvSpPr>
            <a:spLocks noGrp="1"/>
          </p:cNvSpPr>
          <p:nvPr>
            <p:ph type="sldNum" sz="quarter" idx="12"/>
          </p:nvPr>
        </p:nvSpPr>
        <p:spPr/>
        <p:txBody>
          <a:bodyPr/>
          <a:lstStyle>
            <a:lvl1pPr>
              <a:defRPr>
                <a:solidFill>
                  <a:schemeClr val="tx1"/>
                </a:solidFill>
              </a:defRPr>
            </a:lvl1pPr>
          </a:lstStyle>
          <a:p>
            <a:fld id="{F8E47D07-9D1E-4FE9-B31A-2F5863681021}" type="slidenum">
              <a:rPr lang="en-GB" smtClean="0"/>
              <a:pPr/>
              <a:t>‹#›</a:t>
            </a:fld>
            <a:endParaRPr lang="en-GB"/>
          </a:p>
        </p:txBody>
      </p:sp>
      <p:cxnSp>
        <p:nvCxnSpPr>
          <p:cNvPr id="11" name="Straight Connector 10">
            <a:extLst>
              <a:ext uri="{FF2B5EF4-FFF2-40B4-BE49-F238E27FC236}">
                <a16:creationId xmlns:a16="http://schemas.microsoft.com/office/drawing/2014/main" id="{73AB394A-8078-49D6-B187-CB4F1D3B5954}"/>
              </a:ext>
            </a:extLst>
          </p:cNvPr>
          <p:cNvCxnSpPr>
            <a:cxnSpLocks/>
          </p:cNvCxnSpPr>
          <p:nvPr userDrawn="1"/>
        </p:nvCxnSpPr>
        <p:spPr>
          <a:xfrm>
            <a:off x="4143997" y="1648047"/>
            <a:ext cx="0" cy="456168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143B295-29E8-4C53-85EA-96685F81D1C6}"/>
              </a:ext>
            </a:extLst>
          </p:cNvPr>
          <p:cNvCxnSpPr>
            <a:cxnSpLocks/>
          </p:cNvCxnSpPr>
          <p:nvPr userDrawn="1"/>
        </p:nvCxnSpPr>
        <p:spPr>
          <a:xfrm>
            <a:off x="8008907" y="1648047"/>
            <a:ext cx="0" cy="456168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Text Placeholder 25">
            <a:extLst>
              <a:ext uri="{FF2B5EF4-FFF2-40B4-BE49-F238E27FC236}">
                <a16:creationId xmlns:a16="http://schemas.microsoft.com/office/drawing/2014/main" id="{DCA0A088-24D1-41F4-9431-4F70F6A7007F}"/>
              </a:ext>
            </a:extLst>
          </p:cNvPr>
          <p:cNvSpPr>
            <a:spLocks noGrp="1"/>
          </p:cNvSpPr>
          <p:nvPr>
            <p:ph type="body" sz="quarter" idx="19" hasCustomPrompt="1"/>
          </p:nvPr>
        </p:nvSpPr>
        <p:spPr>
          <a:xfrm>
            <a:off x="1134867" y="4965700"/>
            <a:ext cx="2233128" cy="1127125"/>
          </a:xfrm>
        </p:spPr>
        <p:txBody>
          <a:bodyPr/>
          <a:lstStyle>
            <a:lvl1pPr algn="ctr">
              <a:defRPr/>
            </a:lvl1pPr>
            <a:lvl2pPr algn="ctr">
              <a:defRPr/>
            </a:lvl2pPr>
            <a:lvl3pPr algn="ctr">
              <a:defRPr/>
            </a:lvl3pPr>
            <a:lvl4pPr algn="ctr">
              <a:defRPr/>
            </a:lvl4pPr>
            <a:lvl5pPr algn="ctr">
              <a:defRPr/>
            </a:lvl5pPr>
          </a:lstStyle>
          <a:p>
            <a:pPr lvl="0"/>
            <a:r>
              <a:rPr lang="en-US"/>
              <a:t>Enter  text here</a:t>
            </a:r>
          </a:p>
          <a:p>
            <a:pPr lvl="1"/>
            <a:r>
              <a:rPr lang="en-US"/>
              <a:t>Second level</a:t>
            </a:r>
          </a:p>
          <a:p>
            <a:pPr lvl="2"/>
            <a:r>
              <a:rPr lang="en-US"/>
              <a:t>Third level</a:t>
            </a:r>
          </a:p>
        </p:txBody>
      </p:sp>
      <p:sp>
        <p:nvSpPr>
          <p:cNvPr id="27" name="Text Placeholder 25">
            <a:extLst>
              <a:ext uri="{FF2B5EF4-FFF2-40B4-BE49-F238E27FC236}">
                <a16:creationId xmlns:a16="http://schemas.microsoft.com/office/drawing/2014/main" id="{AE68CDD8-5811-4446-9A31-C637126A51C9}"/>
              </a:ext>
            </a:extLst>
          </p:cNvPr>
          <p:cNvSpPr>
            <a:spLocks noGrp="1"/>
          </p:cNvSpPr>
          <p:nvPr>
            <p:ph type="body" sz="quarter" idx="20" hasCustomPrompt="1"/>
          </p:nvPr>
        </p:nvSpPr>
        <p:spPr>
          <a:xfrm>
            <a:off x="4959887" y="4965700"/>
            <a:ext cx="2233128" cy="1127125"/>
          </a:xfrm>
        </p:spPr>
        <p:txBody>
          <a:bodyPr/>
          <a:lstStyle>
            <a:lvl1pPr algn="ctr">
              <a:defRPr/>
            </a:lvl1pPr>
            <a:lvl2pPr algn="ctr">
              <a:defRPr/>
            </a:lvl2pPr>
            <a:lvl3pPr algn="ctr">
              <a:defRPr/>
            </a:lvl3pPr>
            <a:lvl4pPr algn="ctr">
              <a:defRPr/>
            </a:lvl4pPr>
            <a:lvl5pPr algn="ctr">
              <a:defRPr/>
            </a:lvl5pPr>
          </a:lstStyle>
          <a:p>
            <a:pPr lvl="0"/>
            <a:r>
              <a:rPr lang="en-US"/>
              <a:t>Enter  text here</a:t>
            </a:r>
          </a:p>
          <a:p>
            <a:pPr lvl="1"/>
            <a:r>
              <a:rPr lang="en-US"/>
              <a:t>Second level</a:t>
            </a:r>
          </a:p>
          <a:p>
            <a:pPr lvl="2"/>
            <a:r>
              <a:rPr lang="en-US"/>
              <a:t>Third level</a:t>
            </a:r>
          </a:p>
        </p:txBody>
      </p:sp>
      <p:sp>
        <p:nvSpPr>
          <p:cNvPr id="28" name="Text Placeholder 25">
            <a:extLst>
              <a:ext uri="{FF2B5EF4-FFF2-40B4-BE49-F238E27FC236}">
                <a16:creationId xmlns:a16="http://schemas.microsoft.com/office/drawing/2014/main" id="{569BD601-AD15-457F-8A66-9B8AAE6FD068}"/>
              </a:ext>
            </a:extLst>
          </p:cNvPr>
          <p:cNvSpPr>
            <a:spLocks noGrp="1"/>
          </p:cNvSpPr>
          <p:nvPr>
            <p:ph type="body" sz="quarter" idx="21" hasCustomPrompt="1"/>
          </p:nvPr>
        </p:nvSpPr>
        <p:spPr>
          <a:xfrm>
            <a:off x="8844343" y="4965699"/>
            <a:ext cx="2233128" cy="1127125"/>
          </a:xfrm>
        </p:spPr>
        <p:txBody>
          <a:bodyPr/>
          <a:lstStyle>
            <a:lvl1pPr algn="ctr">
              <a:defRPr/>
            </a:lvl1pPr>
            <a:lvl2pPr algn="ctr">
              <a:defRPr/>
            </a:lvl2pPr>
            <a:lvl3pPr algn="ctr">
              <a:defRPr/>
            </a:lvl3pPr>
            <a:lvl4pPr algn="ctr">
              <a:defRPr/>
            </a:lvl4pPr>
            <a:lvl5pPr algn="ctr">
              <a:defRPr/>
            </a:lvl5pPr>
          </a:lstStyle>
          <a:p>
            <a:pPr lvl="0"/>
            <a:r>
              <a:rPr lang="en-US"/>
              <a:t>Enter  text here</a:t>
            </a:r>
          </a:p>
          <a:p>
            <a:pPr lvl="1"/>
            <a:r>
              <a:rPr lang="en-US"/>
              <a:t>Second level</a:t>
            </a:r>
          </a:p>
          <a:p>
            <a:pPr lvl="2"/>
            <a:r>
              <a:rPr lang="en-US"/>
              <a:t>Third level</a:t>
            </a:r>
          </a:p>
        </p:txBody>
      </p:sp>
      <p:sp>
        <p:nvSpPr>
          <p:cNvPr id="6" name="Title 5">
            <a:extLst>
              <a:ext uri="{FF2B5EF4-FFF2-40B4-BE49-F238E27FC236}">
                <a16:creationId xmlns:a16="http://schemas.microsoft.com/office/drawing/2014/main" id="{E1DF4D46-3F27-A54A-94A3-245DFCF34E05}"/>
              </a:ext>
            </a:extLst>
          </p:cNvPr>
          <p:cNvSpPr>
            <a:spLocks noGrp="1"/>
          </p:cNvSpPr>
          <p:nvPr>
            <p:ph type="title"/>
          </p:nvPr>
        </p:nvSpPr>
        <p:spPr>
          <a:xfrm>
            <a:off x="318838" y="342001"/>
            <a:ext cx="7351295" cy="733927"/>
          </a:xfrm>
        </p:spPr>
        <p:txBody>
          <a:bodyPr/>
          <a:lstStyle/>
          <a:p>
            <a:r>
              <a:rPr lang="en-US"/>
              <a:t>Click to edit Master title style</a:t>
            </a:r>
          </a:p>
        </p:txBody>
      </p:sp>
    </p:spTree>
    <p:extLst>
      <p:ext uri="{BB962C8B-B14F-4D97-AF65-F5344CB8AC3E}">
        <p14:creationId xmlns:p14="http://schemas.microsoft.com/office/powerpoint/2010/main" val="3623542989"/>
      </p:ext>
    </p:extLst>
  </p:cSld>
  <p:clrMapOvr>
    <a:masterClrMapping/>
  </p:clrMapOvr>
  <p:transition spd="slow">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Four Column">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A5A9BB9-0675-4A65-976B-3EAFF0CCE79F}"/>
              </a:ext>
            </a:extLst>
          </p:cNvPr>
          <p:cNvSpPr>
            <a:spLocks noGrp="1"/>
          </p:cNvSpPr>
          <p:nvPr>
            <p:ph type="sldNum" sz="quarter" idx="12"/>
          </p:nvPr>
        </p:nvSpPr>
        <p:spPr/>
        <p:txBody>
          <a:bodyPr/>
          <a:lstStyle>
            <a:lvl1pPr>
              <a:defRPr>
                <a:solidFill>
                  <a:schemeClr val="tx1"/>
                </a:solidFill>
              </a:defRPr>
            </a:lvl1pPr>
          </a:lstStyle>
          <a:p>
            <a:fld id="{F8E47D07-9D1E-4FE9-B31A-2F5863681021}" type="slidenum">
              <a:rPr lang="en-GB" smtClean="0"/>
              <a:pPr/>
              <a:t>‹#›</a:t>
            </a:fld>
            <a:endParaRPr lang="en-GB"/>
          </a:p>
        </p:txBody>
      </p:sp>
      <p:cxnSp>
        <p:nvCxnSpPr>
          <p:cNvPr id="8" name="Straight Connector 7">
            <a:extLst>
              <a:ext uri="{FF2B5EF4-FFF2-40B4-BE49-F238E27FC236}">
                <a16:creationId xmlns:a16="http://schemas.microsoft.com/office/drawing/2014/main" id="{9506DF32-732C-49AF-AE54-431578BFCD94}"/>
              </a:ext>
            </a:extLst>
          </p:cNvPr>
          <p:cNvCxnSpPr>
            <a:cxnSpLocks/>
          </p:cNvCxnSpPr>
          <p:nvPr userDrawn="1"/>
        </p:nvCxnSpPr>
        <p:spPr>
          <a:xfrm>
            <a:off x="3282760" y="2254103"/>
            <a:ext cx="0" cy="395562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DD99B85-0374-4246-B12F-16225D25BECC}"/>
              </a:ext>
            </a:extLst>
          </p:cNvPr>
          <p:cNvCxnSpPr>
            <a:cxnSpLocks/>
          </p:cNvCxnSpPr>
          <p:nvPr userDrawn="1"/>
        </p:nvCxnSpPr>
        <p:spPr>
          <a:xfrm>
            <a:off x="6096000" y="2254103"/>
            <a:ext cx="0" cy="395562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C9DF6F-BA2C-4D1C-BE3E-C560BB58528D}"/>
              </a:ext>
            </a:extLst>
          </p:cNvPr>
          <p:cNvCxnSpPr>
            <a:cxnSpLocks/>
          </p:cNvCxnSpPr>
          <p:nvPr userDrawn="1"/>
        </p:nvCxnSpPr>
        <p:spPr>
          <a:xfrm>
            <a:off x="8909240" y="2254103"/>
            <a:ext cx="0" cy="395562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A1542BDF-8059-48C3-ABA7-BADB413138C6}"/>
              </a:ext>
            </a:extLst>
          </p:cNvPr>
          <p:cNvSpPr>
            <a:spLocks noGrp="1"/>
          </p:cNvSpPr>
          <p:nvPr>
            <p:ph type="pic" sz="quarter" idx="13" hasCustomPrompt="1"/>
          </p:nvPr>
        </p:nvSpPr>
        <p:spPr>
          <a:xfrm>
            <a:off x="866490" y="2243470"/>
            <a:ext cx="2019300" cy="2041525"/>
          </a:xfrm>
          <a:prstGeom prst="ellipse">
            <a:avLst/>
          </a:prstGeom>
          <a:solidFill>
            <a:schemeClr val="tx2">
              <a:lumMod val="40000"/>
              <a:lumOff val="60000"/>
            </a:schemeClr>
          </a:solidFill>
        </p:spPr>
        <p:txBody>
          <a:bodyPr/>
          <a:lstStyle>
            <a:lvl1pPr algn="ctr">
              <a:defRPr/>
            </a:lvl1pPr>
          </a:lstStyle>
          <a:p>
            <a:r>
              <a:rPr lang="en-GB"/>
              <a:t>Click icon to insert image</a:t>
            </a:r>
          </a:p>
        </p:txBody>
      </p:sp>
      <p:sp>
        <p:nvSpPr>
          <p:cNvPr id="14" name="Picture Placeholder 12">
            <a:extLst>
              <a:ext uri="{FF2B5EF4-FFF2-40B4-BE49-F238E27FC236}">
                <a16:creationId xmlns:a16="http://schemas.microsoft.com/office/drawing/2014/main" id="{209C8FD6-2A62-49B9-8E51-57F4F1A48ED8}"/>
              </a:ext>
            </a:extLst>
          </p:cNvPr>
          <p:cNvSpPr>
            <a:spLocks noGrp="1"/>
          </p:cNvSpPr>
          <p:nvPr>
            <p:ph type="pic" sz="quarter" idx="14" hasCustomPrompt="1"/>
          </p:nvPr>
        </p:nvSpPr>
        <p:spPr>
          <a:xfrm>
            <a:off x="3679731" y="2243470"/>
            <a:ext cx="2019300" cy="2041525"/>
          </a:xfrm>
          <a:prstGeom prst="ellipse">
            <a:avLst/>
          </a:prstGeom>
          <a:solidFill>
            <a:schemeClr val="tx2">
              <a:lumMod val="40000"/>
              <a:lumOff val="60000"/>
            </a:schemeClr>
          </a:solidFill>
        </p:spPr>
        <p:txBody>
          <a:bodyPr/>
          <a:lstStyle>
            <a:lvl1pPr algn="ctr">
              <a:defRPr/>
            </a:lvl1pPr>
          </a:lstStyle>
          <a:p>
            <a:r>
              <a:rPr lang="en-GB"/>
              <a:t>Click icon to insert image</a:t>
            </a:r>
          </a:p>
        </p:txBody>
      </p:sp>
      <p:sp>
        <p:nvSpPr>
          <p:cNvPr id="15" name="Picture Placeholder 12">
            <a:extLst>
              <a:ext uri="{FF2B5EF4-FFF2-40B4-BE49-F238E27FC236}">
                <a16:creationId xmlns:a16="http://schemas.microsoft.com/office/drawing/2014/main" id="{57D3FDBE-8881-40CD-B5E1-19B49CA9ADF8}"/>
              </a:ext>
            </a:extLst>
          </p:cNvPr>
          <p:cNvSpPr>
            <a:spLocks noGrp="1"/>
          </p:cNvSpPr>
          <p:nvPr>
            <p:ph type="pic" sz="quarter" idx="15" hasCustomPrompt="1"/>
          </p:nvPr>
        </p:nvSpPr>
        <p:spPr>
          <a:xfrm>
            <a:off x="6492970" y="2243470"/>
            <a:ext cx="2019300" cy="2041525"/>
          </a:xfrm>
          <a:prstGeom prst="ellipse">
            <a:avLst/>
          </a:prstGeom>
          <a:solidFill>
            <a:schemeClr val="tx2">
              <a:lumMod val="40000"/>
              <a:lumOff val="60000"/>
            </a:schemeClr>
          </a:solidFill>
        </p:spPr>
        <p:txBody>
          <a:bodyPr/>
          <a:lstStyle>
            <a:lvl1pPr algn="ctr">
              <a:defRPr/>
            </a:lvl1pPr>
          </a:lstStyle>
          <a:p>
            <a:r>
              <a:rPr lang="en-GB"/>
              <a:t>Click icon to insert image</a:t>
            </a:r>
          </a:p>
        </p:txBody>
      </p:sp>
      <p:sp>
        <p:nvSpPr>
          <p:cNvPr id="16" name="Picture Placeholder 12">
            <a:extLst>
              <a:ext uri="{FF2B5EF4-FFF2-40B4-BE49-F238E27FC236}">
                <a16:creationId xmlns:a16="http://schemas.microsoft.com/office/drawing/2014/main" id="{F3C7DDB3-B1E9-4E30-AB01-8AEC093DE2FF}"/>
              </a:ext>
            </a:extLst>
          </p:cNvPr>
          <p:cNvSpPr>
            <a:spLocks noGrp="1"/>
          </p:cNvSpPr>
          <p:nvPr>
            <p:ph type="pic" sz="quarter" idx="16" hasCustomPrompt="1"/>
          </p:nvPr>
        </p:nvSpPr>
        <p:spPr>
          <a:xfrm>
            <a:off x="9306209" y="2243470"/>
            <a:ext cx="2019300" cy="2041525"/>
          </a:xfrm>
          <a:prstGeom prst="ellipse">
            <a:avLst/>
          </a:prstGeom>
          <a:solidFill>
            <a:schemeClr val="tx2">
              <a:lumMod val="40000"/>
              <a:lumOff val="60000"/>
            </a:schemeClr>
          </a:solidFill>
        </p:spPr>
        <p:txBody>
          <a:bodyPr/>
          <a:lstStyle>
            <a:lvl1pPr algn="ctr">
              <a:defRPr/>
            </a:lvl1pPr>
          </a:lstStyle>
          <a:p>
            <a:r>
              <a:rPr lang="en-GB"/>
              <a:t>Click icon to insert image</a:t>
            </a:r>
          </a:p>
        </p:txBody>
      </p:sp>
      <p:sp>
        <p:nvSpPr>
          <p:cNvPr id="17" name="Text Placeholder 25">
            <a:extLst>
              <a:ext uri="{FF2B5EF4-FFF2-40B4-BE49-F238E27FC236}">
                <a16:creationId xmlns:a16="http://schemas.microsoft.com/office/drawing/2014/main" id="{9304C8CE-E4AD-4170-9EC3-2B27D88212CA}"/>
              </a:ext>
            </a:extLst>
          </p:cNvPr>
          <p:cNvSpPr>
            <a:spLocks noGrp="1"/>
          </p:cNvSpPr>
          <p:nvPr>
            <p:ph type="body" sz="quarter" idx="19" hasCustomPrompt="1"/>
          </p:nvPr>
        </p:nvSpPr>
        <p:spPr>
          <a:xfrm>
            <a:off x="616909" y="4444372"/>
            <a:ext cx="2509728" cy="1127125"/>
          </a:xfrm>
        </p:spPr>
        <p:txBody>
          <a:bodyPr/>
          <a:lstStyle>
            <a:lvl1pPr algn="ctr">
              <a:defRPr/>
            </a:lvl1pPr>
            <a:lvl2pPr algn="ctr">
              <a:defRPr/>
            </a:lvl2pPr>
            <a:lvl3pPr algn="ctr">
              <a:defRPr/>
            </a:lvl3pPr>
            <a:lvl4pPr algn="ctr">
              <a:defRPr/>
            </a:lvl4pPr>
            <a:lvl5pPr algn="ctr">
              <a:defRPr/>
            </a:lvl5pPr>
          </a:lstStyle>
          <a:p>
            <a:pPr lvl="0"/>
            <a:r>
              <a:rPr lang="en-US"/>
              <a:t>Enter text here</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25">
            <a:extLst>
              <a:ext uri="{FF2B5EF4-FFF2-40B4-BE49-F238E27FC236}">
                <a16:creationId xmlns:a16="http://schemas.microsoft.com/office/drawing/2014/main" id="{464B49E4-5EA1-450A-9646-62B7E62FFEB9}"/>
              </a:ext>
            </a:extLst>
          </p:cNvPr>
          <p:cNvSpPr>
            <a:spLocks noGrp="1"/>
          </p:cNvSpPr>
          <p:nvPr>
            <p:ph type="body" sz="quarter" idx="20" hasCustomPrompt="1"/>
          </p:nvPr>
        </p:nvSpPr>
        <p:spPr>
          <a:xfrm>
            <a:off x="3438884" y="4444372"/>
            <a:ext cx="2509728" cy="1127125"/>
          </a:xfrm>
        </p:spPr>
        <p:txBody>
          <a:bodyPr/>
          <a:lstStyle>
            <a:lvl1pPr algn="ctr">
              <a:defRPr/>
            </a:lvl1pPr>
            <a:lvl2pPr algn="ctr">
              <a:defRPr/>
            </a:lvl2pPr>
            <a:lvl3pPr algn="ctr">
              <a:defRPr/>
            </a:lvl3pPr>
            <a:lvl4pPr algn="ctr">
              <a:defRPr/>
            </a:lvl4pPr>
            <a:lvl5pPr algn="ctr">
              <a:defRPr/>
            </a:lvl5pPr>
          </a:lstStyle>
          <a:p>
            <a:pPr lvl="0"/>
            <a:r>
              <a:rPr lang="en-US"/>
              <a:t>Enter text here</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25">
            <a:extLst>
              <a:ext uri="{FF2B5EF4-FFF2-40B4-BE49-F238E27FC236}">
                <a16:creationId xmlns:a16="http://schemas.microsoft.com/office/drawing/2014/main" id="{5B3BCB4E-4B72-44FE-B068-44A3EB31B222}"/>
              </a:ext>
            </a:extLst>
          </p:cNvPr>
          <p:cNvSpPr>
            <a:spLocks noGrp="1"/>
          </p:cNvSpPr>
          <p:nvPr>
            <p:ph type="body" sz="quarter" idx="21" hasCustomPrompt="1"/>
          </p:nvPr>
        </p:nvSpPr>
        <p:spPr>
          <a:xfrm>
            <a:off x="6252123" y="4444372"/>
            <a:ext cx="2509728" cy="1127125"/>
          </a:xfrm>
        </p:spPr>
        <p:txBody>
          <a:bodyPr/>
          <a:lstStyle>
            <a:lvl1pPr algn="ctr">
              <a:defRPr/>
            </a:lvl1pPr>
            <a:lvl2pPr algn="ctr">
              <a:defRPr/>
            </a:lvl2pPr>
            <a:lvl3pPr algn="ctr">
              <a:defRPr/>
            </a:lvl3pPr>
            <a:lvl4pPr algn="ctr">
              <a:defRPr/>
            </a:lvl4pPr>
            <a:lvl5pPr algn="ctr">
              <a:defRPr/>
            </a:lvl5pPr>
          </a:lstStyle>
          <a:p>
            <a:pPr lvl="0"/>
            <a:r>
              <a:rPr lang="en-US"/>
              <a:t>Enter text here</a:t>
            </a:r>
          </a:p>
          <a:p>
            <a:pPr lvl="1"/>
            <a:r>
              <a:rPr lang="en-US"/>
              <a:t>Second level</a:t>
            </a:r>
          </a:p>
          <a:p>
            <a:pPr lvl="2"/>
            <a:r>
              <a:rPr lang="en-US"/>
              <a:t>Third level</a:t>
            </a:r>
          </a:p>
          <a:p>
            <a:pPr lvl="3"/>
            <a:r>
              <a:rPr lang="en-US"/>
              <a:t>Fourth level</a:t>
            </a:r>
          </a:p>
          <a:p>
            <a:pPr lvl="4"/>
            <a:r>
              <a:rPr lang="en-US"/>
              <a:t>Fifth level</a:t>
            </a:r>
            <a:endParaRPr lang="en-GB"/>
          </a:p>
        </p:txBody>
      </p:sp>
      <p:sp>
        <p:nvSpPr>
          <p:cNvPr id="21" name="Text Placeholder 25">
            <a:extLst>
              <a:ext uri="{FF2B5EF4-FFF2-40B4-BE49-F238E27FC236}">
                <a16:creationId xmlns:a16="http://schemas.microsoft.com/office/drawing/2014/main" id="{E283D91F-3BCA-4B61-A361-D7D195319045}"/>
              </a:ext>
            </a:extLst>
          </p:cNvPr>
          <p:cNvSpPr>
            <a:spLocks noGrp="1"/>
          </p:cNvSpPr>
          <p:nvPr>
            <p:ph type="body" sz="quarter" idx="22" hasCustomPrompt="1"/>
          </p:nvPr>
        </p:nvSpPr>
        <p:spPr>
          <a:xfrm>
            <a:off x="9065363" y="4444372"/>
            <a:ext cx="2509728" cy="1127125"/>
          </a:xfrm>
        </p:spPr>
        <p:txBody>
          <a:bodyPr/>
          <a:lstStyle>
            <a:lvl1pPr algn="ctr">
              <a:defRPr/>
            </a:lvl1pPr>
            <a:lvl2pPr algn="ctr">
              <a:defRPr/>
            </a:lvl2pPr>
            <a:lvl3pPr algn="ctr">
              <a:defRPr/>
            </a:lvl3pPr>
            <a:lvl4pPr algn="ctr">
              <a:defRPr/>
            </a:lvl4pPr>
            <a:lvl5pPr algn="ctr">
              <a:defRPr/>
            </a:lvl5pPr>
          </a:lstStyle>
          <a:p>
            <a:pPr lvl="0"/>
            <a:r>
              <a:rPr lang="en-US"/>
              <a:t>Enter text here</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Picture Placeholder 21">
            <a:extLst>
              <a:ext uri="{FF2B5EF4-FFF2-40B4-BE49-F238E27FC236}">
                <a16:creationId xmlns:a16="http://schemas.microsoft.com/office/drawing/2014/main" id="{7021AB18-9C0F-49D1-8DE7-5D21FF621A70}"/>
              </a:ext>
            </a:extLst>
          </p:cNvPr>
          <p:cNvSpPr>
            <a:spLocks noGrp="1"/>
          </p:cNvSpPr>
          <p:nvPr>
            <p:ph type="pic" sz="quarter" idx="23" hasCustomPrompt="1"/>
          </p:nvPr>
        </p:nvSpPr>
        <p:spPr>
          <a:xfrm>
            <a:off x="1278048" y="1673047"/>
            <a:ext cx="1187451" cy="515308"/>
          </a:xfrm>
        </p:spPr>
        <p:txBody>
          <a:bodyPr/>
          <a:lstStyle>
            <a:lvl1pPr algn="ctr">
              <a:defRPr sz="1200"/>
            </a:lvl1pPr>
          </a:lstStyle>
          <a:p>
            <a:r>
              <a:rPr lang="en-GB"/>
              <a:t>Click icon to insert logo</a:t>
            </a:r>
          </a:p>
        </p:txBody>
      </p:sp>
      <p:sp>
        <p:nvSpPr>
          <p:cNvPr id="22" name="Picture Placeholder 21">
            <a:extLst>
              <a:ext uri="{FF2B5EF4-FFF2-40B4-BE49-F238E27FC236}">
                <a16:creationId xmlns:a16="http://schemas.microsoft.com/office/drawing/2014/main" id="{3A37D8E2-EAD9-4CFD-B9B8-F42E3E777D00}"/>
              </a:ext>
            </a:extLst>
          </p:cNvPr>
          <p:cNvSpPr>
            <a:spLocks noGrp="1"/>
          </p:cNvSpPr>
          <p:nvPr>
            <p:ph type="pic" sz="quarter" idx="24" hasCustomPrompt="1"/>
          </p:nvPr>
        </p:nvSpPr>
        <p:spPr>
          <a:xfrm>
            <a:off x="4095655" y="1673047"/>
            <a:ext cx="1187451" cy="515308"/>
          </a:xfrm>
        </p:spPr>
        <p:txBody>
          <a:bodyPr/>
          <a:lstStyle>
            <a:lvl1pPr algn="ctr">
              <a:defRPr sz="1200"/>
            </a:lvl1pPr>
          </a:lstStyle>
          <a:p>
            <a:r>
              <a:rPr lang="en-GB"/>
              <a:t>Click icon to insert logo</a:t>
            </a:r>
          </a:p>
        </p:txBody>
      </p:sp>
      <p:sp>
        <p:nvSpPr>
          <p:cNvPr id="23" name="Picture Placeholder 21">
            <a:extLst>
              <a:ext uri="{FF2B5EF4-FFF2-40B4-BE49-F238E27FC236}">
                <a16:creationId xmlns:a16="http://schemas.microsoft.com/office/drawing/2014/main" id="{9C89BAED-E942-468D-8421-14F3B9165CD0}"/>
              </a:ext>
            </a:extLst>
          </p:cNvPr>
          <p:cNvSpPr>
            <a:spLocks noGrp="1"/>
          </p:cNvSpPr>
          <p:nvPr>
            <p:ph type="pic" sz="quarter" idx="25" hasCustomPrompt="1"/>
          </p:nvPr>
        </p:nvSpPr>
        <p:spPr>
          <a:xfrm>
            <a:off x="6908897" y="1673047"/>
            <a:ext cx="1187451" cy="515308"/>
          </a:xfrm>
        </p:spPr>
        <p:txBody>
          <a:bodyPr/>
          <a:lstStyle>
            <a:lvl1pPr algn="ctr">
              <a:defRPr sz="1200"/>
            </a:lvl1pPr>
          </a:lstStyle>
          <a:p>
            <a:r>
              <a:rPr lang="en-GB"/>
              <a:t>Click icon to insert logo</a:t>
            </a:r>
          </a:p>
        </p:txBody>
      </p:sp>
      <p:sp>
        <p:nvSpPr>
          <p:cNvPr id="24" name="Picture Placeholder 21">
            <a:extLst>
              <a:ext uri="{FF2B5EF4-FFF2-40B4-BE49-F238E27FC236}">
                <a16:creationId xmlns:a16="http://schemas.microsoft.com/office/drawing/2014/main" id="{B8D1B1C9-44C8-4FF9-B9D1-FCAE3F68DC78}"/>
              </a:ext>
            </a:extLst>
          </p:cNvPr>
          <p:cNvSpPr>
            <a:spLocks noGrp="1"/>
          </p:cNvSpPr>
          <p:nvPr>
            <p:ph type="pic" sz="quarter" idx="26" hasCustomPrompt="1"/>
          </p:nvPr>
        </p:nvSpPr>
        <p:spPr>
          <a:xfrm>
            <a:off x="9722139" y="1673047"/>
            <a:ext cx="1187451" cy="515308"/>
          </a:xfrm>
        </p:spPr>
        <p:txBody>
          <a:bodyPr/>
          <a:lstStyle>
            <a:lvl1pPr algn="ctr">
              <a:defRPr sz="1200"/>
            </a:lvl1pPr>
          </a:lstStyle>
          <a:p>
            <a:r>
              <a:rPr lang="en-GB"/>
              <a:t>Click icon to insert logo</a:t>
            </a:r>
          </a:p>
        </p:txBody>
      </p:sp>
      <p:sp>
        <p:nvSpPr>
          <p:cNvPr id="6" name="Title 5">
            <a:extLst>
              <a:ext uri="{FF2B5EF4-FFF2-40B4-BE49-F238E27FC236}">
                <a16:creationId xmlns:a16="http://schemas.microsoft.com/office/drawing/2014/main" id="{BB735AF2-B0F1-0847-86B8-BE22B891D7A3}"/>
              </a:ext>
            </a:extLst>
          </p:cNvPr>
          <p:cNvSpPr>
            <a:spLocks noGrp="1"/>
          </p:cNvSpPr>
          <p:nvPr>
            <p:ph type="title"/>
          </p:nvPr>
        </p:nvSpPr>
        <p:spPr>
          <a:xfrm>
            <a:off x="318838" y="342001"/>
            <a:ext cx="7351295" cy="733927"/>
          </a:xfrm>
        </p:spPr>
        <p:txBody>
          <a:bodyPr/>
          <a:lstStyle/>
          <a:p>
            <a:r>
              <a:rPr lang="en-US"/>
              <a:t>Click to edit Master title style</a:t>
            </a:r>
          </a:p>
        </p:txBody>
      </p:sp>
    </p:spTree>
    <p:extLst>
      <p:ext uri="{BB962C8B-B14F-4D97-AF65-F5344CB8AC3E}">
        <p14:creationId xmlns:p14="http://schemas.microsoft.com/office/powerpoint/2010/main" val="3826672533"/>
      </p:ext>
    </p:extLst>
  </p:cSld>
  <p:clrMapOvr>
    <a:masterClrMapping/>
  </p:clrMapOvr>
  <p:transition spd="slow">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peakers">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1A57183-BC66-489F-AE01-C9F3814A8013}"/>
              </a:ext>
            </a:extLst>
          </p:cNvPr>
          <p:cNvSpPr>
            <a:spLocks noGrp="1"/>
          </p:cNvSpPr>
          <p:nvPr>
            <p:ph type="sldNum" sz="quarter" idx="12"/>
          </p:nvPr>
        </p:nvSpPr>
        <p:spPr/>
        <p:txBody>
          <a:bodyPr/>
          <a:lstStyle>
            <a:lvl1pPr>
              <a:defRPr>
                <a:solidFill>
                  <a:schemeClr val="tx1"/>
                </a:solidFill>
              </a:defRPr>
            </a:lvl1pPr>
          </a:lstStyle>
          <a:p>
            <a:fld id="{F8E47D07-9D1E-4FE9-B31A-2F5863681021}" type="slidenum">
              <a:rPr lang="en-GB" smtClean="0"/>
              <a:pPr/>
              <a:t>‹#›</a:t>
            </a:fld>
            <a:endParaRPr lang="en-GB"/>
          </a:p>
        </p:txBody>
      </p:sp>
      <p:sp>
        <p:nvSpPr>
          <p:cNvPr id="7" name="Text Placeholder 6">
            <a:extLst>
              <a:ext uri="{FF2B5EF4-FFF2-40B4-BE49-F238E27FC236}">
                <a16:creationId xmlns:a16="http://schemas.microsoft.com/office/drawing/2014/main" id="{913AB97B-F12D-4A99-8C0D-FAFA563099A5}"/>
              </a:ext>
            </a:extLst>
          </p:cNvPr>
          <p:cNvSpPr>
            <a:spLocks noGrp="1"/>
          </p:cNvSpPr>
          <p:nvPr>
            <p:ph type="body" sz="quarter" idx="13" hasCustomPrompt="1"/>
          </p:nvPr>
        </p:nvSpPr>
        <p:spPr>
          <a:xfrm>
            <a:off x="322567" y="1166171"/>
            <a:ext cx="4525659" cy="4525659"/>
          </a:xfrm>
          <a:prstGeom prst="ellipse">
            <a:avLst/>
          </a:prstGeom>
          <a:solidFill>
            <a:schemeClr val="tx2"/>
          </a:solidFill>
        </p:spPr>
        <p:txBody>
          <a:bodyPr lIns="36000" tIns="36000" rIns="36000" bIns="36000" anchor="ctr"/>
          <a:lstStyle>
            <a:lvl1pPr algn="ctr">
              <a:defRPr sz="3600">
                <a:solidFill>
                  <a:schemeClr val="bg1"/>
                </a:solidFill>
                <a:latin typeface="+mj-lt"/>
              </a:defRPr>
            </a:lvl1pPr>
          </a:lstStyle>
          <a:p>
            <a:pPr lvl="0"/>
            <a:r>
              <a:rPr lang="en-GB"/>
              <a:t>Speakers</a:t>
            </a:r>
          </a:p>
        </p:txBody>
      </p:sp>
      <p:sp>
        <p:nvSpPr>
          <p:cNvPr id="9" name="Picture Placeholder 8">
            <a:extLst>
              <a:ext uri="{FF2B5EF4-FFF2-40B4-BE49-F238E27FC236}">
                <a16:creationId xmlns:a16="http://schemas.microsoft.com/office/drawing/2014/main" id="{26885019-6CE0-4D0B-8A11-024D4AB915A0}"/>
              </a:ext>
            </a:extLst>
          </p:cNvPr>
          <p:cNvSpPr>
            <a:spLocks noGrp="1"/>
          </p:cNvSpPr>
          <p:nvPr>
            <p:ph type="pic" sz="quarter" idx="14" hasCustomPrompt="1"/>
          </p:nvPr>
        </p:nvSpPr>
        <p:spPr>
          <a:xfrm>
            <a:off x="5939772" y="416109"/>
            <a:ext cx="1061469" cy="1061468"/>
          </a:xfrm>
          <a:prstGeom prst="ellipse">
            <a:avLst/>
          </a:prstGeom>
          <a:solidFill>
            <a:schemeClr val="tx2">
              <a:lumMod val="40000"/>
              <a:lumOff val="60000"/>
            </a:schemeClr>
          </a:solidFill>
        </p:spPr>
        <p:txBody>
          <a:bodyPr lIns="36000" tIns="0" rIns="36000"/>
          <a:lstStyle>
            <a:lvl1pPr algn="ctr">
              <a:defRPr sz="1200"/>
            </a:lvl1pPr>
          </a:lstStyle>
          <a:p>
            <a:r>
              <a:rPr lang="en-GB"/>
              <a:t>Click icon to insert image</a:t>
            </a:r>
          </a:p>
        </p:txBody>
      </p:sp>
      <p:sp>
        <p:nvSpPr>
          <p:cNvPr id="10" name="Picture Placeholder 8">
            <a:extLst>
              <a:ext uri="{FF2B5EF4-FFF2-40B4-BE49-F238E27FC236}">
                <a16:creationId xmlns:a16="http://schemas.microsoft.com/office/drawing/2014/main" id="{04AEBA13-A693-45D4-B816-8A88D264AA52}"/>
              </a:ext>
            </a:extLst>
          </p:cNvPr>
          <p:cNvSpPr>
            <a:spLocks noGrp="1"/>
          </p:cNvSpPr>
          <p:nvPr>
            <p:ph type="pic" sz="quarter" idx="15" hasCustomPrompt="1"/>
          </p:nvPr>
        </p:nvSpPr>
        <p:spPr>
          <a:xfrm>
            <a:off x="5939590" y="1616023"/>
            <a:ext cx="1061469" cy="1061468"/>
          </a:xfrm>
          <a:prstGeom prst="ellipse">
            <a:avLst/>
          </a:prstGeom>
          <a:solidFill>
            <a:schemeClr val="tx2">
              <a:lumMod val="40000"/>
              <a:lumOff val="60000"/>
            </a:schemeClr>
          </a:solidFill>
        </p:spPr>
        <p:txBody>
          <a:bodyPr lIns="36000" tIns="0" rIns="36000"/>
          <a:lstStyle>
            <a:lvl1pPr algn="ctr">
              <a:defRPr sz="1200"/>
            </a:lvl1pPr>
          </a:lstStyle>
          <a:p>
            <a:r>
              <a:rPr lang="en-GB"/>
              <a:t>Click icon to insert image</a:t>
            </a:r>
          </a:p>
        </p:txBody>
      </p:sp>
      <p:sp>
        <p:nvSpPr>
          <p:cNvPr id="11" name="Picture Placeholder 8">
            <a:extLst>
              <a:ext uri="{FF2B5EF4-FFF2-40B4-BE49-F238E27FC236}">
                <a16:creationId xmlns:a16="http://schemas.microsoft.com/office/drawing/2014/main" id="{49B4B3AA-1C42-4E70-89DC-4B68F3D56AF0}"/>
              </a:ext>
            </a:extLst>
          </p:cNvPr>
          <p:cNvSpPr>
            <a:spLocks noGrp="1"/>
          </p:cNvSpPr>
          <p:nvPr>
            <p:ph type="pic" sz="quarter" idx="16" hasCustomPrompt="1"/>
          </p:nvPr>
        </p:nvSpPr>
        <p:spPr>
          <a:xfrm>
            <a:off x="5939590" y="2815939"/>
            <a:ext cx="1061469" cy="1061468"/>
          </a:xfrm>
          <a:prstGeom prst="ellipse">
            <a:avLst/>
          </a:prstGeom>
          <a:solidFill>
            <a:schemeClr val="tx2">
              <a:lumMod val="40000"/>
              <a:lumOff val="60000"/>
            </a:schemeClr>
          </a:solidFill>
        </p:spPr>
        <p:txBody>
          <a:bodyPr lIns="36000" tIns="0" rIns="36000"/>
          <a:lstStyle>
            <a:lvl1pPr algn="ctr">
              <a:defRPr sz="1200"/>
            </a:lvl1pPr>
          </a:lstStyle>
          <a:p>
            <a:r>
              <a:rPr lang="en-GB"/>
              <a:t>Click icon to insert image</a:t>
            </a:r>
          </a:p>
        </p:txBody>
      </p:sp>
      <p:sp>
        <p:nvSpPr>
          <p:cNvPr id="12" name="Picture Placeholder 8">
            <a:extLst>
              <a:ext uri="{FF2B5EF4-FFF2-40B4-BE49-F238E27FC236}">
                <a16:creationId xmlns:a16="http://schemas.microsoft.com/office/drawing/2014/main" id="{055F3CA6-6F76-4EDA-8284-B3FB09C443C6}"/>
              </a:ext>
            </a:extLst>
          </p:cNvPr>
          <p:cNvSpPr>
            <a:spLocks noGrp="1"/>
          </p:cNvSpPr>
          <p:nvPr>
            <p:ph type="pic" sz="quarter" idx="17" hasCustomPrompt="1"/>
          </p:nvPr>
        </p:nvSpPr>
        <p:spPr>
          <a:xfrm>
            <a:off x="5939590" y="4015854"/>
            <a:ext cx="1061469" cy="1061468"/>
          </a:xfrm>
          <a:prstGeom prst="ellipse">
            <a:avLst/>
          </a:prstGeom>
          <a:solidFill>
            <a:schemeClr val="tx2">
              <a:lumMod val="40000"/>
              <a:lumOff val="60000"/>
            </a:schemeClr>
          </a:solidFill>
        </p:spPr>
        <p:txBody>
          <a:bodyPr lIns="36000" tIns="0" rIns="36000"/>
          <a:lstStyle>
            <a:lvl1pPr algn="ctr">
              <a:defRPr sz="1200"/>
            </a:lvl1pPr>
          </a:lstStyle>
          <a:p>
            <a:r>
              <a:rPr lang="en-GB"/>
              <a:t>Click icon to insert image</a:t>
            </a:r>
          </a:p>
        </p:txBody>
      </p:sp>
      <p:sp>
        <p:nvSpPr>
          <p:cNvPr id="13" name="Picture Placeholder 8">
            <a:extLst>
              <a:ext uri="{FF2B5EF4-FFF2-40B4-BE49-F238E27FC236}">
                <a16:creationId xmlns:a16="http://schemas.microsoft.com/office/drawing/2014/main" id="{E327C6BB-A4E3-491B-8A1D-07F13A9524C0}"/>
              </a:ext>
            </a:extLst>
          </p:cNvPr>
          <p:cNvSpPr>
            <a:spLocks noGrp="1"/>
          </p:cNvSpPr>
          <p:nvPr>
            <p:ph type="pic" sz="quarter" idx="18" hasCustomPrompt="1"/>
          </p:nvPr>
        </p:nvSpPr>
        <p:spPr>
          <a:xfrm>
            <a:off x="5939590" y="5215769"/>
            <a:ext cx="1061469" cy="1061468"/>
          </a:xfrm>
          <a:prstGeom prst="ellipse">
            <a:avLst/>
          </a:prstGeom>
          <a:solidFill>
            <a:schemeClr val="tx2">
              <a:lumMod val="40000"/>
              <a:lumOff val="60000"/>
            </a:schemeClr>
          </a:solidFill>
        </p:spPr>
        <p:txBody>
          <a:bodyPr lIns="36000" tIns="0" rIns="36000"/>
          <a:lstStyle>
            <a:lvl1pPr algn="ctr">
              <a:defRPr sz="1200"/>
            </a:lvl1pPr>
          </a:lstStyle>
          <a:p>
            <a:r>
              <a:rPr lang="en-GB"/>
              <a:t>Click icon to insert image</a:t>
            </a:r>
          </a:p>
        </p:txBody>
      </p:sp>
      <p:sp>
        <p:nvSpPr>
          <p:cNvPr id="15" name="Text Placeholder 14">
            <a:extLst>
              <a:ext uri="{FF2B5EF4-FFF2-40B4-BE49-F238E27FC236}">
                <a16:creationId xmlns:a16="http://schemas.microsoft.com/office/drawing/2014/main" id="{A04B2143-7BBB-42C3-80FC-35C1C048F0F1}"/>
              </a:ext>
            </a:extLst>
          </p:cNvPr>
          <p:cNvSpPr>
            <a:spLocks noGrp="1"/>
          </p:cNvSpPr>
          <p:nvPr>
            <p:ph type="body" sz="quarter" idx="19" hasCustomPrompt="1"/>
          </p:nvPr>
        </p:nvSpPr>
        <p:spPr>
          <a:xfrm>
            <a:off x="7191373" y="566638"/>
            <a:ext cx="3351523" cy="309145"/>
          </a:xfrm>
        </p:spPr>
        <p:txBody>
          <a:bodyPr anchor="ctr"/>
          <a:lstStyle>
            <a:lvl1pPr>
              <a:defRPr sz="1800">
                <a:solidFill>
                  <a:schemeClr val="tx2"/>
                </a:solidFill>
                <a:latin typeface="+mj-lt"/>
              </a:defRPr>
            </a:lvl1pPr>
          </a:lstStyle>
          <a:p>
            <a:pPr lvl="0"/>
            <a:r>
              <a:rPr lang="en-US"/>
              <a:t>Enter name here</a:t>
            </a:r>
            <a:endParaRPr lang="en-GB"/>
          </a:p>
        </p:txBody>
      </p:sp>
      <p:sp>
        <p:nvSpPr>
          <p:cNvPr id="22" name="Text Placeholder 14">
            <a:extLst>
              <a:ext uri="{FF2B5EF4-FFF2-40B4-BE49-F238E27FC236}">
                <a16:creationId xmlns:a16="http://schemas.microsoft.com/office/drawing/2014/main" id="{4EE82CB7-4D08-4F1E-BEF2-D183C0DD1498}"/>
              </a:ext>
            </a:extLst>
          </p:cNvPr>
          <p:cNvSpPr>
            <a:spLocks noGrp="1"/>
          </p:cNvSpPr>
          <p:nvPr>
            <p:ph type="body" sz="quarter" idx="27" hasCustomPrompt="1"/>
          </p:nvPr>
        </p:nvSpPr>
        <p:spPr>
          <a:xfrm>
            <a:off x="7191373" y="919933"/>
            <a:ext cx="3351523" cy="474353"/>
          </a:xfrm>
        </p:spPr>
        <p:txBody>
          <a:bodyPr anchor="t"/>
          <a:lstStyle>
            <a:lvl1pPr>
              <a:defRPr>
                <a:solidFill>
                  <a:schemeClr val="tx2"/>
                </a:solidFill>
              </a:defRPr>
            </a:lvl1pPr>
          </a:lstStyle>
          <a:p>
            <a:pPr lvl="0"/>
            <a:r>
              <a:rPr lang="en-US"/>
              <a:t>Enter text here</a:t>
            </a:r>
            <a:endParaRPr lang="en-GB"/>
          </a:p>
        </p:txBody>
      </p:sp>
      <p:sp>
        <p:nvSpPr>
          <p:cNvPr id="23" name="Text Placeholder 14">
            <a:extLst>
              <a:ext uri="{FF2B5EF4-FFF2-40B4-BE49-F238E27FC236}">
                <a16:creationId xmlns:a16="http://schemas.microsoft.com/office/drawing/2014/main" id="{BA2871EE-ADEE-44D2-AE93-B2021056B72F}"/>
              </a:ext>
            </a:extLst>
          </p:cNvPr>
          <p:cNvSpPr>
            <a:spLocks noGrp="1"/>
          </p:cNvSpPr>
          <p:nvPr>
            <p:ph type="body" sz="quarter" idx="28" hasCustomPrompt="1"/>
          </p:nvPr>
        </p:nvSpPr>
        <p:spPr>
          <a:xfrm>
            <a:off x="7191373" y="1759004"/>
            <a:ext cx="3351523" cy="309145"/>
          </a:xfrm>
        </p:spPr>
        <p:txBody>
          <a:bodyPr anchor="ctr"/>
          <a:lstStyle>
            <a:lvl1pPr>
              <a:defRPr sz="1800">
                <a:solidFill>
                  <a:schemeClr val="tx2"/>
                </a:solidFill>
                <a:latin typeface="+mj-lt"/>
              </a:defRPr>
            </a:lvl1pPr>
          </a:lstStyle>
          <a:p>
            <a:pPr lvl="0"/>
            <a:r>
              <a:rPr lang="en-US"/>
              <a:t>Enter name here</a:t>
            </a:r>
            <a:endParaRPr lang="en-GB"/>
          </a:p>
        </p:txBody>
      </p:sp>
      <p:sp>
        <p:nvSpPr>
          <p:cNvPr id="24" name="Text Placeholder 14">
            <a:extLst>
              <a:ext uri="{FF2B5EF4-FFF2-40B4-BE49-F238E27FC236}">
                <a16:creationId xmlns:a16="http://schemas.microsoft.com/office/drawing/2014/main" id="{871BBF2E-76B6-46C3-AF6A-AEFF88C43FA5}"/>
              </a:ext>
            </a:extLst>
          </p:cNvPr>
          <p:cNvSpPr>
            <a:spLocks noGrp="1"/>
          </p:cNvSpPr>
          <p:nvPr>
            <p:ph type="body" sz="quarter" idx="29" hasCustomPrompt="1"/>
          </p:nvPr>
        </p:nvSpPr>
        <p:spPr>
          <a:xfrm>
            <a:off x="7191372" y="2112298"/>
            <a:ext cx="3351523" cy="474353"/>
          </a:xfrm>
        </p:spPr>
        <p:txBody>
          <a:bodyPr anchor="t"/>
          <a:lstStyle>
            <a:lvl1pPr>
              <a:defRPr>
                <a:solidFill>
                  <a:schemeClr val="tx2"/>
                </a:solidFill>
              </a:defRPr>
            </a:lvl1pPr>
          </a:lstStyle>
          <a:p>
            <a:pPr lvl="0"/>
            <a:r>
              <a:rPr lang="en-US"/>
              <a:t>Enter text here</a:t>
            </a:r>
            <a:endParaRPr lang="en-GB"/>
          </a:p>
        </p:txBody>
      </p:sp>
      <p:sp>
        <p:nvSpPr>
          <p:cNvPr id="29" name="Text Placeholder 14">
            <a:extLst>
              <a:ext uri="{FF2B5EF4-FFF2-40B4-BE49-F238E27FC236}">
                <a16:creationId xmlns:a16="http://schemas.microsoft.com/office/drawing/2014/main" id="{34A637D3-0ADC-4A1F-A7C6-527FBC3FA66B}"/>
              </a:ext>
            </a:extLst>
          </p:cNvPr>
          <p:cNvSpPr>
            <a:spLocks noGrp="1"/>
          </p:cNvSpPr>
          <p:nvPr>
            <p:ph type="body" sz="quarter" idx="30" hasCustomPrompt="1"/>
          </p:nvPr>
        </p:nvSpPr>
        <p:spPr>
          <a:xfrm>
            <a:off x="7191372" y="2960313"/>
            <a:ext cx="3351523" cy="309145"/>
          </a:xfrm>
        </p:spPr>
        <p:txBody>
          <a:bodyPr anchor="ctr"/>
          <a:lstStyle>
            <a:lvl1pPr>
              <a:defRPr sz="1800">
                <a:solidFill>
                  <a:schemeClr val="tx2"/>
                </a:solidFill>
                <a:latin typeface="+mj-lt"/>
              </a:defRPr>
            </a:lvl1pPr>
          </a:lstStyle>
          <a:p>
            <a:pPr lvl="0"/>
            <a:r>
              <a:rPr lang="en-US"/>
              <a:t>Enter name here</a:t>
            </a:r>
            <a:endParaRPr lang="en-GB"/>
          </a:p>
        </p:txBody>
      </p:sp>
      <p:sp>
        <p:nvSpPr>
          <p:cNvPr id="30" name="Text Placeholder 14">
            <a:extLst>
              <a:ext uri="{FF2B5EF4-FFF2-40B4-BE49-F238E27FC236}">
                <a16:creationId xmlns:a16="http://schemas.microsoft.com/office/drawing/2014/main" id="{CA3F9DB5-3F52-41F1-9FFC-1833303E121F}"/>
              </a:ext>
            </a:extLst>
          </p:cNvPr>
          <p:cNvSpPr>
            <a:spLocks noGrp="1"/>
          </p:cNvSpPr>
          <p:nvPr>
            <p:ph type="body" sz="quarter" idx="31" hasCustomPrompt="1"/>
          </p:nvPr>
        </p:nvSpPr>
        <p:spPr>
          <a:xfrm>
            <a:off x="7191371" y="3313608"/>
            <a:ext cx="3351523" cy="474353"/>
          </a:xfrm>
        </p:spPr>
        <p:txBody>
          <a:bodyPr anchor="t"/>
          <a:lstStyle>
            <a:lvl1pPr>
              <a:defRPr>
                <a:solidFill>
                  <a:schemeClr val="tx2"/>
                </a:solidFill>
              </a:defRPr>
            </a:lvl1pPr>
          </a:lstStyle>
          <a:p>
            <a:pPr lvl="0"/>
            <a:r>
              <a:rPr lang="en-US"/>
              <a:t>Enter text here</a:t>
            </a:r>
            <a:endParaRPr lang="en-GB"/>
          </a:p>
        </p:txBody>
      </p:sp>
      <p:sp>
        <p:nvSpPr>
          <p:cNvPr id="31" name="Text Placeholder 14">
            <a:extLst>
              <a:ext uri="{FF2B5EF4-FFF2-40B4-BE49-F238E27FC236}">
                <a16:creationId xmlns:a16="http://schemas.microsoft.com/office/drawing/2014/main" id="{61994160-7BDF-416F-B66F-788CD3317D30}"/>
              </a:ext>
            </a:extLst>
          </p:cNvPr>
          <p:cNvSpPr>
            <a:spLocks noGrp="1"/>
          </p:cNvSpPr>
          <p:nvPr>
            <p:ph type="body" sz="quarter" idx="32" hasCustomPrompt="1"/>
          </p:nvPr>
        </p:nvSpPr>
        <p:spPr>
          <a:xfrm>
            <a:off x="7191372" y="4156665"/>
            <a:ext cx="3351523" cy="309145"/>
          </a:xfrm>
        </p:spPr>
        <p:txBody>
          <a:bodyPr anchor="ctr"/>
          <a:lstStyle>
            <a:lvl1pPr>
              <a:defRPr sz="1800">
                <a:solidFill>
                  <a:schemeClr val="tx2"/>
                </a:solidFill>
                <a:latin typeface="+mj-lt"/>
              </a:defRPr>
            </a:lvl1pPr>
          </a:lstStyle>
          <a:p>
            <a:pPr lvl="0"/>
            <a:r>
              <a:rPr lang="en-US"/>
              <a:t>Enter name here</a:t>
            </a:r>
            <a:endParaRPr lang="en-GB"/>
          </a:p>
        </p:txBody>
      </p:sp>
      <p:sp>
        <p:nvSpPr>
          <p:cNvPr id="32" name="Text Placeholder 14">
            <a:extLst>
              <a:ext uri="{FF2B5EF4-FFF2-40B4-BE49-F238E27FC236}">
                <a16:creationId xmlns:a16="http://schemas.microsoft.com/office/drawing/2014/main" id="{8A7D8791-C168-425B-B83F-E6157AD67941}"/>
              </a:ext>
            </a:extLst>
          </p:cNvPr>
          <p:cNvSpPr>
            <a:spLocks noGrp="1"/>
          </p:cNvSpPr>
          <p:nvPr>
            <p:ph type="body" sz="quarter" idx="33" hasCustomPrompt="1"/>
          </p:nvPr>
        </p:nvSpPr>
        <p:spPr>
          <a:xfrm>
            <a:off x="7191371" y="4509961"/>
            <a:ext cx="3351523" cy="474353"/>
          </a:xfrm>
        </p:spPr>
        <p:txBody>
          <a:bodyPr anchor="t"/>
          <a:lstStyle>
            <a:lvl1pPr>
              <a:defRPr>
                <a:solidFill>
                  <a:schemeClr val="tx2"/>
                </a:solidFill>
              </a:defRPr>
            </a:lvl1pPr>
          </a:lstStyle>
          <a:p>
            <a:pPr lvl="0"/>
            <a:r>
              <a:rPr lang="en-US"/>
              <a:t>Enter text here</a:t>
            </a:r>
            <a:endParaRPr lang="en-GB"/>
          </a:p>
        </p:txBody>
      </p:sp>
      <p:sp>
        <p:nvSpPr>
          <p:cNvPr id="33" name="Text Placeholder 14">
            <a:extLst>
              <a:ext uri="{FF2B5EF4-FFF2-40B4-BE49-F238E27FC236}">
                <a16:creationId xmlns:a16="http://schemas.microsoft.com/office/drawing/2014/main" id="{0CFC6FE1-C64F-45C6-BCE7-95C60E9C5EE5}"/>
              </a:ext>
            </a:extLst>
          </p:cNvPr>
          <p:cNvSpPr>
            <a:spLocks noGrp="1"/>
          </p:cNvSpPr>
          <p:nvPr>
            <p:ph type="body" sz="quarter" idx="34" hasCustomPrompt="1"/>
          </p:nvPr>
        </p:nvSpPr>
        <p:spPr>
          <a:xfrm>
            <a:off x="7191372" y="5353018"/>
            <a:ext cx="3351523" cy="309145"/>
          </a:xfrm>
        </p:spPr>
        <p:txBody>
          <a:bodyPr anchor="ctr"/>
          <a:lstStyle>
            <a:lvl1pPr>
              <a:defRPr sz="1800">
                <a:solidFill>
                  <a:schemeClr val="tx2"/>
                </a:solidFill>
                <a:latin typeface="+mj-lt"/>
              </a:defRPr>
            </a:lvl1pPr>
          </a:lstStyle>
          <a:p>
            <a:pPr lvl="0"/>
            <a:r>
              <a:rPr lang="en-US"/>
              <a:t>Enter name here</a:t>
            </a:r>
            <a:endParaRPr lang="en-GB"/>
          </a:p>
        </p:txBody>
      </p:sp>
      <p:sp>
        <p:nvSpPr>
          <p:cNvPr id="34" name="Text Placeholder 14">
            <a:extLst>
              <a:ext uri="{FF2B5EF4-FFF2-40B4-BE49-F238E27FC236}">
                <a16:creationId xmlns:a16="http://schemas.microsoft.com/office/drawing/2014/main" id="{F797C01F-5C14-4898-91F1-6633EB299997}"/>
              </a:ext>
            </a:extLst>
          </p:cNvPr>
          <p:cNvSpPr>
            <a:spLocks noGrp="1"/>
          </p:cNvSpPr>
          <p:nvPr>
            <p:ph type="body" sz="quarter" idx="35" hasCustomPrompt="1"/>
          </p:nvPr>
        </p:nvSpPr>
        <p:spPr>
          <a:xfrm>
            <a:off x="7191371" y="5706313"/>
            <a:ext cx="3351523" cy="474353"/>
          </a:xfrm>
        </p:spPr>
        <p:txBody>
          <a:bodyPr anchor="t"/>
          <a:lstStyle>
            <a:lvl1pPr>
              <a:defRPr>
                <a:solidFill>
                  <a:schemeClr val="tx2"/>
                </a:solidFill>
              </a:defRPr>
            </a:lvl1pPr>
          </a:lstStyle>
          <a:p>
            <a:pPr lvl="0"/>
            <a:r>
              <a:rPr lang="en-US"/>
              <a:t>Enter text here</a:t>
            </a:r>
            <a:endParaRPr lang="en-GB"/>
          </a:p>
        </p:txBody>
      </p:sp>
    </p:spTree>
    <p:extLst>
      <p:ext uri="{BB962C8B-B14F-4D97-AF65-F5344CB8AC3E}">
        <p14:creationId xmlns:p14="http://schemas.microsoft.com/office/powerpoint/2010/main" val="3712866890"/>
      </p:ext>
    </p:extLst>
  </p:cSld>
  <p:clrMapOvr>
    <a:masterClrMapping/>
  </p:clrMapOvr>
  <p:transition spd="slow">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tatement Right">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0" name="Picture Placeholder 6">
            <a:extLst>
              <a:ext uri="{FF2B5EF4-FFF2-40B4-BE49-F238E27FC236}">
                <a16:creationId xmlns:a16="http://schemas.microsoft.com/office/drawing/2014/main" id="{84ECF2D6-E1AD-42E2-B423-7E1342E89AC7}"/>
              </a:ext>
            </a:extLst>
          </p:cNvPr>
          <p:cNvSpPr>
            <a:spLocks noGrp="1"/>
          </p:cNvSpPr>
          <p:nvPr>
            <p:ph type="pic" sz="quarter" idx="27" hasCustomPrompt="1"/>
          </p:nvPr>
        </p:nvSpPr>
        <p:spPr>
          <a:xfrm>
            <a:off x="0" y="0"/>
            <a:ext cx="12192000" cy="6858000"/>
          </a:xfrm>
        </p:spPr>
        <p:txBody>
          <a:bodyPr lIns="4104000" bIns="864000" anchor="ctr"/>
          <a:lstStyle>
            <a:lvl1pPr algn="l">
              <a:defRPr>
                <a:solidFill>
                  <a:schemeClr val="tx2"/>
                </a:solidFill>
              </a:defRPr>
            </a:lvl1pPr>
          </a:lstStyle>
          <a:p>
            <a:r>
              <a:rPr lang="en-GB"/>
              <a:t>Click icon to insert image</a:t>
            </a:r>
          </a:p>
        </p:txBody>
      </p:sp>
      <p:sp>
        <p:nvSpPr>
          <p:cNvPr id="14" name="Text Placeholder 13">
            <a:extLst>
              <a:ext uri="{FF2B5EF4-FFF2-40B4-BE49-F238E27FC236}">
                <a16:creationId xmlns:a16="http://schemas.microsoft.com/office/drawing/2014/main" id="{AE66799B-6BF5-4FB8-9C45-30244CC94A78}"/>
              </a:ext>
            </a:extLst>
          </p:cNvPr>
          <p:cNvSpPr>
            <a:spLocks noGrp="1"/>
          </p:cNvSpPr>
          <p:nvPr>
            <p:ph type="body" sz="quarter" idx="15" hasCustomPrompt="1"/>
          </p:nvPr>
        </p:nvSpPr>
        <p:spPr>
          <a:xfrm flipH="1">
            <a:off x="6188477" y="-6096"/>
            <a:ext cx="6004761" cy="6864096"/>
          </a:xfrm>
          <a:custGeom>
            <a:avLst/>
            <a:gdLst>
              <a:gd name="connsiteX0" fmla="*/ 4456934 w 6004761"/>
              <a:gd name="connsiteY0" fmla="*/ 0 h 6864096"/>
              <a:gd name="connsiteX1" fmla="*/ 1 w 6004761"/>
              <a:gd name="connsiteY1" fmla="*/ 0 h 6864096"/>
              <a:gd name="connsiteX2" fmla="*/ 0 w 6004761"/>
              <a:gd name="connsiteY2" fmla="*/ 6864096 h 6864096"/>
              <a:gd name="connsiteX3" fmla="*/ 4450311 w 6004761"/>
              <a:gd name="connsiteY3" fmla="*/ 6864096 h 6864096"/>
              <a:gd name="connsiteX4" fmla="*/ 4625637 w 6004761"/>
              <a:gd name="connsiteY4" fmla="*/ 6702826 h 6864096"/>
              <a:gd name="connsiteX5" fmla="*/ 6004761 w 6004761"/>
              <a:gd name="connsiteY5" fmla="*/ 3429001 h 6864096"/>
              <a:gd name="connsiteX6" fmla="*/ 4625637 w 6004761"/>
              <a:gd name="connsiteY6" fmla="*/ 155178 h 6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04761" h="6864096">
                <a:moveTo>
                  <a:pt x="4456934" y="0"/>
                </a:moveTo>
                <a:lnTo>
                  <a:pt x="1" y="0"/>
                </a:lnTo>
                <a:lnTo>
                  <a:pt x="0" y="6864096"/>
                </a:lnTo>
                <a:lnTo>
                  <a:pt x="4450311" y="6864096"/>
                </a:lnTo>
                <a:lnTo>
                  <a:pt x="4625637" y="6702826"/>
                </a:lnTo>
                <a:cubicBezTo>
                  <a:pt x="5476522" y="5871990"/>
                  <a:pt x="6004761" y="4712184"/>
                  <a:pt x="6004761" y="3429001"/>
                </a:cubicBezTo>
                <a:cubicBezTo>
                  <a:pt x="6004761" y="2145819"/>
                  <a:pt x="5476522" y="986013"/>
                  <a:pt x="4625637" y="155178"/>
                </a:cubicBezTo>
                <a:close/>
              </a:path>
            </a:pathLst>
          </a:custGeom>
          <a:solidFill>
            <a:schemeClr val="bg1"/>
          </a:solidFill>
        </p:spPr>
        <p:txBody>
          <a:bodyPr wrap="square" lIns="1080000" tIns="72000" rIns="288000" bIns="396000" anchor="ctr">
            <a:noAutofit/>
          </a:bodyPr>
          <a:lstStyle>
            <a:lvl1pPr>
              <a:defRPr sz="3600">
                <a:solidFill>
                  <a:schemeClr val="tx2"/>
                </a:solidFill>
                <a:latin typeface="+mj-lt"/>
              </a:defRPr>
            </a:lvl1pPr>
          </a:lstStyle>
          <a:p>
            <a:pPr lvl="0"/>
            <a:r>
              <a:rPr lang="en-GB"/>
              <a:t> Enter text here</a:t>
            </a:r>
          </a:p>
        </p:txBody>
      </p:sp>
      <p:sp>
        <p:nvSpPr>
          <p:cNvPr id="5" name="Slide Number Placeholder 4">
            <a:extLst>
              <a:ext uri="{FF2B5EF4-FFF2-40B4-BE49-F238E27FC236}">
                <a16:creationId xmlns:a16="http://schemas.microsoft.com/office/drawing/2014/main" id="{C250BAD4-DF98-436C-8B24-985A8A370F89}"/>
              </a:ext>
            </a:extLst>
          </p:cNvPr>
          <p:cNvSpPr>
            <a:spLocks noGrp="1"/>
          </p:cNvSpPr>
          <p:nvPr>
            <p:ph type="sldNum" sz="quarter" idx="12"/>
          </p:nvPr>
        </p:nvSpPr>
        <p:spPr/>
        <p:txBody>
          <a:bodyPr/>
          <a:lstStyle>
            <a:lvl1pPr>
              <a:defRPr>
                <a:solidFill>
                  <a:schemeClr val="tx1"/>
                </a:solidFill>
              </a:defRPr>
            </a:lvl1pPr>
          </a:lstStyle>
          <a:p>
            <a:fld id="{F8E47D07-9D1E-4FE9-B31A-2F5863681021}" type="slidenum">
              <a:rPr lang="en-GB" smtClean="0"/>
              <a:pPr/>
              <a:t>‹#›</a:t>
            </a:fld>
            <a:endParaRPr lang="en-GB"/>
          </a:p>
        </p:txBody>
      </p:sp>
    </p:spTree>
    <p:extLst>
      <p:ext uri="{BB962C8B-B14F-4D97-AF65-F5344CB8AC3E}">
        <p14:creationId xmlns:p14="http://schemas.microsoft.com/office/powerpoint/2010/main" val="3278615169"/>
      </p:ext>
    </p:extLst>
  </p:cSld>
  <p:clrMapOvr>
    <a:masterClrMapping/>
  </p:clrMapOvr>
  <p:transition spd="slow">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tatement Left (White Logo)">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5" name="Picture Placeholder 6">
            <a:extLst>
              <a:ext uri="{FF2B5EF4-FFF2-40B4-BE49-F238E27FC236}">
                <a16:creationId xmlns:a16="http://schemas.microsoft.com/office/drawing/2014/main" id="{216500E2-EA52-4AD0-BF40-A34E54D9C695}"/>
              </a:ext>
            </a:extLst>
          </p:cNvPr>
          <p:cNvSpPr>
            <a:spLocks noGrp="1"/>
          </p:cNvSpPr>
          <p:nvPr>
            <p:ph type="pic" sz="quarter" idx="27" hasCustomPrompt="1"/>
          </p:nvPr>
        </p:nvSpPr>
        <p:spPr>
          <a:xfrm>
            <a:off x="0" y="0"/>
            <a:ext cx="12192000" cy="6858000"/>
          </a:xfrm>
        </p:spPr>
        <p:txBody>
          <a:bodyPr rIns="4032000" bIns="864000" anchor="ctr"/>
          <a:lstStyle>
            <a:lvl1pPr algn="r">
              <a:defRPr>
                <a:solidFill>
                  <a:schemeClr val="tx2"/>
                </a:solidFill>
              </a:defRPr>
            </a:lvl1pPr>
          </a:lstStyle>
          <a:p>
            <a:r>
              <a:rPr lang="en-GB"/>
              <a:t>Click icon to insert image</a:t>
            </a:r>
          </a:p>
        </p:txBody>
      </p:sp>
      <p:sp>
        <p:nvSpPr>
          <p:cNvPr id="14" name="Text Placeholder 13">
            <a:extLst>
              <a:ext uri="{FF2B5EF4-FFF2-40B4-BE49-F238E27FC236}">
                <a16:creationId xmlns:a16="http://schemas.microsoft.com/office/drawing/2014/main" id="{AE66799B-6BF5-4FB8-9C45-30244CC94A78}"/>
              </a:ext>
            </a:extLst>
          </p:cNvPr>
          <p:cNvSpPr>
            <a:spLocks noGrp="1"/>
          </p:cNvSpPr>
          <p:nvPr>
            <p:ph type="body" sz="quarter" idx="15" hasCustomPrompt="1"/>
          </p:nvPr>
        </p:nvSpPr>
        <p:spPr>
          <a:xfrm>
            <a:off x="1" y="-6096"/>
            <a:ext cx="6004761" cy="6864096"/>
          </a:xfrm>
          <a:custGeom>
            <a:avLst/>
            <a:gdLst>
              <a:gd name="connsiteX0" fmla="*/ 4456934 w 6004761"/>
              <a:gd name="connsiteY0" fmla="*/ 0 h 6864096"/>
              <a:gd name="connsiteX1" fmla="*/ 1 w 6004761"/>
              <a:gd name="connsiteY1" fmla="*/ 0 h 6864096"/>
              <a:gd name="connsiteX2" fmla="*/ 0 w 6004761"/>
              <a:gd name="connsiteY2" fmla="*/ 6864096 h 6864096"/>
              <a:gd name="connsiteX3" fmla="*/ 4450311 w 6004761"/>
              <a:gd name="connsiteY3" fmla="*/ 6864096 h 6864096"/>
              <a:gd name="connsiteX4" fmla="*/ 4625637 w 6004761"/>
              <a:gd name="connsiteY4" fmla="*/ 6702826 h 6864096"/>
              <a:gd name="connsiteX5" fmla="*/ 6004761 w 6004761"/>
              <a:gd name="connsiteY5" fmla="*/ 3429001 h 6864096"/>
              <a:gd name="connsiteX6" fmla="*/ 4625637 w 6004761"/>
              <a:gd name="connsiteY6" fmla="*/ 155178 h 6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04761" h="6864096">
                <a:moveTo>
                  <a:pt x="4456934" y="0"/>
                </a:moveTo>
                <a:lnTo>
                  <a:pt x="1" y="0"/>
                </a:lnTo>
                <a:lnTo>
                  <a:pt x="0" y="6864096"/>
                </a:lnTo>
                <a:lnTo>
                  <a:pt x="4450311" y="6864096"/>
                </a:lnTo>
                <a:lnTo>
                  <a:pt x="4625637" y="6702826"/>
                </a:lnTo>
                <a:cubicBezTo>
                  <a:pt x="5476522" y="5871990"/>
                  <a:pt x="6004761" y="4712184"/>
                  <a:pt x="6004761" y="3429001"/>
                </a:cubicBezTo>
                <a:cubicBezTo>
                  <a:pt x="6004761" y="2145819"/>
                  <a:pt x="5476522" y="986013"/>
                  <a:pt x="4625637" y="155178"/>
                </a:cubicBezTo>
                <a:close/>
              </a:path>
            </a:pathLst>
          </a:custGeom>
          <a:solidFill>
            <a:schemeClr val="accent5"/>
          </a:solidFill>
        </p:spPr>
        <p:txBody>
          <a:bodyPr wrap="square" lIns="288000" rIns="720000" bIns="360000" anchor="ctr">
            <a:noAutofit/>
          </a:bodyPr>
          <a:lstStyle>
            <a:lvl1pPr>
              <a:defRPr sz="3600">
                <a:solidFill>
                  <a:schemeClr val="bg1"/>
                </a:solidFill>
                <a:latin typeface="+mj-lt"/>
              </a:defRPr>
            </a:lvl1pPr>
          </a:lstStyle>
          <a:p>
            <a:pPr lvl="0"/>
            <a:r>
              <a:rPr lang="en-GB"/>
              <a:t> Enter text here</a:t>
            </a:r>
          </a:p>
        </p:txBody>
      </p:sp>
      <p:sp>
        <p:nvSpPr>
          <p:cNvPr id="5" name="Slide Number Placeholder 4">
            <a:extLst>
              <a:ext uri="{FF2B5EF4-FFF2-40B4-BE49-F238E27FC236}">
                <a16:creationId xmlns:a16="http://schemas.microsoft.com/office/drawing/2014/main" id="{C250BAD4-DF98-436C-8B24-985A8A370F89}"/>
              </a:ext>
            </a:extLst>
          </p:cNvPr>
          <p:cNvSpPr>
            <a:spLocks noGrp="1"/>
          </p:cNvSpPr>
          <p:nvPr>
            <p:ph type="sldNum" sz="quarter" idx="12"/>
          </p:nvPr>
        </p:nvSpPr>
        <p:spPr/>
        <p:txBody>
          <a:bodyPr/>
          <a:lstStyle>
            <a:lvl1pPr>
              <a:defRPr>
                <a:solidFill>
                  <a:schemeClr val="bg1"/>
                </a:solidFill>
              </a:defRPr>
            </a:lvl1pPr>
          </a:lstStyle>
          <a:p>
            <a:fld id="{F8E47D07-9D1E-4FE9-B31A-2F5863681021}" type="slidenum">
              <a:rPr lang="en-GB" smtClean="0"/>
              <a:pPr/>
              <a:t>‹#›</a:t>
            </a:fld>
            <a:endParaRPr lang="en-GB"/>
          </a:p>
        </p:txBody>
      </p:sp>
    </p:spTree>
    <p:extLst>
      <p:ext uri="{BB962C8B-B14F-4D97-AF65-F5344CB8AC3E}">
        <p14:creationId xmlns:p14="http://schemas.microsoft.com/office/powerpoint/2010/main" val="1171780224"/>
      </p:ext>
    </p:extLst>
  </p:cSld>
  <p:clrMapOvr>
    <a:masterClrMapping/>
  </p:clrMapOvr>
  <p:transition spd="slow">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hank you-multi (white logo)">
    <p:bg>
      <p:bgPr>
        <a:solidFill>
          <a:schemeClr val="tx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3B4E22B-FB5A-4400-83DD-80D2F53B902D}"/>
              </a:ext>
            </a:extLst>
          </p:cNvPr>
          <p:cNvSpPr>
            <a:spLocks noGrp="1"/>
          </p:cNvSpPr>
          <p:nvPr>
            <p:ph type="pic" sz="quarter" idx="13" hasCustomPrompt="1"/>
          </p:nvPr>
        </p:nvSpPr>
        <p:spPr>
          <a:xfrm>
            <a:off x="5433238" y="510955"/>
            <a:ext cx="6758764" cy="6758765"/>
          </a:xfrm>
          <a:prstGeom prst="ellipse">
            <a:avLst/>
          </a:prstGeom>
          <a:solidFill>
            <a:schemeClr val="tx2">
              <a:lumMod val="40000"/>
              <a:lumOff val="60000"/>
            </a:schemeClr>
          </a:solidFill>
        </p:spPr>
        <p:txBody>
          <a:bodyPr anchor="ctr"/>
          <a:lstStyle>
            <a:lvl1pPr algn="ctr">
              <a:defRPr/>
            </a:lvl1pPr>
          </a:lstStyle>
          <a:p>
            <a:r>
              <a:rPr lang="en-GB"/>
              <a:t>Click icon to insert image</a:t>
            </a:r>
          </a:p>
        </p:txBody>
      </p:sp>
      <p:sp>
        <p:nvSpPr>
          <p:cNvPr id="2" name="Title 1">
            <a:extLst>
              <a:ext uri="{FF2B5EF4-FFF2-40B4-BE49-F238E27FC236}">
                <a16:creationId xmlns:a16="http://schemas.microsoft.com/office/drawing/2014/main" id="{B42F2F2E-335D-4008-B6E7-02B3EFC312E4}"/>
              </a:ext>
            </a:extLst>
          </p:cNvPr>
          <p:cNvSpPr>
            <a:spLocks noGrp="1"/>
          </p:cNvSpPr>
          <p:nvPr>
            <p:ph type="title" hasCustomPrompt="1"/>
          </p:nvPr>
        </p:nvSpPr>
        <p:spPr>
          <a:xfrm>
            <a:off x="318839" y="1394824"/>
            <a:ext cx="4114940" cy="4663075"/>
          </a:xfrm>
        </p:spPr>
        <p:txBody>
          <a:bodyPr/>
          <a:lstStyle>
            <a:lvl1pPr>
              <a:defRPr sz="3600">
                <a:solidFill>
                  <a:schemeClr val="bg1"/>
                </a:solidFill>
              </a:defRPr>
            </a:lvl1pPr>
          </a:lstStyle>
          <a:p>
            <a:r>
              <a:rPr lang="en-US"/>
              <a:t>Thank you</a:t>
            </a:r>
            <a:br>
              <a:rPr lang="en-US"/>
            </a:br>
            <a:r>
              <a:rPr lang="en-US"/>
              <a:t>Tack</a:t>
            </a:r>
            <a:br>
              <a:rPr lang="en-US"/>
            </a:br>
            <a:r>
              <a:rPr lang="en-US" err="1"/>
              <a:t>Danke</a:t>
            </a:r>
            <a:br>
              <a:rPr lang="en-US"/>
            </a:br>
            <a:r>
              <a:rPr lang="en-US"/>
              <a:t>Gracias</a:t>
            </a:r>
            <a:br>
              <a:rPr lang="en-US"/>
            </a:br>
            <a:r>
              <a:rPr lang="en-US" err="1"/>
              <a:t>Obrigado</a:t>
            </a:r>
            <a:br>
              <a:rPr lang="en-US"/>
            </a:br>
            <a:r>
              <a:rPr lang="en-US"/>
              <a:t>Gracie</a:t>
            </a:r>
            <a:br>
              <a:rPr lang="en-US"/>
            </a:br>
            <a:r>
              <a:rPr lang="en-US"/>
              <a:t>Merci</a:t>
            </a:r>
            <a:br>
              <a:rPr lang="en-US"/>
            </a:br>
            <a:r>
              <a:rPr lang="az-Cyrl-AZ"/>
              <a:t>Спасибо</a:t>
            </a:r>
            <a:br>
              <a:rPr lang="az-Cyrl-AZ"/>
            </a:br>
            <a:r>
              <a:rPr lang="ja-JP" altLang="en-US"/>
              <a:t>ありがとう</a:t>
            </a:r>
            <a:endParaRPr lang="en-GB"/>
          </a:p>
        </p:txBody>
      </p:sp>
      <p:sp>
        <p:nvSpPr>
          <p:cNvPr id="5" name="Slide Number Placeholder 4">
            <a:extLst>
              <a:ext uri="{FF2B5EF4-FFF2-40B4-BE49-F238E27FC236}">
                <a16:creationId xmlns:a16="http://schemas.microsoft.com/office/drawing/2014/main" id="{82DF511B-6976-4175-85B7-E1FF66B0DC84}"/>
              </a:ext>
            </a:extLst>
          </p:cNvPr>
          <p:cNvSpPr>
            <a:spLocks noGrp="1"/>
          </p:cNvSpPr>
          <p:nvPr>
            <p:ph type="sldNum" sz="quarter" idx="12"/>
          </p:nvPr>
        </p:nvSpPr>
        <p:spPr/>
        <p:txBody>
          <a:bodyPr/>
          <a:lstStyle>
            <a:lvl1pPr>
              <a:defRPr>
                <a:solidFill>
                  <a:schemeClr val="bg1"/>
                </a:solidFill>
              </a:defRPr>
            </a:lvl1pPr>
          </a:lstStyle>
          <a:p>
            <a:fld id="{F8E47D07-9D1E-4FE9-B31A-2F5863681021}" type="slidenum">
              <a:rPr lang="en-GB" smtClean="0"/>
              <a:pPr/>
              <a:t>‹#›</a:t>
            </a:fld>
            <a:endParaRPr lang="en-GB"/>
          </a:p>
        </p:txBody>
      </p:sp>
    </p:spTree>
    <p:extLst>
      <p:ext uri="{BB962C8B-B14F-4D97-AF65-F5344CB8AC3E}">
        <p14:creationId xmlns:p14="http://schemas.microsoft.com/office/powerpoint/2010/main" val="434635397"/>
      </p:ext>
    </p:extLst>
  </p:cSld>
  <p:clrMapOvr>
    <a:masterClrMapping/>
  </p:clrMapOvr>
  <p:transition spd="slow">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5218604"/>
      </p:ext>
    </p:extLst>
  </p:cSld>
  <p:clrMapOvr>
    <a:masterClrMapping/>
  </p:clrMapOvr>
  <p:transition spd="slow">
    <p:wipe dir="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End Slide">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318838" y="6356352"/>
            <a:ext cx="686023" cy="309145"/>
          </a:xfrm>
          <a:prstGeom prst="rect">
            <a:avLst/>
          </a:prstGeom>
        </p:spPr>
        <p:txBody>
          <a:bodyPr vert="horz" lIns="91440" tIns="45720" rIns="91440" bIns="45720" rtlCol="0" anchor="ctr">
            <a:noAutofit/>
          </a:bodyPr>
          <a:lstStyle>
            <a:lvl1pPr>
              <a:defRPr lang="en-GB" smtClean="0"/>
            </a:lvl1pPr>
          </a:lstStyle>
          <a:p>
            <a:fld id="{3C4F54F3-C349-4609-AFEE-01462D5C7942}" type="slidenum">
              <a:rPr lang="en-GB" smtClean="0"/>
              <a:pPr/>
              <a:t>‹#›</a:t>
            </a:fld>
            <a:endParaRPr lang="en-GB"/>
          </a:p>
        </p:txBody>
      </p:sp>
      <p:sp>
        <p:nvSpPr>
          <p:cNvPr id="5" name="Rectangle 4"/>
          <p:cNvSpPr>
            <a:spLocks noGrp="1" noChangeArrowheads="1"/>
          </p:cNvSpPr>
          <p:nvPr userDrawn="1"/>
        </p:nvSpPr>
        <p:spPr bwMode="auto">
          <a:xfrm>
            <a:off x="705013" y="4575175"/>
            <a:ext cx="3585633" cy="381000"/>
          </a:xfrm>
          <a:prstGeom prst="rect">
            <a:avLst/>
          </a:prstGeom>
          <a:noFill/>
          <a:ln w="9525">
            <a:noFill/>
            <a:miter lim="800000"/>
            <a:headEnd/>
            <a:tailEnd/>
          </a:ln>
          <a:effectLst/>
        </p:spPr>
        <p:txBody>
          <a:bodyPr anchor="b"/>
          <a:lstStyle/>
          <a:p>
            <a:r>
              <a:rPr lang="en-GB" sz="1867" b="1">
                <a:solidFill>
                  <a:schemeClr val="tx1"/>
                </a:solidFill>
                <a:latin typeface="Arial" pitchFamily="34" charset="0"/>
                <a:cs typeface="Arial" pitchFamily="34" charset="0"/>
              </a:rPr>
              <a:t>Confidentiality Notice </a:t>
            </a:r>
            <a:endParaRPr lang="en-GB" sz="3200">
              <a:solidFill>
                <a:schemeClr val="tx1"/>
              </a:solidFill>
              <a:latin typeface="Arial" pitchFamily="34" charset="0"/>
              <a:cs typeface="Arial" pitchFamily="34" charset="0"/>
            </a:endParaRPr>
          </a:p>
        </p:txBody>
      </p:sp>
      <p:sp>
        <p:nvSpPr>
          <p:cNvPr id="7" name="Rectangle 6"/>
          <p:cNvSpPr>
            <a:spLocks noGrp="1" noChangeArrowheads="1"/>
          </p:cNvSpPr>
          <p:nvPr userDrawn="1"/>
        </p:nvSpPr>
        <p:spPr bwMode="auto">
          <a:xfrm>
            <a:off x="721945" y="4956175"/>
            <a:ext cx="9920657" cy="864000"/>
          </a:xfrm>
          <a:prstGeom prst="rect">
            <a:avLst/>
          </a:prstGeom>
          <a:noFill/>
          <a:ln w="9525">
            <a:noFill/>
            <a:miter lim="800000"/>
            <a:headEnd/>
            <a:tailEnd/>
          </a:ln>
          <a:effectLst/>
        </p:spPr>
        <p:txBody>
          <a:bodyPr/>
          <a:lstStyle/>
          <a:p>
            <a:r>
              <a:rPr lang="en-GB" sz="1200" noProof="0">
                <a:solidFill>
                  <a:schemeClr val="tx1"/>
                </a:solidFill>
                <a:latin typeface="+mn-lt"/>
                <a:cs typeface="Arial"/>
              </a:rPr>
              <a:t>This file is private and may contain confidential and proprietary information. If you have received this file in error, please notify us and remove </a:t>
            </a:r>
            <a:br>
              <a:rPr lang="en-GB" sz="1200" noProof="0">
                <a:solidFill>
                  <a:schemeClr val="tx1"/>
                </a:solidFill>
                <a:latin typeface="+mn-lt"/>
                <a:cs typeface="Arial"/>
              </a:rPr>
            </a:br>
            <a:r>
              <a:rPr lang="en-GB" sz="1200" noProof="0">
                <a:solidFill>
                  <a:schemeClr val="tx1"/>
                </a:solidFill>
                <a:latin typeface="+mn-lt"/>
                <a:cs typeface="Arial"/>
              </a:rPr>
              <a:t>it from your system and note that you must not copy, distribute or take any action in reliance on it. Any unauthorized use or disclosure of the contents of this file is not permitted and may be unlawful. AstraZeneca PLC, </a:t>
            </a:r>
            <a:r>
              <a:rPr lang="en-US" sz="1200" kern="1200">
                <a:solidFill>
                  <a:schemeClr val="tx1"/>
                </a:solidFill>
                <a:latin typeface="+mn-lt"/>
                <a:ea typeface="+mn-ea"/>
                <a:cs typeface="Arial"/>
              </a:rPr>
              <a:t>1 Francis Crick Avenue</a:t>
            </a:r>
            <a:r>
              <a:rPr lang="en-US" sz="1200" kern="1200" baseline="0">
                <a:solidFill>
                  <a:schemeClr val="tx1"/>
                </a:solidFill>
                <a:latin typeface="+mn-lt"/>
                <a:ea typeface="+mn-ea"/>
                <a:cs typeface="Arial"/>
              </a:rPr>
              <a:t>, </a:t>
            </a:r>
            <a:r>
              <a:rPr lang="en-US" sz="1200" kern="1200">
                <a:solidFill>
                  <a:schemeClr val="tx1"/>
                </a:solidFill>
                <a:latin typeface="+mn-lt"/>
                <a:ea typeface="+mn-ea"/>
                <a:cs typeface="Arial"/>
              </a:rPr>
              <a:t>Cambridge Biomedical Campus, Cambridge, CB2 0AA</a:t>
            </a:r>
            <a:r>
              <a:rPr lang="en-GB" sz="1200" noProof="0">
                <a:solidFill>
                  <a:schemeClr val="tx1"/>
                </a:solidFill>
                <a:latin typeface="+mn-lt"/>
                <a:cs typeface="Arial"/>
              </a:rPr>
              <a:t>, UK, T: +44(0)203 749 5000, www.astrazeneca.com</a:t>
            </a:r>
          </a:p>
        </p:txBody>
      </p:sp>
    </p:spTree>
    <p:extLst>
      <p:ext uri="{BB962C8B-B14F-4D97-AF65-F5344CB8AC3E}">
        <p14:creationId xmlns:p14="http://schemas.microsoft.com/office/powerpoint/2010/main" val="3602052568"/>
      </p:ext>
    </p:extLst>
  </p:cSld>
  <p:clrMapOvr>
    <a:masterClrMapping/>
  </p:clrMapOvr>
  <p:transition spd="slow">
    <p:wipe dir="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7" name="Picture Placeholder 12">
            <a:extLst>
              <a:ext uri="{FF2B5EF4-FFF2-40B4-BE49-F238E27FC236}">
                <a16:creationId xmlns:a16="http://schemas.microsoft.com/office/drawing/2014/main" id="{A68CB247-4E47-C846-96C5-F7DBA2E8D4FD}"/>
              </a:ext>
            </a:extLst>
          </p:cNvPr>
          <p:cNvSpPr>
            <a:spLocks noGrp="1"/>
          </p:cNvSpPr>
          <p:nvPr>
            <p:ph type="pic" sz="quarter" idx="16" hasCustomPrompt="1"/>
          </p:nvPr>
        </p:nvSpPr>
        <p:spPr>
          <a:xfrm>
            <a:off x="4521599" y="1489"/>
            <a:ext cx="7670400" cy="6864096"/>
          </a:xfrm>
          <a:custGeom>
            <a:avLst/>
            <a:gdLst>
              <a:gd name="connsiteX0" fmla="*/ 1547827 w 7670400"/>
              <a:gd name="connsiteY0" fmla="*/ 0 h 6864096"/>
              <a:gd name="connsiteX1" fmla="*/ 5829568 w 7670400"/>
              <a:gd name="connsiteY1" fmla="*/ 0 h 6864096"/>
              <a:gd name="connsiteX2" fmla="*/ 6004760 w 7670400"/>
              <a:gd name="connsiteY2" fmla="*/ 0 h 6864096"/>
              <a:gd name="connsiteX3" fmla="*/ 7670400 w 7670400"/>
              <a:gd name="connsiteY3" fmla="*/ 0 h 6864096"/>
              <a:gd name="connsiteX4" fmla="*/ 7670400 w 7670400"/>
              <a:gd name="connsiteY4" fmla="*/ 6864096 h 6864096"/>
              <a:gd name="connsiteX5" fmla="*/ 6004761 w 7670400"/>
              <a:gd name="connsiteY5" fmla="*/ 6864096 h 6864096"/>
              <a:gd name="connsiteX6" fmla="*/ 5829568 w 7670400"/>
              <a:gd name="connsiteY6" fmla="*/ 6864096 h 6864096"/>
              <a:gd name="connsiteX7" fmla="*/ 1554450 w 7670400"/>
              <a:gd name="connsiteY7" fmla="*/ 6864096 h 6864096"/>
              <a:gd name="connsiteX8" fmla="*/ 1379124 w 7670400"/>
              <a:gd name="connsiteY8" fmla="*/ 6702826 h 6864096"/>
              <a:gd name="connsiteX9" fmla="*/ 0 w 7670400"/>
              <a:gd name="connsiteY9" fmla="*/ 3429001 h 6864096"/>
              <a:gd name="connsiteX10" fmla="*/ 1379124 w 7670400"/>
              <a:gd name="connsiteY10" fmla="*/ 155178 h 6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70400" h="6864096">
                <a:moveTo>
                  <a:pt x="1547827" y="0"/>
                </a:moveTo>
                <a:lnTo>
                  <a:pt x="5829568" y="0"/>
                </a:lnTo>
                <a:lnTo>
                  <a:pt x="6004760" y="0"/>
                </a:lnTo>
                <a:lnTo>
                  <a:pt x="7670400" y="0"/>
                </a:lnTo>
                <a:lnTo>
                  <a:pt x="7670400" y="6864096"/>
                </a:lnTo>
                <a:lnTo>
                  <a:pt x="6004761" y="6864096"/>
                </a:lnTo>
                <a:lnTo>
                  <a:pt x="5829568" y="6864096"/>
                </a:lnTo>
                <a:lnTo>
                  <a:pt x="1554450" y="6864096"/>
                </a:lnTo>
                <a:lnTo>
                  <a:pt x="1379124" y="6702826"/>
                </a:lnTo>
                <a:cubicBezTo>
                  <a:pt x="528239" y="5871990"/>
                  <a:pt x="0" y="4712184"/>
                  <a:pt x="0" y="3429001"/>
                </a:cubicBezTo>
                <a:cubicBezTo>
                  <a:pt x="0" y="2145819"/>
                  <a:pt x="528239" y="986013"/>
                  <a:pt x="1379124" y="155178"/>
                </a:cubicBezTo>
                <a:close/>
              </a:path>
            </a:pathLst>
          </a:custGeom>
          <a:solidFill>
            <a:schemeClr val="tx2">
              <a:lumMod val="40000"/>
              <a:lumOff val="60000"/>
            </a:schemeClr>
          </a:solidFill>
        </p:spPr>
        <p:txBody>
          <a:bodyPr wrap="square" anchor="ctr">
            <a:noAutofit/>
          </a:bodyPr>
          <a:lstStyle>
            <a:lvl1pPr algn="ctr">
              <a:defRPr/>
            </a:lvl1pPr>
          </a:lstStyle>
          <a:p>
            <a:r>
              <a:rPr lang="en-GB"/>
              <a:t>Click icon to insert image</a:t>
            </a:r>
            <a:br>
              <a:rPr lang="en-GB"/>
            </a:br>
            <a:br>
              <a:rPr lang="en-GB"/>
            </a:br>
            <a:br>
              <a:rPr lang="en-GB"/>
            </a:br>
            <a:endParaRPr lang="en-GB"/>
          </a:p>
        </p:txBody>
      </p:sp>
      <p:sp>
        <p:nvSpPr>
          <p:cNvPr id="6" name="Text Placeholder 2">
            <a:extLst>
              <a:ext uri="{FF2B5EF4-FFF2-40B4-BE49-F238E27FC236}">
                <a16:creationId xmlns:a16="http://schemas.microsoft.com/office/drawing/2014/main" id="{C1FC7E14-35C4-094B-8FE1-47375A990EEC}"/>
              </a:ext>
            </a:extLst>
          </p:cNvPr>
          <p:cNvSpPr>
            <a:spLocks noGrp="1"/>
          </p:cNvSpPr>
          <p:nvPr>
            <p:ph idx="1"/>
          </p:nvPr>
        </p:nvSpPr>
        <p:spPr>
          <a:xfrm>
            <a:off x="450851" y="2581276"/>
            <a:ext cx="3148012" cy="3254041"/>
          </a:xfrm>
          <a:prstGeom prst="rect">
            <a:avLst/>
          </a:prstGeom>
        </p:spPr>
        <p:txBody>
          <a:bodyPr vert="horz" lIns="91440" tIns="45720" rIns="91440" bIns="45720" rtlCol="0">
            <a:noAutofit/>
          </a:bodyPr>
          <a:lstStyle>
            <a:lvl1pPr>
              <a:defRPr lang="en-US" sz="2800" kern="1200" dirty="0">
                <a:solidFill>
                  <a:schemeClr val="tx2"/>
                </a:solidFill>
                <a:latin typeface="+mn-lt"/>
                <a:ea typeface="+mn-ea"/>
                <a:cs typeface="+mn-cs"/>
              </a:defRPr>
            </a:lvl1pPr>
            <a:lvl2pPr marL="0" indent="0">
              <a:buNone/>
              <a:defRPr lang="en-US" sz="2800" kern="1200" dirty="0">
                <a:solidFill>
                  <a:schemeClr val="tx2"/>
                </a:solidFill>
                <a:latin typeface="+mn-lt"/>
                <a:ea typeface="+mn-ea"/>
                <a:cs typeface="+mn-cs"/>
              </a:defRPr>
            </a:lvl2pPr>
            <a:lvl3pPr marL="501638" indent="-285744">
              <a:buFont typeface="Arial" panose="020B0604020202020204" pitchFamily="34" charset="0"/>
              <a:buChar char="•"/>
              <a:defRPr lang="en-US" sz="2400" kern="1200" dirty="0">
                <a:solidFill>
                  <a:schemeClr val="tx2"/>
                </a:solidFill>
                <a:latin typeface="+mn-lt"/>
                <a:ea typeface="+mn-ea"/>
                <a:cs typeface="+mn-cs"/>
              </a:defRPr>
            </a:lvl3pPr>
            <a:lvl4pPr marL="682608" indent="-285744">
              <a:buFont typeface="Arial" panose="020B0604020202020204" pitchFamily="34" charset="0"/>
              <a:buChar char="•"/>
              <a:defRPr lang="en-US" sz="2000" kern="1200" dirty="0">
                <a:solidFill>
                  <a:schemeClr val="tx2"/>
                </a:solidFill>
                <a:latin typeface="+mn-lt"/>
                <a:ea typeface="+mn-ea"/>
                <a:cs typeface="+mn-cs"/>
              </a:defRPr>
            </a:lvl4pPr>
            <a:lvl5pPr marL="863578" indent="-285744">
              <a:buFont typeface="Arial" panose="020B0604020202020204" pitchFamily="34" charset="0"/>
              <a:buChar char="•"/>
              <a:defRPr lang="en-GB" sz="2000" kern="1200" dirty="0">
                <a:solidFill>
                  <a:schemeClr val="tx2"/>
                </a:solidFill>
                <a:latin typeface="+mn-lt"/>
                <a:ea typeface="+mn-ea"/>
                <a:cs typeface="+mn-cs"/>
              </a:defRPr>
            </a:lvl5pPr>
          </a:lstStyle>
          <a:p>
            <a:pPr marL="0" lvl="0" indent="0" algn="l" defTabSz="914377" rtl="0" eaLnBrk="1" latinLnBrk="0" hangingPunct="1">
              <a:lnSpc>
                <a:spcPct val="90000"/>
              </a:lnSpc>
              <a:spcBef>
                <a:spcPts val="0"/>
              </a:spcBef>
              <a:spcAft>
                <a:spcPts val="600"/>
              </a:spcAft>
              <a:buFont typeface="Arial" panose="020B0604020202020204" pitchFamily="34" charset="0"/>
              <a:buNone/>
            </a:pPr>
            <a:r>
              <a:rPr lang="en-US"/>
              <a:t>Edit Master text styles</a:t>
            </a:r>
          </a:p>
          <a:p>
            <a:pPr marL="228594" lvl="1" indent="-228594" algn="l" defTabSz="914377" rtl="0" eaLnBrk="1" latinLnBrk="0" hangingPunct="1">
              <a:lnSpc>
                <a:spcPct val="90000"/>
              </a:lnSpc>
              <a:spcBef>
                <a:spcPts val="0"/>
              </a:spcBef>
              <a:spcAft>
                <a:spcPts val="600"/>
              </a:spcAft>
              <a:buClr>
                <a:schemeClr val="accent1"/>
              </a:buClr>
              <a:buSzPct val="100000"/>
              <a:buFont typeface="Arial" panose="020B0604020202020204" pitchFamily="34" charset="0"/>
              <a:buChar char="•"/>
            </a:pPr>
            <a:r>
              <a:rPr lang="en-US"/>
              <a:t>Second level</a:t>
            </a:r>
          </a:p>
          <a:p>
            <a:pPr marL="444489" lvl="2" indent="-228594" algn="l" defTabSz="914377" rtl="0" eaLnBrk="1" latinLnBrk="0" hangingPunct="1">
              <a:lnSpc>
                <a:spcPct val="90000"/>
              </a:lnSpc>
              <a:spcBef>
                <a:spcPts val="0"/>
              </a:spcBef>
              <a:spcAft>
                <a:spcPts val="600"/>
              </a:spcAft>
              <a:buClr>
                <a:schemeClr val="accent1"/>
              </a:buClr>
              <a:buSzPct val="100000"/>
              <a:buFont typeface="Arial" panose="020B0604020202020204" pitchFamily="34" charset="0"/>
              <a:buChar char="•"/>
            </a:pPr>
            <a:r>
              <a:rPr lang="en-US"/>
              <a:t>Third level</a:t>
            </a:r>
          </a:p>
          <a:p>
            <a:pPr marL="625459" lvl="3" indent="-228594" algn="l" defTabSz="914377" rtl="0" eaLnBrk="1" latinLnBrk="0" hangingPunct="1">
              <a:lnSpc>
                <a:spcPct val="90000"/>
              </a:lnSpc>
              <a:spcBef>
                <a:spcPts val="0"/>
              </a:spcBef>
              <a:spcAft>
                <a:spcPts val="600"/>
              </a:spcAft>
              <a:buClr>
                <a:schemeClr val="accent1"/>
              </a:buClr>
              <a:buSzPct val="100000"/>
              <a:buFont typeface="Arial" panose="020B0604020202020204" pitchFamily="34" charset="0"/>
              <a:buChar char="•"/>
            </a:pPr>
            <a:r>
              <a:rPr lang="en-US"/>
              <a:t>Fourth level</a:t>
            </a:r>
          </a:p>
          <a:p>
            <a:pPr marL="806431" lvl="4" indent="-228594" algn="l" defTabSz="914377" rtl="0" eaLnBrk="1" latinLnBrk="0" hangingPunct="1">
              <a:lnSpc>
                <a:spcPct val="90000"/>
              </a:lnSpc>
              <a:spcBef>
                <a:spcPts val="0"/>
              </a:spcBef>
              <a:spcAft>
                <a:spcPts val="600"/>
              </a:spcAft>
              <a:buClr>
                <a:schemeClr val="accent1"/>
              </a:buClr>
              <a:buSzPct val="100000"/>
              <a:buFont typeface="Arial" panose="020B0604020202020204" pitchFamily="34" charset="0"/>
              <a:buChar char="•"/>
            </a:pPr>
            <a:r>
              <a:rPr lang="en-US"/>
              <a:t>Fifth level</a:t>
            </a:r>
            <a:endParaRPr lang="en-GB"/>
          </a:p>
        </p:txBody>
      </p:sp>
      <p:sp>
        <p:nvSpPr>
          <p:cNvPr id="2" name="Title 1">
            <a:extLst>
              <a:ext uri="{FF2B5EF4-FFF2-40B4-BE49-F238E27FC236}">
                <a16:creationId xmlns:a16="http://schemas.microsoft.com/office/drawing/2014/main" id="{1055A771-AD04-5C47-B620-B54FB2748E45}"/>
              </a:ext>
            </a:extLst>
          </p:cNvPr>
          <p:cNvSpPr>
            <a:spLocks noGrp="1"/>
          </p:cNvSpPr>
          <p:nvPr>
            <p:ph type="title"/>
          </p:nvPr>
        </p:nvSpPr>
        <p:spPr>
          <a:xfrm>
            <a:off x="450851" y="1022684"/>
            <a:ext cx="3215932" cy="1558589"/>
          </a:xfrm>
        </p:spPr>
        <p:txBody>
          <a:bodyPr/>
          <a:lstStyle>
            <a:lvl1pPr>
              <a:defRPr>
                <a:solidFill>
                  <a:schemeClr val="tx2"/>
                </a:solidFill>
              </a:defRPr>
            </a:lvl1pPr>
          </a:lstStyle>
          <a:p>
            <a:r>
              <a:rPr lang="en-US"/>
              <a:t>Click to edit Master title style</a:t>
            </a:r>
          </a:p>
        </p:txBody>
      </p:sp>
      <p:sp>
        <p:nvSpPr>
          <p:cNvPr id="13" name="Slide Number Placeholder 4">
            <a:extLst>
              <a:ext uri="{FF2B5EF4-FFF2-40B4-BE49-F238E27FC236}">
                <a16:creationId xmlns:a16="http://schemas.microsoft.com/office/drawing/2014/main" id="{C2680D7D-2EAE-4754-8BDA-C1B1A28D771A}"/>
              </a:ext>
            </a:extLst>
          </p:cNvPr>
          <p:cNvSpPr>
            <a:spLocks noGrp="1"/>
          </p:cNvSpPr>
          <p:nvPr>
            <p:ph type="sldNum" sz="quarter" idx="12"/>
          </p:nvPr>
        </p:nvSpPr>
        <p:spPr>
          <a:xfrm>
            <a:off x="194511" y="6356352"/>
            <a:ext cx="686023" cy="309145"/>
          </a:xfrm>
        </p:spPr>
        <p:txBody>
          <a:bodyPr/>
          <a:lstStyle>
            <a:lvl1pPr>
              <a:defRPr>
                <a:solidFill>
                  <a:schemeClr val="tx1"/>
                </a:solidFill>
              </a:defRPr>
            </a:lvl1pPr>
          </a:lstStyle>
          <a:p>
            <a:fld id="{F8E47D07-9D1E-4FE9-B31A-2F5863681021}" type="slidenum">
              <a:rPr lang="en-GB" smtClean="0"/>
              <a:pPr/>
              <a:t>‹#›</a:t>
            </a:fld>
            <a:endParaRPr lang="en-GB"/>
          </a:p>
        </p:txBody>
      </p:sp>
    </p:spTree>
    <p:extLst>
      <p:ext uri="{BB962C8B-B14F-4D97-AF65-F5344CB8AC3E}">
        <p14:creationId xmlns:p14="http://schemas.microsoft.com/office/powerpoint/2010/main" val="4243556783"/>
      </p:ext>
    </p:extLst>
  </p:cSld>
  <p:clrMapOvr>
    <a:masterClrMapping/>
  </p:clrMapOvr>
  <p:transition spd="slow">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userDrawn="1">
  <p:cSld name="Pharma_Science_3">
    <p:spTree>
      <p:nvGrpSpPr>
        <p:cNvPr id="1" name=""/>
        <p:cNvGrpSpPr/>
        <p:nvPr/>
      </p:nvGrpSpPr>
      <p:grpSpPr>
        <a:xfrm>
          <a:off x="0" y="0"/>
          <a:ext cx="0" cy="0"/>
          <a:chOff x="0" y="0"/>
          <a:chExt cx="0" cy="0"/>
        </a:xfrm>
      </p:grpSpPr>
      <p:pic>
        <p:nvPicPr>
          <p:cNvPr id="3" name="Picture 2" descr="A picture containing cake, tree, reef, indoor&#10;&#10;Description automatically generated">
            <a:extLst>
              <a:ext uri="{FF2B5EF4-FFF2-40B4-BE49-F238E27FC236}">
                <a16:creationId xmlns:a16="http://schemas.microsoft.com/office/drawing/2014/main" id="{D70BBD08-7D34-5548-A954-46F975288B59}"/>
              </a:ext>
            </a:extLst>
          </p:cNvPr>
          <p:cNvPicPr>
            <a:picLocks noChangeAspect="1"/>
          </p:cNvPicPr>
          <p:nvPr userDrawn="1"/>
        </p:nvPicPr>
        <p:blipFill rotWithShape="1">
          <a:blip r:embed="rId2"/>
          <a:srcRect t="28772" b="28772"/>
          <a:stretch/>
        </p:blipFill>
        <p:spPr>
          <a:xfrm>
            <a:off x="192000" y="3837285"/>
            <a:ext cx="11803200" cy="2818659"/>
          </a:xfrm>
          <a:prstGeom prst="rect">
            <a:avLst/>
          </a:prstGeom>
        </p:spPr>
      </p:pic>
      <p:sp>
        <p:nvSpPr>
          <p:cNvPr id="13" name="Title 8"/>
          <p:cNvSpPr>
            <a:spLocks noGrp="1"/>
          </p:cNvSpPr>
          <p:nvPr>
            <p:ph type="title" hasCustomPrompt="1"/>
          </p:nvPr>
        </p:nvSpPr>
        <p:spPr>
          <a:xfrm>
            <a:off x="288002" y="1442243"/>
            <a:ext cx="9097012" cy="672000"/>
          </a:xfrm>
          <a:prstGeom prst="rect">
            <a:avLst/>
          </a:prstGeom>
        </p:spPr>
        <p:txBody>
          <a:bodyPr vert="horz"/>
          <a:lstStyle>
            <a:lvl1pPr algn="l">
              <a:lnSpc>
                <a:spcPct val="90000"/>
              </a:lnSpc>
              <a:defRPr sz="3733"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385013" y="142425"/>
            <a:ext cx="2664000" cy="879972"/>
          </a:xfrm>
          <a:prstGeom prst="rect">
            <a:avLst/>
          </a:prstGeom>
        </p:spPr>
      </p:pic>
      <p:sp>
        <p:nvSpPr>
          <p:cNvPr id="9" name="Text Placeholder 29"/>
          <p:cNvSpPr>
            <a:spLocks noGrp="1"/>
          </p:cNvSpPr>
          <p:nvPr>
            <p:ph type="body" sz="quarter" idx="11" hasCustomPrompt="1"/>
          </p:nvPr>
        </p:nvSpPr>
        <p:spPr>
          <a:xfrm>
            <a:off x="287999" y="3202200"/>
            <a:ext cx="8640000" cy="254400"/>
          </a:xfrm>
          <a:prstGeom prst="rect">
            <a:avLst/>
          </a:prstGeom>
        </p:spPr>
        <p:txBody>
          <a:bodyPr vert="horz"/>
          <a:lstStyle>
            <a:lvl1pPr marL="0" indent="0">
              <a:lnSpc>
                <a:spcPts val="1467"/>
              </a:lnSpc>
              <a:spcBef>
                <a:spcPts val="0"/>
              </a:spcBef>
              <a:buNone/>
              <a:defRPr sz="1867"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87999" y="3477200"/>
            <a:ext cx="8640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9504000" y="3202200"/>
            <a:ext cx="2496000" cy="254400"/>
          </a:xfrm>
          <a:prstGeom prst="rect">
            <a:avLst/>
          </a:prstGeom>
        </p:spPr>
        <p:txBody>
          <a:bodyPr vert="horz"/>
          <a:lstStyle>
            <a:lvl1pPr marL="0" indent="0">
              <a:lnSpc>
                <a:spcPts val="1467"/>
              </a:lnSpc>
              <a:spcBef>
                <a:spcPts val="0"/>
              </a:spcBef>
              <a:buNone/>
              <a:defRPr sz="16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9504000" y="3477200"/>
            <a:ext cx="2496000" cy="254400"/>
          </a:xfrm>
          <a:prstGeom prst="rect">
            <a:avLst/>
          </a:prstGeom>
        </p:spPr>
        <p:txBody>
          <a:bodyPr vert="horz"/>
          <a:lstStyle>
            <a:lvl1pPr marL="0" indent="0">
              <a:lnSpc>
                <a:spcPts val="1467"/>
              </a:lnSpc>
              <a:spcBef>
                <a:spcPts val="0"/>
              </a:spcBef>
              <a:buNone/>
              <a:defRPr sz="16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50109380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5" name="Title 8"/>
          <p:cNvSpPr>
            <a:spLocks noGrp="1"/>
          </p:cNvSpPr>
          <p:nvPr>
            <p:ph type="title" hasCustomPrompt="1"/>
          </p:nvPr>
        </p:nvSpPr>
        <p:spPr>
          <a:xfrm>
            <a:off x="316801" y="192000"/>
            <a:ext cx="11040000" cy="672000"/>
          </a:xfrm>
          <a:prstGeom prst="rect">
            <a:avLst/>
          </a:prstGeom>
        </p:spPr>
        <p:txBody>
          <a:bodyPr vert="horz"/>
          <a:lstStyle>
            <a:lvl1pPr algn="l">
              <a:lnSpc>
                <a:spcPct val="100000"/>
              </a:lnSpc>
              <a:defRPr sz="3200" b="1" baseline="0">
                <a:solidFill>
                  <a:schemeClr val="tx2"/>
                </a:solidFill>
                <a:latin typeface="Arial" pitchFamily="34" charset="0"/>
                <a:cs typeface="Arial" pitchFamily="34" charset="0"/>
              </a:defRPr>
            </a:lvl1pPr>
          </a:lstStyle>
          <a:p>
            <a:r>
              <a:rPr lang="en-GB" noProof="0"/>
              <a:t>Click to add title</a:t>
            </a:r>
          </a:p>
        </p:txBody>
      </p:sp>
      <p:sp>
        <p:nvSpPr>
          <p:cNvPr id="6" name="Text Placeholder 3"/>
          <p:cNvSpPr>
            <a:spLocks noGrp="1"/>
          </p:cNvSpPr>
          <p:nvPr>
            <p:ph type="body" sz="quarter" idx="11" hasCustomPrompt="1"/>
          </p:nvPr>
        </p:nvSpPr>
        <p:spPr>
          <a:xfrm>
            <a:off x="316082" y="1552684"/>
            <a:ext cx="9364951" cy="4229521"/>
          </a:xfrm>
          <a:prstGeom prst="rect">
            <a:avLst/>
          </a:prstGeom>
        </p:spPr>
        <p:txBody>
          <a:bodyPr vert="horz"/>
          <a:lstStyle>
            <a:lvl1pPr marL="0" indent="0">
              <a:spcBef>
                <a:spcPts val="0"/>
              </a:spcBef>
              <a:buNone/>
              <a:defRPr sz="3200" baseline="0">
                <a:solidFill>
                  <a:schemeClr val="tx1"/>
                </a:solidFill>
                <a:latin typeface="Arial" pitchFamily="34" charset="0"/>
                <a:cs typeface="Arial" pitchFamily="34" charset="0"/>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GB" noProof="0"/>
              <a:t>Click to add introduction text</a:t>
            </a:r>
          </a:p>
        </p:txBody>
      </p:sp>
      <p:sp>
        <p:nvSpPr>
          <p:cNvPr id="7" name="Slide Number Placeholder 5"/>
          <p:cNvSpPr>
            <a:spLocks noGrp="1"/>
          </p:cNvSpPr>
          <p:nvPr>
            <p:ph type="sldNum" sz="quarter" idx="4"/>
          </p:nvPr>
        </p:nvSpPr>
        <p:spPr>
          <a:xfrm>
            <a:off x="424500" y="6462339"/>
            <a:ext cx="528000" cy="216000"/>
          </a:xfrm>
          <a:prstGeom prst="rect">
            <a:avLst/>
          </a:prstGeom>
        </p:spPr>
        <p:txBody>
          <a:bodyPr vert="horz" lIns="0" tIns="0" rIns="0" bIns="0" rtlCol="0" anchor="t" anchorCtr="0"/>
          <a:lstStyle>
            <a:lvl1pPr algn="l">
              <a:defRPr sz="1067"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54436281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Body Only 1">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316085" y="192000"/>
            <a:ext cx="11687535" cy="672000"/>
          </a:xfrm>
          <a:prstGeom prst="rect">
            <a:avLst/>
          </a:prstGeom>
        </p:spPr>
        <p:txBody>
          <a:bodyPr vert="horz"/>
          <a:lstStyle>
            <a:lvl1pPr algn="l" defTabSz="609570" rtl="0" eaLnBrk="1" latinLnBrk="0" hangingPunct="1">
              <a:lnSpc>
                <a:spcPct val="100000"/>
              </a:lnSpc>
              <a:spcBef>
                <a:spcPct val="0"/>
              </a:spcBef>
              <a:buNone/>
              <a:defRPr lang="en-GB" sz="32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Text Placeholder 3"/>
          <p:cNvSpPr>
            <a:spLocks noGrp="1"/>
          </p:cNvSpPr>
          <p:nvPr>
            <p:ph type="body" sz="quarter" idx="11"/>
          </p:nvPr>
        </p:nvSpPr>
        <p:spPr>
          <a:xfrm>
            <a:off x="316800" y="1649463"/>
            <a:ext cx="9408000" cy="2160000"/>
          </a:xfrm>
          <a:prstGeom prst="rect">
            <a:avLst/>
          </a:prstGeom>
        </p:spPr>
        <p:txBody>
          <a:bodyPr vert="horz"/>
          <a:lstStyle>
            <a:lvl1pPr marL="0" indent="0" algn="l">
              <a:spcBef>
                <a:spcPts val="0"/>
              </a:spcBef>
              <a:buNone/>
              <a:defRPr sz="2400" baseline="0">
                <a:solidFill>
                  <a:schemeClr val="tx1"/>
                </a:solidFill>
                <a:latin typeface="Arial" pitchFamily="34" charset="0"/>
                <a:cs typeface="Arial" pitchFamily="34" charset="0"/>
              </a:defRPr>
            </a:lvl1pPr>
            <a:lvl2pPr marL="457178" indent="0" algn="l">
              <a:buNone/>
              <a:defRPr sz="1400"/>
            </a:lvl2pPr>
            <a:lvl3pPr marL="914354" indent="0" algn="l">
              <a:buNone/>
              <a:defRPr sz="1400"/>
            </a:lvl3pPr>
            <a:lvl4pPr marL="1371532" indent="0" algn="l">
              <a:buNone/>
              <a:defRPr sz="1400"/>
            </a:lvl4pPr>
            <a:lvl5pPr marL="1828709" indent="0" algn="l">
              <a:buNone/>
              <a:defRPr sz="1400"/>
            </a:lvl5pPr>
          </a:lstStyle>
          <a:p>
            <a:pPr lvl="0"/>
            <a:r>
              <a:rPr lang="en-GB" noProof="0"/>
              <a:t>Click to edit Master text styles</a:t>
            </a:r>
          </a:p>
        </p:txBody>
      </p:sp>
      <p:sp>
        <p:nvSpPr>
          <p:cNvPr id="8" name="Slide Number Placeholder 5"/>
          <p:cNvSpPr>
            <a:spLocks noGrp="1"/>
          </p:cNvSpPr>
          <p:nvPr>
            <p:ph type="sldNum" sz="quarter" idx="4"/>
          </p:nvPr>
        </p:nvSpPr>
        <p:spPr>
          <a:xfrm>
            <a:off x="424500" y="6462339"/>
            <a:ext cx="528000" cy="216000"/>
          </a:xfrm>
          <a:prstGeom prst="rect">
            <a:avLst/>
          </a:prstGeom>
        </p:spPr>
        <p:txBody>
          <a:bodyPr vert="horz" lIns="0" tIns="0" rIns="0" bIns="0" rtlCol="0" anchor="t" anchorCtr="0"/>
          <a:lstStyle>
            <a:lvl1pPr algn="l">
              <a:defRPr sz="1067"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876605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slideLayout" Target="../slideLayouts/slideLayout49.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34" Type="http://schemas.openxmlformats.org/officeDocument/2006/relationships/theme" Target="../theme/theme2.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33" Type="http://schemas.openxmlformats.org/officeDocument/2006/relationships/slideLayout" Target="../slideLayouts/slideLayout56.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29" Type="http://schemas.openxmlformats.org/officeDocument/2006/relationships/slideLayout" Target="../slideLayouts/slideLayout52.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32" Type="http://schemas.openxmlformats.org/officeDocument/2006/relationships/slideLayout" Target="../slideLayouts/slideLayout55.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slideLayout" Target="../slideLayouts/slideLayout51.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31" Type="http://schemas.openxmlformats.org/officeDocument/2006/relationships/slideLayout" Target="../slideLayouts/slideLayout54.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slideLayout" Target="../slideLayouts/slideLayout50.xml"/><Relationship Id="rId30" Type="http://schemas.openxmlformats.org/officeDocument/2006/relationships/slideLayout" Target="../slideLayouts/slideLayout53.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descr="AZ_SYMBOL_RGB.jpg"/>
          <p:cNvPicPr>
            <a:picLocks noChangeAspect="1"/>
          </p:cNvPicPr>
          <p:nvPr userDrawn="1"/>
        </p:nvPicPr>
        <p:blipFill>
          <a:blip r:embed="rId25" cstate="screen">
            <a:extLst>
              <a:ext uri="{28A0092B-C50C-407E-A947-70E740481C1C}">
                <a14:useLocalDpi xmlns:a14="http://schemas.microsoft.com/office/drawing/2010/main"/>
              </a:ext>
            </a:extLst>
          </a:blip>
          <a:stretch>
            <a:fillRect/>
          </a:stretch>
        </p:blipFill>
        <p:spPr>
          <a:xfrm>
            <a:off x="11254128" y="5997126"/>
            <a:ext cx="604800" cy="696215"/>
          </a:xfrm>
          <a:prstGeom prst="rect">
            <a:avLst/>
          </a:prstGeom>
        </p:spPr>
      </p:pic>
      <p:sp>
        <p:nvSpPr>
          <p:cNvPr id="8" name="Slide Number Placeholder 5"/>
          <p:cNvSpPr>
            <a:spLocks noGrp="1"/>
          </p:cNvSpPr>
          <p:nvPr>
            <p:ph type="sldNum" sz="quarter" idx="4"/>
          </p:nvPr>
        </p:nvSpPr>
        <p:spPr>
          <a:xfrm>
            <a:off x="424500" y="6462339"/>
            <a:ext cx="528000" cy="216000"/>
          </a:xfrm>
          <a:prstGeom prst="rect">
            <a:avLst/>
          </a:prstGeom>
        </p:spPr>
        <p:txBody>
          <a:bodyPr vert="horz" lIns="0" tIns="0" rIns="0" bIns="0" rtlCol="0" anchor="t" anchorCtr="0"/>
          <a:lstStyle>
            <a:lvl1pPr algn="l">
              <a:defRPr sz="1067"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24262839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hf hdr="0" ftr="0" dt="0"/>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318838" y="1022401"/>
            <a:ext cx="7351295" cy="733927"/>
          </a:xfrm>
          <a:prstGeom prst="rect">
            <a:avLst/>
          </a:prstGeom>
        </p:spPr>
        <p:txBody>
          <a:bodyPr vert="horz" lIns="91440" tIns="45720" rIns="91440" bIns="45720" rtlCol="0" anchor="t">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9BBDDF2-053F-4918-A7D1-582183BFB361}"/>
              </a:ext>
            </a:extLst>
          </p:cNvPr>
          <p:cNvSpPr>
            <a:spLocks noGrp="1"/>
          </p:cNvSpPr>
          <p:nvPr>
            <p:ph type="body" idx="1"/>
          </p:nvPr>
        </p:nvSpPr>
        <p:spPr>
          <a:xfrm>
            <a:off x="318837" y="1825625"/>
            <a:ext cx="11034963" cy="4351339"/>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318838" y="6356352"/>
            <a:ext cx="686023" cy="309145"/>
          </a:xfrm>
          <a:prstGeom prst="rect">
            <a:avLst/>
          </a:prstGeom>
        </p:spPr>
        <p:txBody>
          <a:bodyPr vert="horz" lIns="91440" tIns="45720" rIns="91440" bIns="45720" rtlCol="0" anchor="ctr">
            <a:noAutofit/>
          </a:bodyPr>
          <a:lstStyle>
            <a:lvl1pPr algn="l">
              <a:lnSpc>
                <a:spcPct val="90000"/>
              </a:lnSpc>
              <a:spcBef>
                <a:spcPts val="0"/>
              </a:spcBef>
              <a:spcAft>
                <a:spcPts val="600"/>
              </a:spcAft>
              <a:defRPr sz="1051">
                <a:solidFill>
                  <a:schemeClr val="tx1"/>
                </a:solidFill>
              </a:defRPr>
            </a:lvl1pPr>
          </a:lstStyle>
          <a:p>
            <a:fld id="{F8E47D07-9D1E-4FE9-B31A-2F5863681021}" type="slidenum">
              <a:rPr lang="en-GB" smtClean="0"/>
              <a:pPr/>
              <a:t>‹#›</a:t>
            </a:fld>
            <a:endParaRPr lang="en-GB"/>
          </a:p>
        </p:txBody>
      </p:sp>
    </p:spTree>
    <p:extLst>
      <p:ext uri="{BB962C8B-B14F-4D97-AF65-F5344CB8AC3E}">
        <p14:creationId xmlns:p14="http://schemas.microsoft.com/office/powerpoint/2010/main" val="221874315"/>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 id="2147483706" r:id="rId19"/>
    <p:sldLayoutId id="2147483707" r:id="rId20"/>
    <p:sldLayoutId id="2147483708" r:id="rId21"/>
    <p:sldLayoutId id="2147483709" r:id="rId22"/>
    <p:sldLayoutId id="2147483710" r:id="rId23"/>
    <p:sldLayoutId id="2147483711" r:id="rId24"/>
    <p:sldLayoutId id="2147483712" r:id="rId25"/>
    <p:sldLayoutId id="2147483713" r:id="rId26"/>
    <p:sldLayoutId id="2147483714" r:id="rId27"/>
    <p:sldLayoutId id="2147483715" r:id="rId28"/>
    <p:sldLayoutId id="2147483716" r:id="rId29"/>
    <p:sldLayoutId id="2147483717" r:id="rId30"/>
    <p:sldLayoutId id="2147483718" r:id="rId31"/>
    <p:sldLayoutId id="2147483719" r:id="rId32"/>
    <p:sldLayoutId id="2147483721" r:id="rId33"/>
  </p:sldLayoutIdLst>
  <p:transition spd="slow">
    <p:wipe dir="r"/>
  </p:transition>
  <p:hf hdr="0"/>
  <p:txStyles>
    <p:titleStyle>
      <a:lvl1pPr algn="l" defTabSz="914377" rtl="0" eaLnBrk="1" latinLnBrk="0" hangingPunct="1">
        <a:lnSpc>
          <a:spcPct val="90000"/>
        </a:lnSpc>
        <a:spcBef>
          <a:spcPct val="0"/>
        </a:spcBef>
        <a:buNone/>
        <a:defRPr sz="3600" kern="1200">
          <a:solidFill>
            <a:schemeClr val="tx2"/>
          </a:solidFill>
          <a:latin typeface="+mj-lt"/>
          <a:ea typeface="+mj-ea"/>
          <a:cs typeface="+mj-cs"/>
        </a:defRPr>
      </a:lvl1pPr>
    </p:titleStyle>
    <p:bodyStyle>
      <a:lvl1pPr marL="0" indent="0" algn="l" defTabSz="914377"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594" indent="-228594" algn="l" defTabSz="914377" rtl="0" eaLnBrk="1" latinLnBrk="0" hangingPunct="1">
        <a:lnSpc>
          <a:spcPct val="90000"/>
        </a:lnSpc>
        <a:spcBef>
          <a:spcPts val="0"/>
        </a:spcBef>
        <a:spcAft>
          <a:spcPts val="600"/>
        </a:spcAft>
        <a:buClr>
          <a:schemeClr val="accent1"/>
        </a:buClr>
        <a:buSzPct val="100000"/>
        <a:buFont typeface="Arial" panose="020B0604020202020204" pitchFamily="34" charset="0"/>
        <a:buChar char="•"/>
        <a:defRPr sz="1600" kern="1200">
          <a:solidFill>
            <a:schemeClr val="tx2"/>
          </a:solidFill>
          <a:latin typeface="+mn-lt"/>
          <a:ea typeface="+mn-ea"/>
          <a:cs typeface="+mn-cs"/>
        </a:defRPr>
      </a:lvl2pPr>
      <a:lvl3pPr marL="444489" indent="-228594" algn="l" defTabSz="914377" rtl="0" eaLnBrk="1" latinLnBrk="0" hangingPunct="1">
        <a:lnSpc>
          <a:spcPct val="90000"/>
        </a:lnSpc>
        <a:spcBef>
          <a:spcPts val="0"/>
        </a:spcBef>
        <a:spcAft>
          <a:spcPts val="600"/>
        </a:spcAft>
        <a:buClr>
          <a:schemeClr val="accent1"/>
        </a:buClr>
        <a:buSzPct val="100000"/>
        <a:buFont typeface="Arial" panose="020B0604020202020204" pitchFamily="34" charset="0"/>
        <a:buChar char="•"/>
        <a:defRPr sz="1400" kern="1200">
          <a:solidFill>
            <a:schemeClr val="tx2"/>
          </a:solidFill>
          <a:latin typeface="+mn-lt"/>
          <a:ea typeface="+mn-ea"/>
          <a:cs typeface="+mn-cs"/>
        </a:defRPr>
      </a:lvl3pPr>
      <a:lvl4pPr marL="625459" indent="-228594" algn="l" defTabSz="914377" rtl="0" eaLnBrk="1" latinLnBrk="0" hangingPunct="1">
        <a:lnSpc>
          <a:spcPct val="90000"/>
        </a:lnSpc>
        <a:spcBef>
          <a:spcPts val="0"/>
        </a:spcBef>
        <a:spcAft>
          <a:spcPts val="600"/>
        </a:spcAft>
        <a:buClr>
          <a:schemeClr val="accent1"/>
        </a:buClr>
        <a:buSzPct val="100000"/>
        <a:buFont typeface="Arial" panose="020B0604020202020204" pitchFamily="34" charset="0"/>
        <a:buChar char="•"/>
        <a:defRPr sz="1200" kern="1200">
          <a:solidFill>
            <a:schemeClr val="tx2"/>
          </a:solidFill>
          <a:latin typeface="+mn-lt"/>
          <a:ea typeface="+mn-ea"/>
          <a:cs typeface="+mn-cs"/>
        </a:defRPr>
      </a:lvl4pPr>
      <a:lvl5pPr marL="806431" indent="-228594" algn="l" defTabSz="914377" rtl="0" eaLnBrk="1" latinLnBrk="0" hangingPunct="1">
        <a:lnSpc>
          <a:spcPct val="90000"/>
        </a:lnSpc>
        <a:spcBef>
          <a:spcPts val="0"/>
        </a:spcBef>
        <a:spcAft>
          <a:spcPts val="600"/>
        </a:spcAft>
        <a:buClr>
          <a:schemeClr val="accent1"/>
        </a:buClr>
        <a:buSzPct val="100000"/>
        <a:buFont typeface="Arial" panose="020B0604020202020204" pitchFamily="34" charset="0"/>
        <a:buChar char="•"/>
        <a:defRPr sz="1200" kern="1200">
          <a:solidFill>
            <a:schemeClr val="tx2"/>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18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CB304-3A01-0040-A35A-B50918C22C95}"/>
              </a:ext>
            </a:extLst>
          </p:cNvPr>
          <p:cNvSpPr>
            <a:spLocks noGrp="1"/>
          </p:cNvSpPr>
          <p:nvPr>
            <p:ph type="title"/>
          </p:nvPr>
        </p:nvSpPr>
        <p:spPr>
          <a:xfrm>
            <a:off x="287999" y="845895"/>
            <a:ext cx="9097012" cy="672000"/>
          </a:xfrm>
        </p:spPr>
        <p:txBody>
          <a:bodyPr/>
          <a:lstStyle/>
          <a:p>
            <a:r>
              <a:rPr lang="en-US"/>
              <a:t>NGM Steering Committee Update</a:t>
            </a:r>
            <a:br>
              <a:rPr lang="en-US"/>
            </a:br>
            <a:r>
              <a:rPr lang="en-US"/>
              <a:t>	</a:t>
            </a:r>
          </a:p>
        </p:txBody>
      </p:sp>
      <p:sp>
        <p:nvSpPr>
          <p:cNvPr id="3" name="Text Placeholder 2">
            <a:extLst>
              <a:ext uri="{FF2B5EF4-FFF2-40B4-BE49-F238E27FC236}">
                <a16:creationId xmlns:a16="http://schemas.microsoft.com/office/drawing/2014/main" id="{E441CD7A-7B29-C24E-85C4-02EF418054F3}"/>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BE21D830-DD24-0D46-925E-9A5F023A8193}"/>
              </a:ext>
            </a:extLst>
          </p:cNvPr>
          <p:cNvSpPr>
            <a:spLocks noGrp="1"/>
          </p:cNvSpPr>
          <p:nvPr>
            <p:ph type="body" sz="quarter" idx="12"/>
          </p:nvPr>
        </p:nvSpPr>
        <p:spPr/>
        <p:txBody>
          <a:bodyPr/>
          <a:lstStyle/>
          <a:p>
            <a:r>
              <a:rPr lang="en-US" dirty="0"/>
              <a:t>May Update</a:t>
            </a:r>
          </a:p>
        </p:txBody>
      </p:sp>
      <p:sp>
        <p:nvSpPr>
          <p:cNvPr id="5" name="Text Placeholder 4">
            <a:extLst>
              <a:ext uri="{FF2B5EF4-FFF2-40B4-BE49-F238E27FC236}">
                <a16:creationId xmlns:a16="http://schemas.microsoft.com/office/drawing/2014/main" id="{0AFA0FB8-C4EC-5340-BD45-DE3FA3936DEF}"/>
              </a:ext>
            </a:extLst>
          </p:cNvPr>
          <p:cNvSpPr>
            <a:spLocks noGrp="1"/>
          </p:cNvSpPr>
          <p:nvPr>
            <p:ph type="body" sz="quarter" idx="15"/>
          </p:nvPr>
        </p:nvSpPr>
        <p:spPr/>
        <p:txBody>
          <a:bodyPr/>
          <a:lstStyle/>
          <a:p>
            <a:r>
              <a:rPr lang="en-US"/>
              <a:t>Company Restricted</a:t>
            </a:r>
          </a:p>
        </p:txBody>
      </p:sp>
      <p:sp>
        <p:nvSpPr>
          <p:cNvPr id="6" name="Text Placeholder 5">
            <a:extLst>
              <a:ext uri="{FF2B5EF4-FFF2-40B4-BE49-F238E27FC236}">
                <a16:creationId xmlns:a16="http://schemas.microsoft.com/office/drawing/2014/main" id="{04BD9026-5B09-524D-A52A-BC532CF42CFC}"/>
              </a:ext>
            </a:extLst>
          </p:cNvPr>
          <p:cNvSpPr>
            <a:spLocks noGrp="1"/>
          </p:cNvSpPr>
          <p:nvPr>
            <p:ph type="body" sz="quarter" idx="13"/>
          </p:nvPr>
        </p:nvSpPr>
        <p:spPr/>
        <p:txBody>
          <a:bodyPr/>
          <a:lstStyle/>
          <a:p>
            <a:r>
              <a:rPr lang="en-US" dirty="0"/>
              <a:t>27May2020</a:t>
            </a:r>
          </a:p>
        </p:txBody>
      </p:sp>
    </p:spTree>
    <p:extLst>
      <p:ext uri="{BB962C8B-B14F-4D97-AF65-F5344CB8AC3E}">
        <p14:creationId xmlns:p14="http://schemas.microsoft.com/office/powerpoint/2010/main" val="2052954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BDD98E9-FFF1-46EE-84D2-8EAE1E7316AE}"/>
              </a:ext>
            </a:extLst>
          </p:cNvPr>
          <p:cNvSpPr>
            <a:spLocks noGrp="1"/>
          </p:cNvSpPr>
          <p:nvPr>
            <p:ph type="title"/>
          </p:nvPr>
        </p:nvSpPr>
        <p:spPr/>
        <p:txBody>
          <a:bodyPr/>
          <a:lstStyle/>
          <a:p>
            <a:r>
              <a:rPr lang="en-US"/>
              <a:t>2020 Deliverables/ Milestones</a:t>
            </a:r>
          </a:p>
        </p:txBody>
      </p:sp>
      <p:graphicFrame>
        <p:nvGraphicFramePr>
          <p:cNvPr id="8" name="Content Placeholder 7">
            <a:extLst>
              <a:ext uri="{FF2B5EF4-FFF2-40B4-BE49-F238E27FC236}">
                <a16:creationId xmlns:a16="http://schemas.microsoft.com/office/drawing/2014/main" id="{CBB07E10-34F0-4880-83C9-60D4A20010BB}"/>
              </a:ext>
            </a:extLst>
          </p:cNvPr>
          <p:cNvGraphicFramePr>
            <a:graphicFrameLocks noGrp="1"/>
          </p:cNvGraphicFramePr>
          <p:nvPr>
            <p:ph idx="1"/>
          </p:nvPr>
        </p:nvGraphicFramePr>
        <p:xfrm>
          <a:off x="547225" y="1048001"/>
          <a:ext cx="11034183" cy="1909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4E7E7D81-0699-4B54-9BC8-D922F823CE9A}"/>
              </a:ext>
            </a:extLst>
          </p:cNvPr>
          <p:cNvSpPr txBox="1"/>
          <p:nvPr/>
        </p:nvSpPr>
        <p:spPr>
          <a:xfrm>
            <a:off x="547224" y="2757973"/>
            <a:ext cx="2751227" cy="3191724"/>
          </a:xfrm>
          <a:prstGeom prst="rect">
            <a:avLst/>
          </a:prstGeom>
          <a:noFill/>
        </p:spPr>
        <p:txBody>
          <a:bodyPr wrap="square" rtlCol="0">
            <a:noAutofit/>
          </a:bodyPr>
          <a:lstStyle/>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srgbClr val="0070C0"/>
                </a:solidFill>
                <a:effectLst/>
                <a:uLnTx/>
                <a:uFillTx/>
                <a:latin typeface="Calibri"/>
                <a:ea typeface="+mn-ea"/>
                <a:cs typeface="+mn-cs"/>
              </a:rPr>
              <a:t>Phase 1: Engineering firms proposals- complete</a:t>
            </a: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srgbClr val="0070C0"/>
                </a:solidFill>
                <a:effectLst/>
                <a:uLnTx/>
                <a:uFillTx/>
                <a:latin typeface="Calibri"/>
                <a:ea typeface="+mn-ea"/>
                <a:cs typeface="+mn-cs"/>
              </a:rPr>
              <a:t>Phase 1: Engineering firm selection- Jan/Feb</a:t>
            </a: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srgbClr val="0070C0"/>
                </a:solidFill>
                <a:effectLst/>
                <a:uLnTx/>
                <a:uFillTx/>
                <a:latin typeface="Calibri"/>
                <a:ea typeface="+mn-ea"/>
                <a:cs typeface="+mn-cs"/>
              </a:rPr>
              <a:t>High Level Timeline for IMFINZI NGM Strategy</a:t>
            </a: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srgbClr val="0070C0"/>
                </a:solidFill>
                <a:effectLst/>
                <a:uLnTx/>
                <a:uFillTx/>
                <a:latin typeface="Calibri"/>
                <a:ea typeface="+mn-ea"/>
                <a:cs typeface="+mn-cs"/>
              </a:rPr>
              <a:t>NGM GPF Fit Gap Assessment (500 K)</a:t>
            </a: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srgbClr val="0070C0"/>
                </a:solidFill>
                <a:effectLst/>
                <a:uLnTx/>
                <a:uFillTx/>
                <a:latin typeface="Calibri"/>
                <a:ea typeface="+mn-ea"/>
                <a:cs typeface="+mn-cs"/>
              </a:rPr>
              <a:t>Begin design of downstream equipment for 2kL scale</a:t>
            </a: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endParaRPr kumimoji="0" lang="en-US" sz="1333" b="0" i="0" u="none" strike="noStrike" kern="1200" cap="none" spc="0" normalizeH="0" baseline="0" noProof="0" dirty="0">
              <a:ln>
                <a:noFill/>
              </a:ln>
              <a:solidFill>
                <a:srgbClr val="0070C0"/>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3EA571AB-03B8-462F-AE03-7F383D0D3DCB}"/>
              </a:ext>
            </a:extLst>
          </p:cNvPr>
          <p:cNvSpPr txBox="1"/>
          <p:nvPr/>
        </p:nvSpPr>
        <p:spPr>
          <a:xfrm>
            <a:off x="6089298" y="2732987"/>
            <a:ext cx="2726244" cy="3216709"/>
          </a:xfrm>
          <a:prstGeom prst="rect">
            <a:avLst/>
          </a:prstGeom>
          <a:noFill/>
        </p:spPr>
        <p:txBody>
          <a:bodyPr wrap="square" rtlCol="0" anchor="t">
            <a:noAutofit/>
          </a:bodyPr>
          <a:lstStyle/>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prstClr val="black"/>
                </a:solidFill>
                <a:effectLst/>
                <a:uLnTx/>
                <a:uFillTx/>
                <a:latin typeface="Calibri"/>
                <a:ea typeface="+mn-ea"/>
                <a:cs typeface="+mn-cs"/>
              </a:rPr>
              <a:t>CMO search completed; begin discussions on implementing 1-2kL perfusion and integrated DS</a:t>
            </a:r>
            <a:endParaRPr kumimoji="0" lang="en-US" sz="1333" b="0" i="0" u="none" strike="noStrike" kern="1200" cap="none" spc="0" normalizeH="0" baseline="0" noProof="0" dirty="0">
              <a:ln>
                <a:noFill/>
              </a:ln>
              <a:solidFill>
                <a:prstClr val="black"/>
              </a:solidFill>
              <a:effectLst/>
              <a:uLnTx/>
              <a:uFillTx/>
              <a:latin typeface="Calibri"/>
              <a:ea typeface="+mn-ea"/>
              <a:cs typeface="Calibri"/>
            </a:endParaRP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prstClr val="black"/>
                </a:solidFill>
                <a:effectLst/>
                <a:uLnTx/>
                <a:uFillTx/>
                <a:latin typeface="Calibri"/>
                <a:ea typeface="+mn-ea"/>
                <a:cs typeface="+mn-cs"/>
              </a:rPr>
              <a:t>Phase 2: Engineering study finalized (Timing TBD)</a:t>
            </a:r>
            <a:endParaRPr kumimoji="0" lang="en-US" sz="1333" b="0" i="0" u="none" strike="noStrike" kern="1200" cap="none" spc="0" normalizeH="0" baseline="0" noProof="0" dirty="0">
              <a:ln>
                <a:noFill/>
              </a:ln>
              <a:solidFill>
                <a:prstClr val="black"/>
              </a:solidFill>
              <a:effectLst/>
              <a:uLnTx/>
              <a:uFillTx/>
              <a:latin typeface="Calibri"/>
              <a:ea typeface="+mn-ea"/>
              <a:cs typeface="Calibri"/>
            </a:endParaRP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prstClr val="black"/>
                </a:solidFill>
                <a:effectLst/>
                <a:uLnTx/>
                <a:uFillTx/>
                <a:latin typeface="Calibri"/>
                <a:ea typeface="+mn-ea"/>
                <a:cs typeface="+mn-cs"/>
              </a:rPr>
              <a:t>Complete design of downstream equipment for 2kL scale</a:t>
            </a:r>
            <a:endParaRPr kumimoji="0" lang="en-US" sz="1333" b="0" i="0" u="none" strike="noStrike" kern="1200" cap="none" spc="0" normalizeH="0" baseline="0" noProof="0" dirty="0">
              <a:ln>
                <a:noFill/>
              </a:ln>
              <a:solidFill>
                <a:prstClr val="black"/>
              </a:solidFill>
              <a:effectLst/>
              <a:uLnTx/>
              <a:uFillTx/>
              <a:latin typeface="Calibri"/>
              <a:ea typeface="+mn-ea"/>
              <a:cs typeface="Calibri"/>
            </a:endParaRP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prstClr val="black"/>
                </a:solidFill>
                <a:effectLst/>
                <a:uLnTx/>
                <a:uFillTx/>
                <a:latin typeface="Calibri"/>
                <a:ea typeface="+mn-ea"/>
                <a:cs typeface="+mn-cs"/>
              </a:rPr>
              <a:t>GPF bioreactor automation</a:t>
            </a:r>
            <a:endParaRPr kumimoji="0" lang="en-US" sz="1333" b="0" i="0" u="none" strike="noStrike" kern="1200" cap="none" spc="0" normalizeH="0" baseline="0" noProof="0" dirty="0">
              <a:ln>
                <a:noFill/>
              </a:ln>
              <a:solidFill>
                <a:prstClr val="black"/>
              </a:solidFill>
              <a:effectLst/>
              <a:uLnTx/>
              <a:uFillTx/>
              <a:latin typeface="Calibri"/>
              <a:ea typeface="+mn-ea"/>
              <a:cs typeface="Calibri"/>
            </a:endParaRP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prstClr val="black"/>
                </a:solidFill>
                <a:effectLst/>
                <a:uLnTx/>
                <a:uFillTx/>
                <a:latin typeface="Calibri"/>
                <a:ea typeface="+mn-ea"/>
                <a:cs typeface="+mn-cs"/>
              </a:rPr>
              <a:t>6389 Process Lock</a:t>
            </a:r>
            <a:endParaRPr kumimoji="0" lang="en-US" sz="1333" b="0" i="0" u="none" strike="noStrike" kern="1200" cap="none" spc="0" normalizeH="0" baseline="0" noProof="0" dirty="0">
              <a:ln>
                <a:noFill/>
              </a:ln>
              <a:solidFill>
                <a:prstClr val="black"/>
              </a:solidFill>
              <a:effectLst/>
              <a:uLnTx/>
              <a:uFillTx/>
              <a:latin typeface="Calibri"/>
              <a:ea typeface="+mn-ea"/>
              <a:cs typeface="Calibri"/>
            </a:endParaRP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srgbClr val="FFC000"/>
                </a:solidFill>
                <a:effectLst/>
                <a:uLnTx/>
                <a:uFillTx/>
                <a:latin typeface="Calibri"/>
                <a:ea typeface="+mn-ea"/>
                <a:cs typeface="Calibri"/>
              </a:rPr>
              <a:t>IMFINZI NGM Process Development start</a:t>
            </a:r>
          </a:p>
        </p:txBody>
      </p:sp>
      <p:sp>
        <p:nvSpPr>
          <p:cNvPr id="12" name="TextBox 11">
            <a:extLst>
              <a:ext uri="{FF2B5EF4-FFF2-40B4-BE49-F238E27FC236}">
                <a16:creationId xmlns:a16="http://schemas.microsoft.com/office/drawing/2014/main" id="{9740774D-8107-4466-9CF2-6D1BB97899ED}"/>
              </a:ext>
            </a:extLst>
          </p:cNvPr>
          <p:cNvSpPr txBox="1"/>
          <p:nvPr/>
        </p:nvSpPr>
        <p:spPr>
          <a:xfrm>
            <a:off x="8830179" y="2729617"/>
            <a:ext cx="2751227" cy="2742609"/>
          </a:xfrm>
          <a:prstGeom prst="rect">
            <a:avLst/>
          </a:prstGeom>
          <a:noFill/>
        </p:spPr>
        <p:txBody>
          <a:bodyPr wrap="square" rtlCol="0">
            <a:noAutofit/>
          </a:bodyPr>
          <a:lstStyle/>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prstClr val="black"/>
                </a:solidFill>
                <a:effectLst/>
                <a:uLnTx/>
                <a:uFillTx/>
                <a:latin typeface="Calibri"/>
                <a:ea typeface="+mn-ea"/>
                <a:cs typeface="+mn-cs"/>
              </a:rPr>
              <a:t>Full business case approved</a:t>
            </a: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prstClr val="black"/>
                </a:solidFill>
                <a:effectLst/>
                <a:uLnTx/>
                <a:uFillTx/>
                <a:latin typeface="Calibri"/>
                <a:ea typeface="+mn-ea"/>
                <a:cs typeface="+mn-cs"/>
              </a:rPr>
              <a:t>6570 NGM Decision</a:t>
            </a: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prstClr val="black"/>
                </a:solidFill>
                <a:effectLst/>
                <a:uLnTx/>
                <a:uFillTx/>
                <a:latin typeface="Calibri"/>
                <a:ea typeface="+mn-ea"/>
                <a:cs typeface="+mn-cs"/>
              </a:rPr>
              <a:t>Complete GPF TT for 6389</a:t>
            </a: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prstClr val="black"/>
                </a:solidFill>
                <a:effectLst/>
                <a:uLnTx/>
                <a:uFillTx/>
                <a:latin typeface="Calibri"/>
                <a:ea typeface="+mn-ea"/>
                <a:cs typeface="+mn-cs"/>
              </a:rPr>
              <a:t>RFP for 2kL scale system</a:t>
            </a: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prstClr val="black"/>
                </a:solidFill>
                <a:effectLst/>
                <a:uLnTx/>
                <a:uFillTx/>
                <a:latin typeface="Calibri"/>
                <a:ea typeface="+mn-ea"/>
                <a:cs typeface="+mn-cs"/>
              </a:rPr>
              <a:t>Award 2kL scale system to manufacturer</a:t>
            </a: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prstClr val="black"/>
                </a:solidFill>
                <a:effectLst/>
                <a:uLnTx/>
                <a:uFillTx/>
                <a:latin typeface="Calibri"/>
                <a:ea typeface="+mn-ea"/>
                <a:cs typeface="+mn-cs"/>
              </a:rPr>
              <a:t>6570 Cycle 2 start</a:t>
            </a: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prstClr val="black"/>
                </a:solidFill>
                <a:effectLst/>
                <a:uLnTx/>
                <a:uFillTx/>
                <a:latin typeface="Calibri"/>
                <a:ea typeface="+mn-ea"/>
                <a:cs typeface="+mn-cs"/>
              </a:rPr>
              <a:t>3X NGM Process Platform Defined</a:t>
            </a: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endParaRPr kumimoji="0" lang="en-US" sz="1333" b="0" i="0" u="none" strike="noStrike" kern="1200" cap="none" spc="0" normalizeH="0" baseline="0" noProof="0" dirty="0">
              <a:ln>
                <a:noFill/>
              </a:ln>
              <a:solidFill>
                <a:srgbClr val="0070C0"/>
              </a:solidFill>
              <a:effectLst/>
              <a:uLnTx/>
              <a:uFillTx/>
              <a:latin typeface="Calibri"/>
              <a:ea typeface="+mn-ea"/>
              <a:cs typeface="+mn-cs"/>
            </a:endParaRPr>
          </a:p>
        </p:txBody>
      </p:sp>
      <p:sp>
        <p:nvSpPr>
          <p:cNvPr id="14" name="TextBox 13">
            <a:extLst>
              <a:ext uri="{FF2B5EF4-FFF2-40B4-BE49-F238E27FC236}">
                <a16:creationId xmlns:a16="http://schemas.microsoft.com/office/drawing/2014/main" id="{192F526A-668E-42CA-90E4-A4A7DD9553BF}"/>
              </a:ext>
            </a:extLst>
          </p:cNvPr>
          <p:cNvSpPr txBox="1"/>
          <p:nvPr/>
        </p:nvSpPr>
        <p:spPr>
          <a:xfrm>
            <a:off x="10042235" y="5246181"/>
            <a:ext cx="1715868" cy="1343503"/>
          </a:xfrm>
          <a:prstGeom prst="rect">
            <a:avLst/>
          </a:prstGeom>
          <a:noFill/>
          <a:ln>
            <a:solidFill>
              <a:schemeClr val="tx1"/>
            </a:solidFill>
          </a:ln>
        </p:spPr>
        <p:txBody>
          <a:bodyPr wrap="none" rtlCol="0">
            <a:noAutofit/>
          </a:bodyPr>
          <a:lstStyle/>
          <a:p>
            <a:pPr marL="0" marR="0" lvl="0" indent="0" algn="l" defTabSz="609585" rtl="0" eaLnBrk="1" fontAlgn="auto" latinLnBrk="0" hangingPunct="1">
              <a:lnSpc>
                <a:spcPct val="90000"/>
              </a:lnSpc>
              <a:spcBef>
                <a:spcPts val="0"/>
              </a:spcBef>
              <a:spcAft>
                <a:spcPts val="800"/>
              </a:spcAft>
              <a:buClrTx/>
              <a:buSzTx/>
              <a:buFontTx/>
              <a:buNone/>
              <a:tabLst/>
              <a:defRPr/>
            </a:pPr>
            <a:r>
              <a:rPr kumimoji="0" lang="en-US" sz="2400" b="0" i="0" u="none" strike="noStrike" kern="1200" cap="none" spc="0" normalizeH="0" baseline="0" noProof="0" dirty="0">
                <a:ln>
                  <a:noFill/>
                </a:ln>
                <a:solidFill>
                  <a:srgbClr val="3F4444"/>
                </a:solidFill>
                <a:effectLst/>
                <a:uLnTx/>
                <a:uFillTx/>
                <a:latin typeface="Calibri"/>
                <a:ea typeface="+mn-ea"/>
                <a:cs typeface="+mn-cs"/>
              </a:rPr>
              <a:t>Legend</a:t>
            </a:r>
          </a:p>
          <a:p>
            <a:pPr marL="0" marR="0" lvl="0" indent="0" algn="l" defTabSz="609585" rtl="0" eaLnBrk="1" fontAlgn="auto" latinLnBrk="0" hangingPunct="1">
              <a:lnSpc>
                <a:spcPct val="90000"/>
              </a:lnSpc>
              <a:spcBef>
                <a:spcPts val="0"/>
              </a:spcBef>
              <a:spcAft>
                <a:spcPts val="0"/>
              </a:spcAft>
              <a:buClrTx/>
              <a:buSzTx/>
              <a:buFontTx/>
              <a:buNone/>
              <a:tabLst/>
              <a:defRPr/>
            </a:pPr>
            <a:r>
              <a:rPr kumimoji="0" lang="en-US" sz="1467" b="0" i="0" u="none" strike="noStrike" kern="1200" cap="none" spc="0" normalizeH="0" baseline="0" noProof="0" dirty="0">
                <a:ln>
                  <a:noFill/>
                </a:ln>
                <a:solidFill>
                  <a:srgbClr val="00B050"/>
                </a:solidFill>
                <a:effectLst/>
                <a:uLnTx/>
                <a:uFillTx/>
                <a:latin typeface="Calibri"/>
                <a:ea typeface="+mn-ea"/>
                <a:cs typeface="+mn-cs"/>
              </a:rPr>
              <a:t>On-Track</a:t>
            </a:r>
          </a:p>
          <a:p>
            <a:pPr marL="0" marR="0" lvl="0" indent="0" algn="l" defTabSz="609585" rtl="0" eaLnBrk="1" fontAlgn="auto" latinLnBrk="0" hangingPunct="1">
              <a:lnSpc>
                <a:spcPct val="90000"/>
              </a:lnSpc>
              <a:spcBef>
                <a:spcPts val="0"/>
              </a:spcBef>
              <a:spcAft>
                <a:spcPts val="0"/>
              </a:spcAft>
              <a:buClrTx/>
              <a:buSzTx/>
              <a:buFontTx/>
              <a:buNone/>
              <a:tabLst/>
              <a:defRPr/>
            </a:pPr>
            <a:r>
              <a:rPr kumimoji="0" lang="en-US" sz="1467" b="0" i="0" u="none" strike="noStrike" kern="1200" cap="none" spc="0" normalizeH="0" baseline="0" noProof="0" dirty="0">
                <a:ln>
                  <a:noFill/>
                </a:ln>
                <a:solidFill>
                  <a:srgbClr val="FFC000"/>
                </a:solidFill>
                <a:effectLst/>
                <a:uLnTx/>
                <a:uFillTx/>
                <a:latin typeface="Calibri"/>
                <a:ea typeface="+mn-ea"/>
                <a:cs typeface="+mn-cs"/>
              </a:rPr>
              <a:t>At- Risk</a:t>
            </a:r>
          </a:p>
          <a:p>
            <a:pPr marL="0" marR="0" lvl="0" indent="0" algn="l" defTabSz="609585" rtl="0" eaLnBrk="1" fontAlgn="auto" latinLnBrk="0" hangingPunct="1">
              <a:lnSpc>
                <a:spcPct val="90000"/>
              </a:lnSpc>
              <a:spcBef>
                <a:spcPts val="0"/>
              </a:spcBef>
              <a:spcAft>
                <a:spcPts val="0"/>
              </a:spcAft>
              <a:buClrTx/>
              <a:buSzTx/>
              <a:buFontTx/>
              <a:buNone/>
              <a:tabLst/>
              <a:defRPr/>
            </a:pPr>
            <a:r>
              <a:rPr kumimoji="0" lang="en-US" sz="1467" b="0" i="0" u="none" strike="noStrike" kern="1200" cap="none" spc="0" normalizeH="0" baseline="0" noProof="0" dirty="0">
                <a:ln>
                  <a:noFill/>
                </a:ln>
                <a:solidFill>
                  <a:srgbClr val="FF0000"/>
                </a:solidFill>
                <a:effectLst/>
                <a:uLnTx/>
                <a:uFillTx/>
                <a:latin typeface="Calibri"/>
                <a:ea typeface="+mn-ea"/>
                <a:cs typeface="+mn-cs"/>
              </a:rPr>
              <a:t>Late/ Off Track</a:t>
            </a:r>
          </a:p>
          <a:p>
            <a:pPr marL="0" marR="0" lvl="0" indent="0" algn="l" defTabSz="609585" rtl="0" eaLnBrk="1" fontAlgn="auto" latinLnBrk="0" hangingPunct="1">
              <a:lnSpc>
                <a:spcPct val="90000"/>
              </a:lnSpc>
              <a:spcBef>
                <a:spcPts val="0"/>
              </a:spcBef>
              <a:spcAft>
                <a:spcPts val="0"/>
              </a:spcAft>
              <a:buClrTx/>
              <a:buSzTx/>
              <a:buFontTx/>
              <a:buNone/>
              <a:tabLst/>
              <a:defRPr/>
            </a:pPr>
            <a:r>
              <a:rPr kumimoji="0" lang="en-US" sz="1467" b="0" i="0" u="none" strike="noStrike" kern="1200" cap="none" spc="0" normalizeH="0" baseline="0" noProof="0" dirty="0">
                <a:ln>
                  <a:noFill/>
                </a:ln>
                <a:solidFill>
                  <a:srgbClr val="0070C0"/>
                </a:solidFill>
                <a:effectLst/>
                <a:uLnTx/>
                <a:uFillTx/>
                <a:latin typeface="Calibri"/>
                <a:ea typeface="+mn-ea"/>
                <a:cs typeface="+mn-cs"/>
              </a:rPr>
              <a:t>Complete</a:t>
            </a:r>
          </a:p>
        </p:txBody>
      </p:sp>
      <p:sp>
        <p:nvSpPr>
          <p:cNvPr id="13" name="TextBox 12">
            <a:extLst>
              <a:ext uri="{FF2B5EF4-FFF2-40B4-BE49-F238E27FC236}">
                <a16:creationId xmlns:a16="http://schemas.microsoft.com/office/drawing/2014/main" id="{EA1097C0-EF41-4F72-BBAD-6942D4CE092B}"/>
              </a:ext>
            </a:extLst>
          </p:cNvPr>
          <p:cNvSpPr txBox="1"/>
          <p:nvPr/>
        </p:nvSpPr>
        <p:spPr>
          <a:xfrm>
            <a:off x="3386583" y="2757973"/>
            <a:ext cx="2751227" cy="2742609"/>
          </a:xfrm>
          <a:prstGeom prst="rect">
            <a:avLst/>
          </a:prstGeom>
          <a:noFill/>
        </p:spPr>
        <p:txBody>
          <a:bodyPr wrap="square" rtlCol="0" anchor="t">
            <a:noAutofit/>
          </a:bodyPr>
          <a:lstStyle/>
          <a:p>
            <a:pPr marL="228594" marR="0" lvl="0" indent="-228594" algn="l" defTabSz="914400"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srgbClr val="0070C0"/>
                </a:solidFill>
                <a:effectLst/>
                <a:uLnTx/>
                <a:uFillTx/>
                <a:latin typeface="Calibri"/>
                <a:ea typeface="+mn-ea"/>
                <a:cs typeface="+mn-cs"/>
              </a:rPr>
              <a:t>Feasibility Study</a:t>
            </a:r>
          </a:p>
          <a:p>
            <a:pPr marL="228594" marR="0" lvl="0" indent="-228594" algn="l" defTabSz="914400"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srgbClr val="0070C0"/>
                </a:solidFill>
                <a:effectLst/>
                <a:uLnTx/>
                <a:uFillTx/>
                <a:latin typeface="Calibri"/>
                <a:ea typeface="+mn-ea"/>
                <a:cs typeface="+mn-cs"/>
              </a:rPr>
              <a:t>COGM Model</a:t>
            </a: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srgbClr val="0070C0"/>
                </a:solidFill>
                <a:effectLst/>
                <a:uLnTx/>
                <a:uFillTx/>
                <a:latin typeface="Calibri"/>
                <a:ea typeface="+mn-ea"/>
                <a:cs typeface="+mn-cs"/>
              </a:rPr>
              <a:t>CMO search initiated</a:t>
            </a: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srgbClr val="0070C0"/>
                </a:solidFill>
                <a:effectLst/>
                <a:uLnTx/>
                <a:uFillTx/>
                <a:latin typeface="Calibri"/>
                <a:ea typeface="+mn-ea"/>
                <a:cs typeface="+mn-cs"/>
              </a:rPr>
              <a:t>Phase 1: Engineering study finalized</a:t>
            </a:r>
            <a:endParaRPr kumimoji="0" lang="en-US" sz="1333" b="0" i="0" u="none" strike="noStrike" kern="1200" cap="none" spc="0" normalizeH="0" baseline="0" noProof="0" dirty="0">
              <a:ln>
                <a:noFill/>
              </a:ln>
              <a:solidFill>
                <a:srgbClr val="0070C0"/>
              </a:solidFill>
              <a:effectLst/>
              <a:uLnTx/>
              <a:uFillTx/>
              <a:latin typeface="Calibri"/>
              <a:ea typeface="+mn-ea"/>
              <a:cs typeface="Calibri"/>
            </a:endParaRPr>
          </a:p>
          <a:p>
            <a:pPr marL="228594" marR="0" lvl="0" indent="-228594" algn="l" defTabSz="914400"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srgbClr val="0070C0"/>
                </a:solidFill>
                <a:effectLst/>
                <a:uLnTx/>
                <a:uFillTx/>
                <a:latin typeface="Calibri"/>
                <a:ea typeface="+mn-ea"/>
                <a:cs typeface="+mn-cs"/>
              </a:rPr>
              <a:t>Product Strategy for NGM Portfolio</a:t>
            </a: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srgbClr val="00B050"/>
                </a:solidFill>
                <a:effectLst/>
                <a:uLnTx/>
                <a:uFillTx/>
                <a:latin typeface="Calibri"/>
                <a:ea typeface="+mn-ea"/>
                <a:cs typeface="+mn-cs"/>
              </a:rPr>
              <a:t>Interim business case completed: secure 2021 funding</a:t>
            </a:r>
            <a:endParaRPr kumimoji="0" lang="en-US" sz="1333" b="0" i="0" u="none" strike="noStrike" kern="1200" cap="none" spc="0" normalizeH="0" baseline="0" noProof="0" dirty="0">
              <a:ln>
                <a:noFill/>
              </a:ln>
              <a:solidFill>
                <a:prstClr val="black"/>
              </a:solidFill>
              <a:effectLst/>
              <a:uLnTx/>
              <a:uFillTx/>
              <a:latin typeface="Calibri"/>
              <a:ea typeface="+mn-ea"/>
              <a:cs typeface="+mn-cs"/>
            </a:endParaRP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prstClr val="black"/>
                </a:solidFill>
                <a:effectLst/>
                <a:uLnTx/>
                <a:uFillTx/>
                <a:latin typeface="Calibri"/>
                <a:ea typeface="+mn-ea"/>
                <a:cs typeface="+mn-cs"/>
              </a:rPr>
              <a:t>DSC bioreactor automation</a:t>
            </a:r>
            <a:endParaRPr kumimoji="0" lang="en-US" sz="1333" b="0" i="0" u="none" strike="noStrike" kern="1200" cap="none" spc="0" normalizeH="0" baseline="0" noProof="0" dirty="0">
              <a:ln>
                <a:noFill/>
              </a:ln>
              <a:solidFill>
                <a:prstClr val="black"/>
              </a:solidFill>
              <a:effectLst/>
              <a:uLnTx/>
              <a:uFillTx/>
              <a:latin typeface="Calibri"/>
              <a:ea typeface="+mn-ea"/>
              <a:cs typeface="Calibri"/>
            </a:endParaRP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prstClr val="black"/>
                </a:solidFill>
                <a:effectLst/>
                <a:uLnTx/>
                <a:uFillTx/>
                <a:latin typeface="Calibri"/>
                <a:ea typeface="+mn-ea"/>
                <a:cs typeface="+mn-cs"/>
              </a:rPr>
              <a:t>GLP Tox for 8887</a:t>
            </a:r>
            <a:endParaRPr kumimoji="0" lang="en-US" sz="1333" b="0" i="0" u="none" strike="noStrike" kern="1200" cap="none" spc="0" normalizeH="0" baseline="0" noProof="0" dirty="0">
              <a:ln>
                <a:noFill/>
              </a:ln>
              <a:solidFill>
                <a:prstClr val="black"/>
              </a:solidFill>
              <a:effectLst/>
              <a:uLnTx/>
              <a:uFillTx/>
              <a:latin typeface="Calibri"/>
              <a:ea typeface="+mn-ea"/>
              <a:cs typeface="Calibri"/>
            </a:endParaRP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srgbClr val="0070C0"/>
                </a:solidFill>
                <a:effectLst/>
                <a:uLnTx/>
                <a:uFillTx/>
                <a:latin typeface="Calibri"/>
                <a:ea typeface="+mn-ea"/>
                <a:cs typeface="+mn-cs"/>
              </a:rPr>
              <a:t>GLP Tox for 7745</a:t>
            </a:r>
            <a:endParaRPr kumimoji="0" lang="en-US" sz="1333" b="0" i="0" u="none" strike="noStrike" kern="1200" cap="none" spc="0" normalizeH="0" baseline="0" noProof="0" dirty="0">
              <a:ln>
                <a:noFill/>
              </a:ln>
              <a:solidFill>
                <a:srgbClr val="0070C0"/>
              </a:solidFill>
              <a:effectLst/>
              <a:uLnTx/>
              <a:uFillTx/>
              <a:latin typeface="Calibri"/>
              <a:ea typeface="+mn-ea"/>
              <a:cs typeface="Calibri"/>
            </a:endParaRPr>
          </a:p>
          <a:p>
            <a:pPr marL="228594" marR="0" lvl="0" indent="-228594"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333" b="0" i="0" u="none" strike="noStrike" kern="1200" cap="none" spc="0" normalizeH="0" baseline="0" noProof="0" dirty="0">
                <a:ln>
                  <a:noFill/>
                </a:ln>
                <a:solidFill>
                  <a:prstClr val="black"/>
                </a:solidFill>
                <a:effectLst/>
                <a:uLnTx/>
                <a:uFillTx/>
                <a:latin typeface="Calibri"/>
                <a:ea typeface="+mn-ea"/>
                <a:cs typeface="+mn-cs"/>
              </a:rPr>
              <a:t>Super stretch: GLP tox for 4893</a:t>
            </a:r>
            <a:endParaRPr kumimoji="0" lang="en-US" sz="1333" b="0" i="0" u="none" strike="noStrike" kern="1200" cap="none" spc="0" normalizeH="0" baseline="0" noProof="0" dirty="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1375468815"/>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AE937EC-9629-45E6-BC66-A76A1FC78EE9}"/>
              </a:ext>
            </a:extLst>
          </p:cNvPr>
          <p:cNvSpPr/>
          <p:nvPr/>
        </p:nvSpPr>
        <p:spPr>
          <a:xfrm>
            <a:off x="607806" y="1561171"/>
            <a:ext cx="5963724" cy="1942811"/>
          </a:xfrm>
          <a:prstGeom prst="roundRect">
            <a:avLst>
              <a:gd name="adj" fmla="val 4745"/>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90000"/>
              </a:lnSpc>
              <a:spcBef>
                <a:spcPts val="0"/>
              </a:spcBef>
              <a:spcAft>
                <a:spcPts val="80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a:ea typeface="+mn-ea"/>
              <a:cs typeface="+mn-cs"/>
            </a:endParaRPr>
          </a:p>
        </p:txBody>
      </p:sp>
      <p:sp>
        <p:nvSpPr>
          <p:cNvPr id="9" name="Rectangle: Rounded Corners 8">
            <a:extLst>
              <a:ext uri="{FF2B5EF4-FFF2-40B4-BE49-F238E27FC236}">
                <a16:creationId xmlns:a16="http://schemas.microsoft.com/office/drawing/2014/main" id="{4B78CE8F-A009-4E9B-BF58-B37395361A9F}"/>
              </a:ext>
            </a:extLst>
          </p:cNvPr>
          <p:cNvSpPr/>
          <p:nvPr/>
        </p:nvSpPr>
        <p:spPr>
          <a:xfrm>
            <a:off x="607806" y="3643876"/>
            <a:ext cx="5963724" cy="2412677"/>
          </a:xfrm>
          <a:prstGeom prst="roundRect">
            <a:avLst>
              <a:gd name="adj" fmla="val 2767"/>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90000"/>
              </a:lnSpc>
              <a:spcBef>
                <a:spcPts val="0"/>
              </a:spcBef>
              <a:spcAft>
                <a:spcPts val="80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a:ea typeface="+mn-ea"/>
              <a:cs typeface="+mn-cs"/>
            </a:endParaRPr>
          </a:p>
        </p:txBody>
      </p:sp>
      <p:sp>
        <p:nvSpPr>
          <p:cNvPr id="18" name="Slide Number Placeholder 2">
            <a:extLst>
              <a:ext uri="{FF2B5EF4-FFF2-40B4-BE49-F238E27FC236}">
                <a16:creationId xmlns:a16="http://schemas.microsoft.com/office/drawing/2014/main" id="{9AC6916B-39C6-40DA-9AAE-7C62E1379B60}"/>
              </a:ext>
            </a:extLst>
          </p:cNvPr>
          <p:cNvSpPr txBox="1">
            <a:spLocks/>
          </p:cNvSpPr>
          <p:nvPr/>
        </p:nvSpPr>
        <p:spPr>
          <a:xfrm>
            <a:off x="335011" y="6478788"/>
            <a:ext cx="528000" cy="216000"/>
          </a:xfrm>
          <a:prstGeom prst="rect">
            <a:avLst/>
          </a:prstGeom>
        </p:spPr>
        <p:txBody>
          <a:bodyPr vert="horz" lIns="0" tIns="0" rIns="0" bIns="0" rtlCol="0" anchor="t" anchorCtr="0"/>
          <a:lstStyle>
            <a:defPPr>
              <a:defRPr lang="en-US"/>
            </a:defPPr>
            <a:lvl1pPr marL="0" algn="l" defTabSz="457200" rtl="0" eaLnBrk="1" latinLnBrk="0" hangingPunct="1">
              <a:defRPr sz="800" b="1"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Tx/>
              <a:buNone/>
              <a:tabLst/>
              <a:defRPr/>
            </a:pPr>
            <a:fld id="{3C4F54F3-C349-4609-AFEE-01462D5C7942}" type="slidenum">
              <a:rPr kumimoji="0" lang="en-GB" sz="1067" b="1" i="0" u="none" strike="noStrike" kern="1200" cap="none" spc="0" normalizeH="0" baseline="0" noProof="0">
                <a:ln>
                  <a:noFill/>
                </a:ln>
                <a:solidFill>
                  <a:srgbClr val="FFFFFF"/>
                </a:solidFill>
                <a:effectLst/>
                <a:uLnTx/>
                <a:uFillTx/>
                <a:latin typeface="Arial" pitchFamily="34" charset="0"/>
                <a:ea typeface="+mn-ea"/>
                <a:cs typeface="Arial" pitchFamily="34" charset="0"/>
              </a:rPr>
              <a:pPr marL="0" marR="0" lvl="0" indent="0" algn="l" defTabSz="609570" rtl="0" eaLnBrk="1" fontAlgn="auto" latinLnBrk="0" hangingPunct="1">
                <a:lnSpc>
                  <a:spcPct val="100000"/>
                </a:lnSpc>
                <a:spcBef>
                  <a:spcPts val="0"/>
                </a:spcBef>
                <a:spcAft>
                  <a:spcPts val="0"/>
                </a:spcAft>
                <a:buClrTx/>
                <a:buSzTx/>
                <a:buFontTx/>
                <a:buNone/>
                <a:tabLst/>
                <a:defRPr/>
              </a:pPr>
              <a:t>3</a:t>
            </a:fld>
            <a:endParaRPr kumimoji="0" lang="en-GB" sz="1067" b="1" i="0" u="none" strike="noStrike" kern="1200" cap="none" spc="0" normalizeH="0" baseline="0" noProof="0">
              <a:ln>
                <a:noFill/>
              </a:ln>
              <a:solidFill>
                <a:srgbClr val="FFFFFF"/>
              </a:solidFill>
              <a:effectLst/>
              <a:uLnTx/>
              <a:uFillTx/>
              <a:latin typeface="Arial" pitchFamily="34" charset="0"/>
              <a:ea typeface="+mn-ea"/>
              <a:cs typeface="Arial" pitchFamily="34" charset="0"/>
            </a:endParaRPr>
          </a:p>
        </p:txBody>
      </p:sp>
      <p:sp>
        <p:nvSpPr>
          <p:cNvPr id="22" name="TextBox 21">
            <a:extLst>
              <a:ext uri="{FF2B5EF4-FFF2-40B4-BE49-F238E27FC236}">
                <a16:creationId xmlns:a16="http://schemas.microsoft.com/office/drawing/2014/main" id="{C583C18C-1AB3-4183-BF2E-621ED8BE425A}"/>
              </a:ext>
            </a:extLst>
          </p:cNvPr>
          <p:cNvSpPr txBox="1"/>
          <p:nvPr/>
        </p:nvSpPr>
        <p:spPr>
          <a:xfrm>
            <a:off x="450973" y="230848"/>
            <a:ext cx="8901944" cy="563688"/>
          </a:xfrm>
          <a:prstGeom prst="rect">
            <a:avLst/>
          </a:prstGeom>
          <a:noFill/>
        </p:spPr>
        <p:txBody>
          <a:bodyPr wrap="none" rtlCol="0">
            <a:noAutofit/>
          </a:bodyPr>
          <a:lstStyle/>
          <a:p>
            <a:pPr marL="0" marR="0" lvl="0" indent="0" algn="l" defTabSz="609570" rtl="0" eaLnBrk="1" fontAlgn="auto" latinLnBrk="0" hangingPunct="1">
              <a:lnSpc>
                <a:spcPct val="90000"/>
              </a:lnSpc>
              <a:spcBef>
                <a:spcPts val="0"/>
              </a:spcBef>
              <a:spcAft>
                <a:spcPts val="800"/>
              </a:spcAft>
              <a:buClrTx/>
              <a:buSzTx/>
              <a:buFontTx/>
              <a:buNone/>
              <a:tabLst/>
              <a:defRPr/>
            </a:pPr>
            <a:r>
              <a:rPr kumimoji="0" lang="en-US" sz="3200" b="1" i="1" u="none" strike="noStrike" kern="1200" cap="none" spc="0" normalizeH="0" baseline="0" noProof="0" dirty="0">
                <a:ln>
                  <a:noFill/>
                </a:ln>
                <a:solidFill>
                  <a:srgbClr val="68D2DF">
                    <a:lumMod val="50000"/>
                  </a:srgbClr>
                </a:solidFill>
                <a:effectLst/>
                <a:uLnTx/>
                <a:uFillTx/>
                <a:latin typeface="Arial Narrow" panose="020B0606020202030204" pitchFamily="34" charset="0"/>
                <a:ea typeface="+mn-ea"/>
                <a:cs typeface="+mn-cs"/>
              </a:rPr>
              <a:t>Steering Committee Update:</a:t>
            </a:r>
          </a:p>
          <a:p>
            <a:pPr marL="0" marR="0" lvl="0" indent="0" algn="l" defTabSz="609570" rtl="0" eaLnBrk="1" fontAlgn="auto" latinLnBrk="0" hangingPunct="1">
              <a:lnSpc>
                <a:spcPct val="90000"/>
              </a:lnSpc>
              <a:spcBef>
                <a:spcPts val="0"/>
              </a:spcBef>
              <a:spcAft>
                <a:spcPts val="800"/>
              </a:spcAft>
              <a:buClrTx/>
              <a:buSzTx/>
              <a:buFontTx/>
              <a:buNone/>
              <a:tabLst/>
              <a:defRPr/>
            </a:pPr>
            <a:r>
              <a:rPr kumimoji="0" lang="en-US" sz="3200" b="0" i="1" u="none" strike="noStrike" kern="1200" cap="none" spc="0" normalizeH="0" baseline="0" noProof="0" dirty="0">
                <a:ln>
                  <a:noFill/>
                </a:ln>
                <a:solidFill>
                  <a:srgbClr val="68D2DF">
                    <a:lumMod val="50000"/>
                  </a:srgbClr>
                </a:solidFill>
                <a:effectLst/>
                <a:uLnTx/>
                <a:uFillTx/>
                <a:latin typeface="Arial Narrow" panose="020B0606020202030204" pitchFamily="34" charset="0"/>
                <a:ea typeface="+mn-ea"/>
                <a:cs typeface="+mn-cs"/>
              </a:rPr>
              <a:t>Next Generation Drug Substance Manufacturing</a:t>
            </a:r>
          </a:p>
        </p:txBody>
      </p:sp>
      <p:sp>
        <p:nvSpPr>
          <p:cNvPr id="23" name="Slide Number Placeholder 5">
            <a:extLst>
              <a:ext uri="{FF2B5EF4-FFF2-40B4-BE49-F238E27FC236}">
                <a16:creationId xmlns:a16="http://schemas.microsoft.com/office/drawing/2014/main" id="{A6045D6C-73E3-47B3-81F5-682A40A50033}"/>
              </a:ext>
            </a:extLst>
          </p:cNvPr>
          <p:cNvSpPr txBox="1">
            <a:spLocks/>
          </p:cNvSpPr>
          <p:nvPr/>
        </p:nvSpPr>
        <p:spPr>
          <a:xfrm>
            <a:off x="194511" y="6356352"/>
            <a:ext cx="686023" cy="3091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Tx/>
              <a:buNone/>
              <a:tabLst/>
              <a:defRPr/>
            </a:pPr>
            <a:fld id="{F8E47D07-9D1E-4FE9-B31A-2F5863681021}" type="slidenum">
              <a:rPr kumimoji="0" lang="en-GB" sz="1051" b="0" i="0" u="none" strike="noStrike" kern="1200" cap="none" spc="0" normalizeH="0" baseline="0" noProof="0">
                <a:ln>
                  <a:noFill/>
                </a:ln>
                <a:solidFill>
                  <a:srgbClr val="000000"/>
                </a:solidFill>
                <a:effectLst/>
                <a:uLnTx/>
                <a:uFillTx/>
                <a:latin typeface="Calibri"/>
                <a:ea typeface="+mn-ea"/>
                <a:cs typeface="+mn-cs"/>
              </a:rPr>
              <a:pPr marL="0" marR="0" lvl="0" indent="0" algn="l" defTabSz="609570" rtl="0" eaLnBrk="1" fontAlgn="auto" latinLnBrk="0" hangingPunct="1">
                <a:lnSpc>
                  <a:spcPct val="100000"/>
                </a:lnSpc>
                <a:spcBef>
                  <a:spcPts val="0"/>
                </a:spcBef>
                <a:spcAft>
                  <a:spcPts val="0"/>
                </a:spcAft>
                <a:buClrTx/>
                <a:buSzTx/>
                <a:buFontTx/>
                <a:buNone/>
                <a:tabLst/>
                <a:defRPr/>
              </a:pPr>
              <a:t>3</a:t>
            </a:fld>
            <a:endParaRPr kumimoji="0" lang="en-GB" sz="1051" b="0" i="0" u="none" strike="noStrike" kern="1200" cap="none" spc="0" normalizeH="0" baseline="0" noProof="0">
              <a:ln>
                <a:noFill/>
              </a:ln>
              <a:solidFill>
                <a:srgbClr val="000000"/>
              </a:solidFill>
              <a:effectLst/>
              <a:uLnTx/>
              <a:uFillTx/>
              <a:latin typeface="Calibri"/>
              <a:ea typeface="+mn-ea"/>
              <a:cs typeface="+mn-cs"/>
            </a:endParaRPr>
          </a:p>
        </p:txBody>
      </p:sp>
      <p:sp>
        <p:nvSpPr>
          <p:cNvPr id="6" name="TextBox 5">
            <a:extLst>
              <a:ext uri="{FF2B5EF4-FFF2-40B4-BE49-F238E27FC236}">
                <a16:creationId xmlns:a16="http://schemas.microsoft.com/office/drawing/2014/main" id="{CFE44E52-8483-436A-8EAE-9DE816691024}"/>
              </a:ext>
            </a:extLst>
          </p:cNvPr>
          <p:cNvSpPr txBox="1"/>
          <p:nvPr/>
        </p:nvSpPr>
        <p:spPr>
          <a:xfrm>
            <a:off x="612581" y="1557358"/>
            <a:ext cx="5963723" cy="1940669"/>
          </a:xfrm>
          <a:prstGeom prst="rect">
            <a:avLst/>
          </a:prstGeom>
          <a:noFill/>
        </p:spPr>
        <p:txBody>
          <a:bodyPr wrap="square" rtlCol="0" anchor="t">
            <a:noAutofit/>
          </a:bodyPr>
          <a:lstStyle/>
          <a:p>
            <a:pPr marL="0" marR="0" lvl="0" indent="0" algn="l" defTabSz="609585" rtl="0" eaLnBrk="1" fontAlgn="auto" latinLnBrk="0" hangingPunct="1">
              <a:lnSpc>
                <a:spcPct val="100000"/>
              </a:lnSpc>
              <a:spcBef>
                <a:spcPts val="0"/>
              </a:spcBef>
              <a:spcAft>
                <a:spcPts val="4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mn-cs"/>
              </a:rPr>
              <a:t>Progress Since Last Update:</a:t>
            </a:r>
          </a:p>
          <a:p>
            <a:pPr marL="227965" marR="0" lvl="0" indent="-227965" algn="l" defTabSz="609585"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467" b="0" i="0" u="none" strike="noStrike" kern="1200" cap="none" spc="0" normalizeH="0" baseline="0" noProof="0" dirty="0">
                <a:ln>
                  <a:noFill/>
                </a:ln>
                <a:solidFill>
                  <a:srgbClr val="FFFFFF"/>
                </a:solidFill>
                <a:effectLst/>
                <a:uLnTx/>
                <a:uFillTx/>
                <a:latin typeface="Arial"/>
                <a:ea typeface="+mn-ea"/>
                <a:cs typeface="+mn-cs"/>
              </a:rPr>
              <a:t>Feasibility Study (Capital to establish capability) </a:t>
            </a:r>
            <a:endParaRPr kumimoji="0" lang="en-US" sz="1467" b="0" i="0" u="none" strike="noStrike" kern="1200" cap="none" spc="0" normalizeH="0" baseline="0" noProof="0" dirty="0">
              <a:ln>
                <a:noFill/>
              </a:ln>
              <a:solidFill>
                <a:srgbClr val="FFFFFF"/>
              </a:solidFill>
              <a:effectLst/>
              <a:uLnTx/>
              <a:uFillTx/>
              <a:latin typeface="Arial"/>
              <a:ea typeface="+mn-ea"/>
              <a:cs typeface="Arial"/>
            </a:endParaRPr>
          </a:p>
          <a:p>
            <a:pPr marL="227965" marR="0" lvl="0" indent="-227965" algn="l" defTabSz="609585"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450" b="0" i="0" u="none" strike="noStrike" kern="1200" cap="none" spc="0" normalizeH="0" baseline="0" noProof="0" dirty="0">
                <a:ln>
                  <a:noFill/>
                </a:ln>
                <a:solidFill>
                  <a:srgbClr val="FFFFFF"/>
                </a:solidFill>
                <a:effectLst/>
                <a:uLnTx/>
                <a:uFillTx/>
                <a:latin typeface="Arial"/>
                <a:ea typeface="+mn-ea"/>
                <a:cs typeface="Arial"/>
              </a:rPr>
              <a:t>Product Strategy (Timeline and Volume) for </a:t>
            </a:r>
            <a:r>
              <a:rPr kumimoji="0" lang="en-US" sz="1450" b="0" i="0" u="none" strike="noStrike" kern="1200" cap="none" spc="0" normalizeH="0" baseline="0" noProof="0" dirty="0" err="1">
                <a:ln>
                  <a:noFill/>
                </a:ln>
                <a:solidFill>
                  <a:srgbClr val="FFFFFF"/>
                </a:solidFill>
                <a:effectLst/>
                <a:uLnTx/>
                <a:uFillTx/>
                <a:latin typeface="Arial"/>
                <a:ea typeface="+mn-ea"/>
                <a:cs typeface="Arial"/>
              </a:rPr>
              <a:t>LifeCycle</a:t>
            </a:r>
            <a:r>
              <a:rPr kumimoji="0" lang="en-US" sz="1450" b="0" i="0" u="none" strike="noStrike" kern="1200" cap="none" spc="0" normalizeH="0" baseline="0" noProof="0" dirty="0">
                <a:ln>
                  <a:noFill/>
                </a:ln>
                <a:solidFill>
                  <a:srgbClr val="FFFFFF"/>
                </a:solidFill>
                <a:effectLst/>
                <a:uLnTx/>
                <a:uFillTx/>
                <a:latin typeface="Arial"/>
                <a:ea typeface="+mn-ea"/>
                <a:cs typeface="Arial"/>
              </a:rPr>
              <a:t> and Pipeline Products (MEDI6570, MEDI5752, MEDI7352)</a:t>
            </a:r>
          </a:p>
          <a:p>
            <a:pPr marL="227965" marR="0" lvl="0" indent="-227965" algn="l" defTabSz="609585"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450" b="0" i="0" u="none" strike="noStrike" kern="1200" cap="none" spc="0" normalizeH="0" baseline="0" noProof="0" dirty="0">
                <a:ln>
                  <a:noFill/>
                </a:ln>
                <a:solidFill>
                  <a:srgbClr val="FFFFFF"/>
                </a:solidFill>
                <a:effectLst/>
                <a:uLnTx/>
                <a:uFillTx/>
                <a:latin typeface="Arial"/>
                <a:ea typeface="+mn-lt"/>
                <a:cs typeface="Arial"/>
              </a:rPr>
              <a:t>COGM Model</a:t>
            </a:r>
          </a:p>
          <a:p>
            <a:pPr marL="227965" marR="0" lvl="0" indent="-227965" algn="l" defTabSz="609585"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450" b="0" i="0" u="none" strike="noStrike" kern="1200" cap="none" spc="0" normalizeH="0" baseline="0" noProof="0" dirty="0">
                <a:ln>
                  <a:noFill/>
                </a:ln>
                <a:solidFill>
                  <a:srgbClr val="FFFFFF"/>
                </a:solidFill>
                <a:effectLst/>
                <a:uLnTx/>
                <a:uFillTx/>
                <a:latin typeface="Arial"/>
                <a:ea typeface="+mn-lt"/>
                <a:cs typeface="Arial"/>
              </a:rPr>
              <a:t>NGM Data for MEDI6570 and 6839</a:t>
            </a:r>
          </a:p>
          <a:p>
            <a:pPr marL="227965" marR="0" lvl="0" indent="-227965" algn="l" defTabSz="609585"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450" b="0" i="0" u="none" strike="noStrike" kern="1200" cap="none" spc="0" normalizeH="0" baseline="0" noProof="0" dirty="0">
                <a:ln>
                  <a:noFill/>
                </a:ln>
                <a:solidFill>
                  <a:srgbClr val="FFFFFF"/>
                </a:solidFill>
                <a:effectLst/>
                <a:uLnTx/>
                <a:uFillTx/>
                <a:latin typeface="Arial"/>
                <a:ea typeface="+mn-lt"/>
                <a:cs typeface="Arial"/>
              </a:rPr>
              <a:t>RFI submitted to CMOs</a:t>
            </a:r>
          </a:p>
          <a:p>
            <a:pPr marL="227965" marR="0" lvl="0" indent="-227965" algn="l" defTabSz="609585" rtl="0" eaLnBrk="1" fontAlgn="auto" latinLnBrk="0" hangingPunct="1">
              <a:lnSpc>
                <a:spcPct val="100000"/>
              </a:lnSpc>
              <a:spcBef>
                <a:spcPts val="0"/>
              </a:spcBef>
              <a:spcAft>
                <a:spcPts val="400"/>
              </a:spcAft>
              <a:buClrTx/>
              <a:buSzTx/>
              <a:buFont typeface="Arial" panose="020B0604020202020204" pitchFamily="34" charset="0"/>
              <a:buChar char="•"/>
              <a:tabLst/>
              <a:defRPr/>
            </a:pPr>
            <a:endParaRPr kumimoji="0" lang="en-US" sz="1450" b="0" i="0" u="none" strike="noStrike" kern="1200" cap="none" spc="0" normalizeH="0" baseline="0" noProof="0" dirty="0">
              <a:ln>
                <a:noFill/>
              </a:ln>
              <a:solidFill>
                <a:srgbClr val="FFFFFF"/>
              </a:solidFill>
              <a:effectLst/>
              <a:uLnTx/>
              <a:uFillTx/>
              <a:latin typeface="Arial"/>
              <a:ea typeface="+mn-lt"/>
              <a:cs typeface="Arial"/>
            </a:endParaRPr>
          </a:p>
          <a:p>
            <a:pPr marL="227965" marR="0" lvl="0" indent="-227965" algn="l" defTabSz="609585" rtl="0" eaLnBrk="1" fontAlgn="auto" latinLnBrk="0" hangingPunct="1">
              <a:lnSpc>
                <a:spcPct val="100000"/>
              </a:lnSpc>
              <a:spcBef>
                <a:spcPts val="0"/>
              </a:spcBef>
              <a:spcAft>
                <a:spcPts val="400"/>
              </a:spcAft>
              <a:buClrTx/>
              <a:buSzTx/>
              <a:buFont typeface="Arial" panose="020B0604020202020204" pitchFamily="34" charset="0"/>
              <a:buChar char="•"/>
              <a:tabLst/>
              <a:defRPr/>
            </a:pPr>
            <a:endParaRPr kumimoji="0" lang="en-US" sz="1450" b="0" i="0" u="none" strike="noStrike" kern="1200" cap="none" spc="0" normalizeH="0" baseline="0" noProof="0" dirty="0">
              <a:ln>
                <a:noFill/>
              </a:ln>
              <a:solidFill>
                <a:srgbClr val="FFFFFF"/>
              </a:solidFill>
              <a:effectLst/>
              <a:uLnTx/>
              <a:uFillTx/>
              <a:latin typeface="Arial"/>
              <a:ea typeface="+mn-ea"/>
              <a:cs typeface="Arial"/>
            </a:endParaRPr>
          </a:p>
          <a:p>
            <a:pPr marL="227965" marR="0" lvl="0" indent="-227965" algn="l" defTabSz="609585" rtl="0" eaLnBrk="1" fontAlgn="auto" latinLnBrk="0" hangingPunct="1">
              <a:lnSpc>
                <a:spcPct val="100000"/>
              </a:lnSpc>
              <a:spcBef>
                <a:spcPts val="0"/>
              </a:spcBef>
              <a:spcAft>
                <a:spcPts val="400"/>
              </a:spcAft>
              <a:buClrTx/>
              <a:buSzTx/>
              <a:buFont typeface="Arial" panose="020B0604020202020204" pitchFamily="34" charset="0"/>
              <a:buChar char="•"/>
              <a:tabLst/>
              <a:defRPr/>
            </a:pPr>
            <a:endParaRPr kumimoji="0" lang="en-US" sz="1467" b="0" i="0" u="none" strike="noStrike" kern="1200" cap="none" spc="0" normalizeH="0" baseline="0" noProof="0" dirty="0">
              <a:ln>
                <a:noFill/>
              </a:ln>
              <a:solidFill>
                <a:srgbClr val="FFFFFF"/>
              </a:solidFill>
              <a:effectLst/>
              <a:uLnTx/>
              <a:uFillTx/>
              <a:latin typeface="Arial"/>
              <a:ea typeface="+mn-ea"/>
              <a:cs typeface="Arial"/>
            </a:endParaRPr>
          </a:p>
        </p:txBody>
      </p:sp>
      <p:sp>
        <p:nvSpPr>
          <p:cNvPr id="11" name="Rectangle: Rounded Corners 10">
            <a:extLst>
              <a:ext uri="{FF2B5EF4-FFF2-40B4-BE49-F238E27FC236}">
                <a16:creationId xmlns:a16="http://schemas.microsoft.com/office/drawing/2014/main" id="{199E5897-50C1-4BF5-8110-A0ADE6199601}"/>
              </a:ext>
            </a:extLst>
          </p:cNvPr>
          <p:cNvSpPr/>
          <p:nvPr/>
        </p:nvSpPr>
        <p:spPr>
          <a:xfrm>
            <a:off x="6717016" y="3643876"/>
            <a:ext cx="4736371" cy="2412677"/>
          </a:xfrm>
          <a:prstGeom prst="roundRect">
            <a:avLst>
              <a:gd name="adj" fmla="val 2327"/>
            </a:avLst>
          </a:prstGeom>
          <a:solidFill>
            <a:srgbClr val="0064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90000"/>
              </a:lnSpc>
              <a:spcBef>
                <a:spcPts val="0"/>
              </a:spcBef>
              <a:spcAft>
                <a:spcPts val="80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a:ea typeface="+mn-ea"/>
              <a:cs typeface="+mn-cs"/>
            </a:endParaRPr>
          </a:p>
        </p:txBody>
      </p:sp>
      <p:sp>
        <p:nvSpPr>
          <p:cNvPr id="10" name="TextBox 9">
            <a:extLst>
              <a:ext uri="{FF2B5EF4-FFF2-40B4-BE49-F238E27FC236}">
                <a16:creationId xmlns:a16="http://schemas.microsoft.com/office/drawing/2014/main" id="{F973454E-738C-4D96-B0C6-1317724C8D95}"/>
              </a:ext>
            </a:extLst>
          </p:cNvPr>
          <p:cNvSpPr txBox="1"/>
          <p:nvPr/>
        </p:nvSpPr>
        <p:spPr>
          <a:xfrm>
            <a:off x="6776696" y="3643875"/>
            <a:ext cx="4676691" cy="2290240"/>
          </a:xfrm>
          <a:prstGeom prst="rect">
            <a:avLst/>
          </a:prstGeom>
          <a:noFill/>
        </p:spPr>
        <p:txBody>
          <a:bodyPr wrap="square" rtlCol="0" anchor="t">
            <a:noAutofit/>
          </a:bodyPr>
          <a:lstStyle/>
          <a:p>
            <a:pPr marL="0" marR="0" lvl="0" indent="0" algn="l" defTabSz="609585" rtl="0" eaLnBrk="1" fontAlgn="auto" latinLnBrk="0" hangingPunct="1">
              <a:lnSpc>
                <a:spcPct val="90000"/>
              </a:lnSpc>
              <a:spcBef>
                <a:spcPts val="0"/>
              </a:spcBef>
              <a:spcAft>
                <a:spcPts val="800"/>
              </a:spcAft>
              <a:buClrTx/>
              <a:buSzTx/>
              <a:buFontTx/>
              <a:buNone/>
              <a:tabLst/>
              <a:defRPr/>
            </a:pPr>
            <a:r>
              <a:rPr kumimoji="0" lang="en-US" sz="1467" b="1" i="0" u="none" strike="noStrike" kern="1200" cap="none" spc="0" normalizeH="0" baseline="0" noProof="0" dirty="0">
                <a:ln>
                  <a:noFill/>
                </a:ln>
                <a:solidFill>
                  <a:srgbClr val="FFFFFF"/>
                </a:solidFill>
                <a:effectLst/>
                <a:uLnTx/>
                <a:uFillTx/>
                <a:latin typeface="Arial"/>
                <a:ea typeface="+mn-ea"/>
                <a:cs typeface="+mn-cs"/>
              </a:rPr>
              <a:t>Technical Challenges</a:t>
            </a:r>
          </a:p>
          <a:p>
            <a:pPr marL="227965" marR="0" lvl="0" indent="-227965"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r>
              <a:rPr kumimoji="0" lang="en-US" sz="1467" b="0" i="0" u="none" strike="noStrike" kern="1200" cap="none" spc="0" normalizeH="0" baseline="0" noProof="0" dirty="0">
                <a:ln>
                  <a:noFill/>
                </a:ln>
                <a:solidFill>
                  <a:srgbClr val="FFFFFF"/>
                </a:solidFill>
                <a:effectLst/>
                <a:uLnTx/>
                <a:uFillTx/>
                <a:latin typeface="Arial"/>
                <a:ea typeface="+mn-ea"/>
                <a:cs typeface="Arial"/>
              </a:rPr>
              <a:t>None</a:t>
            </a:r>
          </a:p>
          <a:p>
            <a:pPr marL="227965" marR="0" lvl="0" indent="-227965" algn="l" defTabSz="609585" rtl="0" eaLnBrk="1" fontAlgn="auto" latinLnBrk="0" hangingPunct="1">
              <a:lnSpc>
                <a:spcPct val="90000"/>
              </a:lnSpc>
              <a:spcBef>
                <a:spcPts val="0"/>
              </a:spcBef>
              <a:spcAft>
                <a:spcPts val="800"/>
              </a:spcAft>
              <a:buClrTx/>
              <a:buSzTx/>
              <a:buFont typeface="Arial" panose="020B0604020202020204" pitchFamily="34" charset="0"/>
              <a:buChar char="•"/>
              <a:tabLst/>
              <a:defRPr/>
            </a:pPr>
            <a:endParaRPr kumimoji="0" lang="en-US" sz="1467" b="1" i="0" u="none" strike="noStrike" kern="1200" cap="none" spc="0" normalizeH="0" baseline="0" noProof="0" dirty="0">
              <a:ln>
                <a:noFill/>
              </a:ln>
              <a:solidFill>
                <a:srgbClr val="FFFFFF"/>
              </a:solidFill>
              <a:effectLst/>
              <a:uLnTx/>
              <a:uFillTx/>
              <a:latin typeface="Arial"/>
              <a:ea typeface="+mn-ea"/>
              <a:cs typeface="Arial"/>
            </a:endParaRPr>
          </a:p>
          <a:p>
            <a:pPr marL="0" marR="0" lvl="0" indent="0" algn="l" defTabSz="609585" rtl="0" eaLnBrk="1" fontAlgn="auto" latinLnBrk="0" hangingPunct="1">
              <a:lnSpc>
                <a:spcPct val="90000"/>
              </a:lnSpc>
              <a:spcBef>
                <a:spcPts val="0"/>
              </a:spcBef>
              <a:spcAft>
                <a:spcPts val="800"/>
              </a:spcAft>
              <a:buClrTx/>
              <a:buSzTx/>
              <a:buFontTx/>
              <a:buNone/>
              <a:tabLst/>
              <a:defRPr/>
            </a:pPr>
            <a:r>
              <a:rPr kumimoji="0" lang="en-US" sz="1467" b="0" i="0" u="none" strike="noStrike" kern="1200" cap="none" spc="0" normalizeH="0" baseline="0" noProof="0" dirty="0">
                <a:ln>
                  <a:noFill/>
                </a:ln>
                <a:solidFill>
                  <a:srgbClr val="FFFFFF"/>
                </a:solidFill>
                <a:effectLst/>
                <a:uLnTx/>
                <a:uFillTx/>
                <a:latin typeface="Arial"/>
                <a:ea typeface="+mn-ea"/>
                <a:cs typeface="+mn-cs"/>
              </a:rPr>
              <a:t>  </a:t>
            </a:r>
          </a:p>
        </p:txBody>
      </p:sp>
      <p:sp>
        <p:nvSpPr>
          <p:cNvPr id="13" name="Rectangle: Rounded Corners 12">
            <a:extLst>
              <a:ext uri="{FF2B5EF4-FFF2-40B4-BE49-F238E27FC236}">
                <a16:creationId xmlns:a16="http://schemas.microsoft.com/office/drawing/2014/main" id="{8A8FE904-8FF5-41B0-BF51-7D40340D8B4E}"/>
              </a:ext>
            </a:extLst>
          </p:cNvPr>
          <p:cNvSpPr/>
          <p:nvPr/>
        </p:nvSpPr>
        <p:spPr>
          <a:xfrm>
            <a:off x="6717016" y="1561170"/>
            <a:ext cx="4736371" cy="1942812"/>
          </a:xfrm>
          <a:prstGeom prst="roundRect">
            <a:avLst>
              <a:gd name="adj" fmla="val 3523"/>
            </a:avLst>
          </a:prstGeom>
          <a:solidFill>
            <a:srgbClr val="E3F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90000"/>
              </a:lnSpc>
              <a:spcBef>
                <a:spcPts val="0"/>
              </a:spcBef>
              <a:spcAft>
                <a:spcPts val="80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a:ea typeface="+mn-ea"/>
              <a:cs typeface="+mn-cs"/>
            </a:endParaRPr>
          </a:p>
        </p:txBody>
      </p:sp>
      <p:sp>
        <p:nvSpPr>
          <p:cNvPr id="3" name="Rectangle 2">
            <a:extLst>
              <a:ext uri="{FF2B5EF4-FFF2-40B4-BE49-F238E27FC236}">
                <a16:creationId xmlns:a16="http://schemas.microsoft.com/office/drawing/2014/main" id="{46E041CA-1A74-45ED-8897-0D8C9B4530A0}"/>
              </a:ext>
            </a:extLst>
          </p:cNvPr>
          <p:cNvSpPr/>
          <p:nvPr/>
        </p:nvSpPr>
        <p:spPr>
          <a:xfrm>
            <a:off x="6776697" y="1581405"/>
            <a:ext cx="4676689" cy="943913"/>
          </a:xfrm>
          <a:prstGeom prst="rect">
            <a:avLst/>
          </a:prstGeom>
        </p:spPr>
        <p:txBody>
          <a:bodyPr wrap="square">
            <a:spAutoFit/>
          </a:bodyPr>
          <a:lstStyle/>
          <a:p>
            <a:pPr marL="0" marR="0" lvl="0" indent="0" algn="l" defTabSz="609585" rtl="0" eaLnBrk="1" fontAlgn="auto" latinLnBrk="0" hangingPunct="1">
              <a:lnSpc>
                <a:spcPct val="90000"/>
              </a:lnSpc>
              <a:spcBef>
                <a:spcPts val="800"/>
              </a:spcBef>
              <a:spcAft>
                <a:spcPts val="0"/>
              </a:spcAft>
              <a:buClrTx/>
              <a:buSzTx/>
              <a:buFontTx/>
              <a:buNone/>
              <a:tabLst/>
              <a:defRPr/>
            </a:pPr>
            <a:r>
              <a:rPr kumimoji="0" lang="en-US" sz="1600" b="1" i="0" u="none" strike="noStrike" kern="1200" cap="none" spc="0" normalizeH="0" baseline="0" noProof="0" dirty="0">
                <a:ln>
                  <a:noFill/>
                </a:ln>
                <a:solidFill>
                  <a:srgbClr val="00B050"/>
                </a:solidFill>
                <a:effectLst/>
                <a:uLnTx/>
                <a:uFillTx/>
                <a:latin typeface="Arial"/>
                <a:ea typeface="+mn-ea"/>
                <a:cs typeface="+mn-cs"/>
              </a:rPr>
              <a:t>Escalations </a:t>
            </a:r>
          </a:p>
          <a:p>
            <a:pPr marL="285750" marR="0" lvl="0" indent="-285750" algn="l" defTabSz="609585" rtl="0" eaLnBrk="1" fontAlgn="auto" latinLnBrk="0" hangingPunct="1">
              <a:lnSpc>
                <a:spcPct val="90000"/>
              </a:lnSpc>
              <a:spcBef>
                <a:spcPts val="8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B050"/>
                </a:solidFill>
                <a:effectLst/>
                <a:uLnTx/>
                <a:uFillTx/>
                <a:latin typeface="Arial"/>
                <a:ea typeface="+mn-ea"/>
                <a:cs typeface="+mn-cs"/>
              </a:rPr>
              <a:t>None</a:t>
            </a:r>
          </a:p>
          <a:p>
            <a:pPr marL="228594" marR="0" lvl="0" indent="-228594" algn="l" defTabSz="609585" rtl="0" eaLnBrk="1" fontAlgn="auto" latinLnBrk="0" hangingPunct="1">
              <a:lnSpc>
                <a:spcPct val="90000"/>
              </a:lnSpc>
              <a:spcBef>
                <a:spcPts val="800"/>
              </a:spcBef>
              <a:spcAft>
                <a:spcPts val="0"/>
              </a:spcAft>
              <a:buClrTx/>
              <a:buSzTx/>
              <a:buFont typeface="Arial" panose="020B0604020202020204" pitchFamily="34" charset="0"/>
              <a:buChar char="•"/>
              <a:tabLst/>
              <a:defRPr/>
            </a:pPr>
            <a:endParaRPr kumimoji="0" lang="en-US" sz="1467" b="0" i="0" u="none" strike="noStrike" kern="1200" cap="none" spc="0" normalizeH="0" baseline="0" noProof="0" dirty="0">
              <a:ln>
                <a:noFill/>
              </a:ln>
              <a:solidFill>
                <a:srgbClr val="FF0000"/>
              </a:solidFill>
              <a:effectLst/>
              <a:uLnTx/>
              <a:uFillTx/>
              <a:latin typeface="Arial"/>
              <a:ea typeface="+mn-ea"/>
              <a:cs typeface="+mn-cs"/>
            </a:endParaRPr>
          </a:p>
        </p:txBody>
      </p:sp>
      <p:sp>
        <p:nvSpPr>
          <p:cNvPr id="14" name="TextBox 13">
            <a:extLst>
              <a:ext uri="{FF2B5EF4-FFF2-40B4-BE49-F238E27FC236}">
                <a16:creationId xmlns:a16="http://schemas.microsoft.com/office/drawing/2014/main" id="{3891CD69-1189-49FD-9F59-070C709CB283}"/>
              </a:ext>
            </a:extLst>
          </p:cNvPr>
          <p:cNvSpPr txBox="1"/>
          <p:nvPr/>
        </p:nvSpPr>
        <p:spPr>
          <a:xfrm>
            <a:off x="666086" y="3627639"/>
            <a:ext cx="6050924" cy="2306476"/>
          </a:xfrm>
          <a:prstGeom prst="rect">
            <a:avLst/>
          </a:prstGeom>
          <a:noFill/>
        </p:spPr>
        <p:txBody>
          <a:bodyPr wrap="square" rtlCol="0" anchor="t">
            <a:noAutofit/>
          </a:bodyPr>
          <a:lstStyle/>
          <a:p>
            <a:pPr marL="0" marR="0" lvl="0" indent="0" algn="l" defTabSz="609585" rtl="0" eaLnBrk="1" fontAlgn="auto" latinLnBrk="0" hangingPunct="1">
              <a:lnSpc>
                <a:spcPct val="100000"/>
              </a:lnSpc>
              <a:spcBef>
                <a:spcPts val="0"/>
              </a:spcBef>
              <a:spcAft>
                <a:spcPts val="4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mn-cs"/>
              </a:rPr>
              <a:t>Upcoming:  </a:t>
            </a:r>
          </a:p>
          <a:p>
            <a:pPr marL="285750" marR="0" lvl="0" indent="-285750" algn="l" defTabSz="609585"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FFFFFF"/>
                </a:solidFill>
                <a:effectLst/>
                <a:uLnTx/>
                <a:uFillTx/>
                <a:latin typeface="Arial"/>
                <a:ea typeface="+mn-ea"/>
                <a:cs typeface="+mn-cs"/>
              </a:rPr>
              <a:t>NPC Calculation to support Interim Business case</a:t>
            </a:r>
          </a:p>
          <a:p>
            <a:pPr marL="285750" marR="0" lvl="0" indent="-285750" algn="l" defTabSz="609585"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FFFFFF"/>
                </a:solidFill>
                <a:effectLst/>
                <a:uLnTx/>
                <a:uFillTx/>
                <a:latin typeface="Arial"/>
                <a:ea typeface="+mn-ea"/>
                <a:cs typeface="+mn-cs"/>
              </a:rPr>
              <a:t>CMO Selection for RFPs</a:t>
            </a:r>
          </a:p>
          <a:p>
            <a:pPr marL="285750" marR="0" lvl="0" indent="-285750" algn="l" defTabSz="609585"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FFFFFF"/>
                </a:solidFill>
                <a:effectLst/>
                <a:uLnTx/>
                <a:uFillTx/>
                <a:latin typeface="Arial"/>
                <a:ea typeface="+mn-ea"/>
                <a:cs typeface="+mn-cs"/>
              </a:rPr>
              <a:t>Pam Review (Focus for Today)</a:t>
            </a:r>
          </a:p>
          <a:p>
            <a:pPr marL="285750" marR="0" lvl="0" indent="-285750" algn="l" defTabSz="609585" rtl="0" eaLnBrk="1" fontAlgn="auto" latinLnBrk="0" hangingPunct="1">
              <a:lnSpc>
                <a:spcPct val="100000"/>
              </a:lnSpc>
              <a:spcBef>
                <a:spcPts val="0"/>
              </a:spcBef>
              <a:spcAft>
                <a:spcPts val="400"/>
              </a:spcAft>
              <a:buClrTx/>
              <a:buSzTx/>
              <a:buFont typeface="Arial" panose="020B0604020202020204" pitchFamily="34" charset="0"/>
              <a:buChar char="•"/>
              <a:tabLst/>
              <a:defRPr/>
            </a:pPr>
            <a:endParaRPr kumimoji="0" lang="en-US" sz="1600" b="1"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856744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Z Cover Slide Options">
  <a:themeElements>
    <a:clrScheme name="Custom 239">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B0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2E14A555-39E0-6043-81F6-2A1020966FF9}"/>
    </a:ext>
  </a:extLst>
</a:theme>
</file>

<file path=ppt/theme/theme2.xml><?xml version="1.0" encoding="utf-8"?>
<a:theme xmlns:a="http://schemas.openxmlformats.org/drawingml/2006/main" name="3_Astra Zeneca Template">
  <a:themeElements>
    <a:clrScheme name="Astra Zeneca">
      <a:dk1>
        <a:sysClr val="windowText" lastClr="000000"/>
      </a:dk1>
      <a:lt1>
        <a:sysClr val="window" lastClr="FFFFFF"/>
      </a:lt1>
      <a:dk2>
        <a:srgbClr val="3F4444"/>
      </a:dk2>
      <a:lt2>
        <a:srgbClr val="FFFFFF"/>
      </a:lt2>
      <a:accent1>
        <a:srgbClr val="830051"/>
      </a:accent1>
      <a:accent2>
        <a:srgbClr val="C4D600"/>
      </a:accent2>
      <a:accent3>
        <a:srgbClr val="68D2DF"/>
      </a:accent3>
      <a:accent4>
        <a:srgbClr val="D0006F"/>
      </a:accent4>
      <a:accent5>
        <a:srgbClr val="F0AB00"/>
      </a:accent5>
      <a:accent6>
        <a:srgbClr val="9DB0AC"/>
      </a:accent6>
      <a:hlink>
        <a:srgbClr val="68D2DF"/>
      </a:hlink>
      <a:folHlink>
        <a:srgbClr val="D0006F"/>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lnSpc>
            <a:spcPct val="90000"/>
          </a:lnSpc>
          <a:spcAft>
            <a:spcPts val="600"/>
          </a:spcAft>
          <a:defRPr sz="2400" dirty="0" smtClean="0">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Autofit/>
      </a:bodyPr>
      <a:lstStyle>
        <a:defPPr algn="l">
          <a:lnSpc>
            <a:spcPct val="90000"/>
          </a:lnSpc>
          <a:spcAft>
            <a:spcPts val="600"/>
          </a:spcAft>
          <a:defRPr dirty="0" smtClean="0">
            <a:solidFill>
              <a:schemeClr val="tx2"/>
            </a:solidFill>
          </a:defRPr>
        </a:defPPr>
      </a:lstStyle>
    </a:txDef>
  </a:objectDefaults>
  <a:extraClrSchemeLst/>
  <a:custClrLst>
    <a:custClr name="Navy">
      <a:srgbClr val="003865"/>
    </a:custClr>
    <a:custClr name="Purple">
      <a:srgbClr val="3C1053"/>
    </a:custClr>
  </a:custClrLst>
  <a:extLst>
    <a:ext uri="{05A4C25C-085E-4340-85A3-A5531E510DB2}">
      <thm15:themeFamily xmlns:thm15="http://schemas.microsoft.com/office/thememl/2012/main" name="AstraZeneca - SLM Template V5.3_with imagery" id="{A66629A1-515A-974F-B1B1-A5635CDE594C}" vid="{38E7642F-CCEF-DE48-B512-9FC58B3F49E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haredContentType xmlns="Microsoft.SharePoint.Taxonomy.ContentTypeSync" SourceId="1ee89e71-04cd-405e-9ca3-99e020c1694d" ContentTypeId="0x0101" PreviousValue="false"/>
</file>

<file path=customXml/item2.xml><?xml version="1.0" encoding="utf-8"?>
<ct:contentTypeSchema xmlns:ct="http://schemas.microsoft.com/office/2006/metadata/contentType" xmlns:ma="http://schemas.microsoft.com/office/2006/metadata/properties/metaAttributes" ct:_="" ma:_="" ma:contentTypeName="Document" ma:contentTypeID="0x010100059622C09137994F8A86980F3B7BCC79" ma:contentTypeVersion="14" ma:contentTypeDescription="Create a new document." ma:contentTypeScope="" ma:versionID="a1a05db2bd1da344af6840cb92755d0f">
  <xsd:schema xmlns:xsd="http://www.w3.org/2001/XMLSchema" xmlns:xs="http://www.w3.org/2001/XMLSchema" xmlns:p="http://schemas.microsoft.com/office/2006/metadata/properties" xmlns:ns2="44a56295-c29e-4898-8136-a54736c65b82" xmlns:ns3="1a1ce1ce-c231-4a7f-80e2-1f55191dedee" xmlns:ns4="7cb73ea4-e781-466b-860c-08ee200ed25d" targetNamespace="http://schemas.microsoft.com/office/2006/metadata/properties" ma:root="true" ma:fieldsID="15f9cca93b32c16df956d4142c62fa71" ns2:_="" ns3:_="" ns4:_="">
    <xsd:import namespace="44a56295-c29e-4898-8136-a54736c65b82"/>
    <xsd:import namespace="1a1ce1ce-c231-4a7f-80e2-1f55191dedee"/>
    <xsd:import namespace="7cb73ea4-e781-466b-860c-08ee200ed25d"/>
    <xsd:element name="properties">
      <xsd:complexType>
        <xsd:sequence>
          <xsd:element name="documentManagement">
            <xsd:complexType>
              <xsd:all>
                <xsd:element ref="ns2:Descriptions" minOccurs="0"/>
                <xsd:element ref="ns2:Keyword"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Location" minOccurs="0"/>
                <xsd:element ref="ns3:MediaServiceGenerationTime" minOccurs="0"/>
                <xsd:element ref="ns3:MediaServiceEventHashCode" minOccurs="0"/>
                <xsd:element ref="ns3:MediaServiceOCR" minOccurs="0"/>
                <xsd:element ref="ns4:SharedWithUsers" minOccurs="0"/>
                <xsd:element ref="ns4: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a56295-c29e-4898-8136-a54736c65b82" elementFormDefault="qualified">
    <xsd:import namespace="http://schemas.microsoft.com/office/2006/documentManagement/types"/>
    <xsd:import namespace="http://schemas.microsoft.com/office/infopath/2007/PartnerControls"/>
    <xsd:element name="Descriptions" ma:index="8" nillable="true" ma:displayName="Descriptions" ma:description="Describe your document to make it appear at the top of search results" ma:internalName="Descriptions">
      <xsd:simpleType>
        <xsd:restriction base="dms:Note">
          <xsd:maxLength value="255"/>
        </xsd:restriction>
      </xsd:simpleType>
    </xsd:element>
    <xsd:element name="Keyword" ma:index="9" nillable="true" ma:displayName="Keyword" ma:description="Enter list of terms separated by semi-colon(;)" ma:internalName="Keyword">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a1ce1ce-c231-4a7f-80e2-1f55191dedee"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cb73ea4-e781-466b-860c-08ee200ed25d"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Keyword xmlns="44a56295-c29e-4898-8136-a54736c65b82" xsi:nil="true"/>
    <Descriptions xmlns="44a56295-c29e-4898-8136-a54736c65b82" xsi:nil="true"/>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4AA88CA-3100-4BDF-8404-B9116A7F0112}">
  <ds:schemaRefs>
    <ds:schemaRef ds:uri="Microsoft.SharePoint.Taxonomy.ContentTypeSync"/>
  </ds:schemaRefs>
</ds:datastoreItem>
</file>

<file path=customXml/itemProps2.xml><?xml version="1.0" encoding="utf-8"?>
<ds:datastoreItem xmlns:ds="http://schemas.openxmlformats.org/officeDocument/2006/customXml" ds:itemID="{9ED2F002-DB6A-45A5-9CDE-751A19C3A2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a56295-c29e-4898-8136-a54736c65b82"/>
    <ds:schemaRef ds:uri="1a1ce1ce-c231-4a7f-80e2-1f55191dedee"/>
    <ds:schemaRef ds:uri="7cb73ea4-e781-466b-860c-08ee200ed2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16514B5-4CF1-40C2-9499-4BE02D35C385}">
  <ds:schemaRefs>
    <ds:schemaRef ds:uri="http://purl.org/dc/dcmitype/"/>
    <ds:schemaRef ds:uri="1a1ce1ce-c231-4a7f-80e2-1f55191dedee"/>
    <ds:schemaRef ds:uri="44a56295-c29e-4898-8136-a54736c65b82"/>
    <ds:schemaRef ds:uri="http://schemas.microsoft.com/office/2006/documentManagement/types"/>
    <ds:schemaRef ds:uri="7cb73ea4-e781-466b-860c-08ee200ed25d"/>
    <ds:schemaRef ds:uri="http://purl.org/dc/terms/"/>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http://www.w3.org/XML/1998/namespace"/>
  </ds:schemaRefs>
</ds:datastoreItem>
</file>

<file path=customXml/itemProps4.xml><?xml version="1.0" encoding="utf-8"?>
<ds:datastoreItem xmlns:ds="http://schemas.openxmlformats.org/officeDocument/2006/customXml" ds:itemID="{2198E0FD-6E97-4FE9-BDAA-DF254F67196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178</TotalTime>
  <Words>271</Words>
  <Application>Microsoft Macintosh PowerPoint</Application>
  <PresentationFormat>Widescreen</PresentationFormat>
  <Paragraphs>65</Paragraphs>
  <Slides>3</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vt:i4>
      </vt:variant>
    </vt:vector>
  </HeadingPairs>
  <TitlesOfParts>
    <vt:vector size="9" baseType="lpstr">
      <vt:lpstr>Arial</vt:lpstr>
      <vt:lpstr>Arial Narrow</vt:lpstr>
      <vt:lpstr>Calibri</vt:lpstr>
      <vt:lpstr>Calisto MT</vt:lpstr>
      <vt:lpstr>AZ Cover Slide Options</vt:lpstr>
      <vt:lpstr>3_Astra Zeneca Template</vt:lpstr>
      <vt:lpstr>NGM Steering Committee Update  </vt:lpstr>
      <vt:lpstr>2020 Deliverables/ Milestones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Ramos, Irina</dc:creator>
  <cp:lastModifiedBy>Coffman, Jon</cp:lastModifiedBy>
  <cp:revision>2</cp:revision>
  <dcterms:created xsi:type="dcterms:W3CDTF">2020-04-24T20:28:39Z</dcterms:created>
  <dcterms:modified xsi:type="dcterms:W3CDTF">2020-05-26T19:52:42Z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0x010100059622C09137994F8A86980F3B7BCC79</vt:lpwstr>
  </property>
</Properties>
</file>